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1"/>
  </p:notesMasterIdLst>
  <p:handoutMasterIdLst>
    <p:handoutMasterId r:id="rId72"/>
  </p:handoutMasterIdLst>
  <p:sldIdLst>
    <p:sldId id="373" r:id="rId2"/>
    <p:sldId id="380" r:id="rId3"/>
    <p:sldId id="381" r:id="rId4"/>
    <p:sldId id="382" r:id="rId5"/>
    <p:sldId id="384" r:id="rId6"/>
    <p:sldId id="385" r:id="rId7"/>
    <p:sldId id="472" r:id="rId8"/>
    <p:sldId id="438" r:id="rId9"/>
    <p:sldId id="393" r:id="rId10"/>
    <p:sldId id="394" r:id="rId11"/>
    <p:sldId id="439" r:id="rId12"/>
    <p:sldId id="440" r:id="rId13"/>
    <p:sldId id="473" r:id="rId14"/>
    <p:sldId id="474" r:id="rId15"/>
    <p:sldId id="395" r:id="rId16"/>
    <p:sldId id="441" r:id="rId17"/>
    <p:sldId id="442" r:id="rId18"/>
    <p:sldId id="444" r:id="rId19"/>
    <p:sldId id="432" r:id="rId20"/>
    <p:sldId id="443" r:id="rId21"/>
    <p:sldId id="424" r:id="rId22"/>
    <p:sldId id="425" r:id="rId23"/>
    <p:sldId id="428" r:id="rId24"/>
    <p:sldId id="476" r:id="rId25"/>
    <p:sldId id="409" r:id="rId26"/>
    <p:sldId id="408" r:id="rId27"/>
    <p:sldId id="414" r:id="rId28"/>
    <p:sldId id="415" r:id="rId29"/>
    <p:sldId id="416" r:id="rId30"/>
    <p:sldId id="420" r:id="rId31"/>
    <p:sldId id="421" r:id="rId32"/>
    <p:sldId id="447" r:id="rId33"/>
    <p:sldId id="402" r:id="rId34"/>
    <p:sldId id="401" r:id="rId35"/>
    <p:sldId id="404" r:id="rId36"/>
    <p:sldId id="405" r:id="rId37"/>
    <p:sldId id="418" r:id="rId38"/>
    <p:sldId id="419" r:id="rId39"/>
    <p:sldId id="422" r:id="rId40"/>
    <p:sldId id="406" r:id="rId41"/>
    <p:sldId id="407" r:id="rId42"/>
    <p:sldId id="448" r:id="rId43"/>
    <p:sldId id="449" r:id="rId44"/>
    <p:sldId id="450" r:id="rId45"/>
    <p:sldId id="426" r:id="rId46"/>
    <p:sldId id="434" r:id="rId47"/>
    <p:sldId id="477" r:id="rId48"/>
    <p:sldId id="483" r:id="rId49"/>
    <p:sldId id="484" r:id="rId50"/>
    <p:sldId id="485" r:id="rId51"/>
    <p:sldId id="486" r:id="rId52"/>
    <p:sldId id="487" r:id="rId53"/>
    <p:sldId id="488" r:id="rId54"/>
    <p:sldId id="489" r:id="rId55"/>
    <p:sldId id="506" r:id="rId56"/>
    <p:sldId id="491" r:id="rId57"/>
    <p:sldId id="492" r:id="rId58"/>
    <p:sldId id="493" r:id="rId59"/>
    <p:sldId id="494" r:id="rId60"/>
    <p:sldId id="496" r:id="rId61"/>
    <p:sldId id="498" r:id="rId62"/>
    <p:sldId id="495" r:id="rId63"/>
    <p:sldId id="499" r:id="rId64"/>
    <p:sldId id="500" r:id="rId65"/>
    <p:sldId id="501" r:id="rId66"/>
    <p:sldId id="502" r:id="rId67"/>
    <p:sldId id="505" r:id="rId68"/>
    <p:sldId id="503" r:id="rId69"/>
    <p:sldId id="471" r:id="rId70"/>
  </p:sldIdLst>
  <p:sldSz cx="12192000" cy="6858000"/>
  <p:notesSz cx="6858000" cy="9144000"/>
  <p:defaultTextStyle>
    <a:defPPr>
      <a:defRPr lang="en-US"/>
    </a:defPPr>
    <a:lvl1pPr marL="0" algn="l" defTabSz="91423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15" algn="l" defTabSz="91423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32" algn="l" defTabSz="91423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48" algn="l" defTabSz="91423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63" algn="l" defTabSz="91423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579" algn="l" defTabSz="91423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694" algn="l" defTabSz="91423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811" algn="l" defTabSz="91423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926" algn="l" defTabSz="91423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A7D8A95-32CD-A442-A133-994EA6CCFAF8}">
          <p14:sldIdLst>
            <p14:sldId id="373"/>
            <p14:sldId id="380"/>
            <p14:sldId id="381"/>
            <p14:sldId id="382"/>
            <p14:sldId id="384"/>
            <p14:sldId id="385"/>
            <p14:sldId id="472"/>
            <p14:sldId id="438"/>
            <p14:sldId id="393"/>
            <p14:sldId id="394"/>
            <p14:sldId id="439"/>
            <p14:sldId id="440"/>
            <p14:sldId id="473"/>
            <p14:sldId id="474"/>
            <p14:sldId id="395"/>
            <p14:sldId id="441"/>
            <p14:sldId id="442"/>
            <p14:sldId id="444"/>
            <p14:sldId id="432"/>
            <p14:sldId id="443"/>
            <p14:sldId id="424"/>
            <p14:sldId id="425"/>
            <p14:sldId id="428"/>
            <p14:sldId id="476"/>
            <p14:sldId id="409"/>
            <p14:sldId id="408"/>
            <p14:sldId id="414"/>
            <p14:sldId id="415"/>
            <p14:sldId id="416"/>
            <p14:sldId id="420"/>
            <p14:sldId id="421"/>
            <p14:sldId id="447"/>
            <p14:sldId id="402"/>
            <p14:sldId id="401"/>
            <p14:sldId id="404"/>
            <p14:sldId id="405"/>
            <p14:sldId id="418"/>
            <p14:sldId id="419"/>
            <p14:sldId id="422"/>
            <p14:sldId id="406"/>
            <p14:sldId id="407"/>
            <p14:sldId id="448"/>
            <p14:sldId id="449"/>
            <p14:sldId id="450"/>
            <p14:sldId id="426"/>
            <p14:sldId id="434"/>
            <p14:sldId id="477"/>
            <p14:sldId id="483"/>
            <p14:sldId id="484"/>
            <p14:sldId id="485"/>
            <p14:sldId id="486"/>
            <p14:sldId id="487"/>
            <p14:sldId id="488"/>
            <p14:sldId id="489"/>
            <p14:sldId id="506"/>
            <p14:sldId id="491"/>
            <p14:sldId id="492"/>
            <p14:sldId id="493"/>
            <p14:sldId id="494"/>
            <p14:sldId id="496"/>
            <p14:sldId id="498"/>
            <p14:sldId id="495"/>
            <p14:sldId id="499"/>
            <p14:sldId id="500"/>
            <p14:sldId id="501"/>
            <p14:sldId id="502"/>
            <p14:sldId id="505"/>
            <p14:sldId id="503"/>
            <p14:sldId id="471"/>
          </p14:sldIdLst>
        </p14:section>
        <p14:section name="E[" id="{D5E92838-4B32-1743-B4FC-D677339A2938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B0A4"/>
    <a:srgbClr val="FDCDE4"/>
    <a:srgbClr val="56F8F4"/>
    <a:srgbClr val="CEFDFC"/>
    <a:srgbClr val="F963AA"/>
    <a:srgbClr val="09D1CC"/>
    <a:srgbClr val="F73792"/>
    <a:srgbClr val="C7D050"/>
    <a:srgbClr val="0B5394"/>
    <a:srgbClr val="0026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216FD53-1B7A-4780-81FD-89EF9287D31F}" v="4547" dt="2025-11-13T21:44:25.336"/>
    <p1510:client id="{AF12CDC3-31A4-4F40-A3DD-05871602AEC8}" v="3008" dt="2025-11-14T01:02:49.4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78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h Hug" userId="e2159f7335c131c2" providerId="LiveId" clId="{0EDB6E27-9086-5277-AB10-A63F9A905C93}"/>
    <pc:docChg chg="undo redo custSel addSld modSld sldOrd modSection">
      <pc:chgData name="Josh Hug" userId="e2159f7335c131c2" providerId="LiveId" clId="{0EDB6E27-9086-5277-AB10-A63F9A905C93}" dt="2025-11-14T01:02:49.415" v="3112" actId="20577"/>
      <pc:docMkLst>
        <pc:docMk/>
      </pc:docMkLst>
      <pc:sldChg chg="modSp mod">
        <pc:chgData name="Josh Hug" userId="e2159f7335c131c2" providerId="LiveId" clId="{0EDB6E27-9086-5277-AB10-A63F9A905C93}" dt="2025-11-13T21:54:42.908" v="2615" actId="20577"/>
        <pc:sldMkLst>
          <pc:docMk/>
          <pc:sldMk cId="470386908" sldId="373"/>
        </pc:sldMkLst>
        <pc:spChg chg="mod">
          <ac:chgData name="Josh Hug" userId="e2159f7335c131c2" providerId="LiveId" clId="{0EDB6E27-9086-5277-AB10-A63F9A905C93}" dt="2025-11-13T21:54:42.908" v="2615" actId="20577"/>
          <ac:spMkLst>
            <pc:docMk/>
            <pc:sldMk cId="470386908" sldId="373"/>
            <ac:spMk id="7" creationId="{2D81CF12-3A7A-2A4D-ABD2-9F00ADE30619}"/>
          </ac:spMkLst>
        </pc:spChg>
      </pc:sldChg>
      <pc:sldChg chg="modSp">
        <pc:chgData name="Josh Hug" userId="e2159f7335c131c2" providerId="LiveId" clId="{0EDB6E27-9086-5277-AB10-A63F9A905C93}" dt="2025-11-13T23:58:29.139" v="3086" actId="207"/>
        <pc:sldMkLst>
          <pc:docMk/>
          <pc:sldMk cId="2330147431" sldId="380"/>
        </pc:sldMkLst>
        <pc:spChg chg="mod">
          <ac:chgData name="Josh Hug" userId="e2159f7335c131c2" providerId="LiveId" clId="{0EDB6E27-9086-5277-AB10-A63F9A905C93}" dt="2025-11-13T23:58:29.139" v="3086" actId="207"/>
          <ac:spMkLst>
            <pc:docMk/>
            <pc:sldMk cId="2330147431" sldId="380"/>
            <ac:spMk id="5" creationId="{216690A5-ED0C-7054-B4EF-57438DC5BAB7}"/>
          </ac:spMkLst>
        </pc:spChg>
      </pc:sldChg>
      <pc:sldChg chg="modSp">
        <pc:chgData name="Josh Hug" userId="e2159f7335c131c2" providerId="LiveId" clId="{0EDB6E27-9086-5277-AB10-A63F9A905C93}" dt="2025-11-13T17:48:55.364" v="5" actId="207"/>
        <pc:sldMkLst>
          <pc:docMk/>
          <pc:sldMk cId="2862553575" sldId="384"/>
        </pc:sldMkLst>
        <pc:spChg chg="mod">
          <ac:chgData name="Josh Hug" userId="e2159f7335c131c2" providerId="LiveId" clId="{0EDB6E27-9086-5277-AB10-A63F9A905C93}" dt="2025-11-13T17:48:55.364" v="5" actId="207"/>
          <ac:spMkLst>
            <pc:docMk/>
            <pc:sldMk cId="2862553575" sldId="384"/>
            <ac:spMk id="6" creationId="{F3E8909C-3710-ED3F-1A68-B0B80D530D12}"/>
          </ac:spMkLst>
        </pc:spChg>
        <pc:spChg chg="mod">
          <ac:chgData name="Josh Hug" userId="e2159f7335c131c2" providerId="LiveId" clId="{0EDB6E27-9086-5277-AB10-A63F9A905C93}" dt="2025-11-13T17:48:51.457" v="3" actId="207"/>
          <ac:spMkLst>
            <pc:docMk/>
            <pc:sldMk cId="2862553575" sldId="384"/>
            <ac:spMk id="10" creationId="{08137C09-DA45-53DD-BF77-82C667B26EBD}"/>
          </ac:spMkLst>
        </pc:spChg>
        <pc:spChg chg="mod">
          <ac:chgData name="Josh Hug" userId="e2159f7335c131c2" providerId="LiveId" clId="{0EDB6E27-9086-5277-AB10-A63F9A905C93}" dt="2025-11-13T17:48:53.603" v="4" actId="207"/>
          <ac:spMkLst>
            <pc:docMk/>
            <pc:sldMk cId="2862553575" sldId="384"/>
            <ac:spMk id="11" creationId="{278845F5-D677-00C4-D89B-97487BC5A601}"/>
          </ac:spMkLst>
        </pc:spChg>
      </pc:sldChg>
      <pc:sldChg chg="ord">
        <pc:chgData name="Josh Hug" userId="e2159f7335c131c2" providerId="LiveId" clId="{0EDB6E27-9086-5277-AB10-A63F9A905C93}" dt="2025-11-13T17:50:52.195" v="226" actId="20578"/>
        <pc:sldMkLst>
          <pc:docMk/>
          <pc:sldMk cId="3046488575" sldId="385"/>
        </pc:sldMkLst>
      </pc:sldChg>
      <pc:sldChg chg="modSp">
        <pc:chgData name="Josh Hug" userId="e2159f7335c131c2" providerId="LiveId" clId="{0EDB6E27-9086-5277-AB10-A63F9A905C93}" dt="2025-11-13T17:56:34.386" v="342" actId="20577"/>
        <pc:sldMkLst>
          <pc:docMk/>
          <pc:sldMk cId="2922658" sldId="393"/>
        </pc:sldMkLst>
        <pc:spChg chg="mod">
          <ac:chgData name="Josh Hug" userId="e2159f7335c131c2" providerId="LiveId" clId="{0EDB6E27-9086-5277-AB10-A63F9A905C93}" dt="2025-11-13T17:56:34.386" v="342" actId="20577"/>
          <ac:spMkLst>
            <pc:docMk/>
            <pc:sldMk cId="2922658" sldId="393"/>
            <ac:spMk id="3" creationId="{2F82C722-6A2C-0035-59ED-CCB12D9F99F0}"/>
          </ac:spMkLst>
        </pc:spChg>
      </pc:sldChg>
      <pc:sldChg chg="modSp mod">
        <pc:chgData name="Josh Hug" userId="e2159f7335c131c2" providerId="LiveId" clId="{0EDB6E27-9086-5277-AB10-A63F9A905C93}" dt="2025-11-13T18:06:24.276" v="394" actId="20577"/>
        <pc:sldMkLst>
          <pc:docMk/>
          <pc:sldMk cId="244708929" sldId="394"/>
        </pc:sldMkLst>
        <pc:spChg chg="mod">
          <ac:chgData name="Josh Hug" userId="e2159f7335c131c2" providerId="LiveId" clId="{0EDB6E27-9086-5277-AB10-A63F9A905C93}" dt="2025-11-13T17:56:31.830" v="340" actId="20577"/>
          <ac:spMkLst>
            <pc:docMk/>
            <pc:sldMk cId="244708929" sldId="394"/>
            <ac:spMk id="3" creationId="{A73D0AF6-975C-75E1-4291-B16F89224FCE}"/>
          </ac:spMkLst>
        </pc:spChg>
        <pc:graphicFrameChg chg="modGraphic">
          <ac:chgData name="Josh Hug" userId="e2159f7335c131c2" providerId="LiveId" clId="{0EDB6E27-9086-5277-AB10-A63F9A905C93}" dt="2025-11-13T18:06:24.276" v="394" actId="20577"/>
          <ac:graphicFrameMkLst>
            <pc:docMk/>
            <pc:sldMk cId="244708929" sldId="394"/>
            <ac:graphicFrameMk id="4" creationId="{6D4A3C08-9EE8-D800-59E5-64782793B4CD}"/>
          </ac:graphicFrameMkLst>
        </pc:graphicFrameChg>
      </pc:sldChg>
      <pc:sldChg chg="modSp mod">
        <pc:chgData name="Josh Hug" userId="e2159f7335c131c2" providerId="LiveId" clId="{0EDB6E27-9086-5277-AB10-A63F9A905C93}" dt="2025-11-13T18:08:56.118" v="497" actId="20577"/>
        <pc:sldMkLst>
          <pc:docMk/>
          <pc:sldMk cId="1283192277" sldId="395"/>
        </pc:sldMkLst>
        <pc:spChg chg="mod">
          <ac:chgData name="Josh Hug" userId="e2159f7335c131c2" providerId="LiveId" clId="{0EDB6E27-9086-5277-AB10-A63F9A905C93}" dt="2025-11-13T17:56:52.165" v="349" actId="20577"/>
          <ac:spMkLst>
            <pc:docMk/>
            <pc:sldMk cId="1283192277" sldId="395"/>
            <ac:spMk id="3" creationId="{994A388F-3FEC-C7C4-7D55-F9E0A95A7E8F}"/>
          </ac:spMkLst>
        </pc:spChg>
        <pc:graphicFrameChg chg="mod modGraphic">
          <ac:chgData name="Josh Hug" userId="e2159f7335c131c2" providerId="LiveId" clId="{0EDB6E27-9086-5277-AB10-A63F9A905C93}" dt="2025-11-13T18:06:34.468" v="395"/>
          <ac:graphicFrameMkLst>
            <pc:docMk/>
            <pc:sldMk cId="1283192277" sldId="395"/>
            <ac:graphicFrameMk id="4" creationId="{FAC8BCEA-A558-3382-1EF5-C217A5C121A8}"/>
          </ac:graphicFrameMkLst>
        </pc:graphicFrameChg>
        <pc:graphicFrameChg chg="modGraphic">
          <ac:chgData name="Josh Hug" userId="e2159f7335c131c2" providerId="LiveId" clId="{0EDB6E27-9086-5277-AB10-A63F9A905C93}" dt="2025-11-13T18:08:56.118" v="497" actId="20577"/>
          <ac:graphicFrameMkLst>
            <pc:docMk/>
            <pc:sldMk cId="1283192277" sldId="395"/>
            <ac:graphicFrameMk id="5" creationId="{0B529A27-09CC-6B85-381F-D8AD9D0C13F2}"/>
          </ac:graphicFrameMkLst>
        </pc:graphicFrameChg>
      </pc:sldChg>
      <pc:sldChg chg="modSp">
        <pc:chgData name="Josh Hug" userId="e2159f7335c131c2" providerId="LiveId" clId="{0EDB6E27-9086-5277-AB10-A63F9A905C93}" dt="2025-11-13T23:34:00.223" v="3032" actId="20577"/>
        <pc:sldMkLst>
          <pc:docMk/>
          <pc:sldMk cId="2761880327" sldId="401"/>
        </pc:sldMkLst>
        <pc:spChg chg="mod">
          <ac:chgData name="Josh Hug" userId="e2159f7335c131c2" providerId="LiveId" clId="{0EDB6E27-9086-5277-AB10-A63F9A905C93}" dt="2025-11-13T23:34:00.223" v="3032" actId="20577"/>
          <ac:spMkLst>
            <pc:docMk/>
            <pc:sldMk cId="2761880327" sldId="401"/>
            <ac:spMk id="3" creationId="{8771001D-FB0A-919D-A474-CA0275CD1928}"/>
          </ac:spMkLst>
        </pc:spChg>
      </pc:sldChg>
      <pc:sldChg chg="modSp mod modAnim">
        <pc:chgData name="Josh Hug" userId="e2159f7335c131c2" providerId="LiveId" clId="{0EDB6E27-9086-5277-AB10-A63F9A905C93}" dt="2025-11-13T18:36:58.646" v="1974" actId="14100"/>
        <pc:sldMkLst>
          <pc:docMk/>
          <pc:sldMk cId="2295921219" sldId="405"/>
        </pc:sldMkLst>
        <pc:spChg chg="mod">
          <ac:chgData name="Josh Hug" userId="e2159f7335c131c2" providerId="LiveId" clId="{0EDB6E27-9086-5277-AB10-A63F9A905C93}" dt="2025-11-13T18:36:58.646" v="1974" actId="14100"/>
          <ac:spMkLst>
            <pc:docMk/>
            <pc:sldMk cId="2295921219" sldId="405"/>
            <ac:spMk id="3" creationId="{14F022FB-1AE7-9306-43EC-D07B8A1EA5FA}"/>
          </ac:spMkLst>
        </pc:spChg>
      </pc:sldChg>
      <pc:sldChg chg="modSp mod">
        <pc:chgData name="Josh Hug" userId="e2159f7335c131c2" providerId="LiveId" clId="{0EDB6E27-9086-5277-AB10-A63F9A905C93}" dt="2025-11-13T18:24:09.985" v="1587" actId="20577"/>
        <pc:sldMkLst>
          <pc:docMk/>
          <pc:sldMk cId="3847458559" sldId="415"/>
        </pc:sldMkLst>
        <pc:spChg chg="mod">
          <ac:chgData name="Josh Hug" userId="e2159f7335c131c2" providerId="LiveId" clId="{0EDB6E27-9086-5277-AB10-A63F9A905C93}" dt="2025-11-13T18:22:06.090" v="1449" actId="20577"/>
          <ac:spMkLst>
            <pc:docMk/>
            <pc:sldMk cId="3847458559" sldId="415"/>
            <ac:spMk id="2" creationId="{A5812380-E004-FE29-1B65-C05C97115352}"/>
          </ac:spMkLst>
        </pc:spChg>
        <pc:spChg chg="mod">
          <ac:chgData name="Josh Hug" userId="e2159f7335c131c2" providerId="LiveId" clId="{0EDB6E27-9086-5277-AB10-A63F9A905C93}" dt="2025-11-13T18:24:09.985" v="1587" actId="20577"/>
          <ac:spMkLst>
            <pc:docMk/>
            <pc:sldMk cId="3847458559" sldId="415"/>
            <ac:spMk id="3" creationId="{EAF6A5D3-E23A-9D10-EA38-F304800BDF7A}"/>
          </ac:spMkLst>
        </pc:spChg>
      </pc:sldChg>
      <pc:sldChg chg="addSp delSp modSp mod">
        <pc:chgData name="Josh Hug" userId="e2159f7335c131c2" providerId="LiveId" clId="{0EDB6E27-9086-5277-AB10-A63F9A905C93}" dt="2025-11-13T23:08:09.117" v="2960" actId="1076"/>
        <pc:sldMkLst>
          <pc:docMk/>
          <pc:sldMk cId="1100833278" sldId="420"/>
        </pc:sldMkLst>
        <pc:spChg chg="mod">
          <ac:chgData name="Josh Hug" userId="e2159f7335c131c2" providerId="LiveId" clId="{0EDB6E27-9086-5277-AB10-A63F9A905C93}" dt="2025-11-13T21:57:50.820" v="2709" actId="20577"/>
          <ac:spMkLst>
            <pc:docMk/>
            <pc:sldMk cId="1100833278" sldId="420"/>
            <ac:spMk id="3" creationId="{BA466FB4-FBA9-D52F-045F-E715FAB6EA1D}"/>
          </ac:spMkLst>
        </pc:spChg>
        <pc:spChg chg="add mod">
          <ac:chgData name="Josh Hug" userId="e2159f7335c131c2" providerId="LiveId" clId="{0EDB6E27-9086-5277-AB10-A63F9A905C93}" dt="2025-11-13T22:02:06.119" v="2732" actId="1076"/>
          <ac:spMkLst>
            <pc:docMk/>
            <pc:sldMk cId="1100833278" sldId="420"/>
            <ac:spMk id="4" creationId="{BFC833E2-E0BA-0513-C965-6E97EB5846C0}"/>
          </ac:spMkLst>
        </pc:spChg>
        <pc:picChg chg="del mod">
          <ac:chgData name="Josh Hug" userId="e2159f7335c131c2" providerId="LiveId" clId="{0EDB6E27-9086-5277-AB10-A63F9A905C93}" dt="2025-11-13T23:08:03.666" v="2954" actId="478"/>
          <ac:picMkLst>
            <pc:docMk/>
            <pc:sldMk cId="1100833278" sldId="420"/>
            <ac:picMk id="5" creationId="{06E2D8E9-1C77-DD00-9540-380181E5943C}"/>
          </ac:picMkLst>
        </pc:picChg>
        <pc:picChg chg="add mod">
          <ac:chgData name="Josh Hug" userId="e2159f7335c131c2" providerId="LiveId" clId="{0EDB6E27-9086-5277-AB10-A63F9A905C93}" dt="2025-11-13T23:08:09.117" v="2960" actId="1076"/>
          <ac:picMkLst>
            <pc:docMk/>
            <pc:sldMk cId="1100833278" sldId="420"/>
            <ac:picMk id="1026" creationId="{5BC87541-28D9-BB24-4DF0-AB3D64650F55}"/>
          </ac:picMkLst>
        </pc:picChg>
      </pc:sldChg>
      <pc:sldChg chg="modSp modAnim">
        <pc:chgData name="Josh Hug" userId="e2159f7335c131c2" providerId="LiveId" clId="{0EDB6E27-9086-5277-AB10-A63F9A905C93}" dt="2025-11-14T01:02:49.415" v="3112" actId="20577"/>
        <pc:sldMkLst>
          <pc:docMk/>
          <pc:sldMk cId="1610777716" sldId="421"/>
        </pc:sldMkLst>
        <pc:spChg chg="mod">
          <ac:chgData name="Josh Hug" userId="e2159f7335c131c2" providerId="LiveId" clId="{0EDB6E27-9086-5277-AB10-A63F9A905C93}" dt="2025-11-14T01:02:49.415" v="3112" actId="20577"/>
          <ac:spMkLst>
            <pc:docMk/>
            <pc:sldMk cId="1610777716" sldId="421"/>
            <ac:spMk id="3" creationId="{ADF5A317-BB35-C1EF-E46B-98CADE20CBAC}"/>
          </ac:spMkLst>
        </pc:spChg>
      </pc:sldChg>
      <pc:sldChg chg="addSp delSp modSp mod">
        <pc:chgData name="Josh Hug" userId="e2159f7335c131c2" providerId="LiveId" clId="{0EDB6E27-9086-5277-AB10-A63F9A905C93}" dt="2025-11-13T21:57:41.839" v="2707" actId="1076"/>
        <pc:sldMkLst>
          <pc:docMk/>
          <pc:sldMk cId="147351446" sldId="425"/>
        </pc:sldMkLst>
        <pc:spChg chg="add del">
          <ac:chgData name="Josh Hug" userId="e2159f7335c131c2" providerId="LiveId" clId="{0EDB6E27-9086-5277-AB10-A63F9A905C93}" dt="2025-11-13T21:57:30.877" v="2675" actId="22"/>
          <ac:spMkLst>
            <pc:docMk/>
            <pc:sldMk cId="147351446" sldId="425"/>
            <ac:spMk id="17" creationId="{C108CE1D-64A4-4538-7FC0-6DF020B33EA5}"/>
          </ac:spMkLst>
        </pc:spChg>
        <pc:spChg chg="add mod">
          <ac:chgData name="Josh Hug" userId="e2159f7335c131c2" providerId="LiveId" clId="{0EDB6E27-9086-5277-AB10-A63F9A905C93}" dt="2025-11-13T21:57:41.839" v="2707" actId="1076"/>
          <ac:spMkLst>
            <pc:docMk/>
            <pc:sldMk cId="147351446" sldId="425"/>
            <ac:spMk id="19" creationId="{B63896DE-9A6B-354B-FFAF-4E88D47875F5}"/>
          </ac:spMkLst>
        </pc:spChg>
      </pc:sldChg>
      <pc:sldChg chg="modSp mod">
        <pc:chgData name="Josh Hug" userId="e2159f7335c131c2" providerId="LiveId" clId="{0EDB6E27-9086-5277-AB10-A63F9A905C93}" dt="2025-11-13T18:41:30.744" v="2072" actId="20577"/>
        <pc:sldMkLst>
          <pc:docMk/>
          <pc:sldMk cId="1787883443" sldId="426"/>
        </pc:sldMkLst>
        <pc:spChg chg="mod">
          <ac:chgData name="Josh Hug" userId="e2159f7335c131c2" providerId="LiveId" clId="{0EDB6E27-9086-5277-AB10-A63F9A905C93}" dt="2025-11-13T18:41:30.744" v="2072" actId="20577"/>
          <ac:spMkLst>
            <pc:docMk/>
            <pc:sldMk cId="1787883443" sldId="426"/>
            <ac:spMk id="2" creationId="{79A7C180-AAD7-B0BC-9D7C-535E0C59B4AD}"/>
          </ac:spMkLst>
        </pc:spChg>
      </pc:sldChg>
      <pc:sldChg chg="modSp">
        <pc:chgData name="Josh Hug" userId="e2159f7335c131c2" providerId="LiveId" clId="{0EDB6E27-9086-5277-AB10-A63F9A905C93}" dt="2025-11-13T18:20:27.973" v="1415" actId="20577"/>
        <pc:sldMkLst>
          <pc:docMk/>
          <pc:sldMk cId="928073825" sldId="428"/>
        </pc:sldMkLst>
        <pc:spChg chg="mod">
          <ac:chgData name="Josh Hug" userId="e2159f7335c131c2" providerId="LiveId" clId="{0EDB6E27-9086-5277-AB10-A63F9A905C93}" dt="2025-11-13T18:20:27.973" v="1415" actId="20577"/>
          <ac:spMkLst>
            <pc:docMk/>
            <pc:sldMk cId="928073825" sldId="428"/>
            <ac:spMk id="3" creationId="{E2DB812B-8710-066D-DEBE-7EC3356E9B06}"/>
          </ac:spMkLst>
        </pc:spChg>
      </pc:sldChg>
      <pc:sldChg chg="mod modShow">
        <pc:chgData name="Josh Hug" userId="e2159f7335c131c2" providerId="LiveId" clId="{0EDB6E27-9086-5277-AB10-A63F9A905C93}" dt="2025-11-13T18:21:09.579" v="1416" actId="729"/>
        <pc:sldMkLst>
          <pc:docMk/>
          <pc:sldMk cId="2780005336" sldId="431"/>
        </pc:sldMkLst>
      </pc:sldChg>
      <pc:sldChg chg="modSp">
        <pc:chgData name="Josh Hug" userId="e2159f7335c131c2" providerId="LiveId" clId="{0EDB6E27-9086-5277-AB10-A63F9A905C93}" dt="2025-11-13T18:48:32.979" v="2116" actId="15"/>
        <pc:sldMkLst>
          <pc:docMk/>
          <pc:sldMk cId="2317204508" sldId="433"/>
        </pc:sldMkLst>
        <pc:spChg chg="mod">
          <ac:chgData name="Josh Hug" userId="e2159f7335c131c2" providerId="LiveId" clId="{0EDB6E27-9086-5277-AB10-A63F9A905C93}" dt="2025-11-13T18:48:32.979" v="2116" actId="15"/>
          <ac:spMkLst>
            <pc:docMk/>
            <pc:sldMk cId="2317204508" sldId="433"/>
            <ac:spMk id="3" creationId="{DAD3F1A3-0A59-A195-CBFC-FB31387338F5}"/>
          </ac:spMkLst>
        </pc:spChg>
      </pc:sldChg>
      <pc:sldChg chg="modSp mod">
        <pc:chgData name="Josh Hug" userId="e2159f7335c131c2" providerId="LiveId" clId="{0EDB6E27-9086-5277-AB10-A63F9A905C93}" dt="2025-11-13T22:03:08.903" v="2738" actId="113"/>
        <pc:sldMkLst>
          <pc:docMk/>
          <pc:sldMk cId="1067227833" sldId="434"/>
        </pc:sldMkLst>
        <pc:spChg chg="mod">
          <ac:chgData name="Josh Hug" userId="e2159f7335c131c2" providerId="LiveId" clId="{0EDB6E27-9086-5277-AB10-A63F9A905C93}" dt="2025-11-13T22:03:08.903" v="2738" actId="113"/>
          <ac:spMkLst>
            <pc:docMk/>
            <pc:sldMk cId="1067227833" sldId="434"/>
            <ac:spMk id="4" creationId="{C7CC86E5-36F4-5294-4941-2805388B505A}"/>
          </ac:spMkLst>
        </pc:spChg>
      </pc:sldChg>
      <pc:sldChg chg="modAnim">
        <pc:chgData name="Josh Hug" userId="e2159f7335c131c2" providerId="LiveId" clId="{0EDB6E27-9086-5277-AB10-A63F9A905C93}" dt="2025-11-13T18:47:19.110" v="2076"/>
        <pc:sldMkLst>
          <pc:docMk/>
          <pc:sldMk cId="37687576" sldId="435"/>
        </pc:sldMkLst>
      </pc:sldChg>
      <pc:sldChg chg="addSp modSp mod">
        <pc:chgData name="Josh Hug" userId="e2159f7335c131c2" providerId="LiveId" clId="{0EDB6E27-9086-5277-AB10-A63F9A905C93}" dt="2025-11-13T21:55:53.351" v="2646" actId="1076"/>
        <pc:sldMkLst>
          <pc:docMk/>
          <pc:sldMk cId="1443808594" sldId="439"/>
        </pc:sldMkLst>
        <pc:spChg chg="mod">
          <ac:chgData name="Josh Hug" userId="e2159f7335c131c2" providerId="LiveId" clId="{0EDB6E27-9086-5277-AB10-A63F9A905C93}" dt="2025-11-13T17:56:38.314" v="344" actId="20577"/>
          <ac:spMkLst>
            <pc:docMk/>
            <pc:sldMk cId="1443808594" sldId="439"/>
            <ac:spMk id="3" creationId="{9DBC2006-3374-C933-F737-F37D8F30CD86}"/>
          </ac:spMkLst>
        </pc:spChg>
        <pc:spChg chg="add mod">
          <ac:chgData name="Josh Hug" userId="e2159f7335c131c2" providerId="LiveId" clId="{0EDB6E27-9086-5277-AB10-A63F9A905C93}" dt="2025-11-13T21:55:53.351" v="2646" actId="1076"/>
          <ac:spMkLst>
            <pc:docMk/>
            <pc:sldMk cId="1443808594" sldId="439"/>
            <ac:spMk id="5" creationId="{51E4B3B9-8189-2953-3990-396F96C4C2DA}"/>
          </ac:spMkLst>
        </pc:spChg>
        <pc:graphicFrameChg chg="mod modGraphic">
          <ac:chgData name="Josh Hug" userId="e2159f7335c131c2" providerId="LiveId" clId="{0EDB6E27-9086-5277-AB10-A63F9A905C93}" dt="2025-11-13T18:06:34.468" v="395"/>
          <ac:graphicFrameMkLst>
            <pc:docMk/>
            <pc:sldMk cId="1443808594" sldId="439"/>
            <ac:graphicFrameMk id="4" creationId="{DC83AF85-6741-FADB-842D-B35ED5EA13C0}"/>
          </ac:graphicFrameMkLst>
        </pc:graphicFrameChg>
      </pc:sldChg>
      <pc:sldChg chg="modSp mod">
        <pc:chgData name="Josh Hug" userId="e2159f7335c131c2" providerId="LiveId" clId="{0EDB6E27-9086-5277-AB10-A63F9A905C93}" dt="2025-11-13T23:11:22.537" v="3013" actId="20577"/>
        <pc:sldMkLst>
          <pc:docMk/>
          <pc:sldMk cId="843780383" sldId="440"/>
        </pc:sldMkLst>
        <pc:spChg chg="mod">
          <ac:chgData name="Josh Hug" userId="e2159f7335c131c2" providerId="LiveId" clId="{0EDB6E27-9086-5277-AB10-A63F9A905C93}" dt="2025-11-13T23:11:16.858" v="3010" actId="20577"/>
          <ac:spMkLst>
            <pc:docMk/>
            <pc:sldMk cId="843780383" sldId="440"/>
            <ac:spMk id="3" creationId="{903C5418-DB48-E28A-9528-330EBDBA8372}"/>
          </ac:spMkLst>
        </pc:spChg>
        <pc:spChg chg="mod">
          <ac:chgData name="Josh Hug" userId="e2159f7335c131c2" providerId="LiveId" clId="{0EDB6E27-9086-5277-AB10-A63F9A905C93}" dt="2025-11-13T23:11:22.537" v="3013" actId="20577"/>
          <ac:spMkLst>
            <pc:docMk/>
            <pc:sldMk cId="843780383" sldId="440"/>
            <ac:spMk id="31" creationId="{DB208A1A-659A-0C3D-4B2D-F654DEDA8C17}"/>
          </ac:spMkLst>
        </pc:spChg>
        <pc:graphicFrameChg chg="mod">
          <ac:chgData name="Josh Hug" userId="e2159f7335c131c2" providerId="LiveId" clId="{0EDB6E27-9086-5277-AB10-A63F9A905C93}" dt="2025-11-13T18:06:34.468" v="395"/>
          <ac:graphicFrameMkLst>
            <pc:docMk/>
            <pc:sldMk cId="843780383" sldId="440"/>
            <ac:graphicFrameMk id="4" creationId="{45AB009B-FA72-1557-EF4A-2BE30EC5A3EC}"/>
          </ac:graphicFrameMkLst>
        </pc:graphicFrameChg>
      </pc:sldChg>
      <pc:sldChg chg="modSp mod modAnim">
        <pc:chgData name="Josh Hug" userId="e2159f7335c131c2" providerId="LiveId" clId="{0EDB6E27-9086-5277-AB10-A63F9A905C93}" dt="2025-11-13T18:36:31.749" v="1961" actId="1037"/>
        <pc:sldMkLst>
          <pc:docMk/>
          <pc:sldMk cId="1119381290" sldId="441"/>
        </pc:sldMkLst>
        <pc:spChg chg="mod">
          <ac:chgData name="Josh Hug" userId="e2159f7335c131c2" providerId="LiveId" clId="{0EDB6E27-9086-5277-AB10-A63F9A905C93}" dt="2025-11-13T18:09:33.282" v="522" actId="20577"/>
          <ac:spMkLst>
            <pc:docMk/>
            <pc:sldMk cId="1119381290" sldId="441"/>
            <ac:spMk id="3" creationId="{CBBFC5A5-0956-FF69-75E1-B42C7EFE179B}"/>
          </ac:spMkLst>
        </pc:spChg>
        <pc:spChg chg="mod">
          <ac:chgData name="Josh Hug" userId="e2159f7335c131c2" providerId="LiveId" clId="{0EDB6E27-9086-5277-AB10-A63F9A905C93}" dt="2025-11-13T18:36:17.375" v="1943" actId="20577"/>
          <ac:spMkLst>
            <pc:docMk/>
            <pc:sldMk cId="1119381290" sldId="441"/>
            <ac:spMk id="15" creationId="{D22E6C18-8B78-2C65-E050-ACE4D7FB5429}"/>
          </ac:spMkLst>
        </pc:spChg>
        <pc:spChg chg="mod">
          <ac:chgData name="Josh Hug" userId="e2159f7335c131c2" providerId="LiveId" clId="{0EDB6E27-9086-5277-AB10-A63F9A905C93}" dt="2025-11-13T18:36:31.749" v="1961" actId="1037"/>
          <ac:spMkLst>
            <pc:docMk/>
            <pc:sldMk cId="1119381290" sldId="441"/>
            <ac:spMk id="18" creationId="{9B46899B-7A0A-6511-6827-56FCD9C9D1ED}"/>
          </ac:spMkLst>
        </pc:spChg>
        <pc:graphicFrameChg chg="mod">
          <ac:chgData name="Josh Hug" userId="e2159f7335c131c2" providerId="LiveId" clId="{0EDB6E27-9086-5277-AB10-A63F9A905C93}" dt="2025-11-13T18:09:07.061" v="499"/>
          <ac:graphicFrameMkLst>
            <pc:docMk/>
            <pc:sldMk cId="1119381290" sldId="441"/>
            <ac:graphicFrameMk id="4" creationId="{72399D31-577D-6761-2614-A90CE62F0A7D}"/>
          </ac:graphicFrameMkLst>
        </pc:graphicFrameChg>
        <pc:graphicFrameChg chg="mod">
          <ac:chgData name="Josh Hug" userId="e2159f7335c131c2" providerId="LiveId" clId="{0EDB6E27-9086-5277-AB10-A63F9A905C93}" dt="2025-11-13T18:09:00.638" v="498"/>
          <ac:graphicFrameMkLst>
            <pc:docMk/>
            <pc:sldMk cId="1119381290" sldId="441"/>
            <ac:graphicFrameMk id="5" creationId="{13319988-DB05-CE95-EA3D-B967CFA98B19}"/>
          </ac:graphicFrameMkLst>
        </pc:graphicFrameChg>
      </pc:sldChg>
      <pc:sldChg chg="modSp mod">
        <pc:chgData name="Josh Hug" userId="e2159f7335c131c2" providerId="LiveId" clId="{0EDB6E27-9086-5277-AB10-A63F9A905C93}" dt="2025-11-13T18:36:37.368" v="1969" actId="20577"/>
        <pc:sldMkLst>
          <pc:docMk/>
          <pc:sldMk cId="3582149436" sldId="442"/>
        </pc:sldMkLst>
        <pc:spChg chg="mod">
          <ac:chgData name="Josh Hug" userId="e2159f7335c131c2" providerId="LiveId" clId="{0EDB6E27-9086-5277-AB10-A63F9A905C93}" dt="2025-11-13T18:36:37.368" v="1969" actId="20577"/>
          <ac:spMkLst>
            <pc:docMk/>
            <pc:sldMk cId="3582149436" sldId="442"/>
            <ac:spMk id="3" creationId="{B503A743-9587-874F-03BA-FA3FC58678C0}"/>
          </ac:spMkLst>
        </pc:spChg>
        <pc:graphicFrameChg chg="mod">
          <ac:chgData name="Josh Hug" userId="e2159f7335c131c2" providerId="LiveId" clId="{0EDB6E27-9086-5277-AB10-A63F9A905C93}" dt="2025-11-13T18:10:23.270" v="540"/>
          <ac:graphicFrameMkLst>
            <pc:docMk/>
            <pc:sldMk cId="3582149436" sldId="442"/>
            <ac:graphicFrameMk id="4" creationId="{D67A50E2-32BE-F4CC-7CA3-A3FEC5CE84C6}"/>
          </ac:graphicFrameMkLst>
        </pc:graphicFrameChg>
        <pc:graphicFrameChg chg="mod">
          <ac:chgData name="Josh Hug" userId="e2159f7335c131c2" providerId="LiveId" clId="{0EDB6E27-9086-5277-AB10-A63F9A905C93}" dt="2025-11-13T18:10:16.520" v="539"/>
          <ac:graphicFrameMkLst>
            <pc:docMk/>
            <pc:sldMk cId="3582149436" sldId="442"/>
            <ac:graphicFrameMk id="5" creationId="{E148FB31-FD1F-FF3D-CC1F-01AC2AC55A74}"/>
          </ac:graphicFrameMkLst>
        </pc:graphicFrameChg>
      </pc:sldChg>
      <pc:sldChg chg="addSp delSp modSp mod">
        <pc:chgData name="Josh Hug" userId="e2159f7335c131c2" providerId="LiveId" clId="{0EDB6E27-9086-5277-AB10-A63F9A905C93}" dt="2025-11-13T21:56:57.122" v="2673" actId="20577"/>
        <pc:sldMkLst>
          <pc:docMk/>
          <pc:sldMk cId="2916686757" sldId="443"/>
        </pc:sldMkLst>
        <pc:spChg chg="mod">
          <ac:chgData name="Josh Hug" userId="e2159f7335c131c2" providerId="LiveId" clId="{0EDB6E27-9086-5277-AB10-A63F9A905C93}" dt="2025-11-13T21:56:57.122" v="2673" actId="20577"/>
          <ac:spMkLst>
            <pc:docMk/>
            <pc:sldMk cId="2916686757" sldId="443"/>
            <ac:spMk id="3" creationId="{01BA87B3-9201-5459-AF21-A67035194BCC}"/>
          </ac:spMkLst>
        </pc:spChg>
        <pc:spChg chg="add del">
          <ac:chgData name="Josh Hug" userId="e2159f7335c131c2" providerId="LiveId" clId="{0EDB6E27-9086-5277-AB10-A63F9A905C93}" dt="2025-11-13T21:56:43.372" v="2648" actId="22"/>
          <ac:spMkLst>
            <pc:docMk/>
            <pc:sldMk cId="2916686757" sldId="443"/>
            <ac:spMk id="8" creationId="{9C58C781-B14D-3489-F1E0-5005EE9702F5}"/>
          </ac:spMkLst>
        </pc:spChg>
        <pc:spChg chg="add mod">
          <ac:chgData name="Josh Hug" userId="e2159f7335c131c2" providerId="LiveId" clId="{0EDB6E27-9086-5277-AB10-A63F9A905C93}" dt="2025-11-13T21:56:55.038" v="2670" actId="1076"/>
          <ac:spMkLst>
            <pc:docMk/>
            <pc:sldMk cId="2916686757" sldId="443"/>
            <ac:spMk id="10" creationId="{04803297-BC9D-71F0-36C7-B897B8075A0C}"/>
          </ac:spMkLst>
        </pc:spChg>
      </pc:sldChg>
      <pc:sldChg chg="modSp mod">
        <pc:chgData name="Josh Hug" userId="e2159f7335c131c2" providerId="LiveId" clId="{0EDB6E27-9086-5277-AB10-A63F9A905C93}" dt="2025-11-14T00:17:32.849" v="3087" actId="20577"/>
        <pc:sldMkLst>
          <pc:docMk/>
          <pc:sldMk cId="3323004956" sldId="444"/>
        </pc:sldMkLst>
        <pc:spChg chg="mod">
          <ac:chgData name="Josh Hug" userId="e2159f7335c131c2" providerId="LiveId" clId="{0EDB6E27-9086-5277-AB10-A63F9A905C93}" dt="2025-11-14T00:17:32.849" v="3087" actId="20577"/>
          <ac:spMkLst>
            <pc:docMk/>
            <pc:sldMk cId="3323004956" sldId="444"/>
            <ac:spMk id="3" creationId="{CCF2057E-476F-2C2D-FD4C-9E89A92CC657}"/>
          </ac:spMkLst>
        </pc:spChg>
      </pc:sldChg>
      <pc:sldChg chg="mod modShow">
        <pc:chgData name="Josh Hug" userId="e2159f7335c131c2" providerId="LiveId" clId="{0EDB6E27-9086-5277-AB10-A63F9A905C93}" dt="2025-11-13T18:21:09.579" v="1416" actId="729"/>
        <pc:sldMkLst>
          <pc:docMk/>
          <pc:sldMk cId="1126193122" sldId="445"/>
        </pc:sldMkLst>
      </pc:sldChg>
      <pc:sldChg chg="mod modShow">
        <pc:chgData name="Josh Hug" userId="e2159f7335c131c2" providerId="LiveId" clId="{0EDB6E27-9086-5277-AB10-A63F9A905C93}" dt="2025-11-13T18:21:09.579" v="1416" actId="729"/>
        <pc:sldMkLst>
          <pc:docMk/>
          <pc:sldMk cId="2222306147" sldId="446"/>
        </pc:sldMkLst>
      </pc:sldChg>
      <pc:sldChg chg="modSp mod">
        <pc:chgData name="Josh Hug" userId="e2159f7335c131c2" providerId="LiveId" clId="{0EDB6E27-9086-5277-AB10-A63F9A905C93}" dt="2025-11-13T18:28:46.325" v="1930" actId="20577"/>
        <pc:sldMkLst>
          <pc:docMk/>
          <pc:sldMk cId="3097934569" sldId="447"/>
        </pc:sldMkLst>
        <pc:spChg chg="mod">
          <ac:chgData name="Josh Hug" userId="e2159f7335c131c2" providerId="LiveId" clId="{0EDB6E27-9086-5277-AB10-A63F9A905C93}" dt="2025-11-13T18:28:46.325" v="1930" actId="20577"/>
          <ac:spMkLst>
            <pc:docMk/>
            <pc:sldMk cId="3097934569" sldId="447"/>
            <ac:spMk id="3" creationId="{5D024666-C38A-D4BF-ABA6-471B5987313A}"/>
          </ac:spMkLst>
        </pc:spChg>
      </pc:sldChg>
      <pc:sldChg chg="addSp modSp mod modAnim">
        <pc:chgData name="Josh Hug" userId="e2159f7335c131c2" providerId="LiveId" clId="{0EDB6E27-9086-5277-AB10-A63F9A905C93}" dt="2025-11-13T18:37:46.859" v="2005"/>
        <pc:sldMkLst>
          <pc:docMk/>
          <pc:sldMk cId="264609805" sldId="448"/>
        </pc:sldMkLst>
        <pc:spChg chg="mod">
          <ac:chgData name="Josh Hug" userId="e2159f7335c131c2" providerId="LiveId" clId="{0EDB6E27-9086-5277-AB10-A63F9A905C93}" dt="2025-11-13T18:37:19.968" v="1976" actId="20577"/>
          <ac:spMkLst>
            <pc:docMk/>
            <pc:sldMk cId="264609805" sldId="448"/>
            <ac:spMk id="3" creationId="{DB27E80A-E285-8141-159E-51B9C1914BD4}"/>
          </ac:spMkLst>
        </pc:spChg>
        <pc:spChg chg="add mod">
          <ac:chgData name="Josh Hug" userId="e2159f7335c131c2" providerId="LiveId" clId="{0EDB6E27-9086-5277-AB10-A63F9A905C93}" dt="2025-11-13T18:37:37.104" v="2004" actId="1076"/>
          <ac:spMkLst>
            <pc:docMk/>
            <pc:sldMk cId="264609805" sldId="448"/>
            <ac:spMk id="6" creationId="{33F61B13-5712-1D8D-CC2F-F634C4035272}"/>
          </ac:spMkLst>
        </pc:spChg>
        <pc:graphicFrameChg chg="mod">
          <ac:chgData name="Josh Hug" userId="e2159f7335c131c2" providerId="LiveId" clId="{0EDB6E27-9086-5277-AB10-A63F9A905C93}" dt="2025-11-13T18:35:05.835" v="1939"/>
          <ac:graphicFrameMkLst>
            <pc:docMk/>
            <pc:sldMk cId="264609805" sldId="448"/>
            <ac:graphicFrameMk id="4" creationId="{C71A7A17-7D85-863A-8DBD-918021C7F4DC}"/>
          </ac:graphicFrameMkLst>
        </pc:graphicFrameChg>
        <pc:graphicFrameChg chg="mod">
          <ac:chgData name="Josh Hug" userId="e2159f7335c131c2" providerId="LiveId" clId="{0EDB6E27-9086-5277-AB10-A63F9A905C93}" dt="2025-11-13T18:34:53.555" v="1938"/>
          <ac:graphicFrameMkLst>
            <pc:docMk/>
            <pc:sldMk cId="264609805" sldId="448"/>
            <ac:graphicFrameMk id="5" creationId="{3C1C51DC-F09A-DAE1-F0C3-5A0AFE099616}"/>
          </ac:graphicFrameMkLst>
        </pc:graphicFrameChg>
      </pc:sldChg>
      <pc:sldChg chg="modSp">
        <pc:chgData name="Josh Hug" userId="e2159f7335c131c2" providerId="LiveId" clId="{0EDB6E27-9086-5277-AB10-A63F9A905C93}" dt="2025-11-13T18:38:47.618" v="2008" actId="14826"/>
        <pc:sldMkLst>
          <pc:docMk/>
          <pc:sldMk cId="1677053317" sldId="449"/>
        </pc:sldMkLst>
        <pc:picChg chg="mod">
          <ac:chgData name="Josh Hug" userId="e2159f7335c131c2" providerId="LiveId" clId="{0EDB6E27-9086-5277-AB10-A63F9A905C93}" dt="2025-11-13T18:38:47.618" v="2008" actId="14826"/>
          <ac:picMkLst>
            <pc:docMk/>
            <pc:sldMk cId="1677053317" sldId="449"/>
            <ac:picMk id="5" creationId="{94E0AFF2-EA05-8021-2E92-96F36B727100}"/>
          </ac:picMkLst>
        </pc:picChg>
      </pc:sldChg>
      <pc:sldChg chg="modSp mod">
        <pc:chgData name="Josh Hug" userId="e2159f7335c131c2" providerId="LiveId" clId="{0EDB6E27-9086-5277-AB10-A63F9A905C93}" dt="2025-11-13T18:40:59.264" v="2033" actId="20577"/>
        <pc:sldMkLst>
          <pc:docMk/>
          <pc:sldMk cId="3134069233" sldId="450"/>
        </pc:sldMkLst>
        <pc:spChg chg="mod">
          <ac:chgData name="Josh Hug" userId="e2159f7335c131c2" providerId="LiveId" clId="{0EDB6E27-9086-5277-AB10-A63F9A905C93}" dt="2025-11-13T18:40:52.581" v="2026" actId="20577"/>
          <ac:spMkLst>
            <pc:docMk/>
            <pc:sldMk cId="3134069233" sldId="450"/>
            <ac:spMk id="3" creationId="{10B4021E-CC12-3399-0403-37381389FE3F}"/>
          </ac:spMkLst>
        </pc:spChg>
        <pc:spChg chg="mod">
          <ac:chgData name="Josh Hug" userId="e2159f7335c131c2" providerId="LiveId" clId="{0EDB6E27-9086-5277-AB10-A63F9A905C93}" dt="2025-11-13T18:40:59.264" v="2033" actId="20577"/>
          <ac:spMkLst>
            <pc:docMk/>
            <pc:sldMk cId="3134069233" sldId="450"/>
            <ac:spMk id="8" creationId="{7990FBF5-33DF-6DFE-1EA5-5FAA11C831AD}"/>
          </ac:spMkLst>
        </pc:spChg>
        <pc:picChg chg="mod">
          <ac:chgData name="Josh Hug" userId="e2159f7335c131c2" providerId="LiveId" clId="{0EDB6E27-9086-5277-AB10-A63F9A905C93}" dt="2025-11-13T18:40:23.636" v="2014" actId="1076"/>
          <ac:picMkLst>
            <pc:docMk/>
            <pc:sldMk cId="3134069233" sldId="450"/>
            <ac:picMk id="7" creationId="{ACB25541-1B14-33C1-5205-0E2FE66C83E1}"/>
          </ac:picMkLst>
        </pc:picChg>
        <pc:cxnChg chg="mod">
          <ac:chgData name="Josh Hug" userId="e2159f7335c131c2" providerId="LiveId" clId="{0EDB6E27-9086-5277-AB10-A63F9A905C93}" dt="2025-11-13T18:40:43.055" v="2022" actId="1076"/>
          <ac:cxnSpMkLst>
            <pc:docMk/>
            <pc:sldMk cId="3134069233" sldId="450"/>
            <ac:cxnSpMk id="10" creationId="{3358F885-6218-CAA4-83E4-839D5906C4F7}"/>
          </ac:cxnSpMkLst>
        </pc:cxnChg>
      </pc:sldChg>
      <pc:sldChg chg="modSp mod">
        <pc:chgData name="Josh Hug" userId="e2159f7335c131c2" providerId="LiveId" clId="{0EDB6E27-9086-5277-AB10-A63F9A905C93}" dt="2025-11-13T18:50:28.240" v="2157" actId="1035"/>
        <pc:sldMkLst>
          <pc:docMk/>
          <pc:sldMk cId="283737335" sldId="453"/>
        </pc:sldMkLst>
        <pc:spChg chg="mod">
          <ac:chgData name="Josh Hug" userId="e2159f7335c131c2" providerId="LiveId" clId="{0EDB6E27-9086-5277-AB10-A63F9A905C93}" dt="2025-11-13T18:48:47.668" v="2129" actId="113"/>
          <ac:spMkLst>
            <pc:docMk/>
            <pc:sldMk cId="283737335" sldId="453"/>
            <ac:spMk id="3" creationId="{6DB5CC56-445D-329C-8202-412EB1505C08}"/>
          </ac:spMkLst>
        </pc:spChg>
        <pc:spChg chg="mod">
          <ac:chgData name="Josh Hug" userId="e2159f7335c131c2" providerId="LiveId" clId="{0EDB6E27-9086-5277-AB10-A63F9A905C93}" dt="2025-11-13T18:49:58.837" v="2143" actId="20577"/>
          <ac:spMkLst>
            <pc:docMk/>
            <pc:sldMk cId="283737335" sldId="453"/>
            <ac:spMk id="7" creationId="{28C51E49-352F-D4A8-99EF-0DB9B70FDB86}"/>
          </ac:spMkLst>
        </pc:spChg>
        <pc:spChg chg="mod">
          <ac:chgData name="Josh Hug" userId="e2159f7335c131c2" providerId="LiveId" clId="{0EDB6E27-9086-5277-AB10-A63F9A905C93}" dt="2025-11-13T18:50:28.240" v="2157" actId="1035"/>
          <ac:spMkLst>
            <pc:docMk/>
            <pc:sldMk cId="283737335" sldId="453"/>
            <ac:spMk id="8" creationId="{A9A4B459-5F7B-5A60-6EC0-E4174C49983E}"/>
          </ac:spMkLst>
        </pc:spChg>
      </pc:sldChg>
      <pc:sldChg chg="delSp modSp add mod ord delAnim modAnim">
        <pc:chgData name="Josh Hug" userId="e2159f7335c131c2" providerId="LiveId" clId="{0EDB6E27-9086-5277-AB10-A63F9A905C93}" dt="2025-11-13T17:50:44.925" v="225" actId="20578"/>
        <pc:sldMkLst>
          <pc:docMk/>
          <pc:sldMk cId="1574906418" sldId="472"/>
        </pc:sldMkLst>
        <pc:spChg chg="mod">
          <ac:chgData name="Josh Hug" userId="e2159f7335c131c2" providerId="LiveId" clId="{0EDB6E27-9086-5277-AB10-A63F9A905C93}" dt="2025-11-13T17:50:36.565" v="224" actId="20577"/>
          <ac:spMkLst>
            <pc:docMk/>
            <pc:sldMk cId="1574906418" sldId="472"/>
            <ac:spMk id="3" creationId="{F63BF971-DA8F-4D22-1640-7B48B0C83971}"/>
          </ac:spMkLst>
        </pc:spChg>
        <pc:spChg chg="del">
          <ac:chgData name="Josh Hug" userId="e2159f7335c131c2" providerId="LiveId" clId="{0EDB6E27-9086-5277-AB10-A63F9A905C93}" dt="2025-11-13T17:50:13.433" v="67" actId="478"/>
          <ac:spMkLst>
            <pc:docMk/>
            <pc:sldMk cId="1574906418" sldId="472"/>
            <ac:spMk id="4" creationId="{E7E9DCBE-5674-4F2F-4E47-85AE198C9961}"/>
          </ac:spMkLst>
        </pc:spChg>
      </pc:sldChg>
      <pc:sldChg chg="modSp add mod ord setBg">
        <pc:chgData name="Josh Hug" userId="e2159f7335c131c2" providerId="LiveId" clId="{0EDB6E27-9086-5277-AB10-A63F9A905C93}" dt="2025-11-13T18:11:53.425" v="719" actId="20578"/>
        <pc:sldMkLst>
          <pc:docMk/>
          <pc:sldMk cId="2597156513" sldId="473"/>
        </pc:sldMkLst>
        <pc:spChg chg="mod">
          <ac:chgData name="Josh Hug" userId="e2159f7335c131c2" providerId="LiveId" clId="{0EDB6E27-9086-5277-AB10-A63F9A905C93}" dt="2025-11-13T18:11:46.433" v="717" actId="20577"/>
          <ac:spMkLst>
            <pc:docMk/>
            <pc:sldMk cId="2597156513" sldId="473"/>
            <ac:spMk id="3" creationId="{064F3FA2-AE72-FE49-8E57-3644B37A268A}"/>
          </ac:spMkLst>
        </pc:spChg>
      </pc:sldChg>
      <pc:sldChg chg="modSp add mod ord setBg">
        <pc:chgData name="Josh Hug" userId="e2159f7335c131c2" providerId="LiveId" clId="{0EDB6E27-9086-5277-AB10-A63F9A905C93}" dt="2025-11-13T18:12:11.775" v="828" actId="14100"/>
        <pc:sldMkLst>
          <pc:docMk/>
          <pc:sldMk cId="1736311612" sldId="474"/>
        </pc:sldMkLst>
        <pc:spChg chg="mod">
          <ac:chgData name="Josh Hug" userId="e2159f7335c131c2" providerId="LiveId" clId="{0EDB6E27-9086-5277-AB10-A63F9A905C93}" dt="2025-11-13T18:12:11.775" v="828" actId="14100"/>
          <ac:spMkLst>
            <pc:docMk/>
            <pc:sldMk cId="1736311612" sldId="474"/>
            <ac:spMk id="3" creationId="{CC2F3A1E-A837-57B2-0731-7B690144E818}"/>
          </ac:spMkLst>
        </pc:spChg>
      </pc:sldChg>
      <pc:sldChg chg="modSp new mod modShow">
        <pc:chgData name="Josh Hug" userId="e2159f7335c131c2" providerId="LiveId" clId="{0EDB6E27-9086-5277-AB10-A63F9A905C93}" dt="2025-11-13T18:20:10.867" v="1340" actId="729"/>
        <pc:sldMkLst>
          <pc:docMk/>
          <pc:sldMk cId="2444285778" sldId="475"/>
        </pc:sldMkLst>
        <pc:spChg chg="mod">
          <ac:chgData name="Josh Hug" userId="e2159f7335c131c2" providerId="LiveId" clId="{0EDB6E27-9086-5277-AB10-A63F9A905C93}" dt="2025-11-13T18:16:23.963" v="879" actId="20577"/>
          <ac:spMkLst>
            <pc:docMk/>
            <pc:sldMk cId="2444285778" sldId="475"/>
            <ac:spMk id="2" creationId="{A85B8888-A618-28EE-6D13-55675AE036BD}"/>
          </ac:spMkLst>
        </pc:spChg>
        <pc:spChg chg="mod">
          <ac:chgData name="Josh Hug" userId="e2159f7335c131c2" providerId="LiveId" clId="{0EDB6E27-9086-5277-AB10-A63F9A905C93}" dt="2025-11-13T18:20:07.531" v="1339" actId="20577"/>
          <ac:spMkLst>
            <pc:docMk/>
            <pc:sldMk cId="2444285778" sldId="475"/>
            <ac:spMk id="3" creationId="{59D7CB80-F738-8776-2BA8-E07ABA951853}"/>
          </ac:spMkLst>
        </pc:spChg>
      </pc:sldChg>
      <pc:sldChg chg="modSp add modAnim">
        <pc:chgData name="Josh Hug" userId="e2159f7335c131c2" providerId="LiveId" clId="{0EDB6E27-9086-5277-AB10-A63F9A905C93}" dt="2025-11-13T18:17:00.713" v="1083" actId="20577"/>
        <pc:sldMkLst>
          <pc:docMk/>
          <pc:sldMk cId="2839715759" sldId="476"/>
        </pc:sldMkLst>
        <pc:spChg chg="mod">
          <ac:chgData name="Josh Hug" userId="e2159f7335c131c2" providerId="LiveId" clId="{0EDB6E27-9086-5277-AB10-A63F9A905C93}" dt="2025-11-13T18:16:35.174" v="894"/>
          <ac:spMkLst>
            <pc:docMk/>
            <pc:sldMk cId="2839715759" sldId="476"/>
            <ac:spMk id="2" creationId="{2CBD65AD-9E75-B774-6E19-9082DBA9ABF2}"/>
          </ac:spMkLst>
        </pc:spChg>
        <pc:spChg chg="mod">
          <ac:chgData name="Josh Hug" userId="e2159f7335c131c2" providerId="LiveId" clId="{0EDB6E27-9086-5277-AB10-A63F9A905C93}" dt="2025-11-13T18:17:00.713" v="1083" actId="20577"/>
          <ac:spMkLst>
            <pc:docMk/>
            <pc:sldMk cId="2839715759" sldId="476"/>
            <ac:spMk id="3" creationId="{7A715233-D075-62B7-3A9D-6FC019EE47FD}"/>
          </ac:spMkLst>
        </pc:spChg>
      </pc:sldChg>
      <pc:sldChg chg="modSp new mod ord">
        <pc:chgData name="Josh Hug" userId="e2159f7335c131c2" providerId="LiveId" clId="{0EDB6E27-9086-5277-AB10-A63F9A905C93}" dt="2025-11-13T23:34:35.219" v="3049" actId="1037"/>
        <pc:sldMkLst>
          <pc:docMk/>
          <pc:sldMk cId="733758010" sldId="477"/>
        </pc:sldMkLst>
        <pc:spChg chg="mod">
          <ac:chgData name="Josh Hug" userId="e2159f7335c131c2" providerId="LiveId" clId="{0EDB6E27-9086-5277-AB10-A63F9A905C93}" dt="2025-11-13T19:45:07.192" v="2614" actId="20577"/>
          <ac:spMkLst>
            <pc:docMk/>
            <pc:sldMk cId="733758010" sldId="477"/>
            <ac:spMk id="3" creationId="{75052F2D-AAD0-2CB8-A936-D9E20BA7D2E2}"/>
          </ac:spMkLst>
        </pc:spChg>
        <pc:spChg chg="mod">
          <ac:chgData name="Josh Hug" userId="e2159f7335c131c2" providerId="LiveId" clId="{0EDB6E27-9086-5277-AB10-A63F9A905C93}" dt="2025-11-13T23:34:35.219" v="3049" actId="1037"/>
          <ac:spMkLst>
            <pc:docMk/>
            <pc:sldMk cId="733758010" sldId="477"/>
            <ac:spMk id="11" creationId="{5B3E6409-66AF-D8DD-CD61-D5B7841B53C1}"/>
          </ac:spMkLst>
        </pc:spChg>
      </pc:sldChg>
      <pc:sldChg chg="modAnim">
        <pc:chgData name="Josh Hug" userId="e2159f7335c131c2" providerId="LiveId" clId="{0EDB6E27-9086-5277-AB10-A63F9A905C93}" dt="2025-11-13T23:34:23.506" v="3033"/>
        <pc:sldMkLst>
          <pc:docMk/>
          <pc:sldMk cId="3125729250" sldId="483"/>
        </pc:sldMkLst>
      </pc:sldChg>
      <pc:sldChg chg="modSp mod">
        <pc:chgData name="Josh Hug" userId="e2159f7335c131c2" providerId="LiveId" clId="{0EDB6E27-9086-5277-AB10-A63F9A905C93}" dt="2025-11-13T22:03:33.507" v="2743" actId="20577"/>
        <pc:sldMkLst>
          <pc:docMk/>
          <pc:sldMk cId="4043203038" sldId="486"/>
        </pc:sldMkLst>
        <pc:spChg chg="mod">
          <ac:chgData name="Josh Hug" userId="e2159f7335c131c2" providerId="LiveId" clId="{0EDB6E27-9086-5277-AB10-A63F9A905C93}" dt="2025-11-13T22:03:33.507" v="2743" actId="20577"/>
          <ac:spMkLst>
            <pc:docMk/>
            <pc:sldMk cId="4043203038" sldId="486"/>
            <ac:spMk id="3" creationId="{32B09B82-E24E-CF8F-67E7-4503613CB8E4}"/>
          </ac:spMkLst>
        </pc:spChg>
      </pc:sldChg>
      <pc:sldChg chg="modSp mod">
        <pc:chgData name="Josh Hug" userId="e2159f7335c131c2" providerId="LiveId" clId="{0EDB6E27-9086-5277-AB10-A63F9A905C93}" dt="2025-11-13T22:05:31.434" v="2760" actId="1076"/>
        <pc:sldMkLst>
          <pc:docMk/>
          <pc:sldMk cId="2202392115" sldId="487"/>
        </pc:sldMkLst>
        <pc:spChg chg="mod">
          <ac:chgData name="Josh Hug" userId="e2159f7335c131c2" providerId="LiveId" clId="{0EDB6E27-9086-5277-AB10-A63F9A905C93}" dt="2025-11-13T22:05:28.331" v="2759" actId="14100"/>
          <ac:spMkLst>
            <pc:docMk/>
            <pc:sldMk cId="2202392115" sldId="487"/>
            <ac:spMk id="3" creationId="{559BC16C-4924-D741-9FB9-C389FCE07130}"/>
          </ac:spMkLst>
        </pc:spChg>
        <pc:spChg chg="mod">
          <ac:chgData name="Josh Hug" userId="e2159f7335c131c2" providerId="LiveId" clId="{0EDB6E27-9086-5277-AB10-A63F9A905C93}" dt="2025-11-13T22:05:31.434" v="2760" actId="1076"/>
          <ac:spMkLst>
            <pc:docMk/>
            <pc:sldMk cId="2202392115" sldId="487"/>
            <ac:spMk id="5" creationId="{C24E66DF-B5AD-6242-4AB9-DD85BAAB2159}"/>
          </ac:spMkLst>
        </pc:spChg>
      </pc:sldChg>
      <pc:sldChg chg="modSp mod">
        <pc:chgData name="Josh Hug" userId="e2159f7335c131c2" providerId="LiveId" clId="{0EDB6E27-9086-5277-AB10-A63F9A905C93}" dt="2025-11-13T22:03:58.814" v="2748" actId="20577"/>
        <pc:sldMkLst>
          <pc:docMk/>
          <pc:sldMk cId="1450579799" sldId="488"/>
        </pc:sldMkLst>
        <pc:spChg chg="mod">
          <ac:chgData name="Josh Hug" userId="e2159f7335c131c2" providerId="LiveId" clId="{0EDB6E27-9086-5277-AB10-A63F9A905C93}" dt="2025-11-13T22:03:58.814" v="2748" actId="20577"/>
          <ac:spMkLst>
            <pc:docMk/>
            <pc:sldMk cId="1450579799" sldId="488"/>
            <ac:spMk id="3" creationId="{5E1441F1-A75B-E217-6701-CC74F83E2017}"/>
          </ac:spMkLst>
        </pc:spChg>
      </pc:sldChg>
      <pc:sldChg chg="addSp modSp mod">
        <pc:chgData name="Josh Hug" userId="e2159f7335c131c2" providerId="LiveId" clId="{0EDB6E27-9086-5277-AB10-A63F9A905C93}" dt="2025-11-13T23:07:47.900" v="2953" actId="20577"/>
        <pc:sldMkLst>
          <pc:docMk/>
          <pc:sldMk cId="2015452738" sldId="489"/>
        </pc:sldMkLst>
        <pc:spChg chg="mod">
          <ac:chgData name="Josh Hug" userId="e2159f7335c131c2" providerId="LiveId" clId="{0EDB6E27-9086-5277-AB10-A63F9A905C93}" dt="2025-11-13T22:04:09.992" v="2753" actId="14100"/>
          <ac:spMkLst>
            <pc:docMk/>
            <pc:sldMk cId="2015452738" sldId="489"/>
            <ac:spMk id="3" creationId="{2F9B030A-2D38-9EC1-7265-7B2884CC2EA0}"/>
          </ac:spMkLst>
        </pc:spChg>
        <pc:spChg chg="mod">
          <ac:chgData name="Josh Hug" userId="e2159f7335c131c2" providerId="LiveId" clId="{0EDB6E27-9086-5277-AB10-A63F9A905C93}" dt="2025-11-13T22:04:43.962" v="2756" actId="1076"/>
          <ac:spMkLst>
            <pc:docMk/>
            <pc:sldMk cId="2015452738" sldId="489"/>
            <ac:spMk id="5" creationId="{09F8FF93-1E31-7173-3261-73A7D0700A35}"/>
          </ac:spMkLst>
        </pc:spChg>
        <pc:spChg chg="add mod">
          <ac:chgData name="Josh Hug" userId="e2159f7335c131c2" providerId="LiveId" clId="{0EDB6E27-9086-5277-AB10-A63F9A905C93}" dt="2025-11-13T23:07:47.900" v="2953" actId="20577"/>
          <ac:spMkLst>
            <pc:docMk/>
            <pc:sldMk cId="2015452738" sldId="489"/>
            <ac:spMk id="10" creationId="{7311816F-F8B1-FFC8-40F1-40C998577A44}"/>
          </ac:spMkLst>
        </pc:spChg>
        <pc:picChg chg="add mod">
          <ac:chgData name="Josh Hug" userId="e2159f7335c131c2" providerId="LiveId" clId="{0EDB6E27-9086-5277-AB10-A63F9A905C93}" dt="2025-11-13T23:07:37.415" v="2926"/>
          <ac:picMkLst>
            <pc:docMk/>
            <pc:sldMk cId="2015452738" sldId="489"/>
            <ac:picMk id="7" creationId="{DC3B1FD2-2B45-1413-CF46-89BC18E6DDD5}"/>
          </ac:picMkLst>
        </pc:picChg>
      </pc:sldChg>
      <pc:sldChg chg="addSp delSp modSp mod">
        <pc:chgData name="Josh Hug" userId="e2159f7335c131c2" providerId="LiveId" clId="{0EDB6E27-9086-5277-AB10-A63F9A905C93}" dt="2025-11-13T23:10:18.347" v="3004"/>
        <pc:sldMkLst>
          <pc:docMk/>
          <pc:sldMk cId="2721320957" sldId="495"/>
        </pc:sldMkLst>
        <pc:graphicFrameChg chg="del">
          <ac:chgData name="Josh Hug" userId="e2159f7335c131c2" providerId="LiveId" clId="{0EDB6E27-9086-5277-AB10-A63F9A905C93}" dt="2025-11-13T23:09:37.621" v="2985" actId="478"/>
          <ac:graphicFrameMkLst>
            <pc:docMk/>
            <pc:sldMk cId="2721320957" sldId="495"/>
            <ac:graphicFrameMk id="4" creationId="{72C9577D-924D-EC94-C05F-59D6A7381B46}"/>
          </ac:graphicFrameMkLst>
        </pc:graphicFrameChg>
        <pc:graphicFrameChg chg="add del mod">
          <ac:chgData name="Josh Hug" userId="e2159f7335c131c2" providerId="LiveId" clId="{0EDB6E27-9086-5277-AB10-A63F9A905C93}" dt="2025-11-13T23:10:18.034" v="3003" actId="478"/>
          <ac:graphicFrameMkLst>
            <pc:docMk/>
            <pc:sldMk cId="2721320957" sldId="495"/>
            <ac:graphicFrameMk id="5" creationId="{A41ADEFF-C029-526D-99AF-702EFE03C0B6}"/>
          </ac:graphicFrameMkLst>
        </pc:graphicFrameChg>
        <pc:graphicFrameChg chg="add mod">
          <ac:chgData name="Josh Hug" userId="e2159f7335c131c2" providerId="LiveId" clId="{0EDB6E27-9086-5277-AB10-A63F9A905C93}" dt="2025-11-13T23:10:18.347" v="3004"/>
          <ac:graphicFrameMkLst>
            <pc:docMk/>
            <pc:sldMk cId="2721320957" sldId="495"/>
            <ac:graphicFrameMk id="6" creationId="{3D0B1D24-885B-D51C-BBE2-F86CB278A5C4}"/>
          </ac:graphicFrameMkLst>
        </pc:graphicFrameChg>
      </pc:sldChg>
      <pc:sldChg chg="addSp delSp modSp mod">
        <pc:chgData name="Josh Hug" userId="e2159f7335c131c2" providerId="LiveId" clId="{0EDB6E27-9086-5277-AB10-A63F9A905C93}" dt="2025-11-13T23:10:21.580" v="3007"/>
        <pc:sldMkLst>
          <pc:docMk/>
          <pc:sldMk cId="3546223085" sldId="498"/>
        </pc:sldMkLst>
        <pc:graphicFrameChg chg="del mod modGraphic">
          <ac:chgData name="Josh Hug" userId="e2159f7335c131c2" providerId="LiveId" clId="{0EDB6E27-9086-5277-AB10-A63F9A905C93}" dt="2025-11-13T23:10:21.424" v="3006" actId="478"/>
          <ac:graphicFrameMkLst>
            <pc:docMk/>
            <pc:sldMk cId="3546223085" sldId="498"/>
            <ac:graphicFrameMk id="4" creationId="{702010FA-EAD2-5CBC-3B35-FC830E06CC9B}"/>
          </ac:graphicFrameMkLst>
        </pc:graphicFrameChg>
        <pc:graphicFrameChg chg="add mod">
          <ac:chgData name="Josh Hug" userId="e2159f7335c131c2" providerId="LiveId" clId="{0EDB6E27-9086-5277-AB10-A63F9A905C93}" dt="2025-11-13T23:10:21.580" v="3007"/>
          <ac:graphicFrameMkLst>
            <pc:docMk/>
            <pc:sldMk cId="3546223085" sldId="498"/>
            <ac:graphicFrameMk id="5" creationId="{82AC98AE-4344-A62E-9721-A299B79EA6DC}"/>
          </ac:graphicFrameMkLst>
        </pc:graphicFrameChg>
      </pc:sldChg>
      <pc:sldChg chg="addSp delSp modSp mod">
        <pc:chgData name="Josh Hug" userId="e2159f7335c131c2" providerId="LiveId" clId="{0EDB6E27-9086-5277-AB10-A63F9A905C93}" dt="2025-11-13T23:10:15.579" v="3002"/>
        <pc:sldMkLst>
          <pc:docMk/>
          <pc:sldMk cId="642816813" sldId="499"/>
        </pc:sldMkLst>
        <pc:graphicFrameChg chg="del">
          <ac:chgData name="Josh Hug" userId="e2159f7335c131c2" providerId="LiveId" clId="{0EDB6E27-9086-5277-AB10-A63F9A905C93}" dt="2025-11-13T23:09:40.138" v="2987" actId="478"/>
          <ac:graphicFrameMkLst>
            <pc:docMk/>
            <pc:sldMk cId="642816813" sldId="499"/>
            <ac:graphicFrameMk id="4" creationId="{872E2FC4-05A9-6BC5-374F-C325A7700BBE}"/>
          </ac:graphicFrameMkLst>
        </pc:graphicFrameChg>
        <pc:graphicFrameChg chg="add del mod">
          <ac:chgData name="Josh Hug" userId="e2159f7335c131c2" providerId="LiveId" clId="{0EDB6E27-9086-5277-AB10-A63F9A905C93}" dt="2025-11-13T23:10:15.269" v="3001" actId="478"/>
          <ac:graphicFrameMkLst>
            <pc:docMk/>
            <pc:sldMk cId="642816813" sldId="499"/>
            <ac:graphicFrameMk id="6" creationId="{AE965547-EE26-97CA-1791-E1D16FF80B1D}"/>
          </ac:graphicFrameMkLst>
        </pc:graphicFrameChg>
        <pc:graphicFrameChg chg="add mod">
          <ac:chgData name="Josh Hug" userId="e2159f7335c131c2" providerId="LiveId" clId="{0EDB6E27-9086-5277-AB10-A63F9A905C93}" dt="2025-11-13T23:10:15.579" v="3002"/>
          <ac:graphicFrameMkLst>
            <pc:docMk/>
            <pc:sldMk cId="642816813" sldId="499"/>
            <ac:graphicFrameMk id="7" creationId="{194C58D8-4EBE-F456-AB3B-C04EEF62847D}"/>
          </ac:graphicFrameMkLst>
        </pc:graphicFrameChg>
      </pc:sldChg>
      <pc:sldChg chg="addSp delSp modSp mod">
        <pc:chgData name="Josh Hug" userId="e2159f7335c131c2" providerId="LiveId" clId="{0EDB6E27-9086-5277-AB10-A63F9A905C93}" dt="2025-11-13T23:10:13.042" v="3000"/>
        <pc:sldMkLst>
          <pc:docMk/>
          <pc:sldMk cId="4216766795" sldId="500"/>
        </pc:sldMkLst>
        <pc:spChg chg="add del">
          <ac:chgData name="Josh Hug" userId="e2159f7335c131c2" providerId="LiveId" clId="{0EDB6E27-9086-5277-AB10-A63F9A905C93}" dt="2025-11-13T23:10:08.442" v="2999" actId="22"/>
          <ac:spMkLst>
            <pc:docMk/>
            <pc:sldMk cId="4216766795" sldId="500"/>
            <ac:spMk id="8" creationId="{C6F33470-5812-D20B-DBA8-96057C3023BA}"/>
          </ac:spMkLst>
        </pc:spChg>
        <pc:graphicFrameChg chg="del mod modGraphic">
          <ac:chgData name="Josh Hug" userId="e2159f7335c131c2" providerId="LiveId" clId="{0EDB6E27-9086-5277-AB10-A63F9A905C93}" dt="2025-11-13T23:09:46.380" v="2991" actId="478"/>
          <ac:graphicFrameMkLst>
            <pc:docMk/>
            <pc:sldMk cId="4216766795" sldId="500"/>
            <ac:graphicFrameMk id="4" creationId="{F339706E-9C95-1727-BFBE-9FB3469387BC}"/>
          </ac:graphicFrameMkLst>
        </pc:graphicFrameChg>
        <pc:graphicFrameChg chg="add del mod modGraphic">
          <ac:chgData name="Josh Hug" userId="e2159f7335c131c2" providerId="LiveId" clId="{0EDB6E27-9086-5277-AB10-A63F9A905C93}" dt="2025-11-13T23:10:07.204" v="2997" actId="478"/>
          <ac:graphicFrameMkLst>
            <pc:docMk/>
            <pc:sldMk cId="4216766795" sldId="500"/>
            <ac:graphicFrameMk id="6" creationId="{A2506B3B-F140-7B47-B18B-355E7C19A09D}"/>
          </ac:graphicFrameMkLst>
        </pc:graphicFrameChg>
        <pc:graphicFrameChg chg="add mod">
          <ac:chgData name="Josh Hug" userId="e2159f7335c131c2" providerId="LiveId" clId="{0EDB6E27-9086-5277-AB10-A63F9A905C93}" dt="2025-11-13T23:10:13.042" v="3000"/>
          <ac:graphicFrameMkLst>
            <pc:docMk/>
            <pc:sldMk cId="4216766795" sldId="500"/>
            <ac:graphicFrameMk id="9" creationId="{A922F255-A0B4-13E2-3342-2EF060FF857F}"/>
          </ac:graphicFrameMkLst>
        </pc:graphicFrameChg>
      </pc:sldChg>
      <pc:sldChg chg="addSp delSp modSp mod">
        <pc:chgData name="Josh Hug" userId="e2159f7335c131c2" providerId="LiveId" clId="{0EDB6E27-9086-5277-AB10-A63F9A905C93}" dt="2025-11-13T23:09:58.196" v="2995" actId="14734"/>
        <pc:sldMkLst>
          <pc:docMk/>
          <pc:sldMk cId="2832496998" sldId="501"/>
        </pc:sldMkLst>
        <pc:graphicFrameChg chg="del">
          <ac:chgData name="Josh Hug" userId="e2159f7335c131c2" providerId="LiveId" clId="{0EDB6E27-9086-5277-AB10-A63F9A905C93}" dt="2025-11-13T23:09:50.496" v="2993" actId="478"/>
          <ac:graphicFrameMkLst>
            <pc:docMk/>
            <pc:sldMk cId="2832496998" sldId="501"/>
            <ac:graphicFrameMk id="4" creationId="{92F485DC-57F6-61F9-92AF-4BA5ECA8E1F3}"/>
          </ac:graphicFrameMkLst>
        </pc:graphicFrameChg>
        <pc:graphicFrameChg chg="add mod modGraphic">
          <ac:chgData name="Josh Hug" userId="e2159f7335c131c2" providerId="LiveId" clId="{0EDB6E27-9086-5277-AB10-A63F9A905C93}" dt="2025-11-13T23:09:58.196" v="2995" actId="14734"/>
          <ac:graphicFrameMkLst>
            <pc:docMk/>
            <pc:sldMk cId="2832496998" sldId="501"/>
            <ac:graphicFrameMk id="6" creationId="{5E63DF52-829D-C841-0C4F-9322B3A15109}"/>
          </ac:graphicFrameMkLst>
        </pc:graphicFrameChg>
      </pc:sldChg>
      <pc:sldChg chg="modAnim">
        <pc:chgData name="Josh Hug" userId="e2159f7335c131c2" providerId="LiveId" clId="{0EDB6E27-9086-5277-AB10-A63F9A905C93}" dt="2025-11-13T23:35:07.977" v="3050"/>
        <pc:sldMkLst>
          <pc:docMk/>
          <pc:sldMk cId="2528099209" sldId="502"/>
        </pc:sldMkLst>
      </pc:sldChg>
      <pc:sldChg chg="modSp mod modAnim">
        <pc:chgData name="Josh Hug" userId="e2159f7335c131c2" providerId="LiveId" clId="{0EDB6E27-9086-5277-AB10-A63F9A905C93}" dt="2025-11-13T23:35:47.631" v="3084"/>
        <pc:sldMkLst>
          <pc:docMk/>
          <pc:sldMk cId="44541436" sldId="503"/>
        </pc:sldMkLst>
        <pc:spChg chg="mod">
          <ac:chgData name="Josh Hug" userId="e2159f7335c131c2" providerId="LiveId" clId="{0EDB6E27-9086-5277-AB10-A63F9A905C93}" dt="2025-11-13T23:35:20.836" v="3077" actId="1036"/>
          <ac:spMkLst>
            <pc:docMk/>
            <pc:sldMk cId="44541436" sldId="503"/>
            <ac:spMk id="5" creationId="{4D322F25-5434-E920-8B0B-0FB8C48B0C74}"/>
          </ac:spMkLst>
        </pc:spChg>
        <pc:spChg chg="mod">
          <ac:chgData name="Josh Hug" userId="e2159f7335c131c2" providerId="LiveId" clId="{0EDB6E27-9086-5277-AB10-A63F9A905C93}" dt="2025-11-13T23:35:20.836" v="3077" actId="1036"/>
          <ac:spMkLst>
            <pc:docMk/>
            <pc:sldMk cId="44541436" sldId="503"/>
            <ac:spMk id="7" creationId="{3E100884-8B17-4A98-A304-0771FE0C4E76}"/>
          </ac:spMkLst>
        </pc:spChg>
      </pc:sldChg>
      <pc:sldChg chg="modSp add mod setBg">
        <pc:chgData name="Josh Hug" userId="e2159f7335c131c2" providerId="LiveId" clId="{0EDB6E27-9086-5277-AB10-A63F9A905C93}" dt="2025-11-13T22:10:17.321" v="2925" actId="20577"/>
        <pc:sldMkLst>
          <pc:docMk/>
          <pc:sldMk cId="3783313266" sldId="506"/>
        </pc:sldMkLst>
        <pc:spChg chg="mod">
          <ac:chgData name="Josh Hug" userId="e2159f7335c131c2" providerId="LiveId" clId="{0EDB6E27-9086-5277-AB10-A63F9A905C93}" dt="2025-11-13T22:10:17.321" v="2925" actId="20577"/>
          <ac:spMkLst>
            <pc:docMk/>
            <pc:sldMk cId="3783313266" sldId="506"/>
            <ac:spMk id="5" creationId="{FD0924AE-5D3F-2305-7E1C-69C5A10907BB}"/>
          </ac:spMkLst>
        </pc:spChg>
      </pc:sldChg>
    </pc:docChg>
  </pc:docChgLst>
  <pc:docChgLst>
    <pc:chgData name="Josh Hug" userId="e2159f7335c131c2" providerId="LiveId" clId="{138F76F6-BDFE-43E7-A070-24B46DF0227F}"/>
    <pc:docChg chg="undo custSel addSld delSld modSld sldOrd modSection">
      <pc:chgData name="Josh Hug" userId="e2159f7335c131c2" providerId="LiveId" clId="{138F76F6-BDFE-43E7-A070-24B46DF0227F}" dt="2025-11-13T21:44:25.336" v="6445" actId="6549"/>
      <pc:docMkLst>
        <pc:docMk/>
      </pc:docMkLst>
      <pc:sldChg chg="addSp delSp modSp mod">
        <pc:chgData name="Josh Hug" userId="e2159f7335c131c2" providerId="LiveId" clId="{138F76F6-BDFE-43E7-A070-24B46DF0227F}" dt="2025-11-13T21:41:52.212" v="6370" actId="207"/>
        <pc:sldMkLst>
          <pc:docMk/>
          <pc:sldMk cId="470386908" sldId="373"/>
        </pc:sldMkLst>
        <pc:spChg chg="mod">
          <ac:chgData name="Josh Hug" userId="e2159f7335c131c2" providerId="LiveId" clId="{138F76F6-BDFE-43E7-A070-24B46DF0227F}" dt="2025-11-13T21:36:33.972" v="5984" actId="20577"/>
          <ac:spMkLst>
            <pc:docMk/>
            <pc:sldMk cId="470386908" sldId="373"/>
            <ac:spMk id="3" creationId="{F199E03F-D903-16C4-D04E-0278962CC1C0}"/>
          </ac:spMkLst>
        </pc:spChg>
        <pc:spChg chg="add mod">
          <ac:chgData name="Josh Hug" userId="e2159f7335c131c2" providerId="LiveId" clId="{138F76F6-BDFE-43E7-A070-24B46DF0227F}" dt="2025-11-13T21:38:11.555" v="6184" actId="21"/>
          <ac:spMkLst>
            <pc:docMk/>
            <pc:sldMk cId="470386908" sldId="373"/>
            <ac:spMk id="4" creationId="{5E65E37B-58D8-A289-26DB-49C35FA5FF73}"/>
          </ac:spMkLst>
        </pc:spChg>
        <pc:spChg chg="del">
          <ac:chgData name="Josh Hug" userId="e2159f7335c131c2" providerId="LiveId" clId="{138F76F6-BDFE-43E7-A070-24B46DF0227F}" dt="2025-11-13T21:38:14.204" v="6185" actId="478"/>
          <ac:spMkLst>
            <pc:docMk/>
            <pc:sldMk cId="470386908" sldId="373"/>
            <ac:spMk id="6" creationId="{D6CB9104-92EC-5EF0-3B3A-86B484B9D6D8}"/>
          </ac:spMkLst>
        </pc:spChg>
        <pc:spChg chg="add mod">
          <ac:chgData name="Josh Hug" userId="e2159f7335c131c2" providerId="LiveId" clId="{138F76F6-BDFE-43E7-A070-24B46DF0227F}" dt="2025-11-13T21:41:52.212" v="6370" actId="207"/>
          <ac:spMkLst>
            <pc:docMk/>
            <pc:sldMk cId="470386908" sldId="373"/>
            <ac:spMk id="7" creationId="{2D81CF12-3A7A-2A4D-ABD2-9F00ADE30619}"/>
          </ac:spMkLst>
        </pc:spChg>
      </pc:sldChg>
      <pc:sldChg chg="modSp">
        <pc:chgData name="Josh Hug" userId="e2159f7335c131c2" providerId="LiveId" clId="{138F76F6-BDFE-43E7-A070-24B46DF0227F}" dt="2025-11-13T19:48:23.424" v="15" actId="207"/>
        <pc:sldMkLst>
          <pc:docMk/>
          <pc:sldMk cId="2330147431" sldId="380"/>
        </pc:sldMkLst>
        <pc:spChg chg="mod">
          <ac:chgData name="Josh Hug" userId="e2159f7335c131c2" providerId="LiveId" clId="{138F76F6-BDFE-43E7-A070-24B46DF0227F}" dt="2025-11-13T17:35:37.502" v="8" actId="207"/>
          <ac:spMkLst>
            <pc:docMk/>
            <pc:sldMk cId="2330147431" sldId="380"/>
            <ac:spMk id="3" creationId="{01293243-AF3B-33C0-4E98-FCBAC9F8880E}"/>
          </ac:spMkLst>
        </pc:spChg>
        <pc:spChg chg="mod">
          <ac:chgData name="Josh Hug" userId="e2159f7335c131c2" providerId="LiveId" clId="{138F76F6-BDFE-43E7-A070-24B46DF0227F}" dt="2025-11-13T19:48:23.424" v="15" actId="207"/>
          <ac:spMkLst>
            <pc:docMk/>
            <pc:sldMk cId="2330147431" sldId="380"/>
            <ac:spMk id="5" creationId="{216690A5-ED0C-7054-B4EF-57438DC5BAB7}"/>
          </ac:spMkLst>
        </pc:spChg>
      </pc:sldChg>
      <pc:sldChg chg="modSp mod">
        <pc:chgData name="Josh Hug" userId="e2159f7335c131c2" providerId="LiveId" clId="{138F76F6-BDFE-43E7-A070-24B46DF0227F}" dt="2025-11-13T21:28:06.300" v="5972"/>
        <pc:sldMkLst>
          <pc:docMk/>
          <pc:sldMk cId="3261971910" sldId="382"/>
        </pc:sldMkLst>
        <pc:spChg chg="mod">
          <ac:chgData name="Josh Hug" userId="e2159f7335c131c2" providerId="LiveId" clId="{138F76F6-BDFE-43E7-A070-24B46DF0227F}" dt="2025-11-13T21:28:06.300" v="5972"/>
          <ac:spMkLst>
            <pc:docMk/>
            <pc:sldMk cId="3261971910" sldId="382"/>
            <ac:spMk id="3" creationId="{1D5CF964-B0E0-503A-74E3-8F57384D53BB}"/>
          </ac:spMkLst>
        </pc:spChg>
      </pc:sldChg>
      <pc:sldChg chg="modSp mod">
        <pc:chgData name="Josh Hug" userId="e2159f7335c131c2" providerId="LiveId" clId="{138F76F6-BDFE-43E7-A070-24B46DF0227F}" dt="2025-11-13T21:28:06.300" v="5972"/>
        <pc:sldMkLst>
          <pc:docMk/>
          <pc:sldMk cId="2862553575" sldId="384"/>
        </pc:sldMkLst>
        <pc:spChg chg="mod">
          <ac:chgData name="Josh Hug" userId="e2159f7335c131c2" providerId="LiveId" clId="{138F76F6-BDFE-43E7-A070-24B46DF0227F}" dt="2025-11-13T21:28:06.300" v="5972"/>
          <ac:spMkLst>
            <pc:docMk/>
            <pc:sldMk cId="2862553575" sldId="384"/>
            <ac:spMk id="3" creationId="{522DD397-9E06-2E77-674C-C936C43D1B6A}"/>
          </ac:spMkLst>
        </pc:spChg>
      </pc:sldChg>
      <pc:sldChg chg="modSp mod">
        <pc:chgData name="Josh Hug" userId="e2159f7335c131c2" providerId="LiveId" clId="{138F76F6-BDFE-43E7-A070-24B46DF0227F}" dt="2025-11-13T21:28:06.300" v="5972"/>
        <pc:sldMkLst>
          <pc:docMk/>
          <pc:sldMk cId="3046488575" sldId="385"/>
        </pc:sldMkLst>
        <pc:spChg chg="mod">
          <ac:chgData name="Josh Hug" userId="e2159f7335c131c2" providerId="LiveId" clId="{138F76F6-BDFE-43E7-A070-24B46DF0227F}" dt="2025-11-13T21:28:06.300" v="5972"/>
          <ac:spMkLst>
            <pc:docMk/>
            <pc:sldMk cId="3046488575" sldId="385"/>
            <ac:spMk id="3" creationId="{12B7BAFE-944B-172E-266A-E1331FEFDBB8}"/>
          </ac:spMkLst>
        </pc:spChg>
      </pc:sldChg>
      <pc:sldChg chg="del">
        <pc:chgData name="Josh Hug" userId="e2159f7335c131c2" providerId="LiveId" clId="{138F76F6-BDFE-43E7-A070-24B46DF0227F}" dt="2025-11-13T17:12:16.598" v="0" actId="47"/>
        <pc:sldMkLst>
          <pc:docMk/>
          <pc:sldMk cId="77865641" sldId="400"/>
        </pc:sldMkLst>
      </pc:sldChg>
      <pc:sldChg chg="modSp modAnim">
        <pc:chgData name="Josh Hug" userId="e2159f7335c131c2" providerId="LiveId" clId="{138F76F6-BDFE-43E7-A070-24B46DF0227F}" dt="2025-11-13T21:40:25.211" v="6346" actId="20577"/>
        <pc:sldMkLst>
          <pc:docMk/>
          <pc:sldMk cId="2761880327" sldId="401"/>
        </pc:sldMkLst>
        <pc:spChg chg="mod">
          <ac:chgData name="Josh Hug" userId="e2159f7335c131c2" providerId="LiveId" clId="{138F76F6-BDFE-43E7-A070-24B46DF0227F}" dt="2025-11-13T21:40:25.211" v="6346" actId="20577"/>
          <ac:spMkLst>
            <pc:docMk/>
            <pc:sldMk cId="2761880327" sldId="401"/>
            <ac:spMk id="3" creationId="{8771001D-FB0A-919D-A474-CA0275CD1928}"/>
          </ac:spMkLst>
        </pc:spChg>
      </pc:sldChg>
      <pc:sldChg chg="addSp delSp modSp mod">
        <pc:chgData name="Josh Hug" userId="e2159f7335c131c2" providerId="LiveId" clId="{138F76F6-BDFE-43E7-A070-24B46DF0227F}" dt="2025-11-13T21:41:37.442" v="6361"/>
        <pc:sldMkLst>
          <pc:docMk/>
          <pc:sldMk cId="167060112" sldId="402"/>
        </pc:sldMkLst>
        <pc:spChg chg="mod">
          <ac:chgData name="Josh Hug" userId="e2159f7335c131c2" providerId="LiveId" clId="{138F76F6-BDFE-43E7-A070-24B46DF0227F}" dt="2025-11-13T21:29:03.101" v="5974"/>
          <ac:spMkLst>
            <pc:docMk/>
            <pc:sldMk cId="167060112" sldId="402"/>
            <ac:spMk id="3" creationId="{CC9CF67A-02E2-D35B-C236-39282E9349D1}"/>
          </ac:spMkLst>
        </pc:spChg>
        <pc:spChg chg="add del mod">
          <ac:chgData name="Josh Hug" userId="e2159f7335c131c2" providerId="LiveId" clId="{138F76F6-BDFE-43E7-A070-24B46DF0227F}" dt="2025-11-13T21:38:44.261" v="6196"/>
          <ac:spMkLst>
            <pc:docMk/>
            <pc:sldMk cId="167060112" sldId="402"/>
            <ac:spMk id="5" creationId="{7010CAD2-05D5-B4F1-40B3-69DE96D28E31}"/>
          </ac:spMkLst>
        </pc:spChg>
        <pc:spChg chg="del">
          <ac:chgData name="Josh Hug" userId="e2159f7335c131c2" providerId="LiveId" clId="{138F76F6-BDFE-43E7-A070-24B46DF0227F}" dt="2025-11-13T21:38:43.495" v="6195" actId="478"/>
          <ac:spMkLst>
            <pc:docMk/>
            <pc:sldMk cId="167060112" sldId="402"/>
            <ac:spMk id="6" creationId="{EA6FB099-26D1-34D5-0DAB-82D148483951}"/>
          </ac:spMkLst>
        </pc:spChg>
        <pc:spChg chg="add mod">
          <ac:chgData name="Josh Hug" userId="e2159f7335c131c2" providerId="LiveId" clId="{138F76F6-BDFE-43E7-A070-24B46DF0227F}" dt="2025-11-13T21:41:37.442" v="6361"/>
          <ac:spMkLst>
            <pc:docMk/>
            <pc:sldMk cId="167060112" sldId="402"/>
            <ac:spMk id="7" creationId="{C2766F56-457C-B7AA-1B7F-B77DF8ACFE4F}"/>
          </ac:spMkLst>
        </pc:spChg>
      </pc:sldChg>
      <pc:sldChg chg="addSp delSp modSp mod">
        <pc:chgData name="Josh Hug" userId="e2159f7335c131c2" providerId="LiveId" clId="{138F76F6-BDFE-43E7-A070-24B46DF0227F}" dt="2025-11-13T21:41:41.256" v="6363" actId="207"/>
        <pc:sldMkLst>
          <pc:docMk/>
          <pc:sldMk cId="2766501294" sldId="409"/>
        </pc:sldMkLst>
        <pc:spChg chg="mod">
          <ac:chgData name="Josh Hug" userId="e2159f7335c131c2" providerId="LiveId" clId="{138F76F6-BDFE-43E7-A070-24B46DF0227F}" dt="2025-11-13T21:29:03.101" v="5974"/>
          <ac:spMkLst>
            <pc:docMk/>
            <pc:sldMk cId="2766501294" sldId="409"/>
            <ac:spMk id="3" creationId="{52AA9254-9C51-3E21-FBD7-6A88C91F64EA}"/>
          </ac:spMkLst>
        </pc:spChg>
        <pc:spChg chg="add mod">
          <ac:chgData name="Josh Hug" userId="e2159f7335c131c2" providerId="LiveId" clId="{138F76F6-BDFE-43E7-A070-24B46DF0227F}" dt="2025-11-13T21:38:34.457" v="6192"/>
          <ac:spMkLst>
            <pc:docMk/>
            <pc:sldMk cId="2766501294" sldId="409"/>
            <ac:spMk id="4" creationId="{96AE0F10-21DE-FCEB-6276-5AB782F62743}"/>
          </ac:spMkLst>
        </pc:spChg>
        <pc:spChg chg="del">
          <ac:chgData name="Josh Hug" userId="e2159f7335c131c2" providerId="LiveId" clId="{138F76F6-BDFE-43E7-A070-24B46DF0227F}" dt="2025-11-13T21:38:36.582" v="6193" actId="478"/>
          <ac:spMkLst>
            <pc:docMk/>
            <pc:sldMk cId="2766501294" sldId="409"/>
            <ac:spMk id="6" creationId="{A6EA788E-945B-F693-0B66-D685F899B951}"/>
          </ac:spMkLst>
        </pc:spChg>
        <pc:spChg chg="add del mod">
          <ac:chgData name="Josh Hug" userId="e2159f7335c131c2" providerId="LiveId" clId="{138F76F6-BDFE-43E7-A070-24B46DF0227F}" dt="2025-11-13T21:38:37.913" v="6194"/>
          <ac:spMkLst>
            <pc:docMk/>
            <pc:sldMk cId="2766501294" sldId="409"/>
            <ac:spMk id="7" creationId="{724474E0-6BC0-99CC-24C8-3698B8BDA8C2}"/>
          </ac:spMkLst>
        </pc:spChg>
        <pc:spChg chg="add mod">
          <ac:chgData name="Josh Hug" userId="e2159f7335c131c2" providerId="LiveId" clId="{138F76F6-BDFE-43E7-A070-24B46DF0227F}" dt="2025-11-13T21:41:41.256" v="6363" actId="207"/>
          <ac:spMkLst>
            <pc:docMk/>
            <pc:sldMk cId="2766501294" sldId="409"/>
            <ac:spMk id="8" creationId="{959EB609-F218-3C93-E606-2E44645901E9}"/>
          </ac:spMkLst>
        </pc:spChg>
      </pc:sldChg>
      <pc:sldChg chg="del">
        <pc:chgData name="Josh Hug" userId="e2159f7335c131c2" providerId="LiveId" clId="{138F76F6-BDFE-43E7-A070-24B46DF0227F}" dt="2025-11-13T21:24:56.541" v="5708" actId="47"/>
        <pc:sldMkLst>
          <pc:docMk/>
          <pc:sldMk cId="4144570921" sldId="429"/>
        </pc:sldMkLst>
      </pc:sldChg>
      <pc:sldChg chg="del">
        <pc:chgData name="Josh Hug" userId="e2159f7335c131c2" providerId="LiveId" clId="{138F76F6-BDFE-43E7-A070-24B46DF0227F}" dt="2025-11-13T21:26:51.527" v="5965" actId="47"/>
        <pc:sldMkLst>
          <pc:docMk/>
          <pc:sldMk cId="2780005336" sldId="431"/>
        </pc:sldMkLst>
      </pc:sldChg>
      <pc:sldChg chg="addSp delSp modSp mod">
        <pc:chgData name="Josh Hug" userId="e2159f7335c131c2" providerId="LiveId" clId="{138F76F6-BDFE-43E7-A070-24B46DF0227F}" dt="2025-11-13T21:41:47.113" v="6368" actId="207"/>
        <pc:sldMkLst>
          <pc:docMk/>
          <pc:sldMk cId="4268368472" sldId="432"/>
        </pc:sldMkLst>
        <pc:spChg chg="mod">
          <ac:chgData name="Josh Hug" userId="e2159f7335c131c2" providerId="LiveId" clId="{138F76F6-BDFE-43E7-A070-24B46DF0227F}" dt="2025-11-13T21:29:03.101" v="5974"/>
          <ac:spMkLst>
            <pc:docMk/>
            <pc:sldMk cId="4268368472" sldId="432"/>
            <ac:spMk id="3" creationId="{81055B93-24E4-6C06-052D-126838AB9916}"/>
          </ac:spMkLst>
        </pc:spChg>
        <pc:spChg chg="add mod">
          <ac:chgData name="Josh Hug" userId="e2159f7335c131c2" providerId="LiveId" clId="{138F76F6-BDFE-43E7-A070-24B46DF0227F}" dt="2025-11-13T21:38:04.946" v="6181"/>
          <ac:spMkLst>
            <pc:docMk/>
            <pc:sldMk cId="4268368472" sldId="432"/>
            <ac:spMk id="4" creationId="{5D4B6784-D70B-AA96-A7FB-C76619795F09}"/>
          </ac:spMkLst>
        </pc:spChg>
        <pc:spChg chg="add mod">
          <ac:chgData name="Josh Hug" userId="e2159f7335c131c2" providerId="LiveId" clId="{138F76F6-BDFE-43E7-A070-24B46DF0227F}" dt="2025-11-13T21:38:06.768" v="6183"/>
          <ac:spMkLst>
            <pc:docMk/>
            <pc:sldMk cId="4268368472" sldId="432"/>
            <ac:spMk id="5" creationId="{16EC1FEF-52F8-4B04-52DF-B4435F756BDC}"/>
          </ac:spMkLst>
        </pc:spChg>
        <pc:spChg chg="del">
          <ac:chgData name="Josh Hug" userId="e2159f7335c131c2" providerId="LiveId" clId="{138F76F6-BDFE-43E7-A070-24B46DF0227F}" dt="2025-11-13T21:38:06.529" v="6182" actId="478"/>
          <ac:spMkLst>
            <pc:docMk/>
            <pc:sldMk cId="4268368472" sldId="432"/>
            <ac:spMk id="6" creationId="{0A42E403-F446-0573-5FB6-A5F249E2BBF3}"/>
          </ac:spMkLst>
        </pc:spChg>
        <pc:spChg chg="add mod">
          <ac:chgData name="Josh Hug" userId="e2159f7335c131c2" providerId="LiveId" clId="{138F76F6-BDFE-43E7-A070-24B46DF0227F}" dt="2025-11-13T21:41:47.113" v="6368" actId="207"/>
          <ac:spMkLst>
            <pc:docMk/>
            <pc:sldMk cId="4268368472" sldId="432"/>
            <ac:spMk id="7" creationId="{9DF5F14F-8F03-2C86-285E-2372C0C79884}"/>
          </ac:spMkLst>
        </pc:spChg>
      </pc:sldChg>
      <pc:sldChg chg="del">
        <pc:chgData name="Josh Hug" userId="e2159f7335c131c2" providerId="LiveId" clId="{138F76F6-BDFE-43E7-A070-24B46DF0227F}" dt="2025-11-13T21:24:56.541" v="5708" actId="47"/>
        <pc:sldMkLst>
          <pc:docMk/>
          <pc:sldMk cId="2317204508" sldId="433"/>
        </pc:sldMkLst>
      </pc:sldChg>
      <pc:sldChg chg="addSp delSp modSp mod">
        <pc:chgData name="Josh Hug" userId="e2159f7335c131c2" providerId="LiveId" clId="{138F76F6-BDFE-43E7-A070-24B46DF0227F}" dt="2025-11-13T21:41:37.442" v="6361"/>
        <pc:sldMkLst>
          <pc:docMk/>
          <pc:sldMk cId="1067227833" sldId="434"/>
        </pc:sldMkLst>
        <pc:spChg chg="mod">
          <ac:chgData name="Josh Hug" userId="e2159f7335c131c2" providerId="LiveId" clId="{138F76F6-BDFE-43E7-A070-24B46DF0227F}" dt="2025-11-13T21:29:03.101" v="5974"/>
          <ac:spMkLst>
            <pc:docMk/>
            <pc:sldMk cId="1067227833" sldId="434"/>
            <ac:spMk id="3" creationId="{66BA6679-B77C-EE29-B7AE-C979F542C01D}"/>
          </ac:spMkLst>
        </pc:spChg>
        <pc:spChg chg="add mod">
          <ac:chgData name="Josh Hug" userId="e2159f7335c131c2" providerId="LiveId" clId="{138F76F6-BDFE-43E7-A070-24B46DF0227F}" dt="2025-11-13T21:41:37.442" v="6361"/>
          <ac:spMkLst>
            <pc:docMk/>
            <pc:sldMk cId="1067227833" sldId="434"/>
            <ac:spMk id="4" creationId="{C7CC86E5-36F4-5294-4941-2805388B505A}"/>
          </ac:spMkLst>
        </pc:spChg>
        <pc:spChg chg="del">
          <ac:chgData name="Josh Hug" userId="e2159f7335c131c2" providerId="LiveId" clId="{138F76F6-BDFE-43E7-A070-24B46DF0227F}" dt="2025-11-13T21:38:51.093" v="6197" actId="478"/>
          <ac:spMkLst>
            <pc:docMk/>
            <pc:sldMk cId="1067227833" sldId="434"/>
            <ac:spMk id="6" creationId="{EE5E5A8C-5B7A-F9EF-9C78-A5DB94D49654}"/>
          </ac:spMkLst>
        </pc:spChg>
      </pc:sldChg>
      <pc:sldChg chg="del">
        <pc:chgData name="Josh Hug" userId="e2159f7335c131c2" providerId="LiveId" clId="{138F76F6-BDFE-43E7-A070-24B46DF0227F}" dt="2025-11-13T21:24:56.541" v="5708" actId="47"/>
        <pc:sldMkLst>
          <pc:docMk/>
          <pc:sldMk cId="37687576" sldId="435"/>
        </pc:sldMkLst>
      </pc:sldChg>
      <pc:sldChg chg="modSp mod">
        <pc:chgData name="Josh Hug" userId="e2159f7335c131c2" providerId="LiveId" clId="{138F76F6-BDFE-43E7-A070-24B46DF0227F}" dt="2025-11-13T21:28:06.300" v="5972"/>
        <pc:sldMkLst>
          <pc:docMk/>
          <pc:sldMk cId="2268946822" sldId="438"/>
        </pc:sldMkLst>
        <pc:spChg chg="mod">
          <ac:chgData name="Josh Hug" userId="e2159f7335c131c2" providerId="LiveId" clId="{138F76F6-BDFE-43E7-A070-24B46DF0227F}" dt="2025-11-13T21:28:06.300" v="5972"/>
          <ac:spMkLst>
            <pc:docMk/>
            <pc:sldMk cId="2268946822" sldId="438"/>
            <ac:spMk id="3" creationId="{BCA64F7A-0E4F-E470-BC5E-62CA7932E706}"/>
          </ac:spMkLst>
        </pc:spChg>
      </pc:sldChg>
      <pc:sldChg chg="del">
        <pc:chgData name="Josh Hug" userId="e2159f7335c131c2" providerId="LiveId" clId="{138F76F6-BDFE-43E7-A070-24B46DF0227F}" dt="2025-11-13T21:26:51.844" v="5966" actId="47"/>
        <pc:sldMkLst>
          <pc:docMk/>
          <pc:sldMk cId="1126193122" sldId="445"/>
        </pc:sldMkLst>
      </pc:sldChg>
      <pc:sldChg chg="del">
        <pc:chgData name="Josh Hug" userId="e2159f7335c131c2" providerId="LiveId" clId="{138F76F6-BDFE-43E7-A070-24B46DF0227F}" dt="2025-11-13T21:26:52.113" v="5967" actId="47"/>
        <pc:sldMkLst>
          <pc:docMk/>
          <pc:sldMk cId="2222306147" sldId="446"/>
        </pc:sldMkLst>
      </pc:sldChg>
      <pc:sldChg chg="modSp del mod modShow">
        <pc:chgData name="Josh Hug" userId="e2159f7335c131c2" providerId="LiveId" clId="{138F76F6-BDFE-43E7-A070-24B46DF0227F}" dt="2025-11-13T21:26:16.965" v="5963" actId="47"/>
        <pc:sldMkLst>
          <pc:docMk/>
          <pc:sldMk cId="2559610752" sldId="452"/>
        </pc:sldMkLst>
        <pc:spChg chg="mod">
          <ac:chgData name="Josh Hug" userId="e2159f7335c131c2" providerId="LiveId" clId="{138F76F6-BDFE-43E7-A070-24B46DF0227F}" dt="2025-11-13T21:26:00.209" v="5961" actId="20577"/>
          <ac:spMkLst>
            <pc:docMk/>
            <pc:sldMk cId="2559610752" sldId="452"/>
            <ac:spMk id="2" creationId="{68A36833-6C3D-32B4-4895-FC23CFB809F5}"/>
          </ac:spMkLst>
        </pc:spChg>
        <pc:spChg chg="mod">
          <ac:chgData name="Josh Hug" userId="e2159f7335c131c2" providerId="LiveId" clId="{138F76F6-BDFE-43E7-A070-24B46DF0227F}" dt="2025-11-13T21:26:03.291" v="5962" actId="6549"/>
          <ac:spMkLst>
            <pc:docMk/>
            <pc:sldMk cId="2559610752" sldId="452"/>
            <ac:spMk id="3" creationId="{CDEDFBEB-1373-CEAB-C43B-B0F5718D80CA}"/>
          </ac:spMkLst>
        </pc:spChg>
      </pc:sldChg>
      <pc:sldChg chg="del">
        <pc:chgData name="Josh Hug" userId="e2159f7335c131c2" providerId="LiveId" clId="{138F76F6-BDFE-43E7-A070-24B46DF0227F}" dt="2025-11-13T21:24:56.541" v="5708" actId="47"/>
        <pc:sldMkLst>
          <pc:docMk/>
          <pc:sldMk cId="283737335" sldId="453"/>
        </pc:sldMkLst>
      </pc:sldChg>
      <pc:sldChg chg="del">
        <pc:chgData name="Josh Hug" userId="e2159f7335c131c2" providerId="LiveId" clId="{138F76F6-BDFE-43E7-A070-24B46DF0227F}" dt="2025-11-13T21:24:56.541" v="5708" actId="47"/>
        <pc:sldMkLst>
          <pc:docMk/>
          <pc:sldMk cId="1410552927" sldId="454"/>
        </pc:sldMkLst>
      </pc:sldChg>
      <pc:sldChg chg="del">
        <pc:chgData name="Josh Hug" userId="e2159f7335c131c2" providerId="LiveId" clId="{138F76F6-BDFE-43E7-A070-24B46DF0227F}" dt="2025-11-13T21:24:56.541" v="5708" actId="47"/>
        <pc:sldMkLst>
          <pc:docMk/>
          <pc:sldMk cId="1586058693" sldId="455"/>
        </pc:sldMkLst>
      </pc:sldChg>
      <pc:sldChg chg="del">
        <pc:chgData name="Josh Hug" userId="e2159f7335c131c2" providerId="LiveId" clId="{138F76F6-BDFE-43E7-A070-24B46DF0227F}" dt="2025-11-13T21:24:56.541" v="5708" actId="47"/>
        <pc:sldMkLst>
          <pc:docMk/>
          <pc:sldMk cId="1792543410" sldId="456"/>
        </pc:sldMkLst>
      </pc:sldChg>
      <pc:sldChg chg="del">
        <pc:chgData name="Josh Hug" userId="e2159f7335c131c2" providerId="LiveId" clId="{138F76F6-BDFE-43E7-A070-24B46DF0227F}" dt="2025-11-13T21:24:56.541" v="5708" actId="47"/>
        <pc:sldMkLst>
          <pc:docMk/>
          <pc:sldMk cId="2333529741" sldId="457"/>
        </pc:sldMkLst>
      </pc:sldChg>
      <pc:sldChg chg="del">
        <pc:chgData name="Josh Hug" userId="e2159f7335c131c2" providerId="LiveId" clId="{138F76F6-BDFE-43E7-A070-24B46DF0227F}" dt="2025-11-13T21:24:56.541" v="5708" actId="47"/>
        <pc:sldMkLst>
          <pc:docMk/>
          <pc:sldMk cId="3960834763" sldId="461"/>
        </pc:sldMkLst>
      </pc:sldChg>
      <pc:sldChg chg="del">
        <pc:chgData name="Josh Hug" userId="e2159f7335c131c2" providerId="LiveId" clId="{138F76F6-BDFE-43E7-A070-24B46DF0227F}" dt="2025-11-13T21:24:56.541" v="5708" actId="47"/>
        <pc:sldMkLst>
          <pc:docMk/>
          <pc:sldMk cId="3318831894" sldId="462"/>
        </pc:sldMkLst>
      </pc:sldChg>
      <pc:sldChg chg="del">
        <pc:chgData name="Josh Hug" userId="e2159f7335c131c2" providerId="LiveId" clId="{138F76F6-BDFE-43E7-A070-24B46DF0227F}" dt="2025-11-13T21:24:56.541" v="5708" actId="47"/>
        <pc:sldMkLst>
          <pc:docMk/>
          <pc:sldMk cId="2429060734" sldId="463"/>
        </pc:sldMkLst>
      </pc:sldChg>
      <pc:sldChg chg="del">
        <pc:chgData name="Josh Hug" userId="e2159f7335c131c2" providerId="LiveId" clId="{138F76F6-BDFE-43E7-A070-24B46DF0227F}" dt="2025-11-13T21:24:56.541" v="5708" actId="47"/>
        <pc:sldMkLst>
          <pc:docMk/>
          <pc:sldMk cId="1926118399" sldId="464"/>
        </pc:sldMkLst>
      </pc:sldChg>
      <pc:sldChg chg="del">
        <pc:chgData name="Josh Hug" userId="e2159f7335c131c2" providerId="LiveId" clId="{138F76F6-BDFE-43E7-A070-24B46DF0227F}" dt="2025-11-13T21:24:56.541" v="5708" actId="47"/>
        <pc:sldMkLst>
          <pc:docMk/>
          <pc:sldMk cId="2762240956" sldId="465"/>
        </pc:sldMkLst>
      </pc:sldChg>
      <pc:sldChg chg="del">
        <pc:chgData name="Josh Hug" userId="e2159f7335c131c2" providerId="LiveId" clId="{138F76F6-BDFE-43E7-A070-24B46DF0227F}" dt="2025-11-13T21:24:56.541" v="5708" actId="47"/>
        <pc:sldMkLst>
          <pc:docMk/>
          <pc:sldMk cId="1041711904" sldId="466"/>
        </pc:sldMkLst>
      </pc:sldChg>
      <pc:sldChg chg="del">
        <pc:chgData name="Josh Hug" userId="e2159f7335c131c2" providerId="LiveId" clId="{138F76F6-BDFE-43E7-A070-24B46DF0227F}" dt="2025-11-13T21:24:56.541" v="5708" actId="47"/>
        <pc:sldMkLst>
          <pc:docMk/>
          <pc:sldMk cId="3260108530" sldId="467"/>
        </pc:sldMkLst>
      </pc:sldChg>
      <pc:sldChg chg="del">
        <pc:chgData name="Josh Hug" userId="e2159f7335c131c2" providerId="LiveId" clId="{138F76F6-BDFE-43E7-A070-24B46DF0227F}" dt="2025-11-13T21:24:56.541" v="5708" actId="47"/>
        <pc:sldMkLst>
          <pc:docMk/>
          <pc:sldMk cId="884308268" sldId="468"/>
        </pc:sldMkLst>
      </pc:sldChg>
      <pc:sldChg chg="del">
        <pc:chgData name="Josh Hug" userId="e2159f7335c131c2" providerId="LiveId" clId="{138F76F6-BDFE-43E7-A070-24B46DF0227F}" dt="2025-11-13T21:24:56.541" v="5708" actId="47"/>
        <pc:sldMkLst>
          <pc:docMk/>
          <pc:sldMk cId="3412969908" sldId="469"/>
        </pc:sldMkLst>
      </pc:sldChg>
      <pc:sldChg chg="del">
        <pc:chgData name="Josh Hug" userId="e2159f7335c131c2" providerId="LiveId" clId="{138F76F6-BDFE-43E7-A070-24B46DF0227F}" dt="2025-11-13T21:24:56.541" v="5708" actId="47"/>
        <pc:sldMkLst>
          <pc:docMk/>
          <pc:sldMk cId="3934198867" sldId="470"/>
        </pc:sldMkLst>
      </pc:sldChg>
      <pc:sldChg chg="modSp mod">
        <pc:chgData name="Josh Hug" userId="e2159f7335c131c2" providerId="LiveId" clId="{138F76F6-BDFE-43E7-A070-24B46DF0227F}" dt="2025-11-13T21:25:49.296" v="5951" actId="20577"/>
        <pc:sldMkLst>
          <pc:docMk/>
          <pc:sldMk cId="1783000355" sldId="471"/>
        </pc:sldMkLst>
        <pc:spChg chg="mod">
          <ac:chgData name="Josh Hug" userId="e2159f7335c131c2" providerId="LiveId" clId="{138F76F6-BDFE-43E7-A070-24B46DF0227F}" dt="2025-11-13T21:25:49.296" v="5951" actId="20577"/>
          <ac:spMkLst>
            <pc:docMk/>
            <pc:sldMk cId="1783000355" sldId="471"/>
            <ac:spMk id="3" creationId="{EAAD538F-F242-F64C-80C7-517BB20B0156}"/>
          </ac:spMkLst>
        </pc:spChg>
      </pc:sldChg>
      <pc:sldChg chg="modSp mod setBg">
        <pc:chgData name="Josh Hug" userId="e2159f7335c131c2" providerId="LiveId" clId="{138F76F6-BDFE-43E7-A070-24B46DF0227F}" dt="2025-11-13T21:27:59.294" v="5971"/>
        <pc:sldMkLst>
          <pc:docMk/>
          <pc:sldMk cId="1574906418" sldId="472"/>
        </pc:sldMkLst>
        <pc:spChg chg="mod">
          <ac:chgData name="Josh Hug" userId="e2159f7335c131c2" providerId="LiveId" clId="{138F76F6-BDFE-43E7-A070-24B46DF0227F}" dt="2025-11-13T21:27:59.294" v="5971"/>
          <ac:spMkLst>
            <pc:docMk/>
            <pc:sldMk cId="1574906418" sldId="472"/>
            <ac:spMk id="3" creationId="{F63BF971-DA8F-4D22-1640-7B48B0C83971}"/>
          </ac:spMkLst>
        </pc:spChg>
      </pc:sldChg>
      <pc:sldChg chg="del">
        <pc:chgData name="Josh Hug" userId="e2159f7335c131c2" providerId="LiveId" clId="{138F76F6-BDFE-43E7-A070-24B46DF0227F}" dt="2025-11-13T21:26:50.325" v="5964" actId="47"/>
        <pc:sldMkLst>
          <pc:docMk/>
          <pc:sldMk cId="2444285778" sldId="475"/>
        </pc:sldMkLst>
      </pc:sldChg>
      <pc:sldChg chg="addSp delSp modSp mod ord addAnim delAnim modAnim">
        <pc:chgData name="Josh Hug" userId="e2159f7335c131c2" providerId="LiveId" clId="{138F76F6-BDFE-43E7-A070-24B46DF0227F}" dt="2025-11-13T20:06:55.091" v="1392"/>
        <pc:sldMkLst>
          <pc:docMk/>
          <pc:sldMk cId="733758010" sldId="477"/>
        </pc:sldMkLst>
        <pc:spChg chg="mod">
          <ac:chgData name="Josh Hug" userId="e2159f7335c131c2" providerId="LiveId" clId="{138F76F6-BDFE-43E7-A070-24B46DF0227F}" dt="2025-11-13T19:55:25.191" v="370" actId="20577"/>
          <ac:spMkLst>
            <pc:docMk/>
            <pc:sldMk cId="733758010" sldId="477"/>
            <ac:spMk id="2" creationId="{7152F863-E834-800D-BBBF-06AA5FBB511B}"/>
          </ac:spMkLst>
        </pc:spChg>
        <pc:spChg chg="mod">
          <ac:chgData name="Josh Hug" userId="e2159f7335c131c2" providerId="LiveId" clId="{138F76F6-BDFE-43E7-A070-24B46DF0227F}" dt="2025-11-13T20:03:29.323" v="1122" actId="20577"/>
          <ac:spMkLst>
            <pc:docMk/>
            <pc:sldMk cId="733758010" sldId="477"/>
            <ac:spMk id="3" creationId="{75052F2D-AAD0-2CB8-A936-D9E20BA7D2E2}"/>
          </ac:spMkLst>
        </pc:spChg>
        <pc:spChg chg="add del mod">
          <ac:chgData name="Josh Hug" userId="e2159f7335c131c2" providerId="LiveId" clId="{138F76F6-BDFE-43E7-A070-24B46DF0227F}" dt="2025-11-13T19:54:12.958" v="225" actId="478"/>
          <ac:spMkLst>
            <pc:docMk/>
            <pc:sldMk cId="733758010" sldId="477"/>
            <ac:spMk id="5" creationId="{F8114BEB-FE75-8E46-354A-ED4432E8B4AD}"/>
          </ac:spMkLst>
        </pc:spChg>
        <pc:spChg chg="add mod">
          <ac:chgData name="Josh Hug" userId="e2159f7335c131c2" providerId="LiveId" clId="{138F76F6-BDFE-43E7-A070-24B46DF0227F}" dt="2025-11-13T19:59:32.895" v="699"/>
          <ac:spMkLst>
            <pc:docMk/>
            <pc:sldMk cId="733758010" sldId="477"/>
            <ac:spMk id="7" creationId="{83718F81-43B6-652D-7272-53606653D983}"/>
          </ac:spMkLst>
        </pc:spChg>
        <pc:spChg chg="add mod">
          <ac:chgData name="Josh Hug" userId="e2159f7335c131c2" providerId="LiveId" clId="{138F76F6-BDFE-43E7-A070-24B46DF0227F}" dt="2025-11-13T19:59:29.161" v="695" actId="1076"/>
          <ac:spMkLst>
            <pc:docMk/>
            <pc:sldMk cId="733758010" sldId="477"/>
            <ac:spMk id="8" creationId="{7ABA3876-0195-7062-666D-6FA04F64BCA3}"/>
          </ac:spMkLst>
        </pc:spChg>
        <pc:spChg chg="add mod">
          <ac:chgData name="Josh Hug" userId="e2159f7335c131c2" providerId="LiveId" clId="{138F76F6-BDFE-43E7-A070-24B46DF0227F}" dt="2025-11-13T20:05:23.481" v="1229" actId="2711"/>
          <ac:spMkLst>
            <pc:docMk/>
            <pc:sldMk cId="733758010" sldId="477"/>
            <ac:spMk id="11" creationId="{5B3E6409-66AF-D8DD-CD61-D5B7841B53C1}"/>
          </ac:spMkLst>
        </pc:spChg>
        <pc:cxnChg chg="add mod">
          <ac:chgData name="Josh Hug" userId="e2159f7335c131c2" providerId="LiveId" clId="{138F76F6-BDFE-43E7-A070-24B46DF0227F}" dt="2025-11-13T20:05:02.195" v="1161" actId="13822"/>
          <ac:cxnSpMkLst>
            <pc:docMk/>
            <pc:sldMk cId="733758010" sldId="477"/>
            <ac:cxnSpMk id="10" creationId="{E1531373-85E9-394B-38BB-C51DDF9999B4}"/>
          </ac:cxnSpMkLst>
        </pc:cxnChg>
      </pc:sldChg>
      <pc:sldChg chg="addSp modSp add del mod">
        <pc:chgData name="Josh Hug" userId="e2159f7335c131c2" providerId="LiveId" clId="{138F76F6-BDFE-43E7-A070-24B46DF0227F}" dt="2025-11-13T21:24:56.541" v="5708" actId="47"/>
        <pc:sldMkLst>
          <pc:docMk/>
          <pc:sldMk cId="1112728281" sldId="478"/>
        </pc:sldMkLst>
        <pc:spChg chg="mod">
          <ac:chgData name="Josh Hug" userId="e2159f7335c131c2" providerId="LiveId" clId="{138F76F6-BDFE-43E7-A070-24B46DF0227F}" dt="2025-11-13T19:49:06.513" v="82" actId="20577"/>
          <ac:spMkLst>
            <pc:docMk/>
            <pc:sldMk cId="1112728281" sldId="478"/>
            <ac:spMk id="2" creationId="{6B4D780E-B908-D73C-CB9F-45A90846446E}"/>
          </ac:spMkLst>
        </pc:spChg>
        <pc:spChg chg="mod">
          <ac:chgData name="Josh Hug" userId="e2159f7335c131c2" providerId="LiveId" clId="{138F76F6-BDFE-43E7-A070-24B46DF0227F}" dt="2025-11-13T19:49:11.830" v="96" actId="6549"/>
          <ac:spMkLst>
            <pc:docMk/>
            <pc:sldMk cId="1112728281" sldId="478"/>
            <ac:spMk id="3" creationId="{FD179DF4-3B18-D257-91B9-83B1EFE57CFB}"/>
          </ac:spMkLst>
        </pc:spChg>
        <pc:spChg chg="add mod">
          <ac:chgData name="Josh Hug" userId="e2159f7335c131c2" providerId="LiveId" clId="{138F76F6-BDFE-43E7-A070-24B46DF0227F}" dt="2025-11-13T19:52:38.397" v="190" actId="20577"/>
          <ac:spMkLst>
            <pc:docMk/>
            <pc:sldMk cId="1112728281" sldId="478"/>
            <ac:spMk id="5" creationId="{ACA8D241-4292-3B51-8FF9-E85833729198}"/>
          </ac:spMkLst>
        </pc:spChg>
      </pc:sldChg>
      <pc:sldChg chg="add del">
        <pc:chgData name="Josh Hug" userId="e2159f7335c131c2" providerId="LiveId" clId="{138F76F6-BDFE-43E7-A070-24B46DF0227F}" dt="2025-11-13T21:24:56.541" v="5708" actId="47"/>
        <pc:sldMkLst>
          <pc:docMk/>
          <pc:sldMk cId="718720299" sldId="479"/>
        </pc:sldMkLst>
      </pc:sldChg>
      <pc:sldChg chg="addSp modSp add del ord modAnim">
        <pc:chgData name="Josh Hug" userId="e2159f7335c131c2" providerId="LiveId" clId="{138F76F6-BDFE-43E7-A070-24B46DF0227F}" dt="2025-11-13T21:24:56.541" v="5708" actId="47"/>
        <pc:sldMkLst>
          <pc:docMk/>
          <pc:sldMk cId="4184029138" sldId="480"/>
        </pc:sldMkLst>
        <pc:spChg chg="add mod">
          <ac:chgData name="Josh Hug" userId="e2159f7335c131c2" providerId="LiveId" clId="{138F76F6-BDFE-43E7-A070-24B46DF0227F}" dt="2025-11-13T19:58:44.355" v="665"/>
          <ac:spMkLst>
            <pc:docMk/>
            <pc:sldMk cId="4184029138" sldId="480"/>
            <ac:spMk id="4" creationId="{F862B11F-57A7-AB4F-FE90-7C30F0746F24}"/>
          </ac:spMkLst>
        </pc:spChg>
        <pc:spChg chg="add mod">
          <ac:chgData name="Josh Hug" userId="e2159f7335c131c2" providerId="LiveId" clId="{138F76F6-BDFE-43E7-A070-24B46DF0227F}" dt="2025-11-13T19:58:45.809" v="667"/>
          <ac:spMkLst>
            <pc:docMk/>
            <pc:sldMk cId="4184029138" sldId="480"/>
            <ac:spMk id="5" creationId="{00B9E682-7095-B9BD-3530-237481E7DCAF}"/>
          </ac:spMkLst>
        </pc:spChg>
      </pc:sldChg>
      <pc:sldChg chg="modSp add del modAnim">
        <pc:chgData name="Josh Hug" userId="e2159f7335c131c2" providerId="LiveId" clId="{138F76F6-BDFE-43E7-A070-24B46DF0227F}" dt="2025-11-13T21:24:56.541" v="5708" actId="47"/>
        <pc:sldMkLst>
          <pc:docMk/>
          <pc:sldMk cId="900943605" sldId="481"/>
        </pc:sldMkLst>
        <pc:spChg chg="mod">
          <ac:chgData name="Josh Hug" userId="e2159f7335c131c2" providerId="LiveId" clId="{138F76F6-BDFE-43E7-A070-24B46DF0227F}" dt="2025-11-13T19:59:42.431" v="701" actId="6549"/>
          <ac:spMkLst>
            <pc:docMk/>
            <pc:sldMk cId="900943605" sldId="481"/>
            <ac:spMk id="3" creationId="{4754D9E6-0D40-BB03-8522-D77AEF2FB6CC}"/>
          </ac:spMkLst>
        </pc:spChg>
        <pc:spChg chg="mod">
          <ac:chgData name="Josh Hug" userId="e2159f7335c131c2" providerId="LiveId" clId="{138F76F6-BDFE-43E7-A070-24B46DF0227F}" dt="2025-11-13T19:59:48.313" v="706" actId="20577"/>
          <ac:spMkLst>
            <pc:docMk/>
            <pc:sldMk cId="900943605" sldId="481"/>
            <ac:spMk id="8" creationId="{93F8F83D-EE6B-F46F-49D2-E9979F0BEB81}"/>
          </ac:spMkLst>
        </pc:spChg>
      </pc:sldChg>
      <pc:sldChg chg="modSp add del mod modAnim">
        <pc:chgData name="Josh Hug" userId="e2159f7335c131c2" providerId="LiveId" clId="{138F76F6-BDFE-43E7-A070-24B46DF0227F}" dt="2025-11-13T21:24:56.541" v="5708" actId="47"/>
        <pc:sldMkLst>
          <pc:docMk/>
          <pc:sldMk cId="3326302553" sldId="482"/>
        </pc:sldMkLst>
        <pc:spChg chg="mod">
          <ac:chgData name="Josh Hug" userId="e2159f7335c131c2" providerId="LiveId" clId="{138F76F6-BDFE-43E7-A070-24B46DF0227F}" dt="2025-11-13T20:01:49.243" v="975" actId="20577"/>
          <ac:spMkLst>
            <pc:docMk/>
            <pc:sldMk cId="3326302553" sldId="482"/>
            <ac:spMk id="3" creationId="{879FAD69-FD9C-CB46-D459-B2FE731C26A2}"/>
          </ac:spMkLst>
        </pc:spChg>
        <pc:spChg chg="mod">
          <ac:chgData name="Josh Hug" userId="e2159f7335c131c2" providerId="LiveId" clId="{138F76F6-BDFE-43E7-A070-24B46DF0227F}" dt="2025-11-13T20:01:13.203" v="857" actId="1076"/>
          <ac:spMkLst>
            <pc:docMk/>
            <pc:sldMk cId="3326302553" sldId="482"/>
            <ac:spMk id="7" creationId="{25D71AAB-5917-92C1-C94F-ABC7165AE196}"/>
          </ac:spMkLst>
        </pc:spChg>
      </pc:sldChg>
      <pc:sldChg chg="addSp delSp modSp add mod ord delAnim modAnim">
        <pc:chgData name="Josh Hug" userId="e2159f7335c131c2" providerId="LiveId" clId="{138F76F6-BDFE-43E7-A070-24B46DF0227F}" dt="2025-11-13T20:07:23.216" v="1401" actId="1076"/>
        <pc:sldMkLst>
          <pc:docMk/>
          <pc:sldMk cId="3125729250" sldId="483"/>
        </pc:sldMkLst>
        <pc:spChg chg="mod">
          <ac:chgData name="Josh Hug" userId="e2159f7335c131c2" providerId="LiveId" clId="{138F76F6-BDFE-43E7-A070-24B46DF0227F}" dt="2025-11-13T20:07:01.598" v="1395" actId="20577"/>
          <ac:spMkLst>
            <pc:docMk/>
            <pc:sldMk cId="3125729250" sldId="483"/>
            <ac:spMk id="3" creationId="{343C8AF8-7271-9008-44C5-6A20BEFC3AA4}"/>
          </ac:spMkLst>
        </pc:spChg>
        <pc:spChg chg="add mod">
          <ac:chgData name="Josh Hug" userId="e2159f7335c131c2" providerId="LiveId" clId="{138F76F6-BDFE-43E7-A070-24B46DF0227F}" dt="2025-11-13T20:07:23.216" v="1401" actId="1076"/>
          <ac:spMkLst>
            <pc:docMk/>
            <pc:sldMk cId="3125729250" sldId="483"/>
            <ac:spMk id="5" creationId="{60CD1807-049F-F9AB-5B15-A347565E7AFB}"/>
          </ac:spMkLst>
        </pc:spChg>
        <pc:spChg chg="mod">
          <ac:chgData name="Josh Hug" userId="e2159f7335c131c2" providerId="LiveId" clId="{138F76F6-BDFE-43E7-A070-24B46DF0227F}" dt="2025-11-13T20:07:04.511" v="1396" actId="1076"/>
          <ac:spMkLst>
            <pc:docMk/>
            <pc:sldMk cId="3125729250" sldId="483"/>
            <ac:spMk id="7" creationId="{C81FD415-5E1D-3C63-1AD8-702EBE6A79C2}"/>
          </ac:spMkLst>
        </pc:spChg>
        <pc:spChg chg="del">
          <ac:chgData name="Josh Hug" userId="e2159f7335c131c2" providerId="LiveId" clId="{138F76F6-BDFE-43E7-A070-24B46DF0227F}" dt="2025-11-13T20:02:33.741" v="988" actId="478"/>
          <ac:spMkLst>
            <pc:docMk/>
            <pc:sldMk cId="3125729250" sldId="483"/>
            <ac:spMk id="8" creationId="{F3F3BC1F-82D5-F819-13F2-612F359CAC3D}"/>
          </ac:spMkLst>
        </pc:spChg>
      </pc:sldChg>
      <pc:sldChg chg="modSp add mod">
        <pc:chgData name="Josh Hug" userId="e2159f7335c131c2" providerId="LiveId" clId="{138F76F6-BDFE-43E7-A070-24B46DF0227F}" dt="2025-11-13T20:08:04.731" v="1478" actId="1076"/>
        <pc:sldMkLst>
          <pc:docMk/>
          <pc:sldMk cId="3851139929" sldId="484"/>
        </pc:sldMkLst>
        <pc:spChg chg="mod">
          <ac:chgData name="Josh Hug" userId="e2159f7335c131c2" providerId="LiveId" clId="{138F76F6-BDFE-43E7-A070-24B46DF0227F}" dt="2025-11-13T20:07:51.755" v="1473" actId="6549"/>
          <ac:spMkLst>
            <pc:docMk/>
            <pc:sldMk cId="3851139929" sldId="484"/>
            <ac:spMk id="3" creationId="{3D348C65-261A-2187-CD5B-96753E5D50E5}"/>
          </ac:spMkLst>
        </pc:spChg>
        <pc:spChg chg="mod">
          <ac:chgData name="Josh Hug" userId="e2159f7335c131c2" providerId="LiveId" clId="{138F76F6-BDFE-43E7-A070-24B46DF0227F}" dt="2025-11-13T20:08:02.892" v="1477" actId="1076"/>
          <ac:spMkLst>
            <pc:docMk/>
            <pc:sldMk cId="3851139929" sldId="484"/>
            <ac:spMk id="5" creationId="{060EC9C0-665C-48F6-F7F5-8359D6A05B7C}"/>
          </ac:spMkLst>
        </pc:spChg>
        <pc:spChg chg="mod">
          <ac:chgData name="Josh Hug" userId="e2159f7335c131c2" providerId="LiveId" clId="{138F76F6-BDFE-43E7-A070-24B46DF0227F}" dt="2025-11-13T20:08:04.731" v="1478" actId="1076"/>
          <ac:spMkLst>
            <pc:docMk/>
            <pc:sldMk cId="3851139929" sldId="484"/>
            <ac:spMk id="7" creationId="{87FF9E56-7D79-D39E-D528-0FEF13917E04}"/>
          </ac:spMkLst>
        </pc:spChg>
      </pc:sldChg>
      <pc:sldChg chg="modSp new mod setBg">
        <pc:chgData name="Josh Hug" userId="e2159f7335c131c2" providerId="LiveId" clId="{138F76F6-BDFE-43E7-A070-24B46DF0227F}" dt="2025-11-13T20:09:22.913" v="1559"/>
        <pc:sldMkLst>
          <pc:docMk/>
          <pc:sldMk cId="3977411298" sldId="485"/>
        </pc:sldMkLst>
        <pc:spChg chg="mod">
          <ac:chgData name="Josh Hug" userId="e2159f7335c131c2" providerId="LiveId" clId="{138F76F6-BDFE-43E7-A070-24B46DF0227F}" dt="2025-11-13T20:08:44.657" v="1507" actId="20577"/>
          <ac:spMkLst>
            <pc:docMk/>
            <pc:sldMk cId="3977411298" sldId="485"/>
            <ac:spMk id="2" creationId="{0D9496B7-D0FA-9FAD-7C1E-62013E647EE7}"/>
          </ac:spMkLst>
        </pc:spChg>
        <pc:spChg chg="mod">
          <ac:chgData name="Josh Hug" userId="e2159f7335c131c2" providerId="LiveId" clId="{138F76F6-BDFE-43E7-A070-24B46DF0227F}" dt="2025-11-13T20:09:14.976" v="1558" actId="20577"/>
          <ac:spMkLst>
            <pc:docMk/>
            <pc:sldMk cId="3977411298" sldId="485"/>
            <ac:spMk id="3" creationId="{B95B383D-1F97-6DE6-D60E-102C89457F33}"/>
          </ac:spMkLst>
        </pc:spChg>
      </pc:sldChg>
      <pc:sldChg chg="modSp add mod setBg">
        <pc:chgData name="Josh Hug" userId="e2159f7335c131c2" providerId="LiveId" clId="{138F76F6-BDFE-43E7-A070-24B46DF0227F}" dt="2025-11-13T20:20:52.701" v="2574" actId="20577"/>
        <pc:sldMkLst>
          <pc:docMk/>
          <pc:sldMk cId="4043203038" sldId="486"/>
        </pc:sldMkLst>
        <pc:spChg chg="mod">
          <ac:chgData name="Josh Hug" userId="e2159f7335c131c2" providerId="LiveId" clId="{138F76F6-BDFE-43E7-A070-24B46DF0227F}" dt="2025-11-13T20:20:52.701" v="2574" actId="20577"/>
          <ac:spMkLst>
            <pc:docMk/>
            <pc:sldMk cId="4043203038" sldId="486"/>
            <ac:spMk id="3" creationId="{32B09B82-E24E-CF8F-67E7-4503613CB8E4}"/>
          </ac:spMkLst>
        </pc:spChg>
      </pc:sldChg>
      <pc:sldChg chg="addSp modSp add mod">
        <pc:chgData name="Josh Hug" userId="e2159f7335c131c2" providerId="LiveId" clId="{138F76F6-BDFE-43E7-A070-24B46DF0227F}" dt="2025-11-13T20:21:00.185" v="2575"/>
        <pc:sldMkLst>
          <pc:docMk/>
          <pc:sldMk cId="2202392115" sldId="487"/>
        </pc:sldMkLst>
        <pc:spChg chg="mod">
          <ac:chgData name="Josh Hug" userId="e2159f7335c131c2" providerId="LiveId" clId="{138F76F6-BDFE-43E7-A070-24B46DF0227F}" dt="2025-11-13T20:21:00.185" v="2575"/>
          <ac:spMkLst>
            <pc:docMk/>
            <pc:sldMk cId="2202392115" sldId="487"/>
            <ac:spMk id="3" creationId="{559BC16C-4924-D741-9FB9-C389FCE07130}"/>
          </ac:spMkLst>
        </pc:spChg>
        <pc:spChg chg="add mod">
          <ac:chgData name="Josh Hug" userId="e2159f7335c131c2" providerId="LiveId" clId="{138F76F6-BDFE-43E7-A070-24B46DF0227F}" dt="2025-11-13T20:16:07.120" v="2038" actId="1076"/>
          <ac:spMkLst>
            <pc:docMk/>
            <pc:sldMk cId="2202392115" sldId="487"/>
            <ac:spMk id="5" creationId="{C24E66DF-B5AD-6242-4AB9-DD85BAAB2159}"/>
          </ac:spMkLst>
        </pc:spChg>
      </pc:sldChg>
      <pc:sldChg chg="addSp delSp modSp add mod">
        <pc:chgData name="Josh Hug" userId="e2159f7335c131c2" providerId="LiveId" clId="{138F76F6-BDFE-43E7-A070-24B46DF0227F}" dt="2025-11-13T20:22:48.418" v="2638" actId="6549"/>
        <pc:sldMkLst>
          <pc:docMk/>
          <pc:sldMk cId="1450579799" sldId="488"/>
        </pc:sldMkLst>
        <pc:spChg chg="mod">
          <ac:chgData name="Josh Hug" userId="e2159f7335c131c2" providerId="LiveId" clId="{138F76F6-BDFE-43E7-A070-24B46DF0227F}" dt="2025-11-13T20:22:48.418" v="2638" actId="6549"/>
          <ac:spMkLst>
            <pc:docMk/>
            <pc:sldMk cId="1450579799" sldId="488"/>
            <ac:spMk id="3" creationId="{5E1441F1-A75B-E217-6701-CC74F83E2017}"/>
          </ac:spMkLst>
        </pc:spChg>
        <pc:spChg chg="add mod">
          <ac:chgData name="Josh Hug" userId="e2159f7335c131c2" providerId="LiveId" clId="{138F76F6-BDFE-43E7-A070-24B46DF0227F}" dt="2025-11-13T20:22:41.704" v="2636" actId="12789"/>
          <ac:spMkLst>
            <pc:docMk/>
            <pc:sldMk cId="1450579799" sldId="488"/>
            <ac:spMk id="4" creationId="{5DB432E1-B6D5-1807-D977-CF289663F490}"/>
          </ac:spMkLst>
        </pc:spChg>
        <pc:spChg chg="del">
          <ac:chgData name="Josh Hug" userId="e2159f7335c131c2" providerId="LiveId" clId="{138F76F6-BDFE-43E7-A070-24B46DF0227F}" dt="2025-11-13T20:16:52.269" v="2042" actId="478"/>
          <ac:spMkLst>
            <pc:docMk/>
            <pc:sldMk cId="1450579799" sldId="488"/>
            <ac:spMk id="5" creationId="{F96AD529-2D41-C320-FE2A-3DE2FD461213}"/>
          </ac:spMkLst>
        </pc:spChg>
        <pc:spChg chg="add mod">
          <ac:chgData name="Josh Hug" userId="e2159f7335c131c2" providerId="LiveId" clId="{138F76F6-BDFE-43E7-A070-24B46DF0227F}" dt="2025-11-13T20:22:41.704" v="2636" actId="12789"/>
          <ac:spMkLst>
            <pc:docMk/>
            <pc:sldMk cId="1450579799" sldId="488"/>
            <ac:spMk id="6" creationId="{D3AC7B23-DD07-44A7-1F9B-3716BE19B4BC}"/>
          </ac:spMkLst>
        </pc:spChg>
        <pc:spChg chg="add mod">
          <ac:chgData name="Josh Hug" userId="e2159f7335c131c2" providerId="LiveId" clId="{138F76F6-BDFE-43E7-A070-24B46DF0227F}" dt="2025-11-13T20:22:41.704" v="2636" actId="12789"/>
          <ac:spMkLst>
            <pc:docMk/>
            <pc:sldMk cId="1450579799" sldId="488"/>
            <ac:spMk id="11" creationId="{B4135000-7373-01F7-7D1A-5F27E83C6383}"/>
          </ac:spMkLst>
        </pc:spChg>
        <pc:spChg chg="add mod">
          <ac:chgData name="Josh Hug" userId="e2159f7335c131c2" providerId="LiveId" clId="{138F76F6-BDFE-43E7-A070-24B46DF0227F}" dt="2025-11-13T20:22:41.704" v="2636" actId="12789"/>
          <ac:spMkLst>
            <pc:docMk/>
            <pc:sldMk cId="1450579799" sldId="488"/>
            <ac:spMk id="17" creationId="{4F57F65E-9D5E-96AB-604C-002A16C1AD74}"/>
          </ac:spMkLst>
        </pc:spChg>
        <pc:cxnChg chg="add mod">
          <ac:chgData name="Josh Hug" userId="e2159f7335c131c2" providerId="LiveId" clId="{138F76F6-BDFE-43E7-A070-24B46DF0227F}" dt="2025-11-13T20:22:01.288" v="2618" actId="14100"/>
          <ac:cxnSpMkLst>
            <pc:docMk/>
            <pc:sldMk cId="1450579799" sldId="488"/>
            <ac:cxnSpMk id="8" creationId="{0D9A3E63-A306-730B-CCF8-4F8DA208E4C6}"/>
          </ac:cxnSpMkLst>
        </pc:cxnChg>
        <pc:cxnChg chg="add mod">
          <ac:chgData name="Josh Hug" userId="e2159f7335c131c2" providerId="LiveId" clId="{138F76F6-BDFE-43E7-A070-24B46DF0227F}" dt="2025-11-13T20:21:46.525" v="2595" actId="14100"/>
          <ac:cxnSpMkLst>
            <pc:docMk/>
            <pc:sldMk cId="1450579799" sldId="488"/>
            <ac:cxnSpMk id="9" creationId="{AEE264C8-0440-9D72-B110-73652E6C9DD1}"/>
          </ac:cxnSpMkLst>
        </pc:cxnChg>
        <pc:cxnChg chg="add mod">
          <ac:chgData name="Josh Hug" userId="e2159f7335c131c2" providerId="LiveId" clId="{138F76F6-BDFE-43E7-A070-24B46DF0227F}" dt="2025-11-13T20:22:41.704" v="2636" actId="12789"/>
          <ac:cxnSpMkLst>
            <pc:docMk/>
            <pc:sldMk cId="1450579799" sldId="488"/>
            <ac:cxnSpMk id="13" creationId="{33D2B808-B411-8B33-0AED-3653013F4718}"/>
          </ac:cxnSpMkLst>
        </pc:cxnChg>
        <pc:cxnChg chg="add mod">
          <ac:chgData name="Josh Hug" userId="e2159f7335c131c2" providerId="LiveId" clId="{138F76F6-BDFE-43E7-A070-24B46DF0227F}" dt="2025-11-13T20:22:19.310" v="2632" actId="14100"/>
          <ac:cxnSpMkLst>
            <pc:docMk/>
            <pc:sldMk cId="1450579799" sldId="488"/>
            <ac:cxnSpMk id="16" creationId="{B0A1A9B8-6B19-D15D-9BFC-E480327FF29E}"/>
          </ac:cxnSpMkLst>
        </pc:cxnChg>
      </pc:sldChg>
      <pc:sldChg chg="addSp modSp add mod setBg">
        <pc:chgData name="Josh Hug" userId="e2159f7335c131c2" providerId="LiveId" clId="{138F76F6-BDFE-43E7-A070-24B46DF0227F}" dt="2025-11-13T20:23:38.738" v="2664" actId="2711"/>
        <pc:sldMkLst>
          <pc:docMk/>
          <pc:sldMk cId="2015452738" sldId="489"/>
        </pc:sldMkLst>
        <pc:spChg chg="add mod">
          <ac:chgData name="Josh Hug" userId="e2159f7335c131c2" providerId="LiveId" clId="{138F76F6-BDFE-43E7-A070-24B46DF0227F}" dt="2025-11-13T20:23:38.738" v="2664" actId="2711"/>
          <ac:spMkLst>
            <pc:docMk/>
            <pc:sldMk cId="2015452738" sldId="489"/>
            <ac:spMk id="5" creationId="{09F8FF93-1E31-7173-3261-73A7D0700A35}"/>
          </ac:spMkLst>
        </pc:spChg>
      </pc:sldChg>
      <pc:sldChg chg="modSp add del mod setBg">
        <pc:chgData name="Josh Hug" userId="e2159f7335c131c2" providerId="LiveId" clId="{138F76F6-BDFE-43E7-A070-24B46DF0227F}" dt="2025-11-13T21:24:56.541" v="5708" actId="47"/>
        <pc:sldMkLst>
          <pc:docMk/>
          <pc:sldMk cId="764529728" sldId="490"/>
        </pc:sldMkLst>
        <pc:spChg chg="mod">
          <ac:chgData name="Josh Hug" userId="e2159f7335c131c2" providerId="LiveId" clId="{138F76F6-BDFE-43E7-A070-24B46DF0227F}" dt="2025-11-13T20:23:57.376" v="2686" actId="20577"/>
          <ac:spMkLst>
            <pc:docMk/>
            <pc:sldMk cId="764529728" sldId="490"/>
            <ac:spMk id="2" creationId="{6FE89D70-664A-6D45-302F-6DABF19AD8C5}"/>
          </ac:spMkLst>
        </pc:spChg>
      </pc:sldChg>
      <pc:sldChg chg="addSp delSp modSp add mod setBg">
        <pc:chgData name="Josh Hug" userId="e2159f7335c131c2" providerId="LiveId" clId="{138F76F6-BDFE-43E7-A070-24B46DF0227F}" dt="2025-11-13T20:26:21.751" v="2996" actId="1076"/>
        <pc:sldMkLst>
          <pc:docMk/>
          <pc:sldMk cId="3026215830" sldId="491"/>
        </pc:sldMkLst>
        <pc:spChg chg="mod">
          <ac:chgData name="Josh Hug" userId="e2159f7335c131c2" providerId="LiveId" clId="{138F76F6-BDFE-43E7-A070-24B46DF0227F}" dt="2025-11-13T20:25:16.469" v="2932" actId="20577"/>
          <ac:spMkLst>
            <pc:docMk/>
            <pc:sldMk cId="3026215830" sldId="491"/>
            <ac:spMk id="3" creationId="{11D43033-4D62-7F19-E1B5-0DAD4F99DA63}"/>
          </ac:spMkLst>
        </pc:spChg>
        <pc:spChg chg="del">
          <ac:chgData name="Josh Hug" userId="e2159f7335c131c2" providerId="LiveId" clId="{138F76F6-BDFE-43E7-A070-24B46DF0227F}" dt="2025-11-13T20:24:31.987" v="2742" actId="478"/>
          <ac:spMkLst>
            <pc:docMk/>
            <pc:sldMk cId="3026215830" sldId="491"/>
            <ac:spMk id="4" creationId="{ADA59560-4D3D-AFB7-C300-8013DDE50C31}"/>
          </ac:spMkLst>
        </pc:spChg>
        <pc:spChg chg="del">
          <ac:chgData name="Josh Hug" userId="e2159f7335c131c2" providerId="LiveId" clId="{138F76F6-BDFE-43E7-A070-24B46DF0227F}" dt="2025-11-13T20:24:31.987" v="2742" actId="478"/>
          <ac:spMkLst>
            <pc:docMk/>
            <pc:sldMk cId="3026215830" sldId="491"/>
            <ac:spMk id="5" creationId="{68DB7D44-6E0E-D379-85A8-B1D8BB2BE6B4}"/>
          </ac:spMkLst>
        </pc:spChg>
        <pc:spChg chg="del">
          <ac:chgData name="Josh Hug" userId="e2159f7335c131c2" providerId="LiveId" clId="{138F76F6-BDFE-43E7-A070-24B46DF0227F}" dt="2025-11-13T20:24:31.987" v="2742" actId="478"/>
          <ac:spMkLst>
            <pc:docMk/>
            <pc:sldMk cId="3026215830" sldId="491"/>
            <ac:spMk id="6" creationId="{67757545-4CF2-EB62-8E77-9DDD1BB841C2}"/>
          </ac:spMkLst>
        </pc:spChg>
        <pc:spChg chg="add mod">
          <ac:chgData name="Josh Hug" userId="e2159f7335c131c2" providerId="LiveId" clId="{138F76F6-BDFE-43E7-A070-24B46DF0227F}" dt="2025-11-13T20:26:21.751" v="2996" actId="1076"/>
          <ac:spMkLst>
            <pc:docMk/>
            <pc:sldMk cId="3026215830" sldId="491"/>
            <ac:spMk id="10" creationId="{A36E19F1-9602-33B8-E0FA-5A75F771E805}"/>
          </ac:spMkLst>
        </pc:spChg>
        <pc:spChg chg="del">
          <ac:chgData name="Josh Hug" userId="e2159f7335c131c2" providerId="LiveId" clId="{138F76F6-BDFE-43E7-A070-24B46DF0227F}" dt="2025-11-13T20:24:31.987" v="2742" actId="478"/>
          <ac:spMkLst>
            <pc:docMk/>
            <pc:sldMk cId="3026215830" sldId="491"/>
            <ac:spMk id="11" creationId="{3919398C-F5A7-47EB-D1FE-A2D9263F3F03}"/>
          </ac:spMkLst>
        </pc:spChg>
        <pc:spChg chg="del">
          <ac:chgData name="Josh Hug" userId="e2159f7335c131c2" providerId="LiveId" clId="{138F76F6-BDFE-43E7-A070-24B46DF0227F}" dt="2025-11-13T20:24:31.987" v="2742" actId="478"/>
          <ac:spMkLst>
            <pc:docMk/>
            <pc:sldMk cId="3026215830" sldId="491"/>
            <ac:spMk id="17" creationId="{9CA84FB0-211E-DEC0-F947-D63D078B5592}"/>
          </ac:spMkLst>
        </pc:spChg>
        <pc:cxnChg chg="del">
          <ac:chgData name="Josh Hug" userId="e2159f7335c131c2" providerId="LiveId" clId="{138F76F6-BDFE-43E7-A070-24B46DF0227F}" dt="2025-11-13T20:24:31.987" v="2742" actId="478"/>
          <ac:cxnSpMkLst>
            <pc:docMk/>
            <pc:sldMk cId="3026215830" sldId="491"/>
            <ac:cxnSpMk id="8" creationId="{EF24436D-C401-34C9-2167-CAEE3B92E07A}"/>
          </ac:cxnSpMkLst>
        </pc:cxnChg>
        <pc:cxnChg chg="del">
          <ac:chgData name="Josh Hug" userId="e2159f7335c131c2" providerId="LiveId" clId="{138F76F6-BDFE-43E7-A070-24B46DF0227F}" dt="2025-11-13T20:24:31.987" v="2742" actId="478"/>
          <ac:cxnSpMkLst>
            <pc:docMk/>
            <pc:sldMk cId="3026215830" sldId="491"/>
            <ac:cxnSpMk id="9" creationId="{4258C8AF-1AD2-DD35-30E0-BA0D8279A96F}"/>
          </ac:cxnSpMkLst>
        </pc:cxnChg>
        <pc:cxnChg chg="del mod">
          <ac:chgData name="Josh Hug" userId="e2159f7335c131c2" providerId="LiveId" clId="{138F76F6-BDFE-43E7-A070-24B46DF0227F}" dt="2025-11-13T20:24:31.987" v="2742" actId="478"/>
          <ac:cxnSpMkLst>
            <pc:docMk/>
            <pc:sldMk cId="3026215830" sldId="491"/>
            <ac:cxnSpMk id="13" creationId="{9E44B098-B378-FA46-841B-E876924276A7}"/>
          </ac:cxnSpMkLst>
        </pc:cxnChg>
        <pc:cxnChg chg="del">
          <ac:chgData name="Josh Hug" userId="e2159f7335c131c2" providerId="LiveId" clId="{138F76F6-BDFE-43E7-A070-24B46DF0227F}" dt="2025-11-13T20:24:31.987" v="2742" actId="478"/>
          <ac:cxnSpMkLst>
            <pc:docMk/>
            <pc:sldMk cId="3026215830" sldId="491"/>
            <ac:cxnSpMk id="16" creationId="{5512A75A-6588-FDCF-7504-D27860198393}"/>
          </ac:cxnSpMkLst>
        </pc:cxnChg>
      </pc:sldChg>
      <pc:sldChg chg="addSp delSp modSp add mod">
        <pc:chgData name="Josh Hug" userId="e2159f7335c131c2" providerId="LiveId" clId="{138F76F6-BDFE-43E7-A070-24B46DF0227F}" dt="2025-11-13T20:52:46.058" v="3550" actId="20577"/>
        <pc:sldMkLst>
          <pc:docMk/>
          <pc:sldMk cId="2119457592" sldId="492"/>
        </pc:sldMkLst>
        <pc:spChg chg="mod">
          <ac:chgData name="Josh Hug" userId="e2159f7335c131c2" providerId="LiveId" clId="{138F76F6-BDFE-43E7-A070-24B46DF0227F}" dt="2025-11-13T20:26:32.917" v="3021" actId="20577"/>
          <ac:spMkLst>
            <pc:docMk/>
            <pc:sldMk cId="2119457592" sldId="492"/>
            <ac:spMk id="2" creationId="{4BB20508-0616-762A-E9C4-0A66B781B45D}"/>
          </ac:spMkLst>
        </pc:spChg>
        <pc:spChg chg="mod">
          <ac:chgData name="Josh Hug" userId="e2159f7335c131c2" providerId="LiveId" clId="{138F76F6-BDFE-43E7-A070-24B46DF0227F}" dt="2025-11-13T20:52:46.058" v="3550" actId="20577"/>
          <ac:spMkLst>
            <pc:docMk/>
            <pc:sldMk cId="2119457592" sldId="492"/>
            <ac:spMk id="3" creationId="{65831E91-0F57-C994-983D-2DE7753122CF}"/>
          </ac:spMkLst>
        </pc:spChg>
        <pc:spChg chg="add mod">
          <ac:chgData name="Josh Hug" userId="e2159f7335c131c2" providerId="LiveId" clId="{138F76F6-BDFE-43E7-A070-24B46DF0227F}" dt="2025-11-13T20:26:43.250" v="3039" actId="1076"/>
          <ac:spMkLst>
            <pc:docMk/>
            <pc:sldMk cId="2119457592" sldId="492"/>
            <ac:spMk id="4" creationId="{517F238D-5257-3890-9D14-44A9D9F7B535}"/>
          </ac:spMkLst>
        </pc:spChg>
        <pc:spChg chg="add mod">
          <ac:chgData name="Josh Hug" userId="e2159f7335c131c2" providerId="LiveId" clId="{138F76F6-BDFE-43E7-A070-24B46DF0227F}" dt="2025-11-13T20:52:20.232" v="3348" actId="1076"/>
          <ac:spMkLst>
            <pc:docMk/>
            <pc:sldMk cId="2119457592" sldId="492"/>
            <ac:spMk id="6" creationId="{4DB983F1-839B-0B17-9BD6-25CD4A465E97}"/>
          </ac:spMkLst>
        </pc:spChg>
        <pc:spChg chg="del">
          <ac:chgData name="Josh Hug" userId="e2159f7335c131c2" providerId="LiveId" clId="{138F76F6-BDFE-43E7-A070-24B46DF0227F}" dt="2025-11-13T20:26:38.182" v="3034" actId="21"/>
          <ac:spMkLst>
            <pc:docMk/>
            <pc:sldMk cId="2119457592" sldId="492"/>
            <ac:spMk id="10" creationId="{517F238D-5257-3890-9D14-44A9D9F7B535}"/>
          </ac:spMkLst>
        </pc:spChg>
      </pc:sldChg>
      <pc:sldChg chg="modSp new mod setBg">
        <pc:chgData name="Josh Hug" userId="e2159f7335c131c2" providerId="LiveId" clId="{138F76F6-BDFE-43E7-A070-24B46DF0227F}" dt="2025-11-13T21:00:20.739" v="4079" actId="20577"/>
        <pc:sldMkLst>
          <pc:docMk/>
          <pc:sldMk cId="2864869631" sldId="493"/>
        </pc:sldMkLst>
        <pc:spChg chg="mod">
          <ac:chgData name="Josh Hug" userId="e2159f7335c131c2" providerId="LiveId" clId="{138F76F6-BDFE-43E7-A070-24B46DF0227F}" dt="2025-11-13T20:53:07.042" v="3594" actId="20577"/>
          <ac:spMkLst>
            <pc:docMk/>
            <pc:sldMk cId="2864869631" sldId="493"/>
            <ac:spMk id="2" creationId="{567AC47A-5D19-1E23-A7B3-DC8D2BA4EFE7}"/>
          </ac:spMkLst>
        </pc:spChg>
        <pc:spChg chg="mod">
          <ac:chgData name="Josh Hug" userId="e2159f7335c131c2" providerId="LiveId" clId="{138F76F6-BDFE-43E7-A070-24B46DF0227F}" dt="2025-11-13T21:00:20.739" v="4079" actId="20577"/>
          <ac:spMkLst>
            <pc:docMk/>
            <pc:sldMk cId="2864869631" sldId="493"/>
            <ac:spMk id="3" creationId="{577B95D0-2789-A02C-5063-DFAD1FFCE9DA}"/>
          </ac:spMkLst>
        </pc:spChg>
      </pc:sldChg>
      <pc:sldChg chg="addSp delSp modSp add mod setBg">
        <pc:chgData name="Josh Hug" userId="e2159f7335c131c2" providerId="LiveId" clId="{138F76F6-BDFE-43E7-A070-24B46DF0227F}" dt="2025-11-13T21:01:02.840" v="4098"/>
        <pc:sldMkLst>
          <pc:docMk/>
          <pc:sldMk cId="3170525331" sldId="494"/>
        </pc:sldMkLst>
        <pc:spChg chg="mod">
          <ac:chgData name="Josh Hug" userId="e2159f7335c131c2" providerId="LiveId" clId="{138F76F6-BDFE-43E7-A070-24B46DF0227F}" dt="2025-11-13T21:00:45.390" v="4094" actId="20577"/>
          <ac:spMkLst>
            <pc:docMk/>
            <pc:sldMk cId="3170525331" sldId="494"/>
            <ac:spMk id="3" creationId="{89F65D3D-3967-317A-46CC-E37370B72397}"/>
          </ac:spMkLst>
        </pc:spChg>
        <pc:graphicFrameChg chg="add del mod modGraphic">
          <ac:chgData name="Josh Hug" userId="e2159f7335c131c2" providerId="LiveId" clId="{138F76F6-BDFE-43E7-A070-24B46DF0227F}" dt="2025-11-13T21:00:46.727" v="4095" actId="478"/>
          <ac:graphicFrameMkLst>
            <pc:docMk/>
            <pc:sldMk cId="3170525331" sldId="494"/>
            <ac:graphicFrameMk id="4" creationId="{6A118185-EDEF-DA2A-39C4-81B793C57EE5}"/>
          </ac:graphicFrameMkLst>
        </pc:graphicFrameChg>
      </pc:sldChg>
      <pc:sldChg chg="add del">
        <pc:chgData name="Josh Hug" userId="e2159f7335c131c2" providerId="LiveId" clId="{138F76F6-BDFE-43E7-A070-24B46DF0227F}" dt="2025-11-13T21:00:29.851" v="4082"/>
        <pc:sldMkLst>
          <pc:docMk/>
          <pc:sldMk cId="803057106" sldId="495"/>
        </pc:sldMkLst>
      </pc:sldChg>
      <pc:sldChg chg="modSp add mod setBg">
        <pc:chgData name="Josh Hug" userId="e2159f7335c131c2" providerId="LiveId" clId="{138F76F6-BDFE-43E7-A070-24B46DF0227F}" dt="2025-11-13T21:01:34.415" v="4147" actId="20577"/>
        <pc:sldMkLst>
          <pc:docMk/>
          <pc:sldMk cId="2721320957" sldId="495"/>
        </pc:sldMkLst>
        <pc:spChg chg="mod">
          <ac:chgData name="Josh Hug" userId="e2159f7335c131c2" providerId="LiveId" clId="{138F76F6-BDFE-43E7-A070-24B46DF0227F}" dt="2025-11-13T21:01:34.415" v="4147" actId="20577"/>
          <ac:spMkLst>
            <pc:docMk/>
            <pc:sldMk cId="2721320957" sldId="495"/>
            <ac:spMk id="3" creationId="{4F5F63E5-397D-037C-F330-9D1C45EAF122}"/>
          </ac:spMkLst>
        </pc:spChg>
      </pc:sldChg>
      <pc:sldChg chg="add del">
        <pc:chgData name="Josh Hug" userId="e2159f7335c131c2" providerId="LiveId" clId="{138F76F6-BDFE-43E7-A070-24B46DF0227F}" dt="2025-11-13T21:00:31.461" v="4084"/>
        <pc:sldMkLst>
          <pc:docMk/>
          <pc:sldMk cId="4124476063" sldId="495"/>
        </pc:sldMkLst>
      </pc:sldChg>
      <pc:sldChg chg="add setBg">
        <pc:chgData name="Josh Hug" userId="e2159f7335c131c2" providerId="LiveId" clId="{138F76F6-BDFE-43E7-A070-24B46DF0227F}" dt="2025-11-13T21:01:10.602" v="4099"/>
        <pc:sldMkLst>
          <pc:docMk/>
          <pc:sldMk cId="1989616959" sldId="496"/>
        </pc:sldMkLst>
      </pc:sldChg>
      <pc:sldChg chg="add del">
        <pc:chgData name="Josh Hug" userId="e2159f7335c131c2" providerId="LiveId" clId="{138F76F6-BDFE-43E7-A070-24B46DF0227F}" dt="2025-11-13T21:24:46.663" v="5707" actId="47"/>
        <pc:sldMkLst>
          <pc:docMk/>
          <pc:sldMk cId="1071143823" sldId="497"/>
        </pc:sldMkLst>
      </pc:sldChg>
      <pc:sldChg chg="modSp add ord setBg">
        <pc:chgData name="Josh Hug" userId="e2159f7335c131c2" providerId="LiveId" clId="{138F76F6-BDFE-43E7-A070-24B46DF0227F}" dt="2025-11-13T21:01:44.099" v="4151" actId="20577"/>
        <pc:sldMkLst>
          <pc:docMk/>
          <pc:sldMk cId="3546223085" sldId="498"/>
        </pc:sldMkLst>
        <pc:spChg chg="mod">
          <ac:chgData name="Josh Hug" userId="e2159f7335c131c2" providerId="LiveId" clId="{138F76F6-BDFE-43E7-A070-24B46DF0227F}" dt="2025-11-13T21:01:44.099" v="4151" actId="20577"/>
          <ac:spMkLst>
            <pc:docMk/>
            <pc:sldMk cId="3546223085" sldId="498"/>
            <ac:spMk id="3" creationId="{0A6AE1AA-B3A3-5CDF-E7CA-4404AAADB4F0}"/>
          </ac:spMkLst>
        </pc:spChg>
      </pc:sldChg>
      <pc:sldChg chg="addSp modSp add mod setBg">
        <pc:chgData name="Josh Hug" userId="e2159f7335c131c2" providerId="LiveId" clId="{138F76F6-BDFE-43E7-A070-24B46DF0227F}" dt="2025-11-13T21:02:54.071" v="4220" actId="20577"/>
        <pc:sldMkLst>
          <pc:docMk/>
          <pc:sldMk cId="642816813" sldId="499"/>
        </pc:sldMkLst>
        <pc:spChg chg="mod">
          <ac:chgData name="Josh Hug" userId="e2159f7335c131c2" providerId="LiveId" clId="{138F76F6-BDFE-43E7-A070-24B46DF0227F}" dt="2025-11-13T21:02:54.071" v="4220" actId="20577"/>
          <ac:spMkLst>
            <pc:docMk/>
            <pc:sldMk cId="642816813" sldId="499"/>
            <ac:spMk id="3" creationId="{AFBC106E-985F-0EED-2698-B6F2372D8C3F}"/>
          </ac:spMkLst>
        </pc:spChg>
        <pc:graphicFrameChg chg="mod">
          <ac:chgData name="Josh Hug" userId="e2159f7335c131c2" providerId="LiveId" clId="{138F76F6-BDFE-43E7-A070-24B46DF0227F}" dt="2025-11-13T21:01:58.984" v="4154"/>
          <ac:graphicFrameMkLst>
            <pc:docMk/>
            <pc:sldMk cId="642816813" sldId="499"/>
            <ac:graphicFrameMk id="4" creationId="{872E2FC4-05A9-6BC5-374F-C325A7700BBE}"/>
          </ac:graphicFrameMkLst>
        </pc:graphicFrameChg>
        <pc:graphicFrameChg chg="add mod modGraphic">
          <ac:chgData name="Josh Hug" userId="e2159f7335c131c2" providerId="LiveId" clId="{138F76F6-BDFE-43E7-A070-24B46DF0227F}" dt="2025-11-13T21:02:23.510" v="4198" actId="20577"/>
          <ac:graphicFrameMkLst>
            <pc:docMk/>
            <pc:sldMk cId="642816813" sldId="499"/>
            <ac:graphicFrameMk id="5" creationId="{99A81237-61E9-7BEE-7019-A3E80A640818}"/>
          </ac:graphicFrameMkLst>
        </pc:graphicFrameChg>
      </pc:sldChg>
      <pc:sldChg chg="modSp add mod setBg">
        <pc:chgData name="Josh Hug" userId="e2159f7335c131c2" providerId="LiveId" clId="{138F76F6-BDFE-43E7-A070-24B46DF0227F}" dt="2025-11-13T21:03:14.901" v="4240" actId="20577"/>
        <pc:sldMkLst>
          <pc:docMk/>
          <pc:sldMk cId="4216766795" sldId="500"/>
        </pc:sldMkLst>
        <pc:spChg chg="mod">
          <ac:chgData name="Josh Hug" userId="e2159f7335c131c2" providerId="LiveId" clId="{138F76F6-BDFE-43E7-A070-24B46DF0227F}" dt="2025-11-13T21:03:14.901" v="4240" actId="20577"/>
          <ac:spMkLst>
            <pc:docMk/>
            <pc:sldMk cId="4216766795" sldId="500"/>
            <ac:spMk id="3" creationId="{9C10CCB4-BDDA-53F7-8D33-FCB388F5B61B}"/>
          </ac:spMkLst>
        </pc:spChg>
      </pc:sldChg>
      <pc:sldChg chg="modSp add mod setBg">
        <pc:chgData name="Josh Hug" userId="e2159f7335c131c2" providerId="LiveId" clId="{138F76F6-BDFE-43E7-A070-24B46DF0227F}" dt="2025-11-13T21:06:09.112" v="4312" actId="20577"/>
        <pc:sldMkLst>
          <pc:docMk/>
          <pc:sldMk cId="2832496998" sldId="501"/>
        </pc:sldMkLst>
        <pc:spChg chg="mod">
          <ac:chgData name="Josh Hug" userId="e2159f7335c131c2" providerId="LiveId" clId="{138F76F6-BDFE-43E7-A070-24B46DF0227F}" dt="2025-11-13T21:06:09.112" v="4312" actId="20577"/>
          <ac:spMkLst>
            <pc:docMk/>
            <pc:sldMk cId="2832496998" sldId="501"/>
            <ac:spMk id="3" creationId="{C64E42D1-3B43-41CD-BF81-BD666C11788E}"/>
          </ac:spMkLst>
        </pc:spChg>
      </pc:sldChg>
      <pc:sldChg chg="addSp delSp modSp new mod modAnim">
        <pc:chgData name="Josh Hug" userId="e2159f7335c131c2" providerId="LiveId" clId="{138F76F6-BDFE-43E7-A070-24B46DF0227F}" dt="2025-11-13T21:10:58.464" v="4764" actId="20577"/>
        <pc:sldMkLst>
          <pc:docMk/>
          <pc:sldMk cId="2528099209" sldId="502"/>
        </pc:sldMkLst>
        <pc:spChg chg="mod">
          <ac:chgData name="Josh Hug" userId="e2159f7335c131c2" providerId="LiveId" clId="{138F76F6-BDFE-43E7-A070-24B46DF0227F}" dt="2025-11-13T21:06:19.232" v="4366" actId="20577"/>
          <ac:spMkLst>
            <pc:docMk/>
            <pc:sldMk cId="2528099209" sldId="502"/>
            <ac:spMk id="2" creationId="{F7042E6F-C9DA-3921-651D-2EB718204C5A}"/>
          </ac:spMkLst>
        </pc:spChg>
        <pc:spChg chg="mod">
          <ac:chgData name="Josh Hug" userId="e2159f7335c131c2" providerId="LiveId" clId="{138F76F6-BDFE-43E7-A070-24B46DF0227F}" dt="2025-11-13T21:10:58.464" v="4764" actId="20577"/>
          <ac:spMkLst>
            <pc:docMk/>
            <pc:sldMk cId="2528099209" sldId="502"/>
            <ac:spMk id="3" creationId="{470E280F-1E9A-6BAA-84DC-183E3758762A}"/>
          </ac:spMkLst>
        </pc:spChg>
        <pc:spChg chg="add mod">
          <ac:chgData name="Josh Hug" userId="e2159f7335c131c2" providerId="LiveId" clId="{138F76F6-BDFE-43E7-A070-24B46DF0227F}" dt="2025-11-13T21:10:51.735" v="4762" actId="1076"/>
          <ac:spMkLst>
            <pc:docMk/>
            <pc:sldMk cId="2528099209" sldId="502"/>
            <ac:spMk id="4" creationId="{7322B081-B5E9-42E1-5B5C-D22DFC1B3016}"/>
          </ac:spMkLst>
        </pc:spChg>
        <pc:spChg chg="add mod">
          <ac:chgData name="Josh Hug" userId="e2159f7335c131c2" providerId="LiveId" clId="{138F76F6-BDFE-43E7-A070-24B46DF0227F}" dt="2025-11-13T21:08:29.609" v="4565" actId="1076"/>
          <ac:spMkLst>
            <pc:docMk/>
            <pc:sldMk cId="2528099209" sldId="502"/>
            <ac:spMk id="6" creationId="{A81DF702-35B2-FA40-37CF-C6E00806767B}"/>
          </ac:spMkLst>
        </pc:spChg>
        <pc:spChg chg="add del mod">
          <ac:chgData name="Josh Hug" userId="e2159f7335c131c2" providerId="LiveId" clId="{138F76F6-BDFE-43E7-A070-24B46DF0227F}" dt="2025-11-13T21:07:45.102" v="4486" actId="478"/>
          <ac:spMkLst>
            <pc:docMk/>
            <pc:sldMk cId="2528099209" sldId="502"/>
            <ac:spMk id="7" creationId="{C7A7C1D9-E78B-85C6-8F90-47F1A00CE6CF}"/>
          </ac:spMkLst>
        </pc:spChg>
        <pc:spChg chg="add mod">
          <ac:chgData name="Josh Hug" userId="e2159f7335c131c2" providerId="LiveId" clId="{138F76F6-BDFE-43E7-A070-24B46DF0227F}" dt="2025-11-13T21:09:11.695" v="4623" actId="1076"/>
          <ac:spMkLst>
            <pc:docMk/>
            <pc:sldMk cId="2528099209" sldId="502"/>
            <ac:spMk id="9" creationId="{BD830FA6-1920-61E2-4F34-D85130A7B977}"/>
          </ac:spMkLst>
        </pc:spChg>
        <pc:spChg chg="add mod">
          <ac:chgData name="Josh Hug" userId="e2159f7335c131c2" providerId="LiveId" clId="{138F76F6-BDFE-43E7-A070-24B46DF0227F}" dt="2025-11-13T21:09:48.233" v="4642" actId="1076"/>
          <ac:spMkLst>
            <pc:docMk/>
            <pc:sldMk cId="2528099209" sldId="502"/>
            <ac:spMk id="11" creationId="{C1777D22-D494-D131-CFF7-47C560889213}"/>
          </ac:spMkLst>
        </pc:spChg>
      </pc:sldChg>
      <pc:sldChg chg="addSp modSp new mod">
        <pc:chgData name="Josh Hug" userId="e2159f7335c131c2" providerId="LiveId" clId="{138F76F6-BDFE-43E7-A070-24B46DF0227F}" dt="2025-11-13T21:44:25.336" v="6445" actId="6549"/>
        <pc:sldMkLst>
          <pc:docMk/>
          <pc:sldMk cId="44541436" sldId="503"/>
        </pc:sldMkLst>
        <pc:spChg chg="mod">
          <ac:chgData name="Josh Hug" userId="e2159f7335c131c2" providerId="LiveId" clId="{138F76F6-BDFE-43E7-A070-24B46DF0227F}" dt="2025-11-13T21:10:20.500" v="4760" actId="20577"/>
          <ac:spMkLst>
            <pc:docMk/>
            <pc:sldMk cId="44541436" sldId="503"/>
            <ac:spMk id="2" creationId="{17E1E500-CCB5-95AE-6D3E-78CD86BC7E91}"/>
          </ac:spMkLst>
        </pc:spChg>
        <pc:spChg chg="mod">
          <ac:chgData name="Josh Hug" userId="e2159f7335c131c2" providerId="LiveId" clId="{138F76F6-BDFE-43E7-A070-24B46DF0227F}" dt="2025-11-13T21:44:25.336" v="6445" actId="6549"/>
          <ac:spMkLst>
            <pc:docMk/>
            <pc:sldMk cId="44541436" sldId="503"/>
            <ac:spMk id="3" creationId="{EAE2753A-6C3F-CA86-3772-98FB3447C817}"/>
          </ac:spMkLst>
        </pc:spChg>
        <pc:spChg chg="add mod">
          <ac:chgData name="Josh Hug" userId="e2159f7335c131c2" providerId="LiveId" clId="{138F76F6-BDFE-43E7-A070-24B46DF0227F}" dt="2025-11-13T21:44:12.077" v="6423" actId="1076"/>
          <ac:spMkLst>
            <pc:docMk/>
            <pc:sldMk cId="44541436" sldId="503"/>
            <ac:spMk id="5" creationId="{4D322F25-5434-E920-8B0B-0FB8C48B0C74}"/>
          </ac:spMkLst>
        </pc:spChg>
        <pc:spChg chg="add mod">
          <ac:chgData name="Josh Hug" userId="e2159f7335c131c2" providerId="LiveId" clId="{138F76F6-BDFE-43E7-A070-24B46DF0227F}" dt="2025-11-13T21:21:22.771" v="5446" actId="1076"/>
          <ac:spMkLst>
            <pc:docMk/>
            <pc:sldMk cId="44541436" sldId="503"/>
            <ac:spMk id="7" creationId="{3E100884-8B17-4A98-A304-0771FE0C4E76}"/>
          </ac:spMkLst>
        </pc:spChg>
        <pc:spChg chg="add mod">
          <ac:chgData name="Josh Hug" userId="e2159f7335c131c2" providerId="LiveId" clId="{138F76F6-BDFE-43E7-A070-24B46DF0227F}" dt="2025-11-13T21:43:00.623" v="6373" actId="20577"/>
          <ac:spMkLst>
            <pc:docMk/>
            <pc:sldMk cId="44541436" sldId="503"/>
            <ac:spMk id="9" creationId="{B1C82EB4-A9EA-BF04-F41D-536A8CDFA681}"/>
          </ac:spMkLst>
        </pc:spChg>
      </pc:sldChg>
      <pc:sldChg chg="delSp modSp add del mod ord">
        <pc:chgData name="Josh Hug" userId="e2159f7335c131c2" providerId="LiveId" clId="{138F76F6-BDFE-43E7-A070-24B46DF0227F}" dt="2025-11-13T21:42:42.665" v="6371" actId="47"/>
        <pc:sldMkLst>
          <pc:docMk/>
          <pc:sldMk cId="2666061061" sldId="504"/>
        </pc:sldMkLst>
        <pc:spChg chg="mod">
          <ac:chgData name="Josh Hug" userId="e2159f7335c131c2" providerId="LiveId" clId="{138F76F6-BDFE-43E7-A070-24B46DF0227F}" dt="2025-11-13T21:18:30.394" v="5415" actId="20577"/>
          <ac:spMkLst>
            <pc:docMk/>
            <pc:sldMk cId="2666061061" sldId="504"/>
            <ac:spMk id="3" creationId="{11D357AE-79F6-842F-DCCC-3104ECD965C6}"/>
          </ac:spMkLst>
        </pc:spChg>
        <pc:spChg chg="del">
          <ac:chgData name="Josh Hug" userId="e2159f7335c131c2" providerId="LiveId" clId="{138F76F6-BDFE-43E7-A070-24B46DF0227F}" dt="2025-11-13T21:18:20.618" v="5403" actId="478"/>
          <ac:spMkLst>
            <pc:docMk/>
            <pc:sldMk cId="2666061061" sldId="504"/>
            <ac:spMk id="5" creationId="{0E82F34B-5607-5225-E0A4-6D4232FFA4A8}"/>
          </ac:spMkLst>
        </pc:spChg>
        <pc:spChg chg="del">
          <ac:chgData name="Josh Hug" userId="e2159f7335c131c2" providerId="LiveId" clId="{138F76F6-BDFE-43E7-A070-24B46DF0227F}" dt="2025-11-13T21:18:22.057" v="5404" actId="478"/>
          <ac:spMkLst>
            <pc:docMk/>
            <pc:sldMk cId="2666061061" sldId="504"/>
            <ac:spMk id="7" creationId="{4D1CEAAC-B14B-145E-1155-09D82899FDB7}"/>
          </ac:spMkLst>
        </pc:spChg>
        <pc:spChg chg="mod">
          <ac:chgData name="Josh Hug" userId="e2159f7335c131c2" providerId="LiveId" clId="{138F76F6-BDFE-43E7-A070-24B46DF0227F}" dt="2025-11-13T21:18:25.284" v="5406" actId="1076"/>
          <ac:spMkLst>
            <pc:docMk/>
            <pc:sldMk cId="2666061061" sldId="504"/>
            <ac:spMk id="9" creationId="{D322509A-0A4F-FA01-5FC9-33A2E8153FDD}"/>
          </ac:spMkLst>
        </pc:spChg>
      </pc:sldChg>
      <pc:sldChg chg="modSp add mod">
        <pc:chgData name="Josh Hug" userId="e2159f7335c131c2" providerId="LiveId" clId="{138F76F6-BDFE-43E7-A070-24B46DF0227F}" dt="2025-11-13T21:19:32.369" v="5442"/>
        <pc:sldMkLst>
          <pc:docMk/>
          <pc:sldMk cId="3525757439" sldId="505"/>
        </pc:sldMkLst>
        <pc:spChg chg="mod">
          <ac:chgData name="Josh Hug" userId="e2159f7335c131c2" providerId="LiveId" clId="{138F76F6-BDFE-43E7-A070-24B46DF0227F}" dt="2025-11-13T21:19:09.859" v="5424" actId="20577"/>
          <ac:spMkLst>
            <pc:docMk/>
            <pc:sldMk cId="3525757439" sldId="505"/>
            <ac:spMk id="2" creationId="{83FEEDBE-8C5E-F37A-CD3E-1FE0CCAF99B7}"/>
          </ac:spMkLst>
        </pc:spChg>
        <pc:spChg chg="mod">
          <ac:chgData name="Josh Hug" userId="e2159f7335c131c2" providerId="LiveId" clId="{138F76F6-BDFE-43E7-A070-24B46DF0227F}" dt="2025-11-13T21:19:31.536" v="5441" actId="1076"/>
          <ac:spMkLst>
            <pc:docMk/>
            <pc:sldMk cId="3525757439" sldId="505"/>
            <ac:spMk id="3" creationId="{78261676-843F-312A-1AC8-92366CAA35F1}"/>
          </ac:spMkLst>
        </pc:spChg>
        <pc:spChg chg="mod">
          <ac:chgData name="Josh Hug" userId="e2159f7335c131c2" providerId="LiveId" clId="{138F76F6-BDFE-43E7-A070-24B46DF0227F}" dt="2025-11-13T21:19:32.369" v="5442"/>
          <ac:spMkLst>
            <pc:docMk/>
            <pc:sldMk cId="3525757439" sldId="505"/>
            <ac:spMk id="5" creationId="{A8620A2C-344C-8652-73A1-07A7DA182994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11503D0-B2A1-404A-4E4F-55A3EA65CD3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DBCFC8-C0DE-311A-C5A6-26DC8B48835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69414A-D032-1A4D-90CB-BC259D65F813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85B715-74B6-5B23-9A47-FF3BA0B5325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20CE52-9100-415C-39A2-C29FBF018B6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4A23A8-7B1F-7746-ACE0-490D0656D5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4874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69E78D-A8C0-480E-889F-8EC1F2071405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A6D8E4-4389-4BDB-844A-A58F014B29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6752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A6D8E4-4389-4BDB-844A-A58F014B292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2574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A6D8E4-4389-4BDB-844A-A58F014B2926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5701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A6D8E4-4389-4BDB-844A-A58F014B2926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6336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A6D8E4-4389-4BDB-844A-A58F014B2926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2493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261F52-0747-1080-1844-9D02D158D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386861-E13F-B05B-996F-241A5AF595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35CDC7-F2F5-DB65-7398-B185994BA1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F14B85-7B92-C61E-62BA-22DCD9B422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A6D8E4-4389-4BDB-844A-A58F014B2926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8673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5CB1C-3DB1-9377-5B70-51A50FB7B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AAD489-FBC2-CC4E-A12E-D96C429D9A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D3D381-10D4-614A-B05D-9F8A0591FB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C26F19-2CE2-D77A-8AF4-F30F555A27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A6D8E4-4389-4BDB-844A-A58F014B2926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3598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A6D8E4-4389-4BDB-844A-A58F014B2926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1540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549BB5-74C8-6DC8-301C-1D8CF64D7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3FC686-C536-58CB-82B0-2E8F552FC7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6E7378-16A0-3FF8-0EA0-4694C749D3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950DA0-EC1B-DF5E-35D1-67835766AC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A6D8E4-4389-4BDB-844A-A58F014B2926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2736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AA0C1-582E-7BCC-4C23-88805DEC2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F18463-8991-526A-DB3B-4A65811304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4E886D-8A93-F2E0-3055-77B80757F0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E98E1B-E9D5-38FB-00F8-A30D59F41F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A6D8E4-4389-4BDB-844A-A58F014B2926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2222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35855-ADA6-ED58-896D-06A606CA5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5DFD2A-A3F8-AB01-E082-22E2B2CF7C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8DF805-E641-3DDC-6EAF-60D0346DBB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B8A6A3-AE3E-3C86-F994-51FBD85B11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A6D8E4-4389-4BDB-844A-A58F014B2926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4152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EA8BC-51E7-FA47-68D7-5FC18100E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1CD280-0A17-77E3-4DA9-8102D12D89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94D3D9-EC47-C9C4-3E18-B249FAB217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E7D9DB-85CF-3BB4-0E70-01DDEFE2EB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A6D8E4-4389-4BDB-844A-A58F014B2926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4945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188871-6806-240E-C36F-D50A34A5D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A592FA-44C3-D76C-ED8F-66B7316619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DBF08A-FB65-458E-A6FA-C0D4B45172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B1FB16-366B-BFFE-C404-7F15739FA5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A6D8E4-4389-4BDB-844A-A58F014B2926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4403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26;p5">
            <a:extLst>
              <a:ext uri="{FF2B5EF4-FFF2-40B4-BE49-F238E27FC236}">
                <a16:creationId xmlns:a16="http://schemas.microsoft.com/office/drawing/2014/main" id="{54018777-5825-1DD9-F0F1-CB39782E2522}"/>
              </a:ext>
            </a:extLst>
          </p:cNvPr>
          <p:cNvSpPr/>
          <p:nvPr userDrawn="1"/>
        </p:nvSpPr>
        <p:spPr>
          <a:xfrm>
            <a:off x="7883" y="10251"/>
            <a:ext cx="6019800" cy="6858125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B9C4DB-FE1C-AFF9-6D3D-BE4C2F5EB2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6483" y="2878327"/>
            <a:ext cx="4716517" cy="2387601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9228E1-E086-EB78-46DA-64561B1337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3857" y="5430837"/>
            <a:ext cx="4719145" cy="60960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1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8" name="Google Shape;29;p5">
            <a:extLst>
              <a:ext uri="{FF2B5EF4-FFF2-40B4-BE49-F238E27FC236}">
                <a16:creationId xmlns:a16="http://schemas.microsoft.com/office/drawing/2014/main" id="{A126BCB9-91F0-D815-1454-67C972B79D9D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255" y="6687727"/>
            <a:ext cx="457200" cy="16002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" name="Google Shape;21;p4">
            <a:extLst>
              <a:ext uri="{FF2B5EF4-FFF2-40B4-BE49-F238E27FC236}">
                <a16:creationId xmlns:a16="http://schemas.microsoft.com/office/drawing/2014/main" id="{0517905A-48BB-F8DB-1DE9-61D6A041865B}"/>
              </a:ext>
            </a:extLst>
          </p:cNvPr>
          <p:cNvCxnSpPr>
            <a:cxnSpLocks/>
          </p:cNvCxnSpPr>
          <p:nvPr userDrawn="1"/>
        </p:nvCxnSpPr>
        <p:spPr>
          <a:xfrm>
            <a:off x="223344" y="5311596"/>
            <a:ext cx="4882056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7BE7FE5-5841-F18C-6EA7-DAFDA72B17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096000" y="65087"/>
            <a:ext cx="6096000" cy="6716713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2400"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 algn="l">
              <a:buSzPct val="125000"/>
              <a:defRPr sz="2400"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 marL="1142971" indent="-228594" algn="l">
              <a:buFont typeface="Courier New" panose="02070309020205020404" pitchFamily="49" charset="0"/>
              <a:buChar char="o"/>
              <a:defRPr sz="2400"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 marL="1600160" indent="-228594" algn="l">
              <a:buFont typeface="Wingdings" pitchFamily="2" charset="2"/>
              <a:buChar char="§"/>
              <a:defRPr sz="2400"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 algn="l">
              <a:defRPr sz="2400"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872126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30F85-F851-4F4D-E2E6-07F71CABE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602A28-2CC0-D2A6-A218-DE8C7CFEF9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7" y="533400"/>
            <a:ext cx="11488745" cy="563873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400"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 marL="685783" indent="-228594">
              <a:buSzPct val="100000"/>
              <a:buFont typeface="Courier New" panose="02070309020205020404" pitchFamily="49" charset="0"/>
              <a:buChar char="o"/>
              <a:defRPr sz="2400"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 marL="1142971" indent="-228594">
              <a:buFont typeface="Wingdings" pitchFamily="2" charset="2"/>
              <a:buChar char="§"/>
              <a:defRPr sz="2400"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 marL="1600160" indent="-228594">
              <a:buFont typeface="Arial" panose="020B0604020202020204" pitchFamily="34" charset="0"/>
              <a:buChar char="•"/>
              <a:defRPr sz="2400"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>
              <a:defRPr sz="2400"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03DC90-05B5-A90A-60DC-914CE36E0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6E4CF-373C-401B-BBC8-66AC3A72A4AB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Google Shape;21;p4">
            <a:extLst>
              <a:ext uri="{FF2B5EF4-FFF2-40B4-BE49-F238E27FC236}">
                <a16:creationId xmlns:a16="http://schemas.microsoft.com/office/drawing/2014/main" id="{B141A41B-8850-A20F-A868-FF9415A83C2E}"/>
              </a:ext>
            </a:extLst>
          </p:cNvPr>
          <p:cNvCxnSpPr>
            <a:cxnSpLocks/>
          </p:cNvCxnSpPr>
          <p:nvPr userDrawn="1"/>
        </p:nvCxnSpPr>
        <p:spPr>
          <a:xfrm flipV="1">
            <a:off x="88284" y="457202"/>
            <a:ext cx="10439400" cy="1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0080682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FD4A60-6C16-80BA-4FEA-981785C722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"/>
            <a:ext cx="1051560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6B9CB-D30E-202E-2F40-9EBE6ACE78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06E4CF-373C-401B-BBC8-66AC3A72A4AB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oogle Shape;29;p5">
            <a:extLst>
              <a:ext uri="{FF2B5EF4-FFF2-40B4-BE49-F238E27FC236}">
                <a16:creationId xmlns:a16="http://schemas.microsoft.com/office/drawing/2014/main" id="{7A750F8F-3D3A-3346-1992-68E79F83A01D}"/>
              </a:ext>
            </a:extLst>
          </p:cNvPr>
          <p:cNvPicPr preferRelativeResize="0"/>
          <p:nvPr userDrawn="1"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55" y="6687727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83393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2400" kern="1200">
          <a:solidFill>
            <a:srgbClr val="0B5394"/>
          </a:solidFill>
          <a:latin typeface="Inter Medium" panose="02000603000000020004" pitchFamily="2" charset="0"/>
          <a:ea typeface="Inter Medium" panose="02000603000000020004" pitchFamily="2" charset="0"/>
          <a:cs typeface="Inter Medium" panose="02000603000000020004" pitchFamily="2" charset="0"/>
        </a:defRPr>
      </a:lvl1pPr>
    </p:titleStyle>
    <p:bodyStyle>
      <a:lvl1pPr marL="0" indent="0" algn="l" defTabSz="914377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Inter Light" panose="02000403000000020004" pitchFamily="2" charset="0"/>
          <a:ea typeface="Inter Light" panose="02000403000000020004" pitchFamily="2" charset="0"/>
          <a:cs typeface="Inter Light" panose="02000403000000020004" pitchFamily="2" charset="0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hyperlink" Target="https://joshh.ug/A" TargetMode="Externa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29.png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9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9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9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29.png"/><Relationship Id="rId7" Type="http://schemas.openxmlformats.org/officeDocument/2006/relationships/image" Target="../media/image39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11" Type="http://schemas.openxmlformats.org/officeDocument/2006/relationships/image" Target="../media/image46.png"/><Relationship Id="rId5" Type="http://schemas.openxmlformats.org/officeDocument/2006/relationships/image" Target="../media/image37.png"/><Relationship Id="rId10" Type="http://schemas.openxmlformats.org/officeDocument/2006/relationships/image" Target="../media/image45.png"/><Relationship Id="rId4" Type="http://schemas.openxmlformats.org/officeDocument/2006/relationships/image" Target="../media/image36.png"/><Relationship Id="rId9" Type="http://schemas.openxmlformats.org/officeDocument/2006/relationships/image" Target="../media/image4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29.png"/><Relationship Id="rId7" Type="http://schemas.openxmlformats.org/officeDocument/2006/relationships/image" Target="../media/image39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joshh.ug/B" TargetMode="Externa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joshh.ug/C" TargetMode="Externa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60.png"/><Relationship Id="rId7" Type="http://schemas.openxmlformats.org/officeDocument/2006/relationships/image" Target="../media/image64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joshh.ug/D" TargetMode="External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3" Type="http://schemas.openxmlformats.org/officeDocument/2006/relationships/image" Target="../media/image74.png"/><Relationship Id="rId7" Type="http://schemas.openxmlformats.org/officeDocument/2006/relationships/image" Target="../media/image78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7.png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4" Type="http://schemas.openxmlformats.org/officeDocument/2006/relationships/image" Target="../media/image83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3" Type="http://schemas.openxmlformats.org/officeDocument/2006/relationships/image" Target="../media/image87.png"/><Relationship Id="rId7" Type="http://schemas.openxmlformats.org/officeDocument/2006/relationships/image" Target="../media/image91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.png"/><Relationship Id="rId5" Type="http://schemas.openxmlformats.org/officeDocument/2006/relationships/image" Target="../media/image89.png"/><Relationship Id="rId4" Type="http://schemas.openxmlformats.org/officeDocument/2006/relationships/image" Target="../media/image88.png"/><Relationship Id="rId9" Type="http://schemas.openxmlformats.org/officeDocument/2006/relationships/image" Target="../media/image93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3" Type="http://schemas.openxmlformats.org/officeDocument/2006/relationships/image" Target="../media/image95.png"/><Relationship Id="rId7" Type="http://schemas.openxmlformats.org/officeDocument/2006/relationships/image" Target="../media/image99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8.png"/><Relationship Id="rId5" Type="http://schemas.openxmlformats.org/officeDocument/2006/relationships/image" Target="../media/image97.png"/><Relationship Id="rId4" Type="http://schemas.openxmlformats.org/officeDocument/2006/relationships/image" Target="../media/image96.png"/><Relationship Id="rId9" Type="http://schemas.openxmlformats.org/officeDocument/2006/relationships/image" Target="../media/image9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6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7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3.png"/><Relationship Id="rId4" Type="http://schemas.openxmlformats.org/officeDocument/2006/relationships/image" Target="../media/image112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6.png"/><Relationship Id="rId4" Type="http://schemas.openxmlformats.org/officeDocument/2006/relationships/image" Target="../media/image115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9.png"/><Relationship Id="rId4" Type="http://schemas.openxmlformats.org/officeDocument/2006/relationships/image" Target="../media/image118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3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7" Type="http://schemas.openxmlformats.org/officeDocument/2006/relationships/image" Target="../media/image1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7.png"/><Relationship Id="rId5" Type="http://schemas.openxmlformats.org/officeDocument/2006/relationships/image" Target="../media/image126.png"/><Relationship Id="rId4" Type="http://schemas.openxmlformats.org/officeDocument/2006/relationships/image" Target="../media/image125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png"/><Relationship Id="rId3" Type="http://schemas.openxmlformats.org/officeDocument/2006/relationships/image" Target="../media/image129.png"/><Relationship Id="rId7" Type="http://schemas.openxmlformats.org/officeDocument/2006/relationships/image" Target="../media/image12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7.png"/><Relationship Id="rId5" Type="http://schemas.openxmlformats.org/officeDocument/2006/relationships/image" Target="../media/image126.png"/><Relationship Id="rId10" Type="http://schemas.openxmlformats.org/officeDocument/2006/relationships/hyperlink" Target="https://joshh.ug/E" TargetMode="External"/><Relationship Id="rId4" Type="http://schemas.openxmlformats.org/officeDocument/2006/relationships/image" Target="../media/image125.png"/><Relationship Id="rId9" Type="http://schemas.openxmlformats.org/officeDocument/2006/relationships/image" Target="../media/image131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2.png"/><Relationship Id="rId3" Type="http://schemas.openxmlformats.org/officeDocument/2006/relationships/image" Target="../media/image129.png"/><Relationship Id="rId7" Type="http://schemas.openxmlformats.org/officeDocument/2006/relationships/image" Target="../media/image1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7.png"/><Relationship Id="rId5" Type="http://schemas.openxmlformats.org/officeDocument/2006/relationships/image" Target="../media/image126.png"/><Relationship Id="rId4" Type="http://schemas.openxmlformats.org/officeDocument/2006/relationships/image" Target="../media/image125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4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7.png"/><Relationship Id="rId4" Type="http://schemas.openxmlformats.org/officeDocument/2006/relationships/image" Target="../media/image136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png"/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1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png"/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1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png"/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1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png"/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1.png"/><Relationship Id="rId5" Type="http://schemas.openxmlformats.org/officeDocument/2006/relationships/image" Target="../media/image150.png"/><Relationship Id="rId4" Type="http://schemas.openxmlformats.org/officeDocument/2006/relationships/image" Target="../media/image149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3.png"/><Relationship Id="rId2" Type="http://schemas.openxmlformats.org/officeDocument/2006/relationships/image" Target="../media/image152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5.png"/><Relationship Id="rId2" Type="http://schemas.openxmlformats.org/officeDocument/2006/relationships/image" Target="../media/image15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7.png"/><Relationship Id="rId4" Type="http://schemas.openxmlformats.org/officeDocument/2006/relationships/image" Target="../media/image156.png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2A29A-619A-8056-9860-509E14A0F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5BFF6-48F2-8AE0-AE2E-84CF9B249E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/>
              <a:t>Covariance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99E03F-D903-16C4-D04E-0278962CC1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Lecture 21, CS70 Fall 2025</a:t>
            </a:r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5E65E37B-58D8-A289-26DB-49C35FA5FF73}"/>
              </a:ext>
            </a:extLst>
          </p:cNvPr>
          <p:cNvSpPr txBox="1">
            <a:spLocks/>
          </p:cNvSpPr>
          <p:nvPr/>
        </p:nvSpPr>
        <p:spPr>
          <a:xfrm>
            <a:off x="6248400" y="217487"/>
            <a:ext cx="6096000" cy="671671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 defTabSz="914377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endParaRPr lang="en-US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D81CF12-3A7A-2A4D-ABD2-9F00ADE3061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b="1">
                <a:solidFill>
                  <a:schemeClr val="accent3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Covariance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accent3"/>
                </a:solidFill>
              </a:rPr>
              <a:t>Definition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>
                    <a:lumMod val="65000"/>
                  </a:schemeClr>
                </a:solidFill>
              </a:rPr>
              <a:t>Relationship with Independence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>
                    <a:lumMod val="65000"/>
                  </a:schemeClr>
                </a:solidFill>
              </a:rPr>
              <a:t>Detour: Standardizing Random Variables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>
                    <a:lumMod val="65000"/>
                  </a:schemeClr>
                </a:solidFill>
              </a:rPr>
              <a:t>Property of Covariance, Correlation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US">
                <a:solidFill>
                  <a:schemeClr val="bg1">
                    <a:lumMod val="6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Conditional Expectation</a:t>
            </a:r>
          </a:p>
        </p:txBody>
      </p:sp>
    </p:spTree>
    <p:extLst>
      <p:ext uri="{BB962C8B-B14F-4D97-AF65-F5344CB8AC3E}">
        <p14:creationId xmlns:p14="http://schemas.microsoft.com/office/powerpoint/2010/main" val="4703869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39E84-D6EF-33C2-37A2-1C3A78AEC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Covariance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293243-AF3B-33C0-4E98-FCBAC9F8880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Last time, we showed that:</a:t>
                </a:r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r>
                  <a:rPr lang="en-US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/>
                  <a:t> are independent, then these </a:t>
                </a:r>
                <a:r>
                  <a:rPr lang="en-US">
                    <a:solidFill>
                      <a:schemeClr val="accent3"/>
                    </a:solidFill>
                  </a:rPr>
                  <a:t>blue terms</a:t>
                </a:r>
                <a:r>
                  <a:rPr lang="en-US"/>
                  <a:t> cancel out. </a:t>
                </a:r>
              </a:p>
              <a:p>
                <a:endParaRPr lang="en-US"/>
              </a:p>
              <a:p>
                <a:r>
                  <a:rPr lang="en-US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/>
                  <a:t> are not independent, the variance of the sum will depend on this term.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This term (excluding the factor of 2) is called the </a:t>
                </a:r>
                <a:r>
                  <a:rPr lang="en-US" b="1">
                    <a:solidFill>
                      <a:schemeClr val="accent3"/>
                    </a:solidFill>
                    <a:latin typeface="Inter" panose="02000503000000020004" pitchFamily="2" charset="0"/>
                    <a:ea typeface="Inter" panose="02000503000000020004" pitchFamily="2" charset="0"/>
                    <a:cs typeface="Inter" panose="02000503000000020004" pitchFamily="2" charset="0"/>
                  </a:rPr>
                  <a:t>covariance</a:t>
                </a:r>
                <a:r>
                  <a:rPr lang="en-US"/>
                  <a:t>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293243-AF3B-33C0-4E98-FCBAC9F888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96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8465DCF-C57B-FF66-8E77-004F34B87346}"/>
                  </a:ext>
                </a:extLst>
              </p:cNvPr>
              <p:cNvSpPr txBox="1"/>
              <p:nvPr/>
            </p:nvSpPr>
            <p:spPr>
              <a:xfrm>
                <a:off x="1752600" y="1295400"/>
                <a:ext cx="614461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Var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𝔼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8465DCF-C57B-FF66-8E77-004F34B873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2600" y="1295400"/>
                <a:ext cx="6144610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16690A5-ED0C-7054-B4EF-57438DC5BAB7}"/>
                  </a:ext>
                </a:extLst>
              </p:cNvPr>
              <p:cNvSpPr txBox="1"/>
              <p:nvPr/>
            </p:nvSpPr>
            <p:spPr>
              <a:xfrm>
                <a:off x="3379305" y="1901917"/>
                <a:ext cx="621161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00" i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V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ar</m:t>
                      </m:r>
                      <m:r>
                        <a:rPr lang="en-US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)+2</m:t>
                      </m:r>
                      <m:r>
                        <a:rPr lang="en-US" sz="2400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𝑋𝑌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400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sz="2400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400" i="0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V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ar</m:t>
                      </m:r>
                      <m:r>
                        <a:rPr lang="en-US" sz="24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24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16690A5-ED0C-7054-B4EF-57438DC5BA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9305" y="1901917"/>
                <a:ext cx="6211614" cy="461665"/>
              </a:xfrm>
              <a:prstGeom prst="rect">
                <a:avLst/>
              </a:prstGeom>
              <a:blipFill>
                <a:blip r:embed="rId4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30147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F4EED-DDB3-449E-000E-D70E0A1D8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Covariance Definition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92769C-052E-3B9D-3FBA-716C3928DFA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The </a:t>
                </a:r>
                <a:r>
                  <a:rPr lang="en-US" b="1">
                    <a:solidFill>
                      <a:schemeClr val="accent3"/>
                    </a:solidFill>
                    <a:latin typeface="Inter" panose="02000503000000020004" pitchFamily="2" charset="0"/>
                    <a:ea typeface="Inter" panose="02000503000000020004" pitchFamily="2" charset="0"/>
                    <a:cs typeface="Inter" panose="02000503000000020004" pitchFamily="2" charset="0"/>
                  </a:rPr>
                  <a:t>covariance</a:t>
                </a:r>
                <a:r>
                  <a:rPr lang="en-US"/>
                  <a:t> of two random variable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/>
                  <a:t> is defined as:</a:t>
                </a:r>
              </a:p>
              <a:p>
                <a:endParaRPr lang="en-US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cov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𝑋𝑌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</m:oMath>
                  </m:oMathPara>
                </a14:m>
                <a:endParaRPr lang="en-US"/>
              </a:p>
              <a:p>
                <a:endParaRPr lang="en-US"/>
              </a:p>
              <a:p>
                <a:r>
                  <a:rPr lang="en-US"/>
                  <a:t>We already know a couple of facts about the covariance: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Var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Var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Var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+2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cov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/>
                  <a:t> are independent,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cov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/>
                  <a:t>. The converse is not true.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/>
              </a:p>
              <a:p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92769C-052E-3B9D-3FBA-716C3928DF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96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20608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89295-EC61-EDD8-C2B9-53DAE9F8C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Covariance Intuitively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D5CF964-B0E0-503A-74E3-8F57384D53B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3657" y="533400"/>
                <a:ext cx="11846849" cy="5638732"/>
              </a:xfrm>
            </p:spPr>
            <p:txBody>
              <a:bodyPr/>
              <a:lstStyle/>
              <a:p>
                <a:r>
                  <a:rPr lang="en-US"/>
                  <a:t>Suppose we have a normal playing card deck. 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>
                    <a:solidFill>
                      <a:schemeClr val="accent2"/>
                    </a:solidFill>
                  </a:rPr>
                  <a:t> </a:t>
                </a:r>
                <a:r>
                  <a:rPr lang="en-US"/>
                  <a:t>be 1 if the first draw is a red card (</a:t>
                </a:r>
                <a:r>
                  <a:rPr lang="en-US">
                    <a:solidFill>
                      <a:srgbClr val="FF0000"/>
                    </a:solidFill>
                  </a:rPr>
                  <a:t>♥</a:t>
                </a:r>
                <a:r>
                  <a:rPr lang="en-US"/>
                  <a:t> or </a:t>
                </a:r>
                <a:r>
                  <a:rPr lang="en-US">
                    <a:solidFill>
                      <a:srgbClr val="FF0000"/>
                    </a:solidFill>
                  </a:rPr>
                  <a:t>♦</a:t>
                </a:r>
                <a:r>
                  <a:rPr lang="en-US"/>
                  <a:t>), 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/>
                  <a:t> be 1 if the second draw is a black card (♠ or ♣).</a:t>
                </a:r>
              </a:p>
              <a:p>
                <a:endParaRPr lang="en-US" sz="1200"/>
              </a:p>
              <a:p>
                <a:r>
                  <a:rPr lang="en-US"/>
                  <a:t>The covariance is given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cov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=1/2</m:t>
                    </m:r>
                  </m:oMath>
                </a14:m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=1/2</m:t>
                    </m:r>
                  </m:oMath>
                </a14:m>
                <a:endParaRPr lang="en-US"/>
              </a:p>
              <a:p>
                <a:endParaRPr lang="en-US" sz="1200"/>
              </a:p>
              <a:p>
                <a:r>
                  <a:rPr lang="en-US"/>
                  <a:t>Then we have:</a:t>
                </a:r>
              </a:p>
              <a:p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D5CF964-B0E0-503A-74E3-8F57384D53B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3657" y="533400"/>
                <a:ext cx="11846849" cy="5638732"/>
              </a:xfrm>
              <a:blipFill>
                <a:blip r:embed="rId2"/>
                <a:stretch>
                  <a:fillRect l="-772" t="-6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998931A-F0AB-753E-78C3-8B0717298950}"/>
                  </a:ext>
                </a:extLst>
              </p:cNvPr>
              <p:cNvSpPr txBox="1"/>
              <p:nvPr/>
            </p:nvSpPr>
            <p:spPr>
              <a:xfrm>
                <a:off x="2464906" y="3714085"/>
                <a:ext cx="614362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/>
                  <a:t>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=0×0×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=0,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endParaRPr lang="en-US" sz="2400" b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998931A-F0AB-753E-78C3-8B07172989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4906" y="3714085"/>
                <a:ext cx="6143624" cy="461665"/>
              </a:xfrm>
              <a:prstGeom prst="rect">
                <a:avLst/>
              </a:prstGeom>
              <a:blipFill>
                <a:blip r:embed="rId3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77AA6C8-72DD-CDA7-E920-E0EECD45D6E3}"/>
                  </a:ext>
                </a:extLst>
              </p:cNvPr>
              <p:cNvSpPr txBox="1"/>
              <p:nvPr/>
            </p:nvSpPr>
            <p:spPr>
              <a:xfrm>
                <a:off x="2701994" y="4217498"/>
                <a:ext cx="614362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0×1×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=0,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77AA6C8-72DD-CDA7-E920-E0EECD45D6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1994" y="4217498"/>
                <a:ext cx="6143624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0CB9FBD-3BF6-421F-A72D-1187E1012925}"/>
                  </a:ext>
                </a:extLst>
              </p:cNvPr>
              <p:cNvSpPr txBox="1"/>
              <p:nvPr/>
            </p:nvSpPr>
            <p:spPr>
              <a:xfrm>
                <a:off x="2701994" y="4720911"/>
                <a:ext cx="614362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×0×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=1,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0CB9FBD-3BF6-421F-A72D-1187E10129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1994" y="4720911"/>
                <a:ext cx="6143624" cy="461665"/>
              </a:xfrm>
              <a:prstGeom prst="rect">
                <a:avLst/>
              </a:prstGeom>
              <a:blipFill>
                <a:blip r:embed="rId5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304BF85-D6E1-9A6A-C34B-CB566E2EA0FF}"/>
                  </a:ext>
                </a:extLst>
              </p:cNvPr>
              <p:cNvSpPr txBox="1"/>
              <p:nvPr/>
            </p:nvSpPr>
            <p:spPr>
              <a:xfrm>
                <a:off x="2574651" y="5224324"/>
                <a:ext cx="614362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×1×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=1,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304BF85-D6E1-9A6A-C34B-CB566E2EA0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4651" y="5224324"/>
                <a:ext cx="6143624" cy="461665"/>
              </a:xfrm>
              <a:prstGeom prst="rect">
                <a:avLst/>
              </a:prstGeom>
              <a:blipFill>
                <a:blip r:embed="rId6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246A668-101E-1B76-BF39-1E692E933B99}"/>
                  </a:ext>
                </a:extLst>
              </p:cNvPr>
              <p:cNvSpPr txBox="1"/>
              <p:nvPr/>
            </p:nvSpPr>
            <p:spPr>
              <a:xfrm>
                <a:off x="208100" y="5727737"/>
                <a:ext cx="10754761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>
                    <a:latin typeface="Inter Light" panose="02000403000000020004" pitchFamily="2" charset="0"/>
                    <a:ea typeface="Inter Light" panose="02000403000000020004" pitchFamily="2" charset="0"/>
                    <a:cs typeface="Inter Light" panose="02000403000000020004" pitchFamily="2" charset="0"/>
                  </a:rPr>
                  <a:t>Note: As we’ve seen before, the 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𝔼</m:t>
                    </m:r>
                  </m:oMath>
                </a14:m>
                <a:r>
                  <a:rPr lang="en-US" sz="2400">
                    <a:latin typeface="Inter Light" panose="02000403000000020004" pitchFamily="2" charset="0"/>
                    <a:ea typeface="Inter Light" panose="02000403000000020004" pitchFamily="2" charset="0"/>
                    <a:cs typeface="Inter Light" panose="02000403000000020004" pitchFamily="2" charset="0"/>
                  </a:rPr>
                  <a:t> of the product of two indicator variables is just the probability they are both true.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246A668-101E-1B76-BF39-1E692E933B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100" y="5727737"/>
                <a:ext cx="10754761" cy="830997"/>
              </a:xfrm>
              <a:prstGeom prst="rect">
                <a:avLst/>
              </a:prstGeom>
              <a:blipFill>
                <a:blip r:embed="rId7"/>
                <a:stretch>
                  <a:fillRect l="-850" t="-5882" r="-964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61971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9" grpId="0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BDA891-7EFC-E0B5-2FD2-9CF02888C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B8F2F-D5A6-86B1-E088-D5793D3B2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Covariance Intuitively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22DD397-9E06-2E77-674C-C936C43D1B6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3657" y="533400"/>
                <a:ext cx="11957561" cy="5638732"/>
              </a:xfrm>
            </p:spPr>
            <p:txBody>
              <a:bodyPr/>
              <a:lstStyle/>
              <a:p>
                <a:r>
                  <a:rPr lang="en-US"/>
                  <a:t>Suppose we have a normal playing card deck. 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>
                    <a:solidFill>
                      <a:schemeClr val="accent2"/>
                    </a:solidFill>
                  </a:rPr>
                  <a:t> </a:t>
                </a:r>
                <a:r>
                  <a:rPr lang="en-US"/>
                  <a:t>be 1 if the first draw is a red card (</a:t>
                </a:r>
                <a:r>
                  <a:rPr lang="en-US">
                    <a:solidFill>
                      <a:srgbClr val="FF0000"/>
                    </a:solidFill>
                  </a:rPr>
                  <a:t>♥</a:t>
                </a:r>
                <a:r>
                  <a:rPr lang="en-US"/>
                  <a:t> or </a:t>
                </a:r>
                <a:r>
                  <a:rPr lang="en-US">
                    <a:solidFill>
                      <a:srgbClr val="FF0000"/>
                    </a:solidFill>
                  </a:rPr>
                  <a:t>♦</a:t>
                </a:r>
                <a:r>
                  <a:rPr lang="en-US"/>
                  <a:t>), 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/>
                  <a:t> be 1 if the second draw is a black card (♠ or ♣).</a:t>
                </a:r>
              </a:p>
              <a:p>
                <a:endParaRPr lang="en-US" sz="1200"/>
              </a:p>
              <a:p>
                <a:r>
                  <a:rPr lang="en-US"/>
                  <a:t>The covariance is given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cov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=1/2</m:t>
                    </m:r>
                  </m:oMath>
                </a14:m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=1/2</m:t>
                    </m:r>
                  </m:oMath>
                </a14:m>
                <a:endParaRPr lang="en-US"/>
              </a:p>
              <a:p>
                <a:endParaRPr lang="en-US" sz="1200"/>
              </a:p>
              <a:p>
                <a:r>
                  <a:rPr lang="en-US"/>
                  <a:t>Then we have:</a:t>
                </a:r>
              </a:p>
              <a:p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22DD397-9E06-2E77-674C-C936C43D1B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3657" y="533400"/>
                <a:ext cx="11957561" cy="5638732"/>
              </a:xfrm>
              <a:blipFill>
                <a:blip r:embed="rId2"/>
                <a:stretch>
                  <a:fillRect l="-765" t="-649" r="-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3E8909C-3710-ED3F-1A68-B0B80D530D12}"/>
                  </a:ext>
                </a:extLst>
              </p:cNvPr>
              <p:cNvSpPr txBox="1"/>
              <p:nvPr/>
            </p:nvSpPr>
            <p:spPr>
              <a:xfrm>
                <a:off x="1169950" y="4643735"/>
                <a:ext cx="304800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=1,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3E8909C-3710-ED3F-1A68-B0B80D530D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9950" y="4643735"/>
                <a:ext cx="3048000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8137C09-DA45-53DD-BF77-82C667B26EBD}"/>
                  </a:ext>
                </a:extLst>
              </p:cNvPr>
              <p:cNvSpPr txBox="1"/>
              <p:nvPr/>
            </p:nvSpPr>
            <p:spPr>
              <a:xfrm>
                <a:off x="3942521" y="4643735"/>
                <a:ext cx="304800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=1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8137C09-DA45-53DD-BF77-82C667B26E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2521" y="4643735"/>
                <a:ext cx="3048000" cy="461665"/>
              </a:xfrm>
              <a:prstGeom prst="rect">
                <a:avLst/>
              </a:prstGeom>
              <a:blipFill>
                <a:blip r:embed="rId4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78845F5-D677-00C4-D89B-97487BC5A601}"/>
                  </a:ext>
                </a:extLst>
              </p:cNvPr>
              <p:cNvSpPr txBox="1"/>
              <p:nvPr/>
            </p:nvSpPr>
            <p:spPr>
              <a:xfrm>
                <a:off x="5999921" y="4643734"/>
                <a:ext cx="304800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78845F5-D677-00C4-D89B-97487BC5A6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9921" y="4643734"/>
                <a:ext cx="3048000" cy="461665"/>
              </a:xfrm>
              <a:prstGeom prst="rect">
                <a:avLst/>
              </a:prstGeom>
              <a:blipFill>
                <a:blip r:embed="rId5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385E868-FACE-3478-63AB-6D20191CDE72}"/>
                  </a:ext>
                </a:extLst>
              </p:cNvPr>
              <p:cNvSpPr txBox="1"/>
              <p:nvPr/>
            </p:nvSpPr>
            <p:spPr>
              <a:xfrm>
                <a:off x="3369364" y="5177099"/>
                <a:ext cx="304800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6/51×26/52</m:t>
                      </m:r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385E868-FACE-3478-63AB-6D20191CDE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9364" y="5177099"/>
                <a:ext cx="3048000" cy="461665"/>
              </a:xfrm>
              <a:prstGeom prst="rect">
                <a:avLst/>
              </a:prstGeom>
              <a:blipFill>
                <a:blip r:embed="rId6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0DBA5B8-027A-182C-154A-EA14B688855F}"/>
                  </a:ext>
                </a:extLst>
              </p:cNvPr>
              <p:cNvSpPr txBox="1"/>
              <p:nvPr/>
            </p:nvSpPr>
            <p:spPr>
              <a:xfrm>
                <a:off x="2867025" y="5714371"/>
                <a:ext cx="304800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3/51</m:t>
                      </m:r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0DBA5B8-027A-182C-154A-EA14B68885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7025" y="5714371"/>
                <a:ext cx="3048000" cy="461665"/>
              </a:xfrm>
              <a:prstGeom prst="rect">
                <a:avLst/>
              </a:prstGeom>
              <a:blipFill>
                <a:blip r:embed="rId7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3D5B7DE-4663-A9B4-9A81-90B9F1437985}"/>
                  </a:ext>
                </a:extLst>
              </p:cNvPr>
              <p:cNvSpPr txBox="1"/>
              <p:nvPr/>
            </p:nvSpPr>
            <p:spPr>
              <a:xfrm>
                <a:off x="2464906" y="3714085"/>
                <a:ext cx="614362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/>
                  <a:t>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=1,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</m:oMath>
                </a14:m>
                <a:endParaRPr lang="en-US" sz="2400" b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3D5B7DE-4663-A9B4-9A81-90B9F14379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4906" y="3714085"/>
                <a:ext cx="6143624" cy="461665"/>
              </a:xfrm>
              <a:prstGeom prst="rect">
                <a:avLst/>
              </a:prstGeom>
              <a:blipFill>
                <a:blip r:embed="rId8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2553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3" grpId="0"/>
      <p:bldP spid="1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B6118F-E7C0-FC9F-F7A1-E7BDFABAD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9E303-A348-2D6C-B02F-A5EDB89FC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Covariance Intuitively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2B7BAFE-944B-172E-266A-E1331FEFDBB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3657" y="533400"/>
                <a:ext cx="11916556" cy="5638732"/>
              </a:xfrm>
            </p:spPr>
            <p:txBody>
              <a:bodyPr/>
              <a:lstStyle/>
              <a:p>
                <a:r>
                  <a:rPr lang="en-US"/>
                  <a:t>Suppose we have a normal playing card deck. 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>
                    <a:solidFill>
                      <a:schemeClr val="accent2"/>
                    </a:solidFill>
                  </a:rPr>
                  <a:t> </a:t>
                </a:r>
                <a:r>
                  <a:rPr lang="en-US"/>
                  <a:t>be 1 if the first draw is a red card (</a:t>
                </a:r>
                <a:r>
                  <a:rPr lang="en-US">
                    <a:solidFill>
                      <a:srgbClr val="FF0000"/>
                    </a:solidFill>
                  </a:rPr>
                  <a:t>♥</a:t>
                </a:r>
                <a:r>
                  <a:rPr lang="en-US"/>
                  <a:t> or </a:t>
                </a:r>
                <a:r>
                  <a:rPr lang="en-US">
                    <a:solidFill>
                      <a:srgbClr val="FF0000"/>
                    </a:solidFill>
                  </a:rPr>
                  <a:t>♦</a:t>
                </a:r>
                <a:r>
                  <a:rPr lang="en-US"/>
                  <a:t>), 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/>
                  <a:t> be 1 if the second draw is a black card (♠ or ♣).</a:t>
                </a:r>
              </a:p>
              <a:p>
                <a:endParaRPr lang="en-US" sz="1200"/>
              </a:p>
              <a:p>
                <a:r>
                  <a:rPr lang="en-US"/>
                  <a:t>The covariance is given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cov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=1/2</m:t>
                    </m:r>
                  </m:oMath>
                </a14:m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=1/2</m:t>
                    </m:r>
                  </m:oMath>
                </a14:m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=13/51</m:t>
                    </m:r>
                  </m:oMath>
                </a14:m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/>
              </a:p>
              <a:p>
                <a:r>
                  <a:rPr lang="en-US"/>
                  <a:t>Thus we have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cov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=13/51−1/2×1/2</m:t>
                    </m:r>
                  </m:oMath>
                </a14:m>
                <a:endParaRPr lang="en-US"/>
              </a:p>
              <a:p>
                <a:endParaRPr lang="en-US"/>
              </a:p>
              <a:p>
                <a:r>
                  <a:rPr lang="en-US"/>
                  <a:t>The positive covariance means that the random variables tend to move together, e.g.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 is 1,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/>
                  <a:t> tends to be 1 as well.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2B7BAFE-944B-172E-266A-E1331FEFDB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3657" y="533400"/>
                <a:ext cx="11916556" cy="5638732"/>
              </a:xfrm>
              <a:blipFill>
                <a:blip r:embed="rId2"/>
                <a:stretch>
                  <a:fillRect l="-767" t="-649" r="-1074" b="-6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5749F79-E9A7-D3A0-4525-5F672EE2FEEA}"/>
                  </a:ext>
                </a:extLst>
              </p:cNvPr>
              <p:cNvSpPr txBox="1"/>
              <p:nvPr/>
            </p:nvSpPr>
            <p:spPr>
              <a:xfrm>
                <a:off x="5753100" y="4447920"/>
                <a:ext cx="31242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≈0.0049</m:t>
                      </m:r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5749F79-E9A7-D3A0-4525-5F672EE2FE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3100" y="4447920"/>
                <a:ext cx="3124200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6488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B6B024-BA84-BC6A-665C-366E7449B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53F91-41E6-3D7F-FEC7-2BC2955BA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Covariance Intuitively (Example 2)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3BF971-DA8F-4D22-1640-7B48B0C8397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3657" y="533400"/>
                <a:ext cx="12008696" cy="5638732"/>
              </a:xfrm>
            </p:spPr>
            <p:txBody>
              <a:bodyPr/>
              <a:lstStyle/>
              <a:p>
                <a:r>
                  <a:rPr lang="en-US"/>
                  <a:t>Suppose we have a normal playing card deck. 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 be 1 if the first draw is a red card (</a:t>
                </a:r>
                <a:r>
                  <a:rPr lang="en-US">
                    <a:solidFill>
                      <a:srgbClr val="FF0000"/>
                    </a:solidFill>
                  </a:rPr>
                  <a:t>♥</a:t>
                </a:r>
                <a:r>
                  <a:rPr lang="en-US"/>
                  <a:t> or </a:t>
                </a:r>
                <a:r>
                  <a:rPr lang="en-US">
                    <a:solidFill>
                      <a:srgbClr val="FF0000"/>
                    </a:solidFill>
                  </a:rPr>
                  <a:t>♦</a:t>
                </a:r>
                <a:r>
                  <a:rPr lang="en-US"/>
                  <a:t>), 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/>
                  <a:t> be 1 if the second draw is also a red card.</a:t>
                </a:r>
              </a:p>
              <a:p>
                <a:endParaRPr lang="en-US" sz="1200"/>
              </a:p>
              <a:p>
                <a:r>
                  <a:rPr lang="en-US"/>
                  <a:t>The covariance is given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cov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n-US"/>
              </a:p>
              <a:p>
                <a:endParaRPr lang="en-US"/>
              </a:p>
              <a:p>
                <a:r>
                  <a:rPr lang="en-US"/>
                  <a:t>Do we expect this covariance to be positive or negative?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In other words, if the first draw is red, is it more likely or less likely the second card will be red.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3BF971-DA8F-4D22-1640-7B48B0C839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3657" y="533400"/>
                <a:ext cx="12008696" cy="5638732"/>
              </a:xfrm>
              <a:blipFill>
                <a:blip r:embed="rId2"/>
                <a:stretch>
                  <a:fillRect l="-761" t="-649" r="-3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749064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90FC4A-6956-8C6B-131D-963C5760C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C94D8-A01F-1327-0EDB-984348951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Covariance Intuitively (Example 2)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CA64F7A-0E4F-E470-BC5E-62CA7932E70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3657" y="533400"/>
                <a:ext cx="11875552" cy="5638732"/>
              </a:xfrm>
            </p:spPr>
            <p:txBody>
              <a:bodyPr/>
              <a:lstStyle/>
              <a:p>
                <a:r>
                  <a:rPr lang="en-US"/>
                  <a:t>Suppose we have a normal playing card deck. 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 be 1 if the first draw is a red card (</a:t>
                </a:r>
                <a:r>
                  <a:rPr lang="en-US">
                    <a:solidFill>
                      <a:srgbClr val="FF0000"/>
                    </a:solidFill>
                  </a:rPr>
                  <a:t>♥</a:t>
                </a:r>
                <a:r>
                  <a:rPr lang="en-US"/>
                  <a:t> or </a:t>
                </a:r>
                <a:r>
                  <a:rPr lang="en-US">
                    <a:solidFill>
                      <a:srgbClr val="FF0000"/>
                    </a:solidFill>
                  </a:rPr>
                  <a:t>♦</a:t>
                </a:r>
                <a:r>
                  <a:rPr lang="en-US"/>
                  <a:t>), 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/>
                  <a:t> be 1 if the second draw is also a red card.</a:t>
                </a:r>
              </a:p>
              <a:p>
                <a:endParaRPr lang="en-US" sz="1200"/>
              </a:p>
              <a:p>
                <a:r>
                  <a:rPr lang="en-US"/>
                  <a:t>The covariance is given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cov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=1/2</m:t>
                    </m:r>
                  </m:oMath>
                </a14:m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=1/2</m:t>
                    </m:r>
                  </m:oMath>
                </a14:m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=25/102</m:t>
                    </m:r>
                  </m:oMath>
                </a14:m>
                <a:r>
                  <a:rPr lang="en-US"/>
                  <a:t> (not shown)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/>
              </a:p>
              <a:p>
                <a:r>
                  <a:rPr lang="en-US"/>
                  <a:t>Thus we have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cov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25/102−1/2×1/2</m:t>
                    </m:r>
                  </m:oMath>
                </a14:m>
                <a:endParaRPr lang="en-US"/>
              </a:p>
              <a:p>
                <a:endParaRPr lang="en-US"/>
              </a:p>
              <a:p>
                <a:r>
                  <a:rPr lang="en-US"/>
                  <a:t>The negative covariance means that the random variables tend to move apart, e.g.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 is 1,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/>
                  <a:t> tends to avoid being 1 as well.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CA64F7A-0E4F-E470-BC5E-62CA7932E7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3657" y="533400"/>
                <a:ext cx="11875552" cy="5638732"/>
              </a:xfrm>
              <a:blipFill>
                <a:blip r:embed="rId2"/>
                <a:stretch>
                  <a:fillRect l="-770" t="-649" b="-6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89E9879-023C-D09C-8266-DC32FE67C17A}"/>
                  </a:ext>
                </a:extLst>
              </p:cNvPr>
              <p:cNvSpPr txBox="1"/>
              <p:nvPr/>
            </p:nvSpPr>
            <p:spPr>
              <a:xfrm>
                <a:off x="6019800" y="4447920"/>
                <a:ext cx="31242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≈−0.0049</m:t>
                      </m:r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89E9879-023C-D09C-8266-DC32FE67C1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9800" y="4447920"/>
                <a:ext cx="3124200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68946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46E2F-A102-056F-7CE6-C965EFE44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BEE85-6F63-A196-7DFE-24FB3F890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Random Variables and Sampled Data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82C722-6A2C-0035-59ED-CCB12D9F99F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Let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/>
                  <a:t> be the midterm score of a student in CS70, Fall 2025.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Observation: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/>
                  <a:t> is a random variable. It’s just as real as the Bernoulli, Binomial, Geometric, etc. distributions.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What would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/>
                  <a:t> look like? What are the values for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/>
                  <a:t>?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n-US"/>
                  <a:t>?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82C722-6A2C-0035-59ED-CCB12D9F99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96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84806C9F-E67E-E1BA-A36C-728F3BECC24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81414927"/>
                  </p:ext>
                </p:extLst>
              </p:nvPr>
            </p:nvGraphicFramePr>
            <p:xfrm>
              <a:off x="1386435" y="3432264"/>
              <a:ext cx="2339611" cy="280416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467083">
                      <a:extLst>
                        <a:ext uri="{9D8B030D-6E8A-4147-A177-3AD203B41FA5}">
                          <a16:colId xmlns:a16="http://schemas.microsoft.com/office/drawing/2014/main" val="3410558925"/>
                        </a:ext>
                      </a:extLst>
                    </a:gridCol>
                    <a:gridCol w="1872528">
                      <a:extLst>
                        <a:ext uri="{9D8B030D-6E8A-4147-A177-3AD203B41FA5}">
                          <a16:colId xmlns:a16="http://schemas.microsoft.com/office/drawing/2014/main" val="3350035111"/>
                        </a:ext>
                      </a:extLst>
                    </a:gridCol>
                  </a:tblGrid>
                  <a:tr h="25964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700" b="0" i="1" smtClean="0">
                                    <a:latin typeface="Cambria Math" panose="02040503050406030204" pitchFamily="18" charset="0"/>
                                    <a:ea typeface="Inter Light" panose="02000403000000020004" pitchFamily="2" charset="0"/>
                                    <a:cs typeface="Inter Light" panose="02000403000000020004" pitchFamily="2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en-US" sz="1700" b="0" i="0">
                            <a:latin typeface="Inter Light" panose="02000403000000020004" pitchFamily="2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700" b="0" i="1" smtClean="0">
                                    <a:latin typeface="Cambria Math" panose="02040503050406030204" pitchFamily="18" charset="0"/>
                                    <a:ea typeface="Inter Light" panose="02000403000000020004" pitchFamily="2" charset="0"/>
                                    <a:cs typeface="Inter Light" panose="02000403000000020004" pitchFamily="2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n-US" sz="1700" b="0" i="1" smtClean="0">
                                        <a:latin typeface="Cambria Math" panose="02040503050406030204" pitchFamily="18" charset="0"/>
                                        <a:ea typeface="Inter Light" panose="02000403000000020004" pitchFamily="2" charset="0"/>
                                        <a:cs typeface="Inter Light" panose="02000403000000020004" pitchFamily="2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700" b="0" i="1" smtClean="0">
                                        <a:latin typeface="Cambria Math" panose="02040503050406030204" pitchFamily="18" charset="0"/>
                                        <a:ea typeface="Inter Light" panose="02000403000000020004" pitchFamily="2" charset="0"/>
                                        <a:cs typeface="Inter Light" panose="02000403000000020004" pitchFamily="2" charset="0"/>
                                      </a:rPr>
                                      <m:t>𝑋</m:t>
                                    </m:r>
                                    <m:r>
                                      <a:rPr lang="en-US" sz="1700" b="0" i="1" smtClean="0">
                                        <a:latin typeface="Cambria Math" panose="02040503050406030204" pitchFamily="18" charset="0"/>
                                        <a:ea typeface="Inter Light" panose="02000403000000020004" pitchFamily="2" charset="0"/>
                                        <a:cs typeface="Inter Light" panose="02000403000000020004" pitchFamily="2" charset="0"/>
                                      </a:rPr>
                                      <m:t>=</m:t>
                                    </m:r>
                                    <m:r>
                                      <a:rPr lang="en-US" sz="1700" b="0" i="1" smtClean="0">
                                        <a:latin typeface="Cambria Math" panose="02040503050406030204" pitchFamily="18" charset="0"/>
                                        <a:ea typeface="Inter Light" panose="02000403000000020004" pitchFamily="2" charset="0"/>
                                        <a:cs typeface="Inter Light" panose="02000403000000020004" pitchFamily="2" charset="0"/>
                                      </a:rPr>
                                      <m:t>𝑎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700" b="0" i="0">
                            <a:latin typeface="Inter Light" panose="02000403000000020004" pitchFamily="2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02060275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0.015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98963023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0.094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61670219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0.234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78373702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0.313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24176802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0.234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18612044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0.94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08697484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0.015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525314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84806C9F-E67E-E1BA-A36C-728F3BECC24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81414927"/>
                  </p:ext>
                </p:extLst>
              </p:nvPr>
            </p:nvGraphicFramePr>
            <p:xfrm>
              <a:off x="1386435" y="3432264"/>
              <a:ext cx="2339611" cy="280416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467083">
                      <a:extLst>
                        <a:ext uri="{9D8B030D-6E8A-4147-A177-3AD203B41FA5}">
                          <a16:colId xmlns:a16="http://schemas.microsoft.com/office/drawing/2014/main" val="3410558925"/>
                        </a:ext>
                      </a:extLst>
                    </a:gridCol>
                    <a:gridCol w="1872528">
                      <a:extLst>
                        <a:ext uri="{9D8B030D-6E8A-4147-A177-3AD203B41FA5}">
                          <a16:colId xmlns:a16="http://schemas.microsoft.com/office/drawing/2014/main" val="3350035111"/>
                        </a:ext>
                      </a:extLst>
                    </a:gridCol>
                  </a:tblGrid>
                  <a:tr h="3505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299" t="-3448" r="-405195" b="-7172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5325" t="-3448" r="-1299" b="-7172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2060275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0.015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98963023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0.094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61670219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0.234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78373702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0.313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24176802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0.234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18612044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0.94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08697484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0.015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525314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A1E8435-B292-C345-DE00-0BDEF81338DD}"/>
                  </a:ext>
                </a:extLst>
              </p:cNvPr>
              <p:cNvSpPr txBox="1"/>
              <p:nvPr/>
            </p:nvSpPr>
            <p:spPr>
              <a:xfrm>
                <a:off x="759326" y="6280388"/>
                <a:ext cx="46356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>
                    <a:latin typeface="Inter Light" panose="02000403000000020004" pitchFamily="2" charset="0"/>
                    <a:ea typeface="Inter Light" panose="02000403000000020004" pitchFamily="2" charset="0"/>
                    <a:cs typeface="Inter Light" panose="02000403000000020004" pitchFamily="2" charset="0"/>
                  </a:rPr>
                  <a:t>Distribution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~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Binomial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(6, 0.5)</m:t>
                    </m:r>
                  </m:oMath>
                </a14:m>
                <a:endParaRPr lang="en-US">
                  <a:latin typeface="Inter Light" panose="02000403000000020004" pitchFamily="2" charset="0"/>
                  <a:ea typeface="Inter Light" panose="02000403000000020004" pitchFamily="2" charset="0"/>
                  <a:cs typeface="Inter Light" panose="02000403000000020004" pitchFamily="2" charset="0"/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A1E8435-B292-C345-DE00-0BDEF81338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326" y="6280388"/>
                <a:ext cx="4635634" cy="369332"/>
              </a:xfrm>
              <a:prstGeom prst="rect">
                <a:avLst/>
              </a:prstGeom>
              <a:blipFill>
                <a:blip r:embed="rId4"/>
                <a:stretch>
                  <a:fillRect l="-1184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0E992D74-3EF9-485F-28B0-11E3522A166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38559836"/>
                  </p:ext>
                </p:extLst>
              </p:nvPr>
            </p:nvGraphicFramePr>
            <p:xfrm>
              <a:off x="7543395" y="3476228"/>
              <a:ext cx="2339611" cy="280416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467083">
                      <a:extLst>
                        <a:ext uri="{9D8B030D-6E8A-4147-A177-3AD203B41FA5}">
                          <a16:colId xmlns:a16="http://schemas.microsoft.com/office/drawing/2014/main" val="3410558925"/>
                        </a:ext>
                      </a:extLst>
                    </a:gridCol>
                    <a:gridCol w="1872528">
                      <a:extLst>
                        <a:ext uri="{9D8B030D-6E8A-4147-A177-3AD203B41FA5}">
                          <a16:colId xmlns:a16="http://schemas.microsoft.com/office/drawing/2014/main" val="3350035111"/>
                        </a:ext>
                      </a:extLst>
                    </a:gridCol>
                  </a:tblGrid>
                  <a:tr h="25964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700" b="0" i="1" smtClean="0">
                                    <a:latin typeface="Cambria Math" panose="02040503050406030204" pitchFamily="18" charset="0"/>
                                    <a:ea typeface="Inter Light" panose="02000403000000020004" pitchFamily="2" charset="0"/>
                                    <a:cs typeface="Inter Light" panose="02000403000000020004" pitchFamily="2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en-US" sz="1700" b="0" i="0">
                            <a:latin typeface="Inter Light" panose="02000403000000020004" pitchFamily="2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7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700" b="0" i="1" smtClean="0">
                                    <a:latin typeface="Cambria Math" panose="02040503050406030204" pitchFamily="18" charset="0"/>
                                    <a:ea typeface="Inter Light" panose="02000403000000020004" pitchFamily="2" charset="0"/>
                                    <a:cs typeface="Inter Light" panose="02000403000000020004" pitchFamily="2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n-US" sz="1700" b="0" i="1" smtClean="0">
                                        <a:latin typeface="Cambria Math" panose="02040503050406030204" pitchFamily="18" charset="0"/>
                                        <a:ea typeface="Inter Light" panose="02000403000000020004" pitchFamily="2" charset="0"/>
                                        <a:cs typeface="Inter Light" panose="02000403000000020004" pitchFamily="2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i="1" smtClean="0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  <m:r>
                                      <a:rPr lang="en-US" sz="1700" b="0" i="1" smtClean="0">
                                        <a:latin typeface="Cambria Math" panose="02040503050406030204" pitchFamily="18" charset="0"/>
                                        <a:ea typeface="Inter Light" panose="02000403000000020004" pitchFamily="2" charset="0"/>
                                        <a:cs typeface="Inter Light" panose="02000403000000020004" pitchFamily="2" charset="0"/>
                                      </a:rPr>
                                      <m:t>=</m:t>
                                    </m:r>
                                    <m:r>
                                      <a:rPr lang="en-US" sz="1700" b="0" i="1" smtClean="0">
                                        <a:latin typeface="Cambria Math" panose="02040503050406030204" pitchFamily="18" charset="0"/>
                                        <a:ea typeface="Inter Light" panose="02000403000000020004" pitchFamily="2" charset="0"/>
                                        <a:cs typeface="Inter Light" panose="02000403000000020004" pitchFamily="2" charset="0"/>
                                      </a:rPr>
                                      <m:t>𝑎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700" b="0" i="0">
                            <a:latin typeface="Inter Light" panose="02000403000000020004" pitchFamily="2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02060275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?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?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98963023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?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?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61670219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?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?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78373702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?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?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24176802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?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?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18612044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?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?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08697484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?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?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525314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0E992D74-3EF9-485F-28B0-11E3522A166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38559836"/>
                  </p:ext>
                </p:extLst>
              </p:nvPr>
            </p:nvGraphicFramePr>
            <p:xfrm>
              <a:off x="7543395" y="3476228"/>
              <a:ext cx="2339611" cy="280416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467083">
                      <a:extLst>
                        <a:ext uri="{9D8B030D-6E8A-4147-A177-3AD203B41FA5}">
                          <a16:colId xmlns:a16="http://schemas.microsoft.com/office/drawing/2014/main" val="3410558925"/>
                        </a:ext>
                      </a:extLst>
                    </a:gridCol>
                    <a:gridCol w="1872528">
                      <a:extLst>
                        <a:ext uri="{9D8B030D-6E8A-4147-A177-3AD203B41FA5}">
                          <a16:colId xmlns:a16="http://schemas.microsoft.com/office/drawing/2014/main" val="3350035111"/>
                        </a:ext>
                      </a:extLst>
                    </a:gridCol>
                  </a:tblGrid>
                  <a:tr h="3505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299" t="-1724" r="-405195" b="-7172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25325" t="-1724" r="-1299" b="-7172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2060275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?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?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98963023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?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?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61670219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?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?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78373702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?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?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24176802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?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?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18612044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?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?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08697484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?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?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525314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9226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6C63D-3178-BE6D-EA10-2A56453B4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C83A0-00D2-1E96-34DF-87CC9438B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Random Variables and Sampled Data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73D0AF6-975C-75E1-4291-B16F89224FC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/>
                  <a:t> be the midterm score of a student in CS70, Fall 2025.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Observation: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/>
                  <a:t> is a random variable. It’s just as real as the Bernoulli, Binomial, Geometric, etc. distributions.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What would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/>
                  <a:t> look like? What are the values for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/>
                  <a:t>?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n-US"/>
                  <a:t>?</a:t>
                </a:r>
              </a:p>
              <a:p>
                <a:pPr marL="1028683" lvl="1" indent="-342900">
                  <a:buFont typeface="Arial" panose="020B0604020202020204" pitchFamily="34" charset="0"/>
                  <a:buChar char="•"/>
                </a:pPr>
                <a:r>
                  <a:rPr lang="en-US"/>
                  <a:t>range(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/>
                  <a:t>): Set of scores on the midterm. </a:t>
                </a:r>
              </a:p>
              <a:p>
                <a:pPr marL="1028683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n-US"/>
                  <a:t>: Fraction of students with that score.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73D0AF6-975C-75E1-4291-B16F89224F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96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D36F8302-5186-8E1B-D887-9E57804060C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60592070"/>
                  </p:ext>
                </p:extLst>
              </p:nvPr>
            </p:nvGraphicFramePr>
            <p:xfrm>
              <a:off x="1386435" y="3432264"/>
              <a:ext cx="2339611" cy="280416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467083">
                      <a:extLst>
                        <a:ext uri="{9D8B030D-6E8A-4147-A177-3AD203B41FA5}">
                          <a16:colId xmlns:a16="http://schemas.microsoft.com/office/drawing/2014/main" val="3410558925"/>
                        </a:ext>
                      </a:extLst>
                    </a:gridCol>
                    <a:gridCol w="1872528">
                      <a:extLst>
                        <a:ext uri="{9D8B030D-6E8A-4147-A177-3AD203B41FA5}">
                          <a16:colId xmlns:a16="http://schemas.microsoft.com/office/drawing/2014/main" val="3350035111"/>
                        </a:ext>
                      </a:extLst>
                    </a:gridCol>
                  </a:tblGrid>
                  <a:tr h="25964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700" b="0" i="1" smtClean="0">
                                    <a:latin typeface="Cambria Math" panose="02040503050406030204" pitchFamily="18" charset="0"/>
                                    <a:ea typeface="Inter Light" panose="02000403000000020004" pitchFamily="2" charset="0"/>
                                    <a:cs typeface="Inter Light" panose="02000403000000020004" pitchFamily="2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en-US" sz="1700" b="0" i="0">
                            <a:latin typeface="Inter Light" panose="02000403000000020004" pitchFamily="2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700" b="0" i="1" smtClean="0">
                                    <a:latin typeface="Cambria Math" panose="02040503050406030204" pitchFamily="18" charset="0"/>
                                    <a:ea typeface="Inter Light" panose="02000403000000020004" pitchFamily="2" charset="0"/>
                                    <a:cs typeface="Inter Light" panose="02000403000000020004" pitchFamily="2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n-US" sz="1700" b="0" i="1" smtClean="0">
                                        <a:latin typeface="Cambria Math" panose="02040503050406030204" pitchFamily="18" charset="0"/>
                                        <a:ea typeface="Inter Light" panose="02000403000000020004" pitchFamily="2" charset="0"/>
                                        <a:cs typeface="Inter Light" panose="02000403000000020004" pitchFamily="2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700" b="0" i="1" smtClean="0">
                                        <a:latin typeface="Cambria Math" panose="02040503050406030204" pitchFamily="18" charset="0"/>
                                        <a:ea typeface="Inter Light" panose="02000403000000020004" pitchFamily="2" charset="0"/>
                                        <a:cs typeface="Inter Light" panose="02000403000000020004" pitchFamily="2" charset="0"/>
                                      </a:rPr>
                                      <m:t>𝑋</m:t>
                                    </m:r>
                                    <m:r>
                                      <a:rPr lang="en-US" sz="1700" b="0" i="1" smtClean="0">
                                        <a:latin typeface="Cambria Math" panose="02040503050406030204" pitchFamily="18" charset="0"/>
                                        <a:ea typeface="Inter Light" panose="02000403000000020004" pitchFamily="2" charset="0"/>
                                        <a:cs typeface="Inter Light" panose="02000403000000020004" pitchFamily="2" charset="0"/>
                                      </a:rPr>
                                      <m:t>=</m:t>
                                    </m:r>
                                    <m:r>
                                      <a:rPr lang="en-US" sz="1700" b="0" i="1" smtClean="0">
                                        <a:latin typeface="Cambria Math" panose="02040503050406030204" pitchFamily="18" charset="0"/>
                                        <a:ea typeface="Inter Light" panose="02000403000000020004" pitchFamily="2" charset="0"/>
                                        <a:cs typeface="Inter Light" panose="02000403000000020004" pitchFamily="2" charset="0"/>
                                      </a:rPr>
                                      <m:t>𝑎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700" b="0" i="0">
                            <a:latin typeface="Inter Light" panose="02000403000000020004" pitchFamily="2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02060275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0.015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98963023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0.094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61670219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0.234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78373702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0.313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24176802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0.234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18612044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0.94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08697484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0.015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525314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D36F8302-5186-8E1B-D887-9E57804060C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60592070"/>
                  </p:ext>
                </p:extLst>
              </p:nvPr>
            </p:nvGraphicFramePr>
            <p:xfrm>
              <a:off x="1386435" y="3432264"/>
              <a:ext cx="2339611" cy="280416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467083">
                      <a:extLst>
                        <a:ext uri="{9D8B030D-6E8A-4147-A177-3AD203B41FA5}">
                          <a16:colId xmlns:a16="http://schemas.microsoft.com/office/drawing/2014/main" val="3410558925"/>
                        </a:ext>
                      </a:extLst>
                    </a:gridCol>
                    <a:gridCol w="1872528">
                      <a:extLst>
                        <a:ext uri="{9D8B030D-6E8A-4147-A177-3AD203B41FA5}">
                          <a16:colId xmlns:a16="http://schemas.microsoft.com/office/drawing/2014/main" val="3350035111"/>
                        </a:ext>
                      </a:extLst>
                    </a:gridCol>
                  </a:tblGrid>
                  <a:tr h="3505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299" t="-3448" r="-405195" b="-7172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5325" t="-3448" r="-1299" b="-7172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2060275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0.015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98963023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0.094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61670219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0.234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78373702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0.313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24176802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0.234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18612044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0.94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08697484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0.015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525314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A0FCC91-4F16-BC62-41CD-EA93F0C185C8}"/>
                  </a:ext>
                </a:extLst>
              </p:cNvPr>
              <p:cNvSpPr txBox="1"/>
              <p:nvPr/>
            </p:nvSpPr>
            <p:spPr>
              <a:xfrm>
                <a:off x="759326" y="6280388"/>
                <a:ext cx="46356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>
                    <a:latin typeface="Inter Light" panose="02000403000000020004" pitchFamily="2" charset="0"/>
                    <a:ea typeface="Inter Light" panose="02000403000000020004" pitchFamily="2" charset="0"/>
                    <a:cs typeface="Inter Light" panose="02000403000000020004" pitchFamily="2" charset="0"/>
                  </a:rPr>
                  <a:t>Distribution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~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Binomial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(6, 0.5)</m:t>
                    </m:r>
                  </m:oMath>
                </a14:m>
                <a:endParaRPr lang="en-US">
                  <a:latin typeface="Inter Light" panose="02000403000000020004" pitchFamily="2" charset="0"/>
                  <a:ea typeface="Inter Light" panose="02000403000000020004" pitchFamily="2" charset="0"/>
                  <a:cs typeface="Inter Light" panose="02000403000000020004" pitchFamily="2" charset="0"/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A0FCC91-4F16-BC62-41CD-EA93F0C185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326" y="6280388"/>
                <a:ext cx="4635634" cy="369332"/>
              </a:xfrm>
              <a:prstGeom prst="rect">
                <a:avLst/>
              </a:prstGeom>
              <a:blipFill>
                <a:blip r:embed="rId4"/>
                <a:stretch>
                  <a:fillRect l="-1184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6D4A3C08-9EE8-D800-59E5-64782793B4C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35861335"/>
                  </p:ext>
                </p:extLst>
              </p:nvPr>
            </p:nvGraphicFramePr>
            <p:xfrm>
              <a:off x="7934959" y="2959854"/>
              <a:ext cx="2339611" cy="350520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053509">
                      <a:extLst>
                        <a:ext uri="{9D8B030D-6E8A-4147-A177-3AD203B41FA5}">
                          <a16:colId xmlns:a16="http://schemas.microsoft.com/office/drawing/2014/main" val="3410558925"/>
                        </a:ext>
                      </a:extLst>
                    </a:gridCol>
                    <a:gridCol w="1286102">
                      <a:extLst>
                        <a:ext uri="{9D8B030D-6E8A-4147-A177-3AD203B41FA5}">
                          <a16:colId xmlns:a16="http://schemas.microsoft.com/office/drawing/2014/main" val="3350035111"/>
                        </a:ext>
                      </a:extLst>
                    </a:gridCol>
                  </a:tblGrid>
                  <a:tr h="25964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700" b="0" i="1" smtClean="0">
                                    <a:latin typeface="Cambria Math" panose="02040503050406030204" pitchFamily="18" charset="0"/>
                                    <a:ea typeface="Inter Light" panose="02000403000000020004" pitchFamily="2" charset="0"/>
                                    <a:cs typeface="Inter Light" panose="02000403000000020004" pitchFamily="2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en-US" sz="1700" b="0" i="0">
                            <a:latin typeface="Inter Light" panose="02000403000000020004" pitchFamily="2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7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700" b="0" i="1" smtClean="0">
                                    <a:latin typeface="Cambria Math" panose="02040503050406030204" pitchFamily="18" charset="0"/>
                                    <a:ea typeface="Inter Light" panose="02000403000000020004" pitchFamily="2" charset="0"/>
                                    <a:cs typeface="Inter Light" panose="02000403000000020004" pitchFamily="2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n-US" sz="1700" b="0" i="1" smtClean="0">
                                        <a:latin typeface="Cambria Math" panose="02040503050406030204" pitchFamily="18" charset="0"/>
                                        <a:ea typeface="Inter Light" panose="02000403000000020004" pitchFamily="2" charset="0"/>
                                        <a:cs typeface="Inter Light" panose="02000403000000020004" pitchFamily="2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700" b="0" i="1" smtClean="0">
                                        <a:latin typeface="Cambria Math" panose="02040503050406030204" pitchFamily="18" charset="0"/>
                                        <a:ea typeface="Inter Light" panose="02000403000000020004" pitchFamily="2" charset="0"/>
                                        <a:cs typeface="Inter Light" panose="02000403000000020004" pitchFamily="2" charset="0"/>
                                      </a:rPr>
                                      <m:t>𝑀</m:t>
                                    </m:r>
                                    <m:r>
                                      <a:rPr lang="en-US" sz="1700" b="0" i="1" smtClean="0">
                                        <a:latin typeface="Cambria Math" panose="02040503050406030204" pitchFamily="18" charset="0"/>
                                        <a:ea typeface="Inter Light" panose="02000403000000020004" pitchFamily="2" charset="0"/>
                                        <a:cs typeface="Inter Light" panose="02000403000000020004" pitchFamily="2" charset="0"/>
                                      </a:rPr>
                                      <m:t>=</m:t>
                                    </m:r>
                                    <m:r>
                                      <a:rPr lang="en-US" sz="1700" b="0" i="1" smtClean="0">
                                        <a:latin typeface="Cambria Math" panose="02040503050406030204" pitchFamily="18" charset="0"/>
                                        <a:ea typeface="Inter Light" panose="02000403000000020004" pitchFamily="2" charset="0"/>
                                        <a:cs typeface="Inter Light" panose="02000403000000020004" pitchFamily="2" charset="0"/>
                                      </a:rPr>
                                      <m:t>𝑎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700" b="0" i="0">
                            <a:latin typeface="Inter Light" panose="02000403000000020004" pitchFamily="2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02060275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700" b="0" i="0">
                            <a:latin typeface="Inter Light" panose="02000403000000020004" pitchFamily="2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98963023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51.0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61670219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52.0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3/514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78373702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52.5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2/514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24176802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53.0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18612044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53.5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08697484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700" b="0" i="0">
                            <a:latin typeface="Inter Light" panose="02000403000000020004" pitchFamily="2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5253148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158.0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2/514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76173441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159.0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2776618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6D4A3C08-9EE8-D800-59E5-64782793B4C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35861335"/>
                  </p:ext>
                </p:extLst>
              </p:nvPr>
            </p:nvGraphicFramePr>
            <p:xfrm>
              <a:off x="7934959" y="2959854"/>
              <a:ext cx="2339611" cy="350520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053509">
                      <a:extLst>
                        <a:ext uri="{9D8B030D-6E8A-4147-A177-3AD203B41FA5}">
                          <a16:colId xmlns:a16="http://schemas.microsoft.com/office/drawing/2014/main" val="3410558925"/>
                        </a:ext>
                      </a:extLst>
                    </a:gridCol>
                    <a:gridCol w="1286102">
                      <a:extLst>
                        <a:ext uri="{9D8B030D-6E8A-4147-A177-3AD203B41FA5}">
                          <a16:colId xmlns:a16="http://schemas.microsoft.com/office/drawing/2014/main" val="3350035111"/>
                        </a:ext>
                      </a:extLst>
                    </a:gridCol>
                  </a:tblGrid>
                  <a:tr h="3505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578" t="-1724" r="-124855" b="-9155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82075" t="-1724" r="-1887" b="-91551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2060275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700" b="0" i="0">
                            <a:latin typeface="Inter Light" panose="02000403000000020004" pitchFamily="2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98963023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51.0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61670219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52.0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3/514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78373702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52.5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2/514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24176802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53.0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18612044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53.5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08697484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700" b="0" i="0">
                            <a:latin typeface="Inter Light" panose="02000403000000020004" pitchFamily="2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5253148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158.0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2/514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76173441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159.0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2776618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447089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9C520-203F-133D-E002-43BFFB929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DD34C-50D9-F21F-974E-4335C4AD0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Random Variables and Sampled Data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BC2006-3374-C933-F737-F37D8F30CD8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/>
                  <a:t> be the midterm score of a student in CS70, Fall 2025.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What would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/>
                  <a:t> look like? What are the values for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/>
                  <a:t>?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n-US"/>
                  <a:t>?</a:t>
                </a:r>
              </a:p>
              <a:p>
                <a:pPr marL="1028683" lvl="1" indent="-342900">
                  <a:buFont typeface="Arial" panose="020B0604020202020204" pitchFamily="34" charset="0"/>
                  <a:buChar char="•"/>
                </a:pPr>
                <a:r>
                  <a:rPr lang="en-US"/>
                  <a:t>range(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/>
                  <a:t>): Set of scores on the midterm. </a:t>
                </a:r>
              </a:p>
              <a:p>
                <a:pPr marL="1028683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n-US"/>
                  <a:t>: Fraction of students with that score.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What is the sample space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/>
                  <a:t>?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BC2006-3374-C933-F737-F37D8F30CD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96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27592144-FDAD-F6AC-DB2E-AD9B6E38BE0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386435" y="3432264"/>
              <a:ext cx="2339611" cy="280416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467083">
                      <a:extLst>
                        <a:ext uri="{9D8B030D-6E8A-4147-A177-3AD203B41FA5}">
                          <a16:colId xmlns:a16="http://schemas.microsoft.com/office/drawing/2014/main" val="3410558925"/>
                        </a:ext>
                      </a:extLst>
                    </a:gridCol>
                    <a:gridCol w="1872528">
                      <a:extLst>
                        <a:ext uri="{9D8B030D-6E8A-4147-A177-3AD203B41FA5}">
                          <a16:colId xmlns:a16="http://schemas.microsoft.com/office/drawing/2014/main" val="3350035111"/>
                        </a:ext>
                      </a:extLst>
                    </a:gridCol>
                  </a:tblGrid>
                  <a:tr h="25964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700" b="0" i="1" smtClean="0">
                                    <a:latin typeface="Cambria Math" panose="02040503050406030204" pitchFamily="18" charset="0"/>
                                    <a:ea typeface="Inter Light" panose="02000403000000020004" pitchFamily="2" charset="0"/>
                                    <a:cs typeface="Inter Light" panose="02000403000000020004" pitchFamily="2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en-US" sz="1700" b="0" i="0">
                            <a:latin typeface="Inter Light" panose="02000403000000020004" pitchFamily="2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700" b="0" i="1" smtClean="0">
                                    <a:latin typeface="Cambria Math" panose="02040503050406030204" pitchFamily="18" charset="0"/>
                                    <a:ea typeface="Inter Light" panose="02000403000000020004" pitchFamily="2" charset="0"/>
                                    <a:cs typeface="Inter Light" panose="02000403000000020004" pitchFamily="2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n-US" sz="1700" b="0" i="1" smtClean="0">
                                        <a:latin typeface="Cambria Math" panose="02040503050406030204" pitchFamily="18" charset="0"/>
                                        <a:ea typeface="Inter Light" panose="02000403000000020004" pitchFamily="2" charset="0"/>
                                        <a:cs typeface="Inter Light" panose="02000403000000020004" pitchFamily="2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700" b="0" i="1" smtClean="0">
                                        <a:latin typeface="Cambria Math" panose="02040503050406030204" pitchFamily="18" charset="0"/>
                                        <a:ea typeface="Inter Light" panose="02000403000000020004" pitchFamily="2" charset="0"/>
                                        <a:cs typeface="Inter Light" panose="02000403000000020004" pitchFamily="2" charset="0"/>
                                      </a:rPr>
                                      <m:t>𝑋</m:t>
                                    </m:r>
                                    <m:r>
                                      <a:rPr lang="en-US" sz="1700" b="0" i="1" smtClean="0">
                                        <a:latin typeface="Cambria Math" panose="02040503050406030204" pitchFamily="18" charset="0"/>
                                        <a:ea typeface="Inter Light" panose="02000403000000020004" pitchFamily="2" charset="0"/>
                                        <a:cs typeface="Inter Light" panose="02000403000000020004" pitchFamily="2" charset="0"/>
                                      </a:rPr>
                                      <m:t>=</m:t>
                                    </m:r>
                                    <m:r>
                                      <a:rPr lang="en-US" sz="1700" b="0" i="1" smtClean="0">
                                        <a:latin typeface="Cambria Math" panose="02040503050406030204" pitchFamily="18" charset="0"/>
                                        <a:ea typeface="Inter Light" panose="02000403000000020004" pitchFamily="2" charset="0"/>
                                        <a:cs typeface="Inter Light" panose="02000403000000020004" pitchFamily="2" charset="0"/>
                                      </a:rPr>
                                      <m:t>𝑎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700" b="0" i="0">
                            <a:latin typeface="Inter Light" panose="02000403000000020004" pitchFamily="2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02060275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0.015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98963023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0.094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61670219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0.234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78373702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0.313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24176802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0.234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18612044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0.94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08697484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0.015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525314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27592144-FDAD-F6AC-DB2E-AD9B6E38BE0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386435" y="3432264"/>
              <a:ext cx="2339611" cy="280416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467083">
                      <a:extLst>
                        <a:ext uri="{9D8B030D-6E8A-4147-A177-3AD203B41FA5}">
                          <a16:colId xmlns:a16="http://schemas.microsoft.com/office/drawing/2014/main" val="3410558925"/>
                        </a:ext>
                      </a:extLst>
                    </a:gridCol>
                    <a:gridCol w="1872528">
                      <a:extLst>
                        <a:ext uri="{9D8B030D-6E8A-4147-A177-3AD203B41FA5}">
                          <a16:colId xmlns:a16="http://schemas.microsoft.com/office/drawing/2014/main" val="3350035111"/>
                        </a:ext>
                      </a:extLst>
                    </a:gridCol>
                  </a:tblGrid>
                  <a:tr h="3505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299" t="-3448" r="-405195" b="-7172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5325" t="-3448" r="-1299" b="-7172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2060275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0.015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98963023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0.094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61670219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0.234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78373702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0.313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24176802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0.234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18612044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0.94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08697484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0.015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525314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E4CB12C-53B2-7ECD-8E94-661A15FF5503}"/>
                  </a:ext>
                </a:extLst>
              </p:cNvPr>
              <p:cNvSpPr txBox="1"/>
              <p:nvPr/>
            </p:nvSpPr>
            <p:spPr>
              <a:xfrm>
                <a:off x="759326" y="6280388"/>
                <a:ext cx="46356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>
                    <a:latin typeface="Inter Light" panose="02000403000000020004" pitchFamily="2" charset="0"/>
                    <a:ea typeface="Inter Light" panose="02000403000000020004" pitchFamily="2" charset="0"/>
                    <a:cs typeface="Inter Light" panose="02000403000000020004" pitchFamily="2" charset="0"/>
                  </a:rPr>
                  <a:t>Distribution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~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Binomial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(6, 0.5)</m:t>
                    </m:r>
                  </m:oMath>
                </a14:m>
                <a:endParaRPr lang="en-US">
                  <a:latin typeface="Inter Light" panose="02000403000000020004" pitchFamily="2" charset="0"/>
                  <a:ea typeface="Inter Light" panose="02000403000000020004" pitchFamily="2" charset="0"/>
                  <a:cs typeface="Inter Light" panose="02000403000000020004" pitchFamily="2" charset="0"/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E4CB12C-53B2-7ECD-8E94-661A15FF55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326" y="6280388"/>
                <a:ext cx="4635634" cy="369332"/>
              </a:xfrm>
              <a:prstGeom prst="rect">
                <a:avLst/>
              </a:prstGeom>
              <a:blipFill>
                <a:blip r:embed="rId4"/>
                <a:stretch>
                  <a:fillRect l="-1184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DC83AF85-6741-FADB-842D-B35ED5EA13C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86183884"/>
                  </p:ext>
                </p:extLst>
              </p:nvPr>
            </p:nvGraphicFramePr>
            <p:xfrm>
              <a:off x="7934959" y="2959854"/>
              <a:ext cx="2339611" cy="350520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053509">
                      <a:extLst>
                        <a:ext uri="{9D8B030D-6E8A-4147-A177-3AD203B41FA5}">
                          <a16:colId xmlns:a16="http://schemas.microsoft.com/office/drawing/2014/main" val="3410558925"/>
                        </a:ext>
                      </a:extLst>
                    </a:gridCol>
                    <a:gridCol w="1286102">
                      <a:extLst>
                        <a:ext uri="{9D8B030D-6E8A-4147-A177-3AD203B41FA5}">
                          <a16:colId xmlns:a16="http://schemas.microsoft.com/office/drawing/2014/main" val="3350035111"/>
                        </a:ext>
                      </a:extLst>
                    </a:gridCol>
                  </a:tblGrid>
                  <a:tr h="25964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700" b="0" i="1" smtClean="0">
                                    <a:latin typeface="Cambria Math" panose="02040503050406030204" pitchFamily="18" charset="0"/>
                                    <a:ea typeface="Inter Light" panose="02000403000000020004" pitchFamily="2" charset="0"/>
                                    <a:cs typeface="Inter Light" panose="02000403000000020004" pitchFamily="2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en-US" sz="1700" b="0" i="0">
                            <a:latin typeface="Inter Light" panose="02000403000000020004" pitchFamily="2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7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700" b="0" i="1" smtClean="0">
                                    <a:latin typeface="Cambria Math" panose="02040503050406030204" pitchFamily="18" charset="0"/>
                                    <a:ea typeface="Inter Light" panose="02000403000000020004" pitchFamily="2" charset="0"/>
                                    <a:cs typeface="Inter Light" panose="02000403000000020004" pitchFamily="2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n-US" sz="1700" b="0" i="1" smtClean="0">
                                        <a:latin typeface="Cambria Math" panose="02040503050406030204" pitchFamily="18" charset="0"/>
                                        <a:ea typeface="Inter Light" panose="02000403000000020004" pitchFamily="2" charset="0"/>
                                        <a:cs typeface="Inter Light" panose="02000403000000020004" pitchFamily="2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700" b="0" i="1" smtClean="0">
                                        <a:latin typeface="Cambria Math" panose="02040503050406030204" pitchFamily="18" charset="0"/>
                                        <a:ea typeface="Inter Light" panose="02000403000000020004" pitchFamily="2" charset="0"/>
                                        <a:cs typeface="Inter Light" panose="02000403000000020004" pitchFamily="2" charset="0"/>
                                      </a:rPr>
                                      <m:t>𝑀</m:t>
                                    </m:r>
                                    <m:r>
                                      <a:rPr lang="en-US" sz="1700" b="0" i="1" smtClean="0">
                                        <a:latin typeface="Cambria Math" panose="02040503050406030204" pitchFamily="18" charset="0"/>
                                        <a:ea typeface="Inter Light" panose="02000403000000020004" pitchFamily="2" charset="0"/>
                                        <a:cs typeface="Inter Light" panose="02000403000000020004" pitchFamily="2" charset="0"/>
                                      </a:rPr>
                                      <m:t>=</m:t>
                                    </m:r>
                                    <m:r>
                                      <a:rPr lang="en-US" sz="1700" b="0" i="1" smtClean="0">
                                        <a:latin typeface="Cambria Math" panose="02040503050406030204" pitchFamily="18" charset="0"/>
                                        <a:ea typeface="Inter Light" panose="02000403000000020004" pitchFamily="2" charset="0"/>
                                        <a:cs typeface="Inter Light" panose="02000403000000020004" pitchFamily="2" charset="0"/>
                                      </a:rPr>
                                      <m:t>𝑎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700" b="0" i="0">
                            <a:latin typeface="Inter Light" panose="02000403000000020004" pitchFamily="2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02060275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700" b="0" i="0">
                            <a:latin typeface="Inter Light" panose="02000403000000020004" pitchFamily="2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98963023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51.0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61670219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52.0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3/514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78373702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52.5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2/514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24176802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53.0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18612044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53.5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08697484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700" b="0" i="0">
                            <a:latin typeface="Inter Light" panose="02000403000000020004" pitchFamily="2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5253148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158.0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2/514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76173441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159.0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2776618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DC83AF85-6741-FADB-842D-B35ED5EA13C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86183884"/>
                  </p:ext>
                </p:extLst>
              </p:nvPr>
            </p:nvGraphicFramePr>
            <p:xfrm>
              <a:off x="7934959" y="2959854"/>
              <a:ext cx="2339611" cy="350520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053509">
                      <a:extLst>
                        <a:ext uri="{9D8B030D-6E8A-4147-A177-3AD203B41FA5}">
                          <a16:colId xmlns:a16="http://schemas.microsoft.com/office/drawing/2014/main" val="3410558925"/>
                        </a:ext>
                      </a:extLst>
                    </a:gridCol>
                    <a:gridCol w="1286102">
                      <a:extLst>
                        <a:ext uri="{9D8B030D-6E8A-4147-A177-3AD203B41FA5}">
                          <a16:colId xmlns:a16="http://schemas.microsoft.com/office/drawing/2014/main" val="3350035111"/>
                        </a:ext>
                      </a:extLst>
                    </a:gridCol>
                  </a:tblGrid>
                  <a:tr h="3505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578" t="-1724" r="-124855" b="-9155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82075" t="-1724" r="-1887" b="-91551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2060275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700" b="0" i="0">
                            <a:latin typeface="Inter Light" panose="02000403000000020004" pitchFamily="2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98963023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51.0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61670219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52.0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3/514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78373702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52.5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2/514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24176802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53.0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18612044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53.5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08697484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700" b="0" i="0">
                            <a:latin typeface="Inter Light" panose="02000403000000020004" pitchFamily="2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5253148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158.0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2/514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76173441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159.0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27766188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8" name="Picture 7" descr="A qr code on a white background&#10;&#10;Description automatically generated">
            <a:extLst>
              <a:ext uri="{FF2B5EF4-FFF2-40B4-BE49-F238E27FC236}">
                <a16:creationId xmlns:a16="http://schemas.microsoft.com/office/drawing/2014/main" id="{D392772B-F70D-9BE1-1D60-92D93CC7C22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6313" y="3429000"/>
            <a:ext cx="2552831" cy="253378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1E4B3B9-8189-2953-3990-396F96C4C2DA}"/>
              </a:ext>
            </a:extLst>
          </p:cNvPr>
          <p:cNvSpPr txBox="1"/>
          <p:nvPr/>
        </p:nvSpPr>
        <p:spPr>
          <a:xfrm>
            <a:off x="4824248" y="3180042"/>
            <a:ext cx="25435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hlinkClick r:id="rId7"/>
              </a:rPr>
              <a:t>https://joshh.ug/A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8085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52BC7B-1C90-D22C-5ABA-87B796E65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FB980-37C9-BC1E-3BC5-CA233304C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Random Variables and Sampled Data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03C5418-DB48-E28A-9528-330EBDBA837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/>
                  <a:t> be the midterm score of a student in CS70, Fall 2025.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What would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/>
                  <a:t> look like? What are the values for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/>
                  <a:t>?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n-US"/>
                  <a:t>?</a:t>
                </a:r>
              </a:p>
              <a:p>
                <a:pPr marL="1028683" lvl="1" indent="-342900">
                  <a:buFont typeface="Arial" panose="020B0604020202020204" pitchFamily="34" charset="0"/>
                  <a:buChar char="•"/>
                </a:pPr>
                <a:r>
                  <a:rPr lang="en-US"/>
                  <a:t>range(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/>
                  <a:t>): Set of scores on the midterm. </a:t>
                </a:r>
              </a:p>
              <a:p>
                <a:pPr marL="1028683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n-US"/>
                  <a:t>: Fraction of students with that score.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What is the sample space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/>
                  <a:t>?</a:t>
                </a:r>
              </a:p>
              <a:p>
                <a:pPr marL="1028683" lvl="1" indent="-342900">
                  <a:buFont typeface="Arial" panose="020B0604020202020204" pitchFamily="34" charset="0"/>
                  <a:buChar char="•"/>
                </a:pPr>
                <a:r>
                  <a:rPr lang="en-US"/>
                  <a:t>The set of all 514 students in CS70.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03C5418-DB48-E28A-9528-330EBDBA83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96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45AB009B-FA72-1557-EF4A-2BE30EC5A3E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0325704"/>
                  </p:ext>
                </p:extLst>
              </p:nvPr>
            </p:nvGraphicFramePr>
            <p:xfrm>
              <a:off x="7934959" y="2959854"/>
              <a:ext cx="2339611" cy="350520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053509">
                      <a:extLst>
                        <a:ext uri="{9D8B030D-6E8A-4147-A177-3AD203B41FA5}">
                          <a16:colId xmlns:a16="http://schemas.microsoft.com/office/drawing/2014/main" val="3410558925"/>
                        </a:ext>
                      </a:extLst>
                    </a:gridCol>
                    <a:gridCol w="1286102">
                      <a:extLst>
                        <a:ext uri="{9D8B030D-6E8A-4147-A177-3AD203B41FA5}">
                          <a16:colId xmlns:a16="http://schemas.microsoft.com/office/drawing/2014/main" val="3350035111"/>
                        </a:ext>
                      </a:extLst>
                    </a:gridCol>
                  </a:tblGrid>
                  <a:tr h="25964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700" b="0" i="1" smtClean="0">
                                    <a:latin typeface="Cambria Math" panose="02040503050406030204" pitchFamily="18" charset="0"/>
                                    <a:ea typeface="Inter Light" panose="02000403000000020004" pitchFamily="2" charset="0"/>
                                    <a:cs typeface="Inter Light" panose="02000403000000020004" pitchFamily="2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en-US" sz="1700" b="0" i="0">
                            <a:latin typeface="Inter Light" panose="02000403000000020004" pitchFamily="2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7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700" b="0" i="1" smtClean="0">
                                    <a:latin typeface="Cambria Math" panose="02040503050406030204" pitchFamily="18" charset="0"/>
                                    <a:ea typeface="Inter Light" panose="02000403000000020004" pitchFamily="2" charset="0"/>
                                    <a:cs typeface="Inter Light" panose="02000403000000020004" pitchFamily="2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n-US" sz="1700" b="0" i="1" smtClean="0">
                                        <a:latin typeface="Cambria Math" panose="02040503050406030204" pitchFamily="18" charset="0"/>
                                        <a:ea typeface="Inter Light" panose="02000403000000020004" pitchFamily="2" charset="0"/>
                                        <a:cs typeface="Inter Light" panose="02000403000000020004" pitchFamily="2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700" b="0" i="1" smtClean="0">
                                        <a:latin typeface="Cambria Math" panose="02040503050406030204" pitchFamily="18" charset="0"/>
                                        <a:ea typeface="Inter Light" panose="02000403000000020004" pitchFamily="2" charset="0"/>
                                        <a:cs typeface="Inter Light" panose="02000403000000020004" pitchFamily="2" charset="0"/>
                                      </a:rPr>
                                      <m:t>𝑀</m:t>
                                    </m:r>
                                    <m:r>
                                      <a:rPr lang="en-US" sz="1700" b="0" i="1" smtClean="0">
                                        <a:latin typeface="Cambria Math" panose="02040503050406030204" pitchFamily="18" charset="0"/>
                                        <a:ea typeface="Inter Light" panose="02000403000000020004" pitchFamily="2" charset="0"/>
                                        <a:cs typeface="Inter Light" panose="02000403000000020004" pitchFamily="2" charset="0"/>
                                      </a:rPr>
                                      <m:t>=</m:t>
                                    </m:r>
                                    <m:r>
                                      <a:rPr lang="en-US" sz="1700" b="0" i="1" smtClean="0">
                                        <a:latin typeface="Cambria Math" panose="02040503050406030204" pitchFamily="18" charset="0"/>
                                        <a:ea typeface="Inter Light" panose="02000403000000020004" pitchFamily="2" charset="0"/>
                                        <a:cs typeface="Inter Light" panose="02000403000000020004" pitchFamily="2" charset="0"/>
                                      </a:rPr>
                                      <m:t>𝑎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700" b="0" i="0">
                            <a:latin typeface="Inter Light" panose="02000403000000020004" pitchFamily="2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02060275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700" b="0" i="0">
                            <a:latin typeface="Inter Light" panose="02000403000000020004" pitchFamily="2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98963023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51.0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61670219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52.0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3/514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78373702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52.5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2/514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24176802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53.0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18612044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53.5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08697484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700" b="0" i="0">
                            <a:latin typeface="Inter Light" panose="02000403000000020004" pitchFamily="2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5253148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158.0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2/514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76173441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159.0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2776618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45AB009B-FA72-1557-EF4A-2BE30EC5A3E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0325704"/>
                  </p:ext>
                </p:extLst>
              </p:nvPr>
            </p:nvGraphicFramePr>
            <p:xfrm>
              <a:off x="7934959" y="2959854"/>
              <a:ext cx="2339611" cy="350520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053509">
                      <a:extLst>
                        <a:ext uri="{9D8B030D-6E8A-4147-A177-3AD203B41FA5}">
                          <a16:colId xmlns:a16="http://schemas.microsoft.com/office/drawing/2014/main" val="3410558925"/>
                        </a:ext>
                      </a:extLst>
                    </a:gridCol>
                    <a:gridCol w="1286102">
                      <a:extLst>
                        <a:ext uri="{9D8B030D-6E8A-4147-A177-3AD203B41FA5}">
                          <a16:colId xmlns:a16="http://schemas.microsoft.com/office/drawing/2014/main" val="3350035111"/>
                        </a:ext>
                      </a:extLst>
                    </a:gridCol>
                  </a:tblGrid>
                  <a:tr h="3505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578" t="-1724" r="-124855" b="-9155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82075" t="-1724" r="-1887" b="-91551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2060275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700" b="0" i="0">
                            <a:latin typeface="Inter Light" panose="02000403000000020004" pitchFamily="2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98963023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51.0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61670219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52.0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3/514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78373702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52.5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2/514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24176802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53.0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18612044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53.5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08697484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700" b="0" i="0">
                            <a:latin typeface="Inter Light" panose="02000403000000020004" pitchFamily="2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5253148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158.0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2/514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76173441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159.0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2776618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F71691C3-D129-CE27-12DC-3A765F4E8824}"/>
              </a:ext>
            </a:extLst>
          </p:cNvPr>
          <p:cNvSpPr txBox="1"/>
          <p:nvPr/>
        </p:nvSpPr>
        <p:spPr>
          <a:xfrm>
            <a:off x="1971042" y="3750365"/>
            <a:ext cx="279974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Aleš</a:t>
            </a:r>
            <a:r>
              <a:rPr lang="en-US" sz="24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US" sz="24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Balqis</a:t>
            </a:r>
            <a:endParaRPr lang="en-US" sz="2400">
              <a:latin typeface="Inter Light" panose="02000403000000020004" pitchFamily="2" charset="0"/>
              <a:ea typeface="Inter Light" panose="02000403000000020004" pitchFamily="2" charset="0"/>
              <a:cs typeface="Inter Light" panose="02000403000000020004" pitchFamily="2" charset="0"/>
            </a:endParaRPr>
          </a:p>
          <a:p>
            <a:r>
              <a:rPr lang="en-US" sz="24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Eskender</a:t>
            </a:r>
            <a:r>
              <a:rPr lang="en-US" sz="24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Yann</a:t>
            </a:r>
          </a:p>
          <a:p>
            <a:r>
              <a:rPr lang="en-US" sz="24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Yawen Jin</a:t>
            </a:r>
          </a:p>
          <a:p>
            <a:r>
              <a:rPr lang="en-US" sz="24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…</a:t>
            </a:r>
          </a:p>
          <a:p>
            <a:r>
              <a:rPr lang="en-US" sz="24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Terence Tao</a:t>
            </a:r>
          </a:p>
          <a:p>
            <a:r>
              <a:rPr lang="en-US" sz="24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Roshan Sunitha</a:t>
            </a:r>
          </a:p>
          <a:p>
            <a:r>
              <a:rPr lang="en-US" sz="24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Francisco Kali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7D666C6-CD16-3655-9095-A64FE37463C6}"/>
                  </a:ext>
                </a:extLst>
              </p:cNvPr>
              <p:cNvSpPr txBox="1"/>
              <p:nvPr/>
            </p:nvSpPr>
            <p:spPr>
              <a:xfrm>
                <a:off x="412446" y="4858360"/>
                <a:ext cx="20203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Ω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7D666C6-CD16-3655-9095-A64FE37463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446" y="4858360"/>
                <a:ext cx="2020355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509884D1-B916-EF71-4CDA-8E283A14BFA8}"/>
              </a:ext>
            </a:extLst>
          </p:cNvPr>
          <p:cNvSpPr txBox="1"/>
          <p:nvPr/>
        </p:nvSpPr>
        <p:spPr>
          <a:xfrm>
            <a:off x="5257800" y="5711687"/>
            <a:ext cx="1580322" cy="7533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795A8E7-C8B0-C620-FCF8-F28902AC1A81}"/>
              </a:ext>
            </a:extLst>
          </p:cNvPr>
          <p:cNvSpPr/>
          <p:nvPr/>
        </p:nvSpPr>
        <p:spPr>
          <a:xfrm>
            <a:off x="3780089" y="5410200"/>
            <a:ext cx="152400" cy="1267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9FB40C1-B1C6-1B90-42DE-D0C9DC112B2D}"/>
              </a:ext>
            </a:extLst>
          </p:cNvPr>
          <p:cNvSpPr/>
          <p:nvPr/>
        </p:nvSpPr>
        <p:spPr>
          <a:xfrm>
            <a:off x="7858759" y="6248329"/>
            <a:ext cx="152400" cy="1267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A3E989E-916F-720D-91C1-199C7112EE54}"/>
              </a:ext>
            </a:extLst>
          </p:cNvPr>
          <p:cNvGrpSpPr/>
          <p:nvPr/>
        </p:nvGrpSpPr>
        <p:grpSpPr>
          <a:xfrm>
            <a:off x="3932489" y="4527788"/>
            <a:ext cx="3926270" cy="1783922"/>
            <a:chOff x="3932489" y="4527788"/>
            <a:chExt cx="3926270" cy="1783922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EDADAD64-02CC-5DC6-004A-5D5FDE560CC5}"/>
                    </a:ext>
                  </a:extLst>
                </p:cNvPr>
                <p:cNvSpPr txBox="1"/>
                <p:nvPr/>
              </p:nvSpPr>
              <p:spPr>
                <a:xfrm>
                  <a:off x="4876800" y="4527788"/>
                  <a:ext cx="72017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</m:d>
                      </m:oMath>
                    </m:oMathPara>
                  </a14:m>
                  <a:endParaRPr lang="en-US"/>
                </a:p>
              </p:txBody>
            </p:sp>
          </mc:Choice>
          <mc:Fallback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EDADAD64-02CC-5DC6-004A-5D5FDE560C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76800" y="4527788"/>
                  <a:ext cx="72017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" name="Connector: Curved 17">
              <a:extLst>
                <a:ext uri="{FF2B5EF4-FFF2-40B4-BE49-F238E27FC236}">
                  <a16:creationId xmlns:a16="http://schemas.microsoft.com/office/drawing/2014/main" id="{CA5D37D9-89F0-32F4-65BC-A1406182BF57}"/>
                </a:ext>
              </a:extLst>
            </p:cNvPr>
            <p:cNvCxnSpPr>
              <a:cxnSpLocks/>
              <a:stCxn id="16" idx="3"/>
              <a:endCxn id="7" idx="1"/>
            </p:cNvCxnSpPr>
            <p:nvPr/>
          </p:nvCxnSpPr>
          <p:spPr>
            <a:xfrm flipV="1">
              <a:off x="3932489" y="4712454"/>
              <a:ext cx="944311" cy="761127"/>
            </a:xfrm>
            <a:prstGeom prst="curved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Connector: Curved 24">
              <a:extLst>
                <a:ext uri="{FF2B5EF4-FFF2-40B4-BE49-F238E27FC236}">
                  <a16:creationId xmlns:a16="http://schemas.microsoft.com/office/drawing/2014/main" id="{D8D693B2-D6AF-A6CD-678B-CCB9781197BD}"/>
                </a:ext>
              </a:extLst>
            </p:cNvPr>
            <p:cNvCxnSpPr>
              <a:cxnSpLocks/>
              <a:stCxn id="7" idx="3"/>
              <a:endCxn id="24" idx="1"/>
            </p:cNvCxnSpPr>
            <p:nvPr/>
          </p:nvCxnSpPr>
          <p:spPr>
            <a:xfrm>
              <a:off x="5596977" y="4712454"/>
              <a:ext cx="2261782" cy="1599256"/>
            </a:xfrm>
            <a:prstGeom prst="curved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DB208A1A-659A-0C3D-4B2D-F654DEDA8C17}"/>
              </a:ext>
            </a:extLst>
          </p:cNvPr>
          <p:cNvSpPr txBox="1"/>
          <p:nvPr/>
        </p:nvSpPr>
        <p:spPr>
          <a:xfrm>
            <a:off x="838200" y="6465054"/>
            <a:ext cx="586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For privacy reasons, I’ve made up 514 new names.</a:t>
            </a:r>
          </a:p>
        </p:txBody>
      </p:sp>
    </p:spTree>
    <p:extLst>
      <p:ext uri="{BB962C8B-B14F-4D97-AF65-F5344CB8AC3E}">
        <p14:creationId xmlns:p14="http://schemas.microsoft.com/office/powerpoint/2010/main" val="843780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6B9905-D604-6152-3B34-E8FAEC666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F9C88-B087-C6E4-2AF8-0F594C817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Random Variables and Sampled Data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4F3FA2-AE72-FE49-8E57-3644B37A268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/>
                  <a:t> be the discussion attendance score of a CS 70, Fall 2025 student.</a:t>
                </a:r>
              </a:p>
              <a:p>
                <a:endParaRPr lang="en-US"/>
              </a:p>
              <a:p>
                <a:r>
                  <a:rPr lang="en-US"/>
                  <a:t>Suppose we want to compute the covariance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/>
                  <a:t>.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What does it mean if these RVs have positive covariance?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4F3FA2-AE72-FE49-8E57-3644B37A26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96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9BF7EC8C-FAB5-6B66-D81B-4D2A2B57D8B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934959" y="2959854"/>
              <a:ext cx="2339611" cy="350520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053509">
                      <a:extLst>
                        <a:ext uri="{9D8B030D-6E8A-4147-A177-3AD203B41FA5}">
                          <a16:colId xmlns:a16="http://schemas.microsoft.com/office/drawing/2014/main" val="3410558925"/>
                        </a:ext>
                      </a:extLst>
                    </a:gridCol>
                    <a:gridCol w="1286102">
                      <a:extLst>
                        <a:ext uri="{9D8B030D-6E8A-4147-A177-3AD203B41FA5}">
                          <a16:colId xmlns:a16="http://schemas.microsoft.com/office/drawing/2014/main" val="3350035111"/>
                        </a:ext>
                      </a:extLst>
                    </a:gridCol>
                  </a:tblGrid>
                  <a:tr h="25964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700" b="0" i="1" smtClean="0">
                                    <a:latin typeface="Cambria Math" panose="02040503050406030204" pitchFamily="18" charset="0"/>
                                    <a:ea typeface="Inter Light" panose="02000403000000020004" pitchFamily="2" charset="0"/>
                                    <a:cs typeface="Inter Light" panose="02000403000000020004" pitchFamily="2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en-US" sz="1700" b="0" i="0">
                            <a:latin typeface="Inter Light" panose="02000403000000020004" pitchFamily="2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7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700" b="0" i="1" smtClean="0">
                                    <a:latin typeface="Cambria Math" panose="02040503050406030204" pitchFamily="18" charset="0"/>
                                    <a:ea typeface="Inter Light" panose="02000403000000020004" pitchFamily="2" charset="0"/>
                                    <a:cs typeface="Inter Light" panose="02000403000000020004" pitchFamily="2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n-US" sz="1700" b="0" i="1" smtClean="0">
                                        <a:latin typeface="Cambria Math" panose="02040503050406030204" pitchFamily="18" charset="0"/>
                                        <a:ea typeface="Inter Light" panose="02000403000000020004" pitchFamily="2" charset="0"/>
                                        <a:cs typeface="Inter Light" panose="02000403000000020004" pitchFamily="2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700" b="0" i="1" smtClean="0">
                                        <a:latin typeface="Cambria Math" panose="02040503050406030204" pitchFamily="18" charset="0"/>
                                        <a:ea typeface="Inter Light" panose="02000403000000020004" pitchFamily="2" charset="0"/>
                                        <a:cs typeface="Inter Light" panose="02000403000000020004" pitchFamily="2" charset="0"/>
                                      </a:rPr>
                                      <m:t>𝑀</m:t>
                                    </m:r>
                                    <m:r>
                                      <a:rPr lang="en-US" sz="1700" b="0" i="1" smtClean="0">
                                        <a:latin typeface="Cambria Math" panose="02040503050406030204" pitchFamily="18" charset="0"/>
                                        <a:ea typeface="Inter Light" panose="02000403000000020004" pitchFamily="2" charset="0"/>
                                        <a:cs typeface="Inter Light" panose="02000403000000020004" pitchFamily="2" charset="0"/>
                                      </a:rPr>
                                      <m:t>=</m:t>
                                    </m:r>
                                    <m:r>
                                      <a:rPr lang="en-US" sz="1700" b="0" i="1" smtClean="0">
                                        <a:latin typeface="Cambria Math" panose="02040503050406030204" pitchFamily="18" charset="0"/>
                                        <a:ea typeface="Inter Light" panose="02000403000000020004" pitchFamily="2" charset="0"/>
                                        <a:cs typeface="Inter Light" panose="02000403000000020004" pitchFamily="2" charset="0"/>
                                      </a:rPr>
                                      <m:t>𝑎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700" b="0" i="0">
                            <a:latin typeface="Inter Light" panose="02000403000000020004" pitchFamily="2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02060275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700" b="0" i="0">
                            <a:latin typeface="Inter Light" panose="02000403000000020004" pitchFamily="2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98963023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51.0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61670219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52.0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3/514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78373702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52.5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2/514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24176802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53.0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18612044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53.5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08697484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700" b="0" i="0">
                            <a:latin typeface="Inter Light" panose="02000403000000020004" pitchFamily="2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5253148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158.0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2/514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7617344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159.0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2776618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9BF7EC8C-FAB5-6B66-D81B-4D2A2B57D8B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934959" y="2959854"/>
              <a:ext cx="2339611" cy="350520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053509">
                      <a:extLst>
                        <a:ext uri="{9D8B030D-6E8A-4147-A177-3AD203B41FA5}">
                          <a16:colId xmlns:a16="http://schemas.microsoft.com/office/drawing/2014/main" val="3410558925"/>
                        </a:ext>
                      </a:extLst>
                    </a:gridCol>
                    <a:gridCol w="1286102">
                      <a:extLst>
                        <a:ext uri="{9D8B030D-6E8A-4147-A177-3AD203B41FA5}">
                          <a16:colId xmlns:a16="http://schemas.microsoft.com/office/drawing/2014/main" val="3350035111"/>
                        </a:ext>
                      </a:extLst>
                    </a:gridCol>
                  </a:tblGrid>
                  <a:tr h="3505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78" t="-1724" r="-124855" b="-9155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82075" t="-1724" r="-1887" b="-91551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2060275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700" b="0" i="0">
                            <a:latin typeface="Inter Light" panose="02000403000000020004" pitchFamily="2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98963023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51.0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61670219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52.0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3/514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78373702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52.5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2/514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24176802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53.0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18612044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53.5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08697484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700" b="0" i="0">
                            <a:latin typeface="Inter Light" panose="02000403000000020004" pitchFamily="2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5253148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158.0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2/514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76173441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159.0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2776618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C9E9AD91-85EF-74AD-EE68-5F713F04043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158239" y="2959854"/>
              <a:ext cx="2339611" cy="350520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053509">
                      <a:extLst>
                        <a:ext uri="{9D8B030D-6E8A-4147-A177-3AD203B41FA5}">
                          <a16:colId xmlns:a16="http://schemas.microsoft.com/office/drawing/2014/main" val="3410558925"/>
                        </a:ext>
                      </a:extLst>
                    </a:gridCol>
                    <a:gridCol w="1286102">
                      <a:extLst>
                        <a:ext uri="{9D8B030D-6E8A-4147-A177-3AD203B41FA5}">
                          <a16:colId xmlns:a16="http://schemas.microsoft.com/office/drawing/2014/main" val="3350035111"/>
                        </a:ext>
                      </a:extLst>
                    </a:gridCol>
                  </a:tblGrid>
                  <a:tr h="25964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700" b="0" i="1" smtClean="0">
                                    <a:latin typeface="Cambria Math" panose="02040503050406030204" pitchFamily="18" charset="0"/>
                                    <a:ea typeface="Inter Light" panose="02000403000000020004" pitchFamily="2" charset="0"/>
                                    <a:cs typeface="Inter Light" panose="02000403000000020004" pitchFamily="2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en-US" sz="1700" b="0" i="0">
                            <a:latin typeface="Inter Light" panose="02000403000000020004" pitchFamily="2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7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700" b="0" i="1" smtClean="0">
                                    <a:latin typeface="Cambria Math" panose="02040503050406030204" pitchFamily="18" charset="0"/>
                                    <a:ea typeface="Inter Light" panose="02000403000000020004" pitchFamily="2" charset="0"/>
                                    <a:cs typeface="Inter Light" panose="02000403000000020004" pitchFamily="2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n-US" sz="1700" b="0" i="1" smtClean="0">
                                        <a:latin typeface="Cambria Math" panose="02040503050406030204" pitchFamily="18" charset="0"/>
                                        <a:ea typeface="Inter Light" panose="02000403000000020004" pitchFamily="2" charset="0"/>
                                        <a:cs typeface="Inter Light" panose="02000403000000020004" pitchFamily="2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700" b="0" i="1" smtClean="0">
                                        <a:latin typeface="Cambria Math" panose="02040503050406030204" pitchFamily="18" charset="0"/>
                                        <a:ea typeface="Inter Light" panose="02000403000000020004" pitchFamily="2" charset="0"/>
                                        <a:cs typeface="Inter Light" panose="02000403000000020004" pitchFamily="2" charset="0"/>
                                      </a:rPr>
                                      <m:t>𝐷</m:t>
                                    </m:r>
                                    <m:r>
                                      <a:rPr lang="en-US" sz="1700" b="0" i="1" smtClean="0">
                                        <a:latin typeface="Cambria Math" panose="02040503050406030204" pitchFamily="18" charset="0"/>
                                        <a:ea typeface="Inter Light" panose="02000403000000020004" pitchFamily="2" charset="0"/>
                                        <a:cs typeface="Inter Light" panose="02000403000000020004" pitchFamily="2" charset="0"/>
                                      </a:rPr>
                                      <m:t>=</m:t>
                                    </m:r>
                                    <m:r>
                                      <a:rPr lang="en-US" sz="1700" b="0" i="1" smtClean="0">
                                        <a:latin typeface="Cambria Math" panose="02040503050406030204" pitchFamily="18" charset="0"/>
                                        <a:ea typeface="Inter Light" panose="02000403000000020004" pitchFamily="2" charset="0"/>
                                        <a:cs typeface="Inter Light" panose="02000403000000020004" pitchFamily="2" charset="0"/>
                                      </a:rPr>
                                      <m:t>𝑎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700" b="0" i="0">
                            <a:latin typeface="Inter Light" panose="02000403000000020004" pitchFamily="2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02060275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11/514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98963023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61670219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3/514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78373702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4/514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24176802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7/514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18612044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08697484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9/514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5253148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18/514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76173441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2776618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C9E9AD91-85EF-74AD-EE68-5F713F04043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158239" y="2959854"/>
              <a:ext cx="2339611" cy="350520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053509">
                      <a:extLst>
                        <a:ext uri="{9D8B030D-6E8A-4147-A177-3AD203B41FA5}">
                          <a16:colId xmlns:a16="http://schemas.microsoft.com/office/drawing/2014/main" val="3410558925"/>
                        </a:ext>
                      </a:extLst>
                    </a:gridCol>
                    <a:gridCol w="1286102">
                      <a:extLst>
                        <a:ext uri="{9D8B030D-6E8A-4147-A177-3AD203B41FA5}">
                          <a16:colId xmlns:a16="http://schemas.microsoft.com/office/drawing/2014/main" val="3350035111"/>
                        </a:ext>
                      </a:extLst>
                    </a:gridCol>
                  </a:tblGrid>
                  <a:tr h="3505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578" t="-1724" r="-124855" b="-9155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82075" t="-1724" r="-1887" b="-91551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2060275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11/514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98963023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61670219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3/514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78373702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4/514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24176802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7/514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18612044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08697484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9/514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5253148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18/514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76173441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2776618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A49E295-433F-3CC2-9A19-F0AF15060E5C}"/>
                  </a:ext>
                </a:extLst>
              </p:cNvPr>
              <p:cNvSpPr txBox="1"/>
              <p:nvPr/>
            </p:nvSpPr>
            <p:spPr>
              <a:xfrm>
                <a:off x="3724232" y="4527788"/>
                <a:ext cx="84776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  <a:ea typeface="Inter Light" panose="02000403000000020004" pitchFamily="2" charset="0"/>
                          <a:cs typeface="Inter Light" panose="02000403000000020004" pitchFamily="2" charset="0"/>
                        </a:rPr>
                        <m:t>𝐷</m:t>
                      </m:r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m:t>𝜔</m:t>
                          </m:r>
                        </m:e>
                      </m:d>
                    </m:oMath>
                  </m:oMathPara>
                </a14:m>
                <a:endParaRPr lang="en-US" sz="1800">
                  <a:latin typeface="Inter Light" panose="02000403000000020004" pitchFamily="2" charset="0"/>
                  <a:ea typeface="Inter Light" panose="02000403000000020004" pitchFamily="2" charset="0"/>
                  <a:cs typeface="Inter Light" panose="02000403000000020004" pitchFamily="2" charset="0"/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A49E295-433F-3CC2-9A19-F0AF15060E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4232" y="4527788"/>
                <a:ext cx="847768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D3AA877-F014-B444-954E-80BFC8375EA5}"/>
                  </a:ext>
                </a:extLst>
              </p:cNvPr>
              <p:cNvSpPr txBox="1"/>
              <p:nvPr/>
            </p:nvSpPr>
            <p:spPr>
              <a:xfrm>
                <a:off x="4495800" y="3505200"/>
                <a:ext cx="200990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ea typeface="Inter Light" panose="02000403000000020004" pitchFamily="2" charset="0"/>
                        <a:cs typeface="Inter Light" panose="02000403000000020004" pitchFamily="2" charset="0"/>
                      </a:rPr>
                      <m:t>𝜔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Inter Light" panose="02000403000000020004" pitchFamily="2" charset="0"/>
                        <a:cs typeface="Inter Light" panose="02000403000000020004" pitchFamily="2" charset="0"/>
                      </a:rPr>
                      <m:t>=</m:t>
                    </m:r>
                  </m:oMath>
                </a14:m>
                <a:r>
                  <a:rPr lang="en-US" sz="1800">
                    <a:latin typeface="Inter Light" panose="02000403000000020004" pitchFamily="2" charset="0"/>
                    <a:ea typeface="Inter Light" panose="02000403000000020004" pitchFamily="2" charset="0"/>
                    <a:cs typeface="Inter Light" panose="02000403000000020004" pitchFamily="2" charset="0"/>
                  </a:rPr>
                  <a:t>Terence Tao</a:t>
                </a:r>
                <a:endParaRPr lang="en-US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D3AA877-F014-B444-954E-80BFC8375E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5800" y="3505200"/>
                <a:ext cx="2009906" cy="369332"/>
              </a:xfrm>
              <a:prstGeom prst="rect">
                <a:avLst/>
              </a:prstGeom>
              <a:blipFill>
                <a:blip r:embed="rId6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5D41268-68D6-4562-4D59-57DEE6EAE371}"/>
                  </a:ext>
                </a:extLst>
              </p:cNvPr>
              <p:cNvSpPr txBox="1"/>
              <p:nvPr/>
            </p:nvSpPr>
            <p:spPr>
              <a:xfrm>
                <a:off x="6324600" y="4529154"/>
                <a:ext cx="84776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  <a:ea typeface="Inter Light" panose="02000403000000020004" pitchFamily="2" charset="0"/>
                          <a:cs typeface="Inter Light" panose="02000403000000020004" pitchFamily="2" charset="0"/>
                        </a:rPr>
                        <m:t>𝑀</m:t>
                      </m:r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m:t>𝜔</m:t>
                          </m:r>
                        </m:e>
                      </m:d>
                    </m:oMath>
                  </m:oMathPara>
                </a14:m>
                <a:endParaRPr lang="en-US" sz="1800">
                  <a:latin typeface="Inter Light" panose="02000403000000020004" pitchFamily="2" charset="0"/>
                  <a:ea typeface="Inter Light" panose="02000403000000020004" pitchFamily="2" charset="0"/>
                  <a:cs typeface="Inter Light" panose="02000403000000020004" pitchFamily="2" charset="0"/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5D41268-68D6-4562-4D59-57DEE6EAE3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4600" y="4529154"/>
                <a:ext cx="847768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53E30FAF-D56B-0CBA-875F-5DD95FD0D43F}"/>
              </a:ext>
            </a:extLst>
          </p:cNvPr>
          <p:cNvSpPr/>
          <p:nvPr/>
        </p:nvSpPr>
        <p:spPr>
          <a:xfrm>
            <a:off x="7858759" y="6248329"/>
            <a:ext cx="152400" cy="1267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1884CE5-0116-4809-6F47-1799A231B074}"/>
              </a:ext>
            </a:extLst>
          </p:cNvPr>
          <p:cNvSpPr/>
          <p:nvPr/>
        </p:nvSpPr>
        <p:spPr>
          <a:xfrm>
            <a:off x="3388891" y="5181600"/>
            <a:ext cx="152400" cy="1267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603CC5EE-C62C-2663-0D7B-EE1279F6152E}"/>
              </a:ext>
            </a:extLst>
          </p:cNvPr>
          <p:cNvCxnSpPr>
            <a:cxnSpLocks/>
            <a:stCxn id="9" idx="2"/>
            <a:endCxn id="7" idx="3"/>
          </p:cNvCxnSpPr>
          <p:nvPr/>
        </p:nvCxnSpPr>
        <p:spPr>
          <a:xfrm rot="5400000">
            <a:off x="4617416" y="3829117"/>
            <a:ext cx="837922" cy="928753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Curved 16">
            <a:extLst>
              <a:ext uri="{FF2B5EF4-FFF2-40B4-BE49-F238E27FC236}">
                <a16:creationId xmlns:a16="http://schemas.microsoft.com/office/drawing/2014/main" id="{DEED494E-1E7D-FC71-8B73-35C081CAD803}"/>
              </a:ext>
            </a:extLst>
          </p:cNvPr>
          <p:cNvCxnSpPr>
            <a:cxnSpLocks/>
            <a:stCxn id="9" idx="2"/>
            <a:endCxn id="10" idx="1"/>
          </p:cNvCxnSpPr>
          <p:nvPr/>
        </p:nvCxnSpPr>
        <p:spPr>
          <a:xfrm rot="16200000" flipH="1">
            <a:off x="5493032" y="3882252"/>
            <a:ext cx="839288" cy="823847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Curved 18">
            <a:extLst>
              <a:ext uri="{FF2B5EF4-FFF2-40B4-BE49-F238E27FC236}">
                <a16:creationId xmlns:a16="http://schemas.microsoft.com/office/drawing/2014/main" id="{6983060D-ACF6-A3F4-F99B-053D5AA2993F}"/>
              </a:ext>
            </a:extLst>
          </p:cNvPr>
          <p:cNvCxnSpPr>
            <a:cxnSpLocks/>
            <a:stCxn id="10" idx="2"/>
            <a:endCxn id="11" idx="1"/>
          </p:cNvCxnSpPr>
          <p:nvPr/>
        </p:nvCxnSpPr>
        <p:spPr>
          <a:xfrm rot="16200000" flipH="1">
            <a:off x="6597009" y="5049960"/>
            <a:ext cx="1413224" cy="1110275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Curved 20">
            <a:extLst>
              <a:ext uri="{FF2B5EF4-FFF2-40B4-BE49-F238E27FC236}">
                <a16:creationId xmlns:a16="http://schemas.microsoft.com/office/drawing/2014/main" id="{53A414E1-68F1-2B48-1325-3CAAB17C307F}"/>
              </a:ext>
            </a:extLst>
          </p:cNvPr>
          <p:cNvCxnSpPr>
            <a:stCxn id="7" idx="2"/>
            <a:endCxn id="12" idx="3"/>
          </p:cNvCxnSpPr>
          <p:nvPr/>
        </p:nvCxnSpPr>
        <p:spPr>
          <a:xfrm rot="5400000">
            <a:off x="3670774" y="4767638"/>
            <a:ext cx="347861" cy="606825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71565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E60BB-BD24-F00E-577A-A7CCAD15E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ABB0B-3794-5641-FA9A-56537C850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Random Variables and Sampled Data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C2F3A1E-A837-57B2-0731-7B690144E81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3657" y="533400"/>
                <a:ext cx="11682707" cy="5638732"/>
              </a:xfrm>
            </p:spPr>
            <p:txBody>
              <a:bodyPr/>
              <a:lstStyle/>
              <a:p>
                <a:r>
                  <a:rPr lang="en-US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/>
                  <a:t> be the discussion attendance score of a CS 70, Fall 2025 student.</a:t>
                </a:r>
              </a:p>
              <a:p>
                <a:endParaRPr lang="en-US"/>
              </a:p>
              <a:p>
                <a:r>
                  <a:rPr lang="en-US"/>
                  <a:t>Suppose we want to compute the covariance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/>
                  <a:t>.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What does it mean if these RVs have positive covariance? Students who go to discussion tend to also do better on exams. Note: No causality established!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C2F3A1E-A837-57B2-0731-7B690144E8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3657" y="533400"/>
                <a:ext cx="11682707" cy="5638732"/>
              </a:xfrm>
              <a:blipFill>
                <a:blip r:embed="rId2"/>
                <a:stretch>
                  <a:fillRect l="-782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14758DEE-81A1-52A9-BF02-9530AEA16AA8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934959" y="2959854"/>
              <a:ext cx="2339611" cy="350520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053509">
                      <a:extLst>
                        <a:ext uri="{9D8B030D-6E8A-4147-A177-3AD203B41FA5}">
                          <a16:colId xmlns:a16="http://schemas.microsoft.com/office/drawing/2014/main" val="3410558925"/>
                        </a:ext>
                      </a:extLst>
                    </a:gridCol>
                    <a:gridCol w="1286102">
                      <a:extLst>
                        <a:ext uri="{9D8B030D-6E8A-4147-A177-3AD203B41FA5}">
                          <a16:colId xmlns:a16="http://schemas.microsoft.com/office/drawing/2014/main" val="3350035111"/>
                        </a:ext>
                      </a:extLst>
                    </a:gridCol>
                  </a:tblGrid>
                  <a:tr h="25964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700" b="0" i="1" smtClean="0">
                                    <a:latin typeface="Cambria Math" panose="02040503050406030204" pitchFamily="18" charset="0"/>
                                    <a:ea typeface="Inter Light" panose="02000403000000020004" pitchFamily="2" charset="0"/>
                                    <a:cs typeface="Inter Light" panose="02000403000000020004" pitchFamily="2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en-US" sz="1700" b="0" i="0">
                            <a:latin typeface="Inter Light" panose="02000403000000020004" pitchFamily="2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7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700" b="0" i="1" smtClean="0">
                                    <a:latin typeface="Cambria Math" panose="02040503050406030204" pitchFamily="18" charset="0"/>
                                    <a:ea typeface="Inter Light" panose="02000403000000020004" pitchFamily="2" charset="0"/>
                                    <a:cs typeface="Inter Light" panose="02000403000000020004" pitchFamily="2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n-US" sz="1700" b="0" i="1" smtClean="0">
                                        <a:latin typeface="Cambria Math" panose="02040503050406030204" pitchFamily="18" charset="0"/>
                                        <a:ea typeface="Inter Light" panose="02000403000000020004" pitchFamily="2" charset="0"/>
                                        <a:cs typeface="Inter Light" panose="02000403000000020004" pitchFamily="2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700" b="0" i="1" smtClean="0">
                                        <a:latin typeface="Cambria Math" panose="02040503050406030204" pitchFamily="18" charset="0"/>
                                        <a:ea typeface="Inter Light" panose="02000403000000020004" pitchFamily="2" charset="0"/>
                                        <a:cs typeface="Inter Light" panose="02000403000000020004" pitchFamily="2" charset="0"/>
                                      </a:rPr>
                                      <m:t>𝑀</m:t>
                                    </m:r>
                                    <m:r>
                                      <a:rPr lang="en-US" sz="1700" b="0" i="1" smtClean="0">
                                        <a:latin typeface="Cambria Math" panose="02040503050406030204" pitchFamily="18" charset="0"/>
                                        <a:ea typeface="Inter Light" panose="02000403000000020004" pitchFamily="2" charset="0"/>
                                        <a:cs typeface="Inter Light" panose="02000403000000020004" pitchFamily="2" charset="0"/>
                                      </a:rPr>
                                      <m:t>=</m:t>
                                    </m:r>
                                    <m:r>
                                      <a:rPr lang="en-US" sz="1700" b="0" i="1" smtClean="0">
                                        <a:latin typeface="Cambria Math" panose="02040503050406030204" pitchFamily="18" charset="0"/>
                                        <a:ea typeface="Inter Light" panose="02000403000000020004" pitchFamily="2" charset="0"/>
                                        <a:cs typeface="Inter Light" panose="02000403000000020004" pitchFamily="2" charset="0"/>
                                      </a:rPr>
                                      <m:t>𝑎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700" b="0" i="0">
                            <a:latin typeface="Inter Light" panose="02000403000000020004" pitchFamily="2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02060275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700" b="0" i="0">
                            <a:latin typeface="Inter Light" panose="02000403000000020004" pitchFamily="2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98963023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51.0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61670219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52.0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3/514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78373702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52.5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2/514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24176802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53.0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18612044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53.5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08697484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700" b="0" i="0">
                            <a:latin typeface="Inter Light" panose="02000403000000020004" pitchFamily="2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5253148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158.0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2/514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7617344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159.0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2776618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14758DEE-81A1-52A9-BF02-9530AEA16AA8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934959" y="2959854"/>
              <a:ext cx="2339611" cy="350520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053509">
                      <a:extLst>
                        <a:ext uri="{9D8B030D-6E8A-4147-A177-3AD203B41FA5}">
                          <a16:colId xmlns:a16="http://schemas.microsoft.com/office/drawing/2014/main" val="3410558925"/>
                        </a:ext>
                      </a:extLst>
                    </a:gridCol>
                    <a:gridCol w="1286102">
                      <a:extLst>
                        <a:ext uri="{9D8B030D-6E8A-4147-A177-3AD203B41FA5}">
                          <a16:colId xmlns:a16="http://schemas.microsoft.com/office/drawing/2014/main" val="3350035111"/>
                        </a:ext>
                      </a:extLst>
                    </a:gridCol>
                  </a:tblGrid>
                  <a:tr h="3505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78" t="-1724" r="-124855" b="-9155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82075" t="-1724" r="-1887" b="-91551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2060275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700" b="0" i="0">
                            <a:latin typeface="Inter Light" panose="02000403000000020004" pitchFamily="2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98963023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51.0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61670219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52.0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3/514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78373702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52.5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2/514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24176802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53.0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18612044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53.5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08697484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700" b="0" i="0">
                            <a:latin typeface="Inter Light" panose="02000403000000020004" pitchFamily="2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5253148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158.0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2/514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76173441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159.0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2776618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1E942D6A-1D01-C8D8-CEC8-ACC81E5E255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158239" y="2959854"/>
              <a:ext cx="2339611" cy="350520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053509">
                      <a:extLst>
                        <a:ext uri="{9D8B030D-6E8A-4147-A177-3AD203B41FA5}">
                          <a16:colId xmlns:a16="http://schemas.microsoft.com/office/drawing/2014/main" val="3410558925"/>
                        </a:ext>
                      </a:extLst>
                    </a:gridCol>
                    <a:gridCol w="1286102">
                      <a:extLst>
                        <a:ext uri="{9D8B030D-6E8A-4147-A177-3AD203B41FA5}">
                          <a16:colId xmlns:a16="http://schemas.microsoft.com/office/drawing/2014/main" val="3350035111"/>
                        </a:ext>
                      </a:extLst>
                    </a:gridCol>
                  </a:tblGrid>
                  <a:tr h="25964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700" b="0" i="1" smtClean="0">
                                    <a:latin typeface="Cambria Math" panose="02040503050406030204" pitchFamily="18" charset="0"/>
                                    <a:ea typeface="Inter Light" panose="02000403000000020004" pitchFamily="2" charset="0"/>
                                    <a:cs typeface="Inter Light" panose="02000403000000020004" pitchFamily="2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en-US" sz="1700" b="0" i="0">
                            <a:latin typeface="Inter Light" panose="02000403000000020004" pitchFamily="2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7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700" b="0" i="1" smtClean="0">
                                    <a:latin typeface="Cambria Math" panose="02040503050406030204" pitchFamily="18" charset="0"/>
                                    <a:ea typeface="Inter Light" panose="02000403000000020004" pitchFamily="2" charset="0"/>
                                    <a:cs typeface="Inter Light" panose="02000403000000020004" pitchFamily="2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n-US" sz="1700" b="0" i="1" smtClean="0">
                                        <a:latin typeface="Cambria Math" panose="02040503050406030204" pitchFamily="18" charset="0"/>
                                        <a:ea typeface="Inter Light" panose="02000403000000020004" pitchFamily="2" charset="0"/>
                                        <a:cs typeface="Inter Light" panose="02000403000000020004" pitchFamily="2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700" b="0" i="1" smtClean="0">
                                        <a:latin typeface="Cambria Math" panose="02040503050406030204" pitchFamily="18" charset="0"/>
                                        <a:ea typeface="Inter Light" panose="02000403000000020004" pitchFamily="2" charset="0"/>
                                        <a:cs typeface="Inter Light" panose="02000403000000020004" pitchFamily="2" charset="0"/>
                                      </a:rPr>
                                      <m:t>𝐷</m:t>
                                    </m:r>
                                    <m:r>
                                      <a:rPr lang="en-US" sz="1700" b="0" i="1" smtClean="0">
                                        <a:latin typeface="Cambria Math" panose="02040503050406030204" pitchFamily="18" charset="0"/>
                                        <a:ea typeface="Inter Light" panose="02000403000000020004" pitchFamily="2" charset="0"/>
                                        <a:cs typeface="Inter Light" panose="02000403000000020004" pitchFamily="2" charset="0"/>
                                      </a:rPr>
                                      <m:t>=</m:t>
                                    </m:r>
                                    <m:r>
                                      <a:rPr lang="en-US" sz="1700" b="0" i="1" smtClean="0">
                                        <a:latin typeface="Cambria Math" panose="02040503050406030204" pitchFamily="18" charset="0"/>
                                        <a:ea typeface="Inter Light" panose="02000403000000020004" pitchFamily="2" charset="0"/>
                                        <a:cs typeface="Inter Light" panose="02000403000000020004" pitchFamily="2" charset="0"/>
                                      </a:rPr>
                                      <m:t>𝑎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700" b="0" i="0">
                            <a:latin typeface="Inter Light" panose="02000403000000020004" pitchFamily="2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02060275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11/514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98963023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61670219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3/514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78373702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4/514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24176802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7/514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18612044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08697484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9/514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5253148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18/514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76173441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2776618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1E942D6A-1D01-C8D8-CEC8-ACC81E5E255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158239" y="2959854"/>
              <a:ext cx="2339611" cy="350520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053509">
                      <a:extLst>
                        <a:ext uri="{9D8B030D-6E8A-4147-A177-3AD203B41FA5}">
                          <a16:colId xmlns:a16="http://schemas.microsoft.com/office/drawing/2014/main" val="3410558925"/>
                        </a:ext>
                      </a:extLst>
                    </a:gridCol>
                    <a:gridCol w="1286102">
                      <a:extLst>
                        <a:ext uri="{9D8B030D-6E8A-4147-A177-3AD203B41FA5}">
                          <a16:colId xmlns:a16="http://schemas.microsoft.com/office/drawing/2014/main" val="3350035111"/>
                        </a:ext>
                      </a:extLst>
                    </a:gridCol>
                  </a:tblGrid>
                  <a:tr h="3505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578" t="-1724" r="-124855" b="-9155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82075" t="-1724" r="-1887" b="-91551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2060275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11/514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98963023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61670219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3/514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78373702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4/514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24176802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7/514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18612044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08697484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9/514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5253148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18/514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76173441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2776618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2A5F3BD-2FDB-89A2-AD82-1AC4845F2FE7}"/>
                  </a:ext>
                </a:extLst>
              </p:cNvPr>
              <p:cNvSpPr txBox="1"/>
              <p:nvPr/>
            </p:nvSpPr>
            <p:spPr>
              <a:xfrm>
                <a:off x="3724232" y="4527788"/>
                <a:ext cx="84776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  <a:ea typeface="Inter Light" panose="02000403000000020004" pitchFamily="2" charset="0"/>
                          <a:cs typeface="Inter Light" panose="02000403000000020004" pitchFamily="2" charset="0"/>
                        </a:rPr>
                        <m:t>𝐷</m:t>
                      </m:r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m:t>𝜔</m:t>
                          </m:r>
                        </m:e>
                      </m:d>
                    </m:oMath>
                  </m:oMathPara>
                </a14:m>
                <a:endParaRPr lang="en-US" sz="1800">
                  <a:latin typeface="Inter Light" panose="02000403000000020004" pitchFamily="2" charset="0"/>
                  <a:ea typeface="Inter Light" panose="02000403000000020004" pitchFamily="2" charset="0"/>
                  <a:cs typeface="Inter Light" panose="02000403000000020004" pitchFamily="2" charset="0"/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2A5F3BD-2FDB-89A2-AD82-1AC4845F2F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4232" y="4527788"/>
                <a:ext cx="847768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AE39A3D-1865-AE01-C6C9-B572B7E677DD}"/>
                  </a:ext>
                </a:extLst>
              </p:cNvPr>
              <p:cNvSpPr txBox="1"/>
              <p:nvPr/>
            </p:nvSpPr>
            <p:spPr>
              <a:xfrm>
                <a:off x="4495800" y="3505200"/>
                <a:ext cx="200990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ea typeface="Inter Light" panose="02000403000000020004" pitchFamily="2" charset="0"/>
                        <a:cs typeface="Inter Light" panose="02000403000000020004" pitchFamily="2" charset="0"/>
                      </a:rPr>
                      <m:t>𝜔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Inter Light" panose="02000403000000020004" pitchFamily="2" charset="0"/>
                        <a:cs typeface="Inter Light" panose="02000403000000020004" pitchFamily="2" charset="0"/>
                      </a:rPr>
                      <m:t>=</m:t>
                    </m:r>
                  </m:oMath>
                </a14:m>
                <a:r>
                  <a:rPr lang="en-US" sz="1800">
                    <a:latin typeface="Inter Light" panose="02000403000000020004" pitchFamily="2" charset="0"/>
                    <a:ea typeface="Inter Light" panose="02000403000000020004" pitchFamily="2" charset="0"/>
                    <a:cs typeface="Inter Light" panose="02000403000000020004" pitchFamily="2" charset="0"/>
                  </a:rPr>
                  <a:t>Terence Tao</a:t>
                </a:r>
                <a:endParaRPr lang="en-US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AE39A3D-1865-AE01-C6C9-B572B7E677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5800" y="3505200"/>
                <a:ext cx="2009906" cy="369332"/>
              </a:xfrm>
              <a:prstGeom prst="rect">
                <a:avLst/>
              </a:prstGeom>
              <a:blipFill>
                <a:blip r:embed="rId6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703836F-059D-91C3-48E3-5514CE0A69CC}"/>
                  </a:ext>
                </a:extLst>
              </p:cNvPr>
              <p:cNvSpPr txBox="1"/>
              <p:nvPr/>
            </p:nvSpPr>
            <p:spPr>
              <a:xfrm>
                <a:off x="6324600" y="4529154"/>
                <a:ext cx="84776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  <a:ea typeface="Inter Light" panose="02000403000000020004" pitchFamily="2" charset="0"/>
                          <a:cs typeface="Inter Light" panose="02000403000000020004" pitchFamily="2" charset="0"/>
                        </a:rPr>
                        <m:t>𝑀</m:t>
                      </m:r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m:t>𝜔</m:t>
                          </m:r>
                        </m:e>
                      </m:d>
                    </m:oMath>
                  </m:oMathPara>
                </a14:m>
                <a:endParaRPr lang="en-US" sz="1800">
                  <a:latin typeface="Inter Light" panose="02000403000000020004" pitchFamily="2" charset="0"/>
                  <a:ea typeface="Inter Light" panose="02000403000000020004" pitchFamily="2" charset="0"/>
                  <a:cs typeface="Inter Light" panose="02000403000000020004" pitchFamily="2" charset="0"/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703836F-059D-91C3-48E3-5514CE0A69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4600" y="4529154"/>
                <a:ext cx="847768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616BC9D9-26CD-96E2-FFB5-853552A4A272}"/>
              </a:ext>
            </a:extLst>
          </p:cNvPr>
          <p:cNvSpPr/>
          <p:nvPr/>
        </p:nvSpPr>
        <p:spPr>
          <a:xfrm>
            <a:off x="7858759" y="6248329"/>
            <a:ext cx="152400" cy="1267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1569A18-9C25-D2F7-024B-BB9E1F8D6894}"/>
              </a:ext>
            </a:extLst>
          </p:cNvPr>
          <p:cNvSpPr/>
          <p:nvPr/>
        </p:nvSpPr>
        <p:spPr>
          <a:xfrm>
            <a:off x="3388891" y="5181600"/>
            <a:ext cx="152400" cy="1267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918DA5A5-D9E2-6383-0DE6-B8BE65803C0B}"/>
              </a:ext>
            </a:extLst>
          </p:cNvPr>
          <p:cNvCxnSpPr>
            <a:cxnSpLocks/>
            <a:stCxn id="9" idx="2"/>
            <a:endCxn id="7" idx="3"/>
          </p:cNvCxnSpPr>
          <p:nvPr/>
        </p:nvCxnSpPr>
        <p:spPr>
          <a:xfrm rot="5400000">
            <a:off x="4617416" y="3829117"/>
            <a:ext cx="837922" cy="928753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Curved 16">
            <a:extLst>
              <a:ext uri="{FF2B5EF4-FFF2-40B4-BE49-F238E27FC236}">
                <a16:creationId xmlns:a16="http://schemas.microsoft.com/office/drawing/2014/main" id="{CA741734-13FD-C65E-9B24-E20CEC8BA8A7}"/>
              </a:ext>
            </a:extLst>
          </p:cNvPr>
          <p:cNvCxnSpPr>
            <a:cxnSpLocks/>
            <a:stCxn id="9" idx="2"/>
            <a:endCxn id="10" idx="1"/>
          </p:cNvCxnSpPr>
          <p:nvPr/>
        </p:nvCxnSpPr>
        <p:spPr>
          <a:xfrm rot="16200000" flipH="1">
            <a:off x="5493032" y="3882252"/>
            <a:ext cx="839288" cy="823847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Curved 18">
            <a:extLst>
              <a:ext uri="{FF2B5EF4-FFF2-40B4-BE49-F238E27FC236}">
                <a16:creationId xmlns:a16="http://schemas.microsoft.com/office/drawing/2014/main" id="{A2ED7808-8ECB-B8FD-A8EC-10E46CF17657}"/>
              </a:ext>
            </a:extLst>
          </p:cNvPr>
          <p:cNvCxnSpPr>
            <a:cxnSpLocks/>
            <a:stCxn id="10" idx="2"/>
            <a:endCxn id="11" idx="1"/>
          </p:cNvCxnSpPr>
          <p:nvPr/>
        </p:nvCxnSpPr>
        <p:spPr>
          <a:xfrm rot="16200000" flipH="1">
            <a:off x="6597009" y="5049960"/>
            <a:ext cx="1413224" cy="1110275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Curved 20">
            <a:extLst>
              <a:ext uri="{FF2B5EF4-FFF2-40B4-BE49-F238E27FC236}">
                <a16:creationId xmlns:a16="http://schemas.microsoft.com/office/drawing/2014/main" id="{219D3080-C0C5-7AD6-9BAF-D0D47FE8D95D}"/>
              </a:ext>
            </a:extLst>
          </p:cNvPr>
          <p:cNvCxnSpPr>
            <a:stCxn id="7" idx="2"/>
            <a:endCxn id="12" idx="3"/>
          </p:cNvCxnSpPr>
          <p:nvPr/>
        </p:nvCxnSpPr>
        <p:spPr>
          <a:xfrm rot="5400000">
            <a:off x="3670774" y="4767638"/>
            <a:ext cx="347861" cy="606825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63116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CC84B3-1379-6A54-46D4-F420C38BF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D492A-49E7-F2D8-7E03-E2EDD0D16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Random Variables and Sampled Data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4A388F-3FEC-C7C4-7D55-F9E0A95A7E8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/>
                  <a:t> be the discussion attendance score of a CS 70, Fall 2025 student.</a:t>
                </a:r>
              </a:p>
              <a:p>
                <a:endParaRPr lang="en-US"/>
              </a:p>
              <a:p>
                <a:r>
                  <a:rPr lang="en-US"/>
                  <a:t>Suppose we want to compute the covariance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/>
                  <a:t>.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Requires computing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𝐷𝑀</m:t>
                        </m:r>
                      </m:e>
                    </m:d>
                  </m:oMath>
                </a14:m>
                <a:r>
                  <a:rPr lang="en-US"/>
                  <a:t>.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4A388F-3FEC-C7C4-7D55-F9E0A95A7E8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96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FAC8BCEA-A558-3382-1EF5-C217A5C121A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05166596"/>
                  </p:ext>
                </p:extLst>
              </p:nvPr>
            </p:nvGraphicFramePr>
            <p:xfrm>
              <a:off x="7934959" y="2959854"/>
              <a:ext cx="2339611" cy="350520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053509">
                      <a:extLst>
                        <a:ext uri="{9D8B030D-6E8A-4147-A177-3AD203B41FA5}">
                          <a16:colId xmlns:a16="http://schemas.microsoft.com/office/drawing/2014/main" val="3410558925"/>
                        </a:ext>
                      </a:extLst>
                    </a:gridCol>
                    <a:gridCol w="1286102">
                      <a:extLst>
                        <a:ext uri="{9D8B030D-6E8A-4147-A177-3AD203B41FA5}">
                          <a16:colId xmlns:a16="http://schemas.microsoft.com/office/drawing/2014/main" val="3350035111"/>
                        </a:ext>
                      </a:extLst>
                    </a:gridCol>
                  </a:tblGrid>
                  <a:tr h="25964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700" b="0" i="1" smtClean="0">
                                    <a:latin typeface="Cambria Math" panose="02040503050406030204" pitchFamily="18" charset="0"/>
                                    <a:ea typeface="Inter Light" panose="02000403000000020004" pitchFamily="2" charset="0"/>
                                    <a:cs typeface="Inter Light" panose="02000403000000020004" pitchFamily="2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en-US" sz="1700" b="0" i="0">
                            <a:latin typeface="Inter Light" panose="02000403000000020004" pitchFamily="2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7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700" b="0" i="1" smtClean="0">
                                    <a:latin typeface="Cambria Math" panose="02040503050406030204" pitchFamily="18" charset="0"/>
                                    <a:ea typeface="Inter Light" panose="02000403000000020004" pitchFamily="2" charset="0"/>
                                    <a:cs typeface="Inter Light" panose="02000403000000020004" pitchFamily="2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n-US" sz="1700" b="0" i="1" smtClean="0">
                                        <a:latin typeface="Cambria Math" panose="02040503050406030204" pitchFamily="18" charset="0"/>
                                        <a:ea typeface="Inter Light" panose="02000403000000020004" pitchFamily="2" charset="0"/>
                                        <a:cs typeface="Inter Light" panose="02000403000000020004" pitchFamily="2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700" b="0" i="1" smtClean="0">
                                        <a:latin typeface="Cambria Math" panose="02040503050406030204" pitchFamily="18" charset="0"/>
                                        <a:ea typeface="Inter Light" panose="02000403000000020004" pitchFamily="2" charset="0"/>
                                        <a:cs typeface="Inter Light" panose="02000403000000020004" pitchFamily="2" charset="0"/>
                                      </a:rPr>
                                      <m:t>𝑀</m:t>
                                    </m:r>
                                    <m:r>
                                      <a:rPr lang="en-US" sz="1700" b="0" i="1" smtClean="0">
                                        <a:latin typeface="Cambria Math" panose="02040503050406030204" pitchFamily="18" charset="0"/>
                                        <a:ea typeface="Inter Light" panose="02000403000000020004" pitchFamily="2" charset="0"/>
                                        <a:cs typeface="Inter Light" panose="02000403000000020004" pitchFamily="2" charset="0"/>
                                      </a:rPr>
                                      <m:t>=</m:t>
                                    </m:r>
                                    <m:r>
                                      <a:rPr lang="en-US" sz="1700" b="0" i="1" smtClean="0">
                                        <a:latin typeface="Cambria Math" panose="02040503050406030204" pitchFamily="18" charset="0"/>
                                        <a:ea typeface="Inter Light" panose="02000403000000020004" pitchFamily="2" charset="0"/>
                                        <a:cs typeface="Inter Light" panose="02000403000000020004" pitchFamily="2" charset="0"/>
                                      </a:rPr>
                                      <m:t>𝑎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700" b="0" i="0">
                            <a:latin typeface="Inter Light" panose="02000403000000020004" pitchFamily="2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02060275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700" b="0" i="0">
                            <a:latin typeface="Inter Light" panose="02000403000000020004" pitchFamily="2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98963023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51.0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61670219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52.0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3/514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78373702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52.5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2/514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24176802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53.0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18612044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53.5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08697484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700" b="0" i="0">
                            <a:latin typeface="Inter Light" panose="02000403000000020004" pitchFamily="2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5253148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158.0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2/514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7617344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159.0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2776618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FAC8BCEA-A558-3382-1EF5-C217A5C121A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05166596"/>
                  </p:ext>
                </p:extLst>
              </p:nvPr>
            </p:nvGraphicFramePr>
            <p:xfrm>
              <a:off x="7934959" y="2959854"/>
              <a:ext cx="2339611" cy="350520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053509">
                      <a:extLst>
                        <a:ext uri="{9D8B030D-6E8A-4147-A177-3AD203B41FA5}">
                          <a16:colId xmlns:a16="http://schemas.microsoft.com/office/drawing/2014/main" val="3410558925"/>
                        </a:ext>
                      </a:extLst>
                    </a:gridCol>
                    <a:gridCol w="1286102">
                      <a:extLst>
                        <a:ext uri="{9D8B030D-6E8A-4147-A177-3AD203B41FA5}">
                          <a16:colId xmlns:a16="http://schemas.microsoft.com/office/drawing/2014/main" val="3350035111"/>
                        </a:ext>
                      </a:extLst>
                    </a:gridCol>
                  </a:tblGrid>
                  <a:tr h="3505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78" t="-1724" r="-124855" b="-9155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82075" t="-1724" r="-1887" b="-91551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2060275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700" b="0" i="0">
                            <a:latin typeface="Inter Light" panose="02000403000000020004" pitchFamily="2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98963023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51.0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61670219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52.0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3/514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78373702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52.5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2/514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24176802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53.0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18612044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53.5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08697484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700" b="0" i="0">
                            <a:latin typeface="Inter Light" panose="02000403000000020004" pitchFamily="2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5253148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158.0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2/514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76173441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159.0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2776618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0B529A27-09CC-6B85-381F-D8AD9D0C13F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55641265"/>
                  </p:ext>
                </p:extLst>
              </p:nvPr>
            </p:nvGraphicFramePr>
            <p:xfrm>
              <a:off x="1158239" y="2959854"/>
              <a:ext cx="2339611" cy="350520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053509">
                      <a:extLst>
                        <a:ext uri="{9D8B030D-6E8A-4147-A177-3AD203B41FA5}">
                          <a16:colId xmlns:a16="http://schemas.microsoft.com/office/drawing/2014/main" val="3410558925"/>
                        </a:ext>
                      </a:extLst>
                    </a:gridCol>
                    <a:gridCol w="1286102">
                      <a:extLst>
                        <a:ext uri="{9D8B030D-6E8A-4147-A177-3AD203B41FA5}">
                          <a16:colId xmlns:a16="http://schemas.microsoft.com/office/drawing/2014/main" val="3350035111"/>
                        </a:ext>
                      </a:extLst>
                    </a:gridCol>
                  </a:tblGrid>
                  <a:tr h="25964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700" b="0" i="1" smtClean="0">
                                    <a:latin typeface="Cambria Math" panose="02040503050406030204" pitchFamily="18" charset="0"/>
                                    <a:ea typeface="Inter Light" panose="02000403000000020004" pitchFamily="2" charset="0"/>
                                    <a:cs typeface="Inter Light" panose="02000403000000020004" pitchFamily="2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en-US" sz="1700" b="0" i="0">
                            <a:latin typeface="Inter Light" panose="02000403000000020004" pitchFamily="2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7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700" b="0" i="1" smtClean="0">
                                    <a:latin typeface="Cambria Math" panose="02040503050406030204" pitchFamily="18" charset="0"/>
                                    <a:ea typeface="Inter Light" panose="02000403000000020004" pitchFamily="2" charset="0"/>
                                    <a:cs typeface="Inter Light" panose="02000403000000020004" pitchFamily="2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n-US" sz="1700" b="0" i="1" smtClean="0">
                                        <a:latin typeface="Cambria Math" panose="02040503050406030204" pitchFamily="18" charset="0"/>
                                        <a:ea typeface="Inter Light" panose="02000403000000020004" pitchFamily="2" charset="0"/>
                                        <a:cs typeface="Inter Light" panose="02000403000000020004" pitchFamily="2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700" b="0" i="1" smtClean="0">
                                        <a:latin typeface="Cambria Math" panose="02040503050406030204" pitchFamily="18" charset="0"/>
                                        <a:ea typeface="Inter Light" panose="02000403000000020004" pitchFamily="2" charset="0"/>
                                        <a:cs typeface="Inter Light" panose="02000403000000020004" pitchFamily="2" charset="0"/>
                                      </a:rPr>
                                      <m:t>𝐷</m:t>
                                    </m:r>
                                    <m:r>
                                      <a:rPr lang="en-US" sz="1700" b="0" i="1" smtClean="0">
                                        <a:latin typeface="Cambria Math" panose="02040503050406030204" pitchFamily="18" charset="0"/>
                                        <a:ea typeface="Inter Light" panose="02000403000000020004" pitchFamily="2" charset="0"/>
                                        <a:cs typeface="Inter Light" panose="02000403000000020004" pitchFamily="2" charset="0"/>
                                      </a:rPr>
                                      <m:t>=</m:t>
                                    </m:r>
                                    <m:r>
                                      <a:rPr lang="en-US" sz="1700" b="0" i="1" smtClean="0">
                                        <a:latin typeface="Cambria Math" panose="02040503050406030204" pitchFamily="18" charset="0"/>
                                        <a:ea typeface="Inter Light" panose="02000403000000020004" pitchFamily="2" charset="0"/>
                                        <a:cs typeface="Inter Light" panose="02000403000000020004" pitchFamily="2" charset="0"/>
                                      </a:rPr>
                                      <m:t>𝑎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700" b="0" i="0">
                            <a:latin typeface="Inter Light" panose="02000403000000020004" pitchFamily="2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02060275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11/514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98963023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61670219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3/514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78373702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4/514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24176802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7/514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18612044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08697484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9/514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5253148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18/514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76173441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2776618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0B529A27-09CC-6B85-381F-D8AD9D0C13F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55641265"/>
                  </p:ext>
                </p:extLst>
              </p:nvPr>
            </p:nvGraphicFramePr>
            <p:xfrm>
              <a:off x="1158239" y="2959854"/>
              <a:ext cx="2339611" cy="350520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053509">
                      <a:extLst>
                        <a:ext uri="{9D8B030D-6E8A-4147-A177-3AD203B41FA5}">
                          <a16:colId xmlns:a16="http://schemas.microsoft.com/office/drawing/2014/main" val="3410558925"/>
                        </a:ext>
                      </a:extLst>
                    </a:gridCol>
                    <a:gridCol w="1286102">
                      <a:extLst>
                        <a:ext uri="{9D8B030D-6E8A-4147-A177-3AD203B41FA5}">
                          <a16:colId xmlns:a16="http://schemas.microsoft.com/office/drawing/2014/main" val="3350035111"/>
                        </a:ext>
                      </a:extLst>
                    </a:gridCol>
                  </a:tblGrid>
                  <a:tr h="3505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578" t="-1724" r="-124855" b="-9155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82075" t="-1724" r="-1887" b="-91551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2060275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11/514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98963023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61670219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3/514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78373702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4/514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24176802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7/514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18612044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08697484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9/514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5253148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18/514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76173441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2776618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3539F70-FD3D-064B-E7C5-9CD452EA80B5}"/>
                  </a:ext>
                </a:extLst>
              </p:cNvPr>
              <p:cNvSpPr txBox="1"/>
              <p:nvPr/>
            </p:nvSpPr>
            <p:spPr>
              <a:xfrm>
                <a:off x="3724232" y="4527788"/>
                <a:ext cx="84776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  <a:ea typeface="Inter Light" panose="02000403000000020004" pitchFamily="2" charset="0"/>
                          <a:cs typeface="Inter Light" panose="02000403000000020004" pitchFamily="2" charset="0"/>
                        </a:rPr>
                        <m:t>𝐷</m:t>
                      </m:r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m:t>𝜔</m:t>
                          </m:r>
                        </m:e>
                      </m:d>
                    </m:oMath>
                  </m:oMathPara>
                </a14:m>
                <a:endParaRPr lang="en-US" sz="1800">
                  <a:latin typeface="Inter Light" panose="02000403000000020004" pitchFamily="2" charset="0"/>
                  <a:ea typeface="Inter Light" panose="02000403000000020004" pitchFamily="2" charset="0"/>
                  <a:cs typeface="Inter Light" panose="02000403000000020004" pitchFamily="2" charset="0"/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3539F70-FD3D-064B-E7C5-9CD452EA80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4232" y="4527788"/>
                <a:ext cx="847768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306DE54-35FF-5D68-180A-EAB2C47E3D11}"/>
                  </a:ext>
                </a:extLst>
              </p:cNvPr>
              <p:cNvSpPr txBox="1"/>
              <p:nvPr/>
            </p:nvSpPr>
            <p:spPr>
              <a:xfrm>
                <a:off x="4495800" y="3505200"/>
                <a:ext cx="200990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ea typeface="Inter Light" panose="02000403000000020004" pitchFamily="2" charset="0"/>
                        <a:cs typeface="Inter Light" panose="02000403000000020004" pitchFamily="2" charset="0"/>
                      </a:rPr>
                      <m:t>𝜔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Inter Light" panose="02000403000000020004" pitchFamily="2" charset="0"/>
                        <a:cs typeface="Inter Light" panose="02000403000000020004" pitchFamily="2" charset="0"/>
                      </a:rPr>
                      <m:t>=</m:t>
                    </m:r>
                  </m:oMath>
                </a14:m>
                <a:r>
                  <a:rPr lang="en-US" sz="1800">
                    <a:latin typeface="Inter Light" panose="02000403000000020004" pitchFamily="2" charset="0"/>
                    <a:ea typeface="Inter Light" panose="02000403000000020004" pitchFamily="2" charset="0"/>
                    <a:cs typeface="Inter Light" panose="02000403000000020004" pitchFamily="2" charset="0"/>
                  </a:rPr>
                  <a:t>Terence Tao</a:t>
                </a:r>
                <a:endParaRPr lang="en-US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306DE54-35FF-5D68-180A-EAB2C47E3D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5800" y="3505200"/>
                <a:ext cx="2009906" cy="369332"/>
              </a:xfrm>
              <a:prstGeom prst="rect">
                <a:avLst/>
              </a:prstGeom>
              <a:blipFill>
                <a:blip r:embed="rId6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F50AA9D-4149-BB0D-A99B-0ECA73B297F1}"/>
                  </a:ext>
                </a:extLst>
              </p:cNvPr>
              <p:cNvSpPr txBox="1"/>
              <p:nvPr/>
            </p:nvSpPr>
            <p:spPr>
              <a:xfrm>
                <a:off x="6324600" y="4529154"/>
                <a:ext cx="84776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  <a:ea typeface="Inter Light" panose="02000403000000020004" pitchFamily="2" charset="0"/>
                          <a:cs typeface="Inter Light" panose="02000403000000020004" pitchFamily="2" charset="0"/>
                        </a:rPr>
                        <m:t>𝑀</m:t>
                      </m:r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m:t>𝜔</m:t>
                          </m:r>
                        </m:e>
                      </m:d>
                    </m:oMath>
                  </m:oMathPara>
                </a14:m>
                <a:endParaRPr lang="en-US" sz="1800">
                  <a:latin typeface="Inter Light" panose="02000403000000020004" pitchFamily="2" charset="0"/>
                  <a:ea typeface="Inter Light" panose="02000403000000020004" pitchFamily="2" charset="0"/>
                  <a:cs typeface="Inter Light" panose="02000403000000020004" pitchFamily="2" charset="0"/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F50AA9D-4149-BB0D-A99B-0ECA73B297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4600" y="4529154"/>
                <a:ext cx="847768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70AF558E-FB72-CBBF-5586-151D0BC35926}"/>
              </a:ext>
            </a:extLst>
          </p:cNvPr>
          <p:cNvSpPr/>
          <p:nvPr/>
        </p:nvSpPr>
        <p:spPr>
          <a:xfrm>
            <a:off x="7858759" y="6248329"/>
            <a:ext cx="152400" cy="1267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AD093F-DB67-EC80-9435-7210E6B99239}"/>
              </a:ext>
            </a:extLst>
          </p:cNvPr>
          <p:cNvSpPr/>
          <p:nvPr/>
        </p:nvSpPr>
        <p:spPr>
          <a:xfrm>
            <a:off x="3388891" y="5181600"/>
            <a:ext cx="152400" cy="1267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21764FD6-DB30-2E3B-CC9F-DFB47E5F801C}"/>
              </a:ext>
            </a:extLst>
          </p:cNvPr>
          <p:cNvCxnSpPr>
            <a:cxnSpLocks/>
            <a:stCxn id="9" idx="2"/>
            <a:endCxn id="7" idx="3"/>
          </p:cNvCxnSpPr>
          <p:nvPr/>
        </p:nvCxnSpPr>
        <p:spPr>
          <a:xfrm rot="5400000">
            <a:off x="4617416" y="3829117"/>
            <a:ext cx="837922" cy="928753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Curved 16">
            <a:extLst>
              <a:ext uri="{FF2B5EF4-FFF2-40B4-BE49-F238E27FC236}">
                <a16:creationId xmlns:a16="http://schemas.microsoft.com/office/drawing/2014/main" id="{77BE2632-C10F-5B5D-C2B6-052AB77759A5}"/>
              </a:ext>
            </a:extLst>
          </p:cNvPr>
          <p:cNvCxnSpPr>
            <a:cxnSpLocks/>
            <a:stCxn id="9" idx="2"/>
            <a:endCxn id="10" idx="1"/>
          </p:cNvCxnSpPr>
          <p:nvPr/>
        </p:nvCxnSpPr>
        <p:spPr>
          <a:xfrm rot="16200000" flipH="1">
            <a:off x="5493032" y="3882252"/>
            <a:ext cx="839288" cy="823847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Curved 18">
            <a:extLst>
              <a:ext uri="{FF2B5EF4-FFF2-40B4-BE49-F238E27FC236}">
                <a16:creationId xmlns:a16="http://schemas.microsoft.com/office/drawing/2014/main" id="{CD10B214-91B7-979A-15CB-CEEA33A3532F}"/>
              </a:ext>
            </a:extLst>
          </p:cNvPr>
          <p:cNvCxnSpPr>
            <a:cxnSpLocks/>
            <a:stCxn id="10" idx="2"/>
            <a:endCxn id="11" idx="1"/>
          </p:cNvCxnSpPr>
          <p:nvPr/>
        </p:nvCxnSpPr>
        <p:spPr>
          <a:xfrm rot="16200000" flipH="1">
            <a:off x="6597009" y="5049960"/>
            <a:ext cx="1413224" cy="1110275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Curved 20">
            <a:extLst>
              <a:ext uri="{FF2B5EF4-FFF2-40B4-BE49-F238E27FC236}">
                <a16:creationId xmlns:a16="http://schemas.microsoft.com/office/drawing/2014/main" id="{F93C0042-795A-F1C3-B95C-878C3B8BFA2C}"/>
              </a:ext>
            </a:extLst>
          </p:cNvPr>
          <p:cNvCxnSpPr>
            <a:stCxn id="7" idx="2"/>
            <a:endCxn id="12" idx="3"/>
          </p:cNvCxnSpPr>
          <p:nvPr/>
        </p:nvCxnSpPr>
        <p:spPr>
          <a:xfrm rot="5400000">
            <a:off x="3670774" y="4767638"/>
            <a:ext cx="347861" cy="606825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31922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72A64-D8A3-17AC-355A-4E504E716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70231-A2B9-B4DF-E4C0-2A1B2B9FA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Random Variables and Sampled Data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BBFC5A5-0956-FF69-75E1-B42C7EFE179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Suppose we want to compute the covariance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/>
                  <a:t>.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=107.2</m:t>
                    </m:r>
                  </m:oMath>
                </a14:m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=11.5</m:t>
                    </m:r>
                  </m:oMath>
                </a14:m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𝐷𝑀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=1273.6</m:t>
                    </m:r>
                  </m:oMath>
                </a14:m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BBFC5A5-0956-FF69-75E1-B42C7EFE17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96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72399D31-577D-6761-2614-A90CE62F0A7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03636143"/>
                  </p:ext>
                </p:extLst>
              </p:nvPr>
            </p:nvGraphicFramePr>
            <p:xfrm>
              <a:off x="7934959" y="2959854"/>
              <a:ext cx="2339611" cy="350520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053509">
                      <a:extLst>
                        <a:ext uri="{9D8B030D-6E8A-4147-A177-3AD203B41FA5}">
                          <a16:colId xmlns:a16="http://schemas.microsoft.com/office/drawing/2014/main" val="3410558925"/>
                        </a:ext>
                      </a:extLst>
                    </a:gridCol>
                    <a:gridCol w="1286102">
                      <a:extLst>
                        <a:ext uri="{9D8B030D-6E8A-4147-A177-3AD203B41FA5}">
                          <a16:colId xmlns:a16="http://schemas.microsoft.com/office/drawing/2014/main" val="3350035111"/>
                        </a:ext>
                      </a:extLst>
                    </a:gridCol>
                  </a:tblGrid>
                  <a:tr h="25964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700" b="0" i="1" smtClean="0">
                                    <a:latin typeface="Cambria Math" panose="02040503050406030204" pitchFamily="18" charset="0"/>
                                    <a:ea typeface="Inter Light" panose="02000403000000020004" pitchFamily="2" charset="0"/>
                                    <a:cs typeface="Inter Light" panose="02000403000000020004" pitchFamily="2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en-US" sz="1700" b="0" i="0">
                            <a:latin typeface="Inter Light" panose="02000403000000020004" pitchFamily="2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7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700" b="0" i="1" smtClean="0">
                                    <a:latin typeface="Cambria Math" panose="02040503050406030204" pitchFamily="18" charset="0"/>
                                    <a:ea typeface="Inter Light" panose="02000403000000020004" pitchFamily="2" charset="0"/>
                                    <a:cs typeface="Inter Light" panose="02000403000000020004" pitchFamily="2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n-US" sz="1700" b="0" i="1" smtClean="0">
                                        <a:latin typeface="Cambria Math" panose="02040503050406030204" pitchFamily="18" charset="0"/>
                                        <a:ea typeface="Inter Light" panose="02000403000000020004" pitchFamily="2" charset="0"/>
                                        <a:cs typeface="Inter Light" panose="02000403000000020004" pitchFamily="2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700" b="0" i="1" smtClean="0">
                                        <a:latin typeface="Cambria Math" panose="02040503050406030204" pitchFamily="18" charset="0"/>
                                        <a:ea typeface="Inter Light" panose="02000403000000020004" pitchFamily="2" charset="0"/>
                                        <a:cs typeface="Inter Light" panose="02000403000000020004" pitchFamily="2" charset="0"/>
                                      </a:rPr>
                                      <m:t>𝑀</m:t>
                                    </m:r>
                                    <m:r>
                                      <a:rPr lang="en-US" sz="1700" b="0" i="1" smtClean="0">
                                        <a:latin typeface="Cambria Math" panose="02040503050406030204" pitchFamily="18" charset="0"/>
                                        <a:ea typeface="Inter Light" panose="02000403000000020004" pitchFamily="2" charset="0"/>
                                        <a:cs typeface="Inter Light" panose="02000403000000020004" pitchFamily="2" charset="0"/>
                                      </a:rPr>
                                      <m:t>=</m:t>
                                    </m:r>
                                    <m:r>
                                      <a:rPr lang="en-US" sz="1700" b="0" i="1" smtClean="0">
                                        <a:latin typeface="Cambria Math" panose="02040503050406030204" pitchFamily="18" charset="0"/>
                                        <a:ea typeface="Inter Light" panose="02000403000000020004" pitchFamily="2" charset="0"/>
                                        <a:cs typeface="Inter Light" panose="02000403000000020004" pitchFamily="2" charset="0"/>
                                      </a:rPr>
                                      <m:t>𝑎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700" b="0" i="0">
                            <a:latin typeface="Inter Light" panose="02000403000000020004" pitchFamily="2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02060275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700" b="0" i="0">
                            <a:latin typeface="Inter Light" panose="02000403000000020004" pitchFamily="2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98963023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51.0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61670219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52.0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3/514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78373702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52.5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2/514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24176802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53.0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18612044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53.5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08697484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700" b="0" i="0">
                            <a:latin typeface="Inter Light" panose="02000403000000020004" pitchFamily="2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5253148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158.0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2/514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76173441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159.0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2776618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72399D31-577D-6761-2614-A90CE62F0A7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03636143"/>
                  </p:ext>
                </p:extLst>
              </p:nvPr>
            </p:nvGraphicFramePr>
            <p:xfrm>
              <a:off x="7934959" y="2959854"/>
              <a:ext cx="2339611" cy="350520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053509">
                      <a:extLst>
                        <a:ext uri="{9D8B030D-6E8A-4147-A177-3AD203B41FA5}">
                          <a16:colId xmlns:a16="http://schemas.microsoft.com/office/drawing/2014/main" val="3410558925"/>
                        </a:ext>
                      </a:extLst>
                    </a:gridCol>
                    <a:gridCol w="1286102">
                      <a:extLst>
                        <a:ext uri="{9D8B030D-6E8A-4147-A177-3AD203B41FA5}">
                          <a16:colId xmlns:a16="http://schemas.microsoft.com/office/drawing/2014/main" val="3350035111"/>
                        </a:ext>
                      </a:extLst>
                    </a:gridCol>
                  </a:tblGrid>
                  <a:tr h="3505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78" t="-1724" r="-124855" b="-9155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82075" t="-1724" r="-1887" b="-91551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2060275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700" b="0" i="0">
                            <a:latin typeface="Inter Light" panose="02000403000000020004" pitchFamily="2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98963023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51.0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61670219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52.0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3/514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78373702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52.5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2/514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24176802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53.0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18612044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53.5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08697484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700" b="0" i="0">
                            <a:latin typeface="Inter Light" panose="02000403000000020004" pitchFamily="2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5253148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158.0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2/514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76173441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159.0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2776618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13319988-DB05-CE95-EA3D-B967CFA98B1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50030542"/>
                  </p:ext>
                </p:extLst>
              </p:nvPr>
            </p:nvGraphicFramePr>
            <p:xfrm>
              <a:off x="1158239" y="2959854"/>
              <a:ext cx="2339611" cy="350520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053509">
                      <a:extLst>
                        <a:ext uri="{9D8B030D-6E8A-4147-A177-3AD203B41FA5}">
                          <a16:colId xmlns:a16="http://schemas.microsoft.com/office/drawing/2014/main" val="3410558925"/>
                        </a:ext>
                      </a:extLst>
                    </a:gridCol>
                    <a:gridCol w="1286102">
                      <a:extLst>
                        <a:ext uri="{9D8B030D-6E8A-4147-A177-3AD203B41FA5}">
                          <a16:colId xmlns:a16="http://schemas.microsoft.com/office/drawing/2014/main" val="3350035111"/>
                        </a:ext>
                      </a:extLst>
                    </a:gridCol>
                  </a:tblGrid>
                  <a:tr h="25964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700" b="0" i="1" smtClean="0">
                                    <a:latin typeface="Cambria Math" panose="02040503050406030204" pitchFamily="18" charset="0"/>
                                    <a:ea typeface="Inter Light" panose="02000403000000020004" pitchFamily="2" charset="0"/>
                                    <a:cs typeface="Inter Light" panose="02000403000000020004" pitchFamily="2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en-US" sz="1700" b="0" i="0">
                            <a:latin typeface="Inter Light" panose="02000403000000020004" pitchFamily="2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7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700" b="0" i="1" smtClean="0">
                                    <a:latin typeface="Cambria Math" panose="02040503050406030204" pitchFamily="18" charset="0"/>
                                    <a:ea typeface="Inter Light" panose="02000403000000020004" pitchFamily="2" charset="0"/>
                                    <a:cs typeface="Inter Light" panose="02000403000000020004" pitchFamily="2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n-US" sz="1700" b="0" i="1" smtClean="0">
                                        <a:latin typeface="Cambria Math" panose="02040503050406030204" pitchFamily="18" charset="0"/>
                                        <a:ea typeface="Inter Light" panose="02000403000000020004" pitchFamily="2" charset="0"/>
                                        <a:cs typeface="Inter Light" panose="02000403000000020004" pitchFamily="2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700" b="0" i="1" smtClean="0">
                                        <a:latin typeface="Cambria Math" panose="02040503050406030204" pitchFamily="18" charset="0"/>
                                        <a:ea typeface="Inter Light" panose="02000403000000020004" pitchFamily="2" charset="0"/>
                                        <a:cs typeface="Inter Light" panose="02000403000000020004" pitchFamily="2" charset="0"/>
                                      </a:rPr>
                                      <m:t>𝐷</m:t>
                                    </m:r>
                                    <m:r>
                                      <a:rPr lang="en-US" sz="1700" b="0" i="1" smtClean="0">
                                        <a:latin typeface="Cambria Math" panose="02040503050406030204" pitchFamily="18" charset="0"/>
                                        <a:ea typeface="Inter Light" panose="02000403000000020004" pitchFamily="2" charset="0"/>
                                        <a:cs typeface="Inter Light" panose="02000403000000020004" pitchFamily="2" charset="0"/>
                                      </a:rPr>
                                      <m:t>=</m:t>
                                    </m:r>
                                    <m:r>
                                      <a:rPr lang="en-US" sz="1700" b="0" i="1" smtClean="0">
                                        <a:latin typeface="Cambria Math" panose="02040503050406030204" pitchFamily="18" charset="0"/>
                                        <a:ea typeface="Inter Light" panose="02000403000000020004" pitchFamily="2" charset="0"/>
                                        <a:cs typeface="Inter Light" panose="02000403000000020004" pitchFamily="2" charset="0"/>
                                      </a:rPr>
                                      <m:t>𝑎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700" b="0" i="0">
                            <a:latin typeface="Inter Light" panose="02000403000000020004" pitchFamily="2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02060275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11/514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98963023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61670219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3/514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78373702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4/514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24176802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7/514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18612044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08697484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9/514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5253148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18/514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76173441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2776618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13319988-DB05-CE95-EA3D-B967CFA98B1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50030542"/>
                  </p:ext>
                </p:extLst>
              </p:nvPr>
            </p:nvGraphicFramePr>
            <p:xfrm>
              <a:off x="1158239" y="2959854"/>
              <a:ext cx="2339611" cy="350520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053509">
                      <a:extLst>
                        <a:ext uri="{9D8B030D-6E8A-4147-A177-3AD203B41FA5}">
                          <a16:colId xmlns:a16="http://schemas.microsoft.com/office/drawing/2014/main" val="3410558925"/>
                        </a:ext>
                      </a:extLst>
                    </a:gridCol>
                    <a:gridCol w="1286102">
                      <a:extLst>
                        <a:ext uri="{9D8B030D-6E8A-4147-A177-3AD203B41FA5}">
                          <a16:colId xmlns:a16="http://schemas.microsoft.com/office/drawing/2014/main" val="3350035111"/>
                        </a:ext>
                      </a:extLst>
                    </a:gridCol>
                  </a:tblGrid>
                  <a:tr h="3505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578" t="-1724" r="-124855" b="-9155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82075" t="-1724" r="-1887" b="-91551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2060275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11/514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98963023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61670219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3/514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78373702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4/514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24176802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7/514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18612044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08697484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9/514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5253148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18/514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76173441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2776618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48176A1-FCA4-0C7D-6C1F-0B36D7532176}"/>
                  </a:ext>
                </a:extLst>
              </p:cNvPr>
              <p:cNvSpPr txBox="1"/>
              <p:nvPr/>
            </p:nvSpPr>
            <p:spPr>
              <a:xfrm>
                <a:off x="3724232" y="4527788"/>
                <a:ext cx="84776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  <a:ea typeface="Inter Light" panose="02000403000000020004" pitchFamily="2" charset="0"/>
                          <a:cs typeface="Inter Light" panose="02000403000000020004" pitchFamily="2" charset="0"/>
                        </a:rPr>
                        <m:t>𝐷</m:t>
                      </m:r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m:t>𝜔</m:t>
                          </m:r>
                        </m:e>
                      </m:d>
                    </m:oMath>
                  </m:oMathPara>
                </a14:m>
                <a:endParaRPr lang="en-US" sz="1800">
                  <a:latin typeface="Inter Light" panose="02000403000000020004" pitchFamily="2" charset="0"/>
                  <a:ea typeface="Inter Light" panose="02000403000000020004" pitchFamily="2" charset="0"/>
                  <a:cs typeface="Inter Light" panose="02000403000000020004" pitchFamily="2" charset="0"/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48176A1-FCA4-0C7D-6C1F-0B36D75321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4232" y="4527788"/>
                <a:ext cx="847768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BB9E374-6AEA-4E1B-AFBA-B5BC13BDF173}"/>
                  </a:ext>
                </a:extLst>
              </p:cNvPr>
              <p:cNvSpPr txBox="1"/>
              <p:nvPr/>
            </p:nvSpPr>
            <p:spPr>
              <a:xfrm>
                <a:off x="4495800" y="3505200"/>
                <a:ext cx="200990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ea typeface="Inter Light" panose="02000403000000020004" pitchFamily="2" charset="0"/>
                        <a:cs typeface="Inter Light" panose="02000403000000020004" pitchFamily="2" charset="0"/>
                      </a:rPr>
                      <m:t>𝜔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Inter Light" panose="02000403000000020004" pitchFamily="2" charset="0"/>
                        <a:cs typeface="Inter Light" panose="02000403000000020004" pitchFamily="2" charset="0"/>
                      </a:rPr>
                      <m:t>=</m:t>
                    </m:r>
                  </m:oMath>
                </a14:m>
                <a:r>
                  <a:rPr lang="en-US" sz="1800">
                    <a:latin typeface="Inter Light" panose="02000403000000020004" pitchFamily="2" charset="0"/>
                    <a:ea typeface="Inter Light" panose="02000403000000020004" pitchFamily="2" charset="0"/>
                    <a:cs typeface="Inter Light" panose="02000403000000020004" pitchFamily="2" charset="0"/>
                  </a:rPr>
                  <a:t>Terence Tao</a:t>
                </a:r>
                <a:endParaRPr lang="en-US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BB9E374-6AEA-4E1B-AFBA-B5BC13BDF1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5800" y="3505200"/>
                <a:ext cx="2009906" cy="369332"/>
              </a:xfrm>
              <a:prstGeom prst="rect">
                <a:avLst/>
              </a:prstGeom>
              <a:blipFill>
                <a:blip r:embed="rId6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2BA4DE6-F682-1946-25D5-08DEB97B088D}"/>
                  </a:ext>
                </a:extLst>
              </p:cNvPr>
              <p:cNvSpPr txBox="1"/>
              <p:nvPr/>
            </p:nvSpPr>
            <p:spPr>
              <a:xfrm>
                <a:off x="6324600" y="4529154"/>
                <a:ext cx="84776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  <a:ea typeface="Inter Light" panose="02000403000000020004" pitchFamily="2" charset="0"/>
                          <a:cs typeface="Inter Light" panose="02000403000000020004" pitchFamily="2" charset="0"/>
                        </a:rPr>
                        <m:t>𝑀</m:t>
                      </m:r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m:t>𝜔</m:t>
                          </m:r>
                        </m:e>
                      </m:d>
                    </m:oMath>
                  </m:oMathPara>
                </a14:m>
                <a:endParaRPr lang="en-US" sz="1800">
                  <a:latin typeface="Inter Light" panose="02000403000000020004" pitchFamily="2" charset="0"/>
                  <a:ea typeface="Inter Light" panose="02000403000000020004" pitchFamily="2" charset="0"/>
                  <a:cs typeface="Inter Light" panose="02000403000000020004" pitchFamily="2" charset="0"/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2BA4DE6-F682-1946-25D5-08DEB97B08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4600" y="4529154"/>
                <a:ext cx="847768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C5F0BB14-28B0-E7BF-9CD6-9930317E4EA6}"/>
              </a:ext>
            </a:extLst>
          </p:cNvPr>
          <p:cNvSpPr/>
          <p:nvPr/>
        </p:nvSpPr>
        <p:spPr>
          <a:xfrm>
            <a:off x="7858759" y="6248329"/>
            <a:ext cx="152400" cy="1267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4A4E499-0F4D-DF51-B5DC-1F645857E471}"/>
              </a:ext>
            </a:extLst>
          </p:cNvPr>
          <p:cNvSpPr/>
          <p:nvPr/>
        </p:nvSpPr>
        <p:spPr>
          <a:xfrm>
            <a:off x="3388891" y="5181600"/>
            <a:ext cx="152400" cy="1267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88BBD866-7FB8-8568-AFF9-1C6858F87EF4}"/>
              </a:ext>
            </a:extLst>
          </p:cNvPr>
          <p:cNvCxnSpPr>
            <a:cxnSpLocks/>
            <a:stCxn id="9" idx="2"/>
            <a:endCxn id="7" idx="3"/>
          </p:cNvCxnSpPr>
          <p:nvPr/>
        </p:nvCxnSpPr>
        <p:spPr>
          <a:xfrm rot="5400000">
            <a:off x="4617416" y="3829117"/>
            <a:ext cx="837922" cy="928753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Curved 16">
            <a:extLst>
              <a:ext uri="{FF2B5EF4-FFF2-40B4-BE49-F238E27FC236}">
                <a16:creationId xmlns:a16="http://schemas.microsoft.com/office/drawing/2014/main" id="{00AE49FD-8434-0A1E-B350-FABC721D0837}"/>
              </a:ext>
            </a:extLst>
          </p:cNvPr>
          <p:cNvCxnSpPr>
            <a:cxnSpLocks/>
            <a:stCxn id="9" idx="2"/>
            <a:endCxn id="10" idx="1"/>
          </p:cNvCxnSpPr>
          <p:nvPr/>
        </p:nvCxnSpPr>
        <p:spPr>
          <a:xfrm rot="16200000" flipH="1">
            <a:off x="5493032" y="3882252"/>
            <a:ext cx="839288" cy="823847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Curved 18">
            <a:extLst>
              <a:ext uri="{FF2B5EF4-FFF2-40B4-BE49-F238E27FC236}">
                <a16:creationId xmlns:a16="http://schemas.microsoft.com/office/drawing/2014/main" id="{4D0AB28C-055F-99E4-B0E3-42E7CF12EFC6}"/>
              </a:ext>
            </a:extLst>
          </p:cNvPr>
          <p:cNvCxnSpPr>
            <a:cxnSpLocks/>
            <a:stCxn id="10" idx="2"/>
            <a:endCxn id="11" idx="1"/>
          </p:cNvCxnSpPr>
          <p:nvPr/>
        </p:nvCxnSpPr>
        <p:spPr>
          <a:xfrm rot="16200000" flipH="1">
            <a:off x="6597009" y="5049960"/>
            <a:ext cx="1413224" cy="1110275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Curved 20">
            <a:extLst>
              <a:ext uri="{FF2B5EF4-FFF2-40B4-BE49-F238E27FC236}">
                <a16:creationId xmlns:a16="http://schemas.microsoft.com/office/drawing/2014/main" id="{F6AA0DBB-5031-EBC1-78BC-04876461F1BE}"/>
              </a:ext>
            </a:extLst>
          </p:cNvPr>
          <p:cNvCxnSpPr>
            <a:stCxn id="7" idx="2"/>
            <a:endCxn id="12" idx="3"/>
          </p:cNvCxnSpPr>
          <p:nvPr/>
        </p:nvCxnSpPr>
        <p:spPr>
          <a:xfrm rot="5400000">
            <a:off x="3670774" y="4767638"/>
            <a:ext cx="347861" cy="606825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C841EAD-6DFE-7A48-96C3-409AB34B61BA}"/>
                  </a:ext>
                </a:extLst>
              </p:cNvPr>
              <p:cNvSpPr txBox="1"/>
              <p:nvPr/>
            </p:nvSpPr>
            <p:spPr>
              <a:xfrm>
                <a:off x="762000" y="6488668"/>
                <a:ext cx="70104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𝐷𝑀</m:t>
                        </m:r>
                      </m:e>
                    </m:d>
                  </m:oMath>
                </a14:m>
                <a:r>
                  <a:rPr lang="en-US">
                    <a:latin typeface="Consolas" panose="020B0609020204030204" pitchFamily="49" charset="0"/>
                  </a:rPr>
                  <a:t> = </a:t>
                </a:r>
                <a:r>
                  <a:rPr lang="en-US" err="1">
                    <a:latin typeface="Consolas" panose="020B0609020204030204" pitchFamily="49" charset="0"/>
                  </a:rPr>
                  <a:t>np.mean</a:t>
                </a:r>
                <a:r>
                  <a:rPr lang="en-US">
                    <a:latin typeface="Consolas" panose="020B0609020204030204" pitchFamily="49" charset="0"/>
                  </a:rPr>
                  <a:t>(</a:t>
                </a:r>
                <a:r>
                  <a:rPr lang="en-US" err="1">
                    <a:latin typeface="Consolas" panose="020B0609020204030204" pitchFamily="49" charset="0"/>
                  </a:rPr>
                  <a:t>df</a:t>
                </a:r>
                <a:r>
                  <a:rPr lang="en-US">
                    <a:latin typeface="Consolas" panose="020B0609020204030204" pitchFamily="49" charset="0"/>
                  </a:rPr>
                  <a:t>["Midterm"]*</a:t>
                </a:r>
                <a:r>
                  <a:rPr lang="en-US" err="1">
                    <a:latin typeface="Consolas" panose="020B0609020204030204" pitchFamily="49" charset="0"/>
                  </a:rPr>
                  <a:t>df</a:t>
                </a:r>
                <a:r>
                  <a:rPr lang="en-US">
                    <a:latin typeface="Consolas" panose="020B0609020204030204" pitchFamily="49" charset="0"/>
                  </a:rPr>
                  <a:t>["Discussion"])</a:t>
                </a: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C841EAD-6DFE-7A48-96C3-409AB34B61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6488668"/>
                <a:ext cx="7010400" cy="369332"/>
              </a:xfrm>
              <a:prstGeom prst="rect">
                <a:avLst/>
              </a:prstGeom>
              <a:blipFill>
                <a:blip r:embed="rId8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DACE33A-3CC3-E442-19C9-AEB250E9B68B}"/>
                  </a:ext>
                </a:extLst>
              </p:cNvPr>
              <p:cNvSpPr txBox="1"/>
              <p:nvPr/>
            </p:nvSpPr>
            <p:spPr>
              <a:xfrm>
                <a:off x="5519980" y="1176444"/>
                <a:ext cx="545282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cov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𝐷𝑀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</m:d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DACE33A-3CC3-E442-19C9-AEB250E9B6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9980" y="1176444"/>
                <a:ext cx="5452820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22E6C18-8B78-2C65-E050-ACE4D7FB5429}"/>
                  </a:ext>
                </a:extLst>
              </p:cNvPr>
              <p:cNvSpPr txBox="1"/>
              <p:nvPr/>
            </p:nvSpPr>
            <p:spPr>
              <a:xfrm>
                <a:off x="6400800" y="1733904"/>
                <a:ext cx="42672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273.6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1234.1</m:t>
                      </m:r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22E6C18-8B78-2C65-E050-ACE4D7FB54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0" y="1733904"/>
                <a:ext cx="4267200" cy="4616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B46899B-7A0A-6511-6827-56FCD9C9D1ED}"/>
                  </a:ext>
                </a:extLst>
              </p:cNvPr>
              <p:cNvSpPr txBox="1"/>
              <p:nvPr/>
            </p:nvSpPr>
            <p:spPr>
              <a:xfrm>
                <a:off x="5597235" y="2270206"/>
                <a:ext cx="42672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39.5</m:t>
                      </m:r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B46899B-7A0A-6511-6827-56FCD9C9D1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7235" y="2270206"/>
                <a:ext cx="4267200" cy="46166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9381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  <p:bldP spid="1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5A47B-7D0C-6FDC-D40A-98DB9FE61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0E4E6-9611-D243-E8D4-070FCCEA1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Random Variables and Sampled Data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503A743-9587-874F-03BA-FA3FC58678C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Suppose we want to compute the covariance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/>
                  <a:t>.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The covariance is ~39.5. This implies that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/>
                  <a:t> tend to increase together.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In other words, attending discussion is positively correlated with midterm score.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The 39.5 is hard to interpret directly, we’ll come back it later.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503A743-9587-874F-03BA-FA3FC58678C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96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D67A50E2-32BE-F4CC-7CA3-A3FEC5CE84C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43218099"/>
                  </p:ext>
                </p:extLst>
              </p:nvPr>
            </p:nvGraphicFramePr>
            <p:xfrm>
              <a:off x="7934959" y="2959854"/>
              <a:ext cx="2339611" cy="350520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053509">
                      <a:extLst>
                        <a:ext uri="{9D8B030D-6E8A-4147-A177-3AD203B41FA5}">
                          <a16:colId xmlns:a16="http://schemas.microsoft.com/office/drawing/2014/main" val="3410558925"/>
                        </a:ext>
                      </a:extLst>
                    </a:gridCol>
                    <a:gridCol w="1286102">
                      <a:extLst>
                        <a:ext uri="{9D8B030D-6E8A-4147-A177-3AD203B41FA5}">
                          <a16:colId xmlns:a16="http://schemas.microsoft.com/office/drawing/2014/main" val="3350035111"/>
                        </a:ext>
                      </a:extLst>
                    </a:gridCol>
                  </a:tblGrid>
                  <a:tr h="25964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700" b="0" i="1" smtClean="0">
                                    <a:latin typeface="Cambria Math" panose="02040503050406030204" pitchFamily="18" charset="0"/>
                                    <a:ea typeface="Inter Light" panose="02000403000000020004" pitchFamily="2" charset="0"/>
                                    <a:cs typeface="Inter Light" panose="02000403000000020004" pitchFamily="2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en-US" sz="1700" b="0" i="0">
                            <a:latin typeface="Inter Light" panose="02000403000000020004" pitchFamily="2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7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700" b="0" i="1" smtClean="0">
                                    <a:latin typeface="Cambria Math" panose="02040503050406030204" pitchFamily="18" charset="0"/>
                                    <a:ea typeface="Inter Light" panose="02000403000000020004" pitchFamily="2" charset="0"/>
                                    <a:cs typeface="Inter Light" panose="02000403000000020004" pitchFamily="2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n-US" sz="1700" b="0" i="1" smtClean="0">
                                        <a:latin typeface="Cambria Math" panose="02040503050406030204" pitchFamily="18" charset="0"/>
                                        <a:ea typeface="Inter Light" panose="02000403000000020004" pitchFamily="2" charset="0"/>
                                        <a:cs typeface="Inter Light" panose="02000403000000020004" pitchFamily="2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700" b="0" i="1" smtClean="0">
                                        <a:latin typeface="Cambria Math" panose="02040503050406030204" pitchFamily="18" charset="0"/>
                                        <a:ea typeface="Inter Light" panose="02000403000000020004" pitchFamily="2" charset="0"/>
                                        <a:cs typeface="Inter Light" panose="02000403000000020004" pitchFamily="2" charset="0"/>
                                      </a:rPr>
                                      <m:t>𝑀</m:t>
                                    </m:r>
                                    <m:r>
                                      <a:rPr lang="en-US" sz="1700" b="0" i="1" smtClean="0">
                                        <a:latin typeface="Cambria Math" panose="02040503050406030204" pitchFamily="18" charset="0"/>
                                        <a:ea typeface="Inter Light" panose="02000403000000020004" pitchFamily="2" charset="0"/>
                                        <a:cs typeface="Inter Light" panose="02000403000000020004" pitchFamily="2" charset="0"/>
                                      </a:rPr>
                                      <m:t>=</m:t>
                                    </m:r>
                                    <m:r>
                                      <a:rPr lang="en-US" sz="1700" b="0" i="1" smtClean="0">
                                        <a:latin typeface="Cambria Math" panose="02040503050406030204" pitchFamily="18" charset="0"/>
                                        <a:ea typeface="Inter Light" panose="02000403000000020004" pitchFamily="2" charset="0"/>
                                        <a:cs typeface="Inter Light" panose="02000403000000020004" pitchFamily="2" charset="0"/>
                                      </a:rPr>
                                      <m:t>𝑎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700" b="0" i="0">
                            <a:latin typeface="Inter Light" panose="02000403000000020004" pitchFamily="2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02060275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700" b="0" i="0">
                            <a:latin typeface="Inter Light" panose="02000403000000020004" pitchFamily="2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98963023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51.0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61670219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52.0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3/514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78373702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52.5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2/514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24176802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53.0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18612044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53.5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08697484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700" b="0" i="0">
                            <a:latin typeface="Inter Light" panose="02000403000000020004" pitchFamily="2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5253148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158.0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2/514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76173441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159.0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2776618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D67A50E2-32BE-F4CC-7CA3-A3FEC5CE84C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43218099"/>
                  </p:ext>
                </p:extLst>
              </p:nvPr>
            </p:nvGraphicFramePr>
            <p:xfrm>
              <a:off x="7934959" y="2959854"/>
              <a:ext cx="2339611" cy="350520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053509">
                      <a:extLst>
                        <a:ext uri="{9D8B030D-6E8A-4147-A177-3AD203B41FA5}">
                          <a16:colId xmlns:a16="http://schemas.microsoft.com/office/drawing/2014/main" val="3410558925"/>
                        </a:ext>
                      </a:extLst>
                    </a:gridCol>
                    <a:gridCol w="1286102">
                      <a:extLst>
                        <a:ext uri="{9D8B030D-6E8A-4147-A177-3AD203B41FA5}">
                          <a16:colId xmlns:a16="http://schemas.microsoft.com/office/drawing/2014/main" val="3350035111"/>
                        </a:ext>
                      </a:extLst>
                    </a:gridCol>
                  </a:tblGrid>
                  <a:tr h="3505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78" t="-1724" r="-124855" b="-9155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82075" t="-1724" r="-1887" b="-91551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2060275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700" b="0" i="0">
                            <a:latin typeface="Inter Light" panose="02000403000000020004" pitchFamily="2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98963023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51.0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61670219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52.0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3/514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78373702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52.5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2/514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24176802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53.0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18612044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53.5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08697484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700" b="0" i="0">
                            <a:latin typeface="Inter Light" panose="02000403000000020004" pitchFamily="2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5253148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158.0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2/514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76173441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159.0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2776618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E148FB31-FD1F-FF3D-CC1F-01AC2AC55A7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37874859"/>
                  </p:ext>
                </p:extLst>
              </p:nvPr>
            </p:nvGraphicFramePr>
            <p:xfrm>
              <a:off x="1158239" y="2959854"/>
              <a:ext cx="2339611" cy="350520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053509">
                      <a:extLst>
                        <a:ext uri="{9D8B030D-6E8A-4147-A177-3AD203B41FA5}">
                          <a16:colId xmlns:a16="http://schemas.microsoft.com/office/drawing/2014/main" val="3410558925"/>
                        </a:ext>
                      </a:extLst>
                    </a:gridCol>
                    <a:gridCol w="1286102">
                      <a:extLst>
                        <a:ext uri="{9D8B030D-6E8A-4147-A177-3AD203B41FA5}">
                          <a16:colId xmlns:a16="http://schemas.microsoft.com/office/drawing/2014/main" val="3350035111"/>
                        </a:ext>
                      </a:extLst>
                    </a:gridCol>
                  </a:tblGrid>
                  <a:tr h="25964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700" b="0" i="1" smtClean="0">
                                    <a:latin typeface="Cambria Math" panose="02040503050406030204" pitchFamily="18" charset="0"/>
                                    <a:ea typeface="Inter Light" panose="02000403000000020004" pitchFamily="2" charset="0"/>
                                    <a:cs typeface="Inter Light" panose="02000403000000020004" pitchFamily="2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en-US" sz="1700" b="0" i="0">
                            <a:latin typeface="Inter Light" panose="02000403000000020004" pitchFamily="2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7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700" b="0" i="1" smtClean="0">
                                    <a:latin typeface="Cambria Math" panose="02040503050406030204" pitchFamily="18" charset="0"/>
                                    <a:ea typeface="Inter Light" panose="02000403000000020004" pitchFamily="2" charset="0"/>
                                    <a:cs typeface="Inter Light" panose="02000403000000020004" pitchFamily="2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n-US" sz="1700" b="0" i="1" smtClean="0">
                                        <a:latin typeface="Cambria Math" panose="02040503050406030204" pitchFamily="18" charset="0"/>
                                        <a:ea typeface="Inter Light" panose="02000403000000020004" pitchFamily="2" charset="0"/>
                                        <a:cs typeface="Inter Light" panose="02000403000000020004" pitchFamily="2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700" b="0" i="1" smtClean="0">
                                        <a:latin typeface="Cambria Math" panose="02040503050406030204" pitchFamily="18" charset="0"/>
                                        <a:ea typeface="Inter Light" panose="02000403000000020004" pitchFamily="2" charset="0"/>
                                        <a:cs typeface="Inter Light" panose="02000403000000020004" pitchFamily="2" charset="0"/>
                                      </a:rPr>
                                      <m:t>𝐷</m:t>
                                    </m:r>
                                    <m:r>
                                      <a:rPr lang="en-US" sz="1700" b="0" i="1" smtClean="0">
                                        <a:latin typeface="Cambria Math" panose="02040503050406030204" pitchFamily="18" charset="0"/>
                                        <a:ea typeface="Inter Light" panose="02000403000000020004" pitchFamily="2" charset="0"/>
                                        <a:cs typeface="Inter Light" panose="02000403000000020004" pitchFamily="2" charset="0"/>
                                      </a:rPr>
                                      <m:t>=</m:t>
                                    </m:r>
                                    <m:r>
                                      <a:rPr lang="en-US" sz="1700" b="0" i="1" smtClean="0">
                                        <a:latin typeface="Cambria Math" panose="02040503050406030204" pitchFamily="18" charset="0"/>
                                        <a:ea typeface="Inter Light" panose="02000403000000020004" pitchFamily="2" charset="0"/>
                                        <a:cs typeface="Inter Light" panose="02000403000000020004" pitchFamily="2" charset="0"/>
                                      </a:rPr>
                                      <m:t>𝑎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700" b="0" i="0">
                            <a:latin typeface="Inter Light" panose="02000403000000020004" pitchFamily="2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02060275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11/514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98963023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61670219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3/514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78373702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4/514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24176802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7/514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18612044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08697484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9/514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5253148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18/514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76173441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2776618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E148FB31-FD1F-FF3D-CC1F-01AC2AC55A7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37874859"/>
                  </p:ext>
                </p:extLst>
              </p:nvPr>
            </p:nvGraphicFramePr>
            <p:xfrm>
              <a:off x="1158239" y="2959854"/>
              <a:ext cx="2339611" cy="350520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053509">
                      <a:extLst>
                        <a:ext uri="{9D8B030D-6E8A-4147-A177-3AD203B41FA5}">
                          <a16:colId xmlns:a16="http://schemas.microsoft.com/office/drawing/2014/main" val="3410558925"/>
                        </a:ext>
                      </a:extLst>
                    </a:gridCol>
                    <a:gridCol w="1286102">
                      <a:extLst>
                        <a:ext uri="{9D8B030D-6E8A-4147-A177-3AD203B41FA5}">
                          <a16:colId xmlns:a16="http://schemas.microsoft.com/office/drawing/2014/main" val="3350035111"/>
                        </a:ext>
                      </a:extLst>
                    </a:gridCol>
                  </a:tblGrid>
                  <a:tr h="3505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578" t="-1724" r="-124855" b="-9155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82075" t="-1724" r="-1887" b="-91551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2060275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11/514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98963023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61670219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3/514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78373702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4/514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24176802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7/514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18612044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08697484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9/514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5253148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18/514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76173441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2776618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ECA2F79-2062-D919-E2C3-E1A3FBE2196D}"/>
                  </a:ext>
                </a:extLst>
              </p:cNvPr>
              <p:cNvSpPr txBox="1"/>
              <p:nvPr/>
            </p:nvSpPr>
            <p:spPr>
              <a:xfrm>
                <a:off x="3724232" y="4527788"/>
                <a:ext cx="84776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  <a:ea typeface="Inter Light" panose="02000403000000020004" pitchFamily="2" charset="0"/>
                          <a:cs typeface="Inter Light" panose="02000403000000020004" pitchFamily="2" charset="0"/>
                        </a:rPr>
                        <m:t>𝐷</m:t>
                      </m:r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m:t>𝜔</m:t>
                          </m:r>
                        </m:e>
                      </m:d>
                    </m:oMath>
                  </m:oMathPara>
                </a14:m>
                <a:endParaRPr lang="en-US" sz="1800">
                  <a:latin typeface="Inter Light" panose="02000403000000020004" pitchFamily="2" charset="0"/>
                  <a:ea typeface="Inter Light" panose="02000403000000020004" pitchFamily="2" charset="0"/>
                  <a:cs typeface="Inter Light" panose="02000403000000020004" pitchFamily="2" charset="0"/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ECA2F79-2062-D919-E2C3-E1A3FBE219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4232" y="4527788"/>
                <a:ext cx="847768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A5B646C-1224-8C2A-4B9D-595FD85C617F}"/>
                  </a:ext>
                </a:extLst>
              </p:cNvPr>
              <p:cNvSpPr txBox="1"/>
              <p:nvPr/>
            </p:nvSpPr>
            <p:spPr>
              <a:xfrm>
                <a:off x="4495800" y="3505200"/>
                <a:ext cx="200990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ea typeface="Inter Light" panose="02000403000000020004" pitchFamily="2" charset="0"/>
                        <a:cs typeface="Inter Light" panose="02000403000000020004" pitchFamily="2" charset="0"/>
                      </a:rPr>
                      <m:t>𝜔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Inter Light" panose="02000403000000020004" pitchFamily="2" charset="0"/>
                        <a:cs typeface="Inter Light" panose="02000403000000020004" pitchFamily="2" charset="0"/>
                      </a:rPr>
                      <m:t>=</m:t>
                    </m:r>
                  </m:oMath>
                </a14:m>
                <a:r>
                  <a:rPr lang="en-US" sz="1800">
                    <a:latin typeface="Inter Light" panose="02000403000000020004" pitchFamily="2" charset="0"/>
                    <a:ea typeface="Inter Light" panose="02000403000000020004" pitchFamily="2" charset="0"/>
                    <a:cs typeface="Inter Light" panose="02000403000000020004" pitchFamily="2" charset="0"/>
                  </a:rPr>
                  <a:t>Terence Tao</a:t>
                </a:r>
                <a:endParaRPr lang="en-US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A5B646C-1224-8C2A-4B9D-595FD85C61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5800" y="3505200"/>
                <a:ext cx="2009906" cy="369332"/>
              </a:xfrm>
              <a:prstGeom prst="rect">
                <a:avLst/>
              </a:prstGeom>
              <a:blipFill>
                <a:blip r:embed="rId6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77AE142-1B46-E3FC-899D-AB1DD1D72D54}"/>
                  </a:ext>
                </a:extLst>
              </p:cNvPr>
              <p:cNvSpPr txBox="1"/>
              <p:nvPr/>
            </p:nvSpPr>
            <p:spPr>
              <a:xfrm>
                <a:off x="6324600" y="4529154"/>
                <a:ext cx="84776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  <a:ea typeface="Inter Light" panose="02000403000000020004" pitchFamily="2" charset="0"/>
                          <a:cs typeface="Inter Light" panose="02000403000000020004" pitchFamily="2" charset="0"/>
                        </a:rPr>
                        <m:t>𝑀</m:t>
                      </m:r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m:t>𝜔</m:t>
                          </m:r>
                        </m:e>
                      </m:d>
                    </m:oMath>
                  </m:oMathPara>
                </a14:m>
                <a:endParaRPr lang="en-US" sz="1800">
                  <a:latin typeface="Inter Light" panose="02000403000000020004" pitchFamily="2" charset="0"/>
                  <a:ea typeface="Inter Light" panose="02000403000000020004" pitchFamily="2" charset="0"/>
                  <a:cs typeface="Inter Light" panose="02000403000000020004" pitchFamily="2" charset="0"/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77AE142-1B46-E3FC-899D-AB1DD1D72D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4600" y="4529154"/>
                <a:ext cx="847768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A80E8D3B-425F-9DE9-196D-994925C0E2B9}"/>
              </a:ext>
            </a:extLst>
          </p:cNvPr>
          <p:cNvSpPr/>
          <p:nvPr/>
        </p:nvSpPr>
        <p:spPr>
          <a:xfrm>
            <a:off x="7858759" y="6248329"/>
            <a:ext cx="152400" cy="1267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8A00E7D-8925-6F4A-219B-323C0434762F}"/>
              </a:ext>
            </a:extLst>
          </p:cNvPr>
          <p:cNvSpPr/>
          <p:nvPr/>
        </p:nvSpPr>
        <p:spPr>
          <a:xfrm>
            <a:off x="3388891" y="5181600"/>
            <a:ext cx="152400" cy="1267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F20382EE-5B0C-5489-E2D9-70B74D15B638}"/>
              </a:ext>
            </a:extLst>
          </p:cNvPr>
          <p:cNvCxnSpPr>
            <a:cxnSpLocks/>
            <a:stCxn id="9" idx="2"/>
            <a:endCxn id="7" idx="3"/>
          </p:cNvCxnSpPr>
          <p:nvPr/>
        </p:nvCxnSpPr>
        <p:spPr>
          <a:xfrm rot="5400000">
            <a:off x="4617416" y="3829117"/>
            <a:ext cx="837922" cy="928753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Curved 16">
            <a:extLst>
              <a:ext uri="{FF2B5EF4-FFF2-40B4-BE49-F238E27FC236}">
                <a16:creationId xmlns:a16="http://schemas.microsoft.com/office/drawing/2014/main" id="{A134A555-4F10-E5CE-4984-5388DB69FD00}"/>
              </a:ext>
            </a:extLst>
          </p:cNvPr>
          <p:cNvCxnSpPr>
            <a:cxnSpLocks/>
            <a:stCxn id="9" idx="2"/>
            <a:endCxn id="10" idx="1"/>
          </p:cNvCxnSpPr>
          <p:nvPr/>
        </p:nvCxnSpPr>
        <p:spPr>
          <a:xfrm rot="16200000" flipH="1">
            <a:off x="5493032" y="3882252"/>
            <a:ext cx="839288" cy="823847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Curved 18">
            <a:extLst>
              <a:ext uri="{FF2B5EF4-FFF2-40B4-BE49-F238E27FC236}">
                <a16:creationId xmlns:a16="http://schemas.microsoft.com/office/drawing/2014/main" id="{2A5E1DD4-F4B6-B0AA-7772-6890BFC67B6D}"/>
              </a:ext>
            </a:extLst>
          </p:cNvPr>
          <p:cNvCxnSpPr>
            <a:cxnSpLocks/>
            <a:stCxn id="10" idx="2"/>
            <a:endCxn id="11" idx="1"/>
          </p:cNvCxnSpPr>
          <p:nvPr/>
        </p:nvCxnSpPr>
        <p:spPr>
          <a:xfrm rot="16200000" flipH="1">
            <a:off x="6597009" y="5049960"/>
            <a:ext cx="1413224" cy="1110275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Curved 20">
            <a:extLst>
              <a:ext uri="{FF2B5EF4-FFF2-40B4-BE49-F238E27FC236}">
                <a16:creationId xmlns:a16="http://schemas.microsoft.com/office/drawing/2014/main" id="{C97AAED2-E906-8D20-8047-931CEDE3643A}"/>
              </a:ext>
            </a:extLst>
          </p:cNvPr>
          <p:cNvCxnSpPr>
            <a:stCxn id="7" idx="2"/>
            <a:endCxn id="12" idx="3"/>
          </p:cNvCxnSpPr>
          <p:nvPr/>
        </p:nvCxnSpPr>
        <p:spPr>
          <a:xfrm rot="5400000">
            <a:off x="3670774" y="4767638"/>
            <a:ext cx="347861" cy="606825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1822060-E835-8478-56ED-F42356447806}"/>
                  </a:ext>
                </a:extLst>
              </p:cNvPr>
              <p:cNvSpPr txBox="1"/>
              <p:nvPr/>
            </p:nvSpPr>
            <p:spPr>
              <a:xfrm>
                <a:off x="762000" y="6488668"/>
                <a:ext cx="70104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𝐷𝑀</m:t>
                        </m:r>
                      </m:e>
                    </m:d>
                  </m:oMath>
                </a14:m>
                <a:r>
                  <a:rPr lang="en-US">
                    <a:latin typeface="Consolas" panose="020B0609020204030204" pitchFamily="49" charset="0"/>
                  </a:rPr>
                  <a:t> = </a:t>
                </a:r>
                <a:r>
                  <a:rPr lang="en-US" err="1">
                    <a:latin typeface="Consolas" panose="020B0609020204030204" pitchFamily="49" charset="0"/>
                  </a:rPr>
                  <a:t>np.mean</a:t>
                </a:r>
                <a:r>
                  <a:rPr lang="en-US">
                    <a:latin typeface="Consolas" panose="020B0609020204030204" pitchFamily="49" charset="0"/>
                  </a:rPr>
                  <a:t>(</a:t>
                </a:r>
                <a:r>
                  <a:rPr lang="en-US" err="1">
                    <a:latin typeface="Consolas" panose="020B0609020204030204" pitchFamily="49" charset="0"/>
                  </a:rPr>
                  <a:t>df</a:t>
                </a:r>
                <a:r>
                  <a:rPr lang="en-US">
                    <a:latin typeface="Consolas" panose="020B0609020204030204" pitchFamily="49" charset="0"/>
                  </a:rPr>
                  <a:t>["Midterm"]*</a:t>
                </a:r>
                <a:r>
                  <a:rPr lang="en-US" err="1">
                    <a:latin typeface="Consolas" panose="020B0609020204030204" pitchFamily="49" charset="0"/>
                  </a:rPr>
                  <a:t>df</a:t>
                </a:r>
                <a:r>
                  <a:rPr lang="en-US">
                    <a:latin typeface="Consolas" panose="020B0609020204030204" pitchFamily="49" charset="0"/>
                  </a:rPr>
                  <a:t>["Discussion"])</a:t>
                </a: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1822060-E835-8478-56ED-F423564478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6488668"/>
                <a:ext cx="7010400" cy="369332"/>
              </a:xfrm>
              <a:prstGeom prst="rect">
                <a:avLst/>
              </a:prstGeom>
              <a:blipFill>
                <a:blip r:embed="rId8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2149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744C7-77A5-B016-9565-04516FCBF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Quick Minor Technical Notes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CF2057E-476F-2C2D-FD4C-9E89A92CC65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There are actually 631 students on our </a:t>
                </a:r>
                <a:r>
                  <a:rPr lang="en-US" err="1"/>
                  <a:t>gradescope</a:t>
                </a:r>
                <a:r>
                  <a:rPr lang="en-US"/>
                  <a:t> roster.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557 students are currently enrolled in CS70.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514 took the midterm.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/>
              </a:p>
              <a:p>
                <a:r>
                  <a:rPr lang="en-US"/>
                  <a:t>In our case, I took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/>
                  <a:t> to be the set of all students who took the midterm so that the covariance was well defined.</a:t>
                </a:r>
              </a:p>
              <a:p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CF2057E-476F-2C2D-FD4C-9E89A92CC65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96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230049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CA1C5-EB14-0C7D-2D83-705480A37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5A94D-7370-6EEF-A057-C8F081D529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/>
              <a:t>Covariance and Independence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055B93-24E4-6C06-052D-126838AB991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Lecture 21, CS70 Fall 2025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DF5F14F-8F03-2C86-285E-2372C0C7988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096000" y="65087"/>
            <a:ext cx="6096000" cy="6716713"/>
          </a:xfrm>
        </p:spPr>
        <p:txBody>
          <a:bodyPr/>
          <a:lstStyle/>
          <a:p>
            <a:r>
              <a:rPr lang="en-US" b="1">
                <a:solidFill>
                  <a:schemeClr val="accent3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Covariance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>
                    <a:lumMod val="65000"/>
                  </a:schemeClr>
                </a:solidFill>
              </a:rPr>
              <a:t>Definition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accent3"/>
                </a:solidFill>
              </a:rPr>
              <a:t>Relationship with Independence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>
                    <a:lumMod val="65000"/>
                  </a:schemeClr>
                </a:solidFill>
              </a:rPr>
              <a:t>Detour: Standardizing Random Variables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>
                    <a:lumMod val="65000"/>
                  </a:schemeClr>
                </a:solidFill>
              </a:rPr>
              <a:t>Property of Covariance, Correlation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US">
                <a:solidFill>
                  <a:schemeClr val="bg1">
                    <a:lumMod val="6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Conditional Expectation</a:t>
            </a:r>
          </a:p>
        </p:txBody>
      </p:sp>
    </p:spTree>
    <p:extLst>
      <p:ext uri="{BB962C8B-B14F-4D97-AF65-F5344CB8AC3E}">
        <p14:creationId xmlns:p14="http://schemas.microsoft.com/office/powerpoint/2010/main" val="42683684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C4F8AF-0DDC-6952-EF34-8AB03720D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50881-DAF9-F86C-DB3B-D994E97DA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BA87B3-9201-5459-AF21-A67035194B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Suppose we have two random variables with joint distribution given by: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Question 1: Are X and Y independent?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ECDCB31-2159-EAFD-6911-FBE63F25C2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6105308"/>
              </p:ext>
            </p:extLst>
          </p:nvPr>
        </p:nvGraphicFramePr>
        <p:xfrm>
          <a:off x="3505200" y="1808516"/>
          <a:ext cx="4800582" cy="1600164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1600194">
                  <a:extLst>
                    <a:ext uri="{9D8B030D-6E8A-4147-A177-3AD203B41FA5}">
                      <a16:colId xmlns:a16="http://schemas.microsoft.com/office/drawing/2014/main" val="4238748776"/>
                    </a:ext>
                  </a:extLst>
                </a:gridCol>
                <a:gridCol w="1600194">
                  <a:extLst>
                    <a:ext uri="{9D8B030D-6E8A-4147-A177-3AD203B41FA5}">
                      <a16:colId xmlns:a16="http://schemas.microsoft.com/office/drawing/2014/main" val="734229672"/>
                    </a:ext>
                  </a:extLst>
                </a:gridCol>
                <a:gridCol w="1600194">
                  <a:extLst>
                    <a:ext uri="{9D8B030D-6E8A-4147-A177-3AD203B41FA5}">
                      <a16:colId xmlns:a16="http://schemas.microsoft.com/office/drawing/2014/main" val="2428873907"/>
                    </a:ext>
                  </a:extLst>
                </a:gridCol>
              </a:tblGrid>
              <a:tr h="533388"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1/5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4800631"/>
                  </a:ext>
                </a:extLst>
              </a:tr>
              <a:tr h="533388"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1/5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1/5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1/5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3372922"/>
                  </a:ext>
                </a:extLst>
              </a:tr>
              <a:tr h="533388"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1/5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1863286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C80689A-AF48-12E2-7034-2DB0A0F63BBD}"/>
              </a:ext>
            </a:extLst>
          </p:cNvPr>
          <p:cNvCxnSpPr/>
          <p:nvPr/>
        </p:nvCxnSpPr>
        <p:spPr>
          <a:xfrm>
            <a:off x="3048000" y="1351318"/>
            <a:ext cx="457200" cy="4572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4BA0ADE-B500-E296-AB4D-20EF8BBE717B}"/>
              </a:ext>
            </a:extLst>
          </p:cNvPr>
          <p:cNvCxnSpPr>
            <a:cxnSpLocks/>
          </p:cNvCxnSpPr>
          <p:nvPr/>
        </p:nvCxnSpPr>
        <p:spPr>
          <a:xfrm>
            <a:off x="3505200" y="1808518"/>
            <a:ext cx="0" cy="160016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69D50E-586F-13B9-6CF5-6A0E2C93C860}"/>
              </a:ext>
            </a:extLst>
          </p:cNvPr>
          <p:cNvCxnSpPr>
            <a:cxnSpLocks/>
          </p:cNvCxnSpPr>
          <p:nvPr/>
        </p:nvCxnSpPr>
        <p:spPr>
          <a:xfrm>
            <a:off x="3505200" y="1808518"/>
            <a:ext cx="48006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C6D3249-D67B-31ED-EF7B-DCFF65E05BB7}"/>
              </a:ext>
            </a:extLst>
          </p:cNvPr>
          <p:cNvSpPr txBox="1"/>
          <p:nvPr/>
        </p:nvSpPr>
        <p:spPr>
          <a:xfrm>
            <a:off x="3200401" y="1250670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2"/>
                </a:solidFill>
              </a:rPr>
              <a:t>X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64CBED4-D73D-2E95-704D-83DB9F15721F}"/>
              </a:ext>
            </a:extLst>
          </p:cNvPr>
          <p:cNvSpPr txBox="1"/>
          <p:nvPr/>
        </p:nvSpPr>
        <p:spPr>
          <a:xfrm>
            <a:off x="2971801" y="1511533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2"/>
                </a:solidFill>
              </a:rPr>
              <a:t>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0A0005D-B97C-1FA4-D056-15A768B4B8D1}"/>
              </a:ext>
            </a:extLst>
          </p:cNvPr>
          <p:cNvSpPr txBox="1"/>
          <p:nvPr/>
        </p:nvSpPr>
        <p:spPr>
          <a:xfrm>
            <a:off x="4102874" y="1439180"/>
            <a:ext cx="392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chemeClr val="accent2"/>
                </a:solidFill>
              </a:rPr>
              <a:t>-1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8378C55-D5EF-7A7C-5E59-C26A9605FA73}"/>
              </a:ext>
            </a:extLst>
          </p:cNvPr>
          <p:cNvSpPr txBox="1"/>
          <p:nvPr/>
        </p:nvSpPr>
        <p:spPr>
          <a:xfrm>
            <a:off x="5773744" y="1435336"/>
            <a:ext cx="392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chemeClr val="accent2"/>
                </a:solidFill>
              </a:rPr>
              <a:t>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0B2D531-3391-E71A-6886-CDC89318E10B}"/>
              </a:ext>
            </a:extLst>
          </p:cNvPr>
          <p:cNvSpPr txBox="1"/>
          <p:nvPr/>
        </p:nvSpPr>
        <p:spPr>
          <a:xfrm>
            <a:off x="7326411" y="1427518"/>
            <a:ext cx="392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chemeClr val="accent2"/>
                </a:solidFill>
              </a:rPr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F94FBF6-78DB-9D82-0630-ADE6F67FA181}"/>
              </a:ext>
            </a:extLst>
          </p:cNvPr>
          <p:cNvSpPr txBox="1"/>
          <p:nvPr/>
        </p:nvSpPr>
        <p:spPr>
          <a:xfrm>
            <a:off x="3112256" y="1921715"/>
            <a:ext cx="392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chemeClr val="accent2"/>
                </a:solidFill>
              </a:rPr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857B601-2358-31A6-99AD-6BE64D3D60DE}"/>
              </a:ext>
            </a:extLst>
          </p:cNvPr>
          <p:cNvSpPr txBox="1"/>
          <p:nvPr/>
        </p:nvSpPr>
        <p:spPr>
          <a:xfrm>
            <a:off x="3124201" y="2469868"/>
            <a:ext cx="392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chemeClr val="accent2"/>
                </a:solidFill>
              </a:rPr>
              <a:t>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E80A90E-9108-1F9C-DFFE-5F740151FFA1}"/>
              </a:ext>
            </a:extLst>
          </p:cNvPr>
          <p:cNvSpPr txBox="1"/>
          <p:nvPr/>
        </p:nvSpPr>
        <p:spPr>
          <a:xfrm>
            <a:off x="3124201" y="2939274"/>
            <a:ext cx="392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chemeClr val="accent2"/>
                </a:solidFill>
              </a:rPr>
              <a:t>-1</a:t>
            </a:r>
          </a:p>
        </p:txBody>
      </p:sp>
      <p:pic>
        <p:nvPicPr>
          <p:cNvPr id="28" name="Picture 27" descr="A qr code on a white background&#10;&#10;Description automatically generated">
            <a:extLst>
              <a:ext uri="{FF2B5EF4-FFF2-40B4-BE49-F238E27FC236}">
                <a16:creationId xmlns:a16="http://schemas.microsoft.com/office/drawing/2014/main" id="{D3252200-1029-8B78-9ED4-0017316DA9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0920" y="4330570"/>
            <a:ext cx="2521080" cy="252743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4803297-BC9D-71F0-36C7-B897B8075A0C}"/>
              </a:ext>
            </a:extLst>
          </p:cNvPr>
          <p:cNvSpPr txBox="1"/>
          <p:nvPr/>
        </p:nvSpPr>
        <p:spPr>
          <a:xfrm>
            <a:off x="9963807" y="3961238"/>
            <a:ext cx="25329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hlinkClick r:id="rId4"/>
              </a:rPr>
              <a:t>https://joshh.ug/B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6867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0E3F6-DA6A-B4D7-07DC-3DB0B8AEA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496B5-B463-AC97-085E-BF0E9798E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924B683-A8AA-B8C7-5120-E0F954587F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Suppose we have two random variables with joint distribution given by:</a:t>
                </a:r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r>
                  <a:rPr lang="en-US"/>
                  <a:t>Question 1: Are X and Y independent?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No, knowing something about one value tells you about the other.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Example, if we know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/>
                  <a:t>, then y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/>
                  <a:t>could be anything, whereas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/>
                  <a:t>, we know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/>
                  <a:t> is 0.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Or in terms of specific probabilities: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</m:oMath>
                </a14:m>
                <a:endParaRPr lang="en-US"/>
              </a:p>
              <a:p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924B683-A8AA-B8C7-5120-E0F954587F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96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94D0D66-A929-E544-EA07-6D128920DB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63866"/>
              </p:ext>
            </p:extLst>
          </p:nvPr>
        </p:nvGraphicFramePr>
        <p:xfrm>
          <a:off x="3505200" y="1808516"/>
          <a:ext cx="4800582" cy="1600164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1600194">
                  <a:extLst>
                    <a:ext uri="{9D8B030D-6E8A-4147-A177-3AD203B41FA5}">
                      <a16:colId xmlns:a16="http://schemas.microsoft.com/office/drawing/2014/main" val="4238748776"/>
                    </a:ext>
                  </a:extLst>
                </a:gridCol>
                <a:gridCol w="1600194">
                  <a:extLst>
                    <a:ext uri="{9D8B030D-6E8A-4147-A177-3AD203B41FA5}">
                      <a16:colId xmlns:a16="http://schemas.microsoft.com/office/drawing/2014/main" val="734229672"/>
                    </a:ext>
                  </a:extLst>
                </a:gridCol>
                <a:gridCol w="1600194">
                  <a:extLst>
                    <a:ext uri="{9D8B030D-6E8A-4147-A177-3AD203B41FA5}">
                      <a16:colId xmlns:a16="http://schemas.microsoft.com/office/drawing/2014/main" val="2428873907"/>
                    </a:ext>
                  </a:extLst>
                </a:gridCol>
              </a:tblGrid>
              <a:tr h="533388"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1/5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4800631"/>
                  </a:ext>
                </a:extLst>
              </a:tr>
              <a:tr h="533388"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1/5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1/5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1/5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3372922"/>
                  </a:ext>
                </a:extLst>
              </a:tr>
              <a:tr h="533388"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1/5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1863286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2AEB8BE-7C95-32D4-B0D0-D489E4D3DE3D}"/>
              </a:ext>
            </a:extLst>
          </p:cNvPr>
          <p:cNvCxnSpPr/>
          <p:nvPr/>
        </p:nvCxnSpPr>
        <p:spPr>
          <a:xfrm>
            <a:off x="3048000" y="1351318"/>
            <a:ext cx="457200" cy="4572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86D1571-D2CE-2CC9-BEAD-764CDD4247AA}"/>
              </a:ext>
            </a:extLst>
          </p:cNvPr>
          <p:cNvCxnSpPr>
            <a:cxnSpLocks/>
          </p:cNvCxnSpPr>
          <p:nvPr/>
        </p:nvCxnSpPr>
        <p:spPr>
          <a:xfrm>
            <a:off x="3505200" y="1808518"/>
            <a:ext cx="0" cy="160016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7D050B1-F52E-FB5B-3C71-D1053A7BA493}"/>
              </a:ext>
            </a:extLst>
          </p:cNvPr>
          <p:cNvCxnSpPr>
            <a:cxnSpLocks/>
          </p:cNvCxnSpPr>
          <p:nvPr/>
        </p:nvCxnSpPr>
        <p:spPr>
          <a:xfrm>
            <a:off x="3505200" y="1808518"/>
            <a:ext cx="48006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CABEC4A-4E2F-1EC9-5A05-F7F98F79ED3E}"/>
              </a:ext>
            </a:extLst>
          </p:cNvPr>
          <p:cNvSpPr txBox="1"/>
          <p:nvPr/>
        </p:nvSpPr>
        <p:spPr>
          <a:xfrm>
            <a:off x="3200401" y="1250670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2"/>
                </a:solidFill>
              </a:rPr>
              <a:t>X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854713-E72F-0A36-D95B-4A684B724508}"/>
              </a:ext>
            </a:extLst>
          </p:cNvPr>
          <p:cNvSpPr txBox="1"/>
          <p:nvPr/>
        </p:nvSpPr>
        <p:spPr>
          <a:xfrm>
            <a:off x="2971801" y="1511533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2"/>
                </a:solidFill>
              </a:rPr>
              <a:t>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0FFFE54-0A46-19CF-2D45-F4E5978CF809}"/>
              </a:ext>
            </a:extLst>
          </p:cNvPr>
          <p:cNvSpPr txBox="1"/>
          <p:nvPr/>
        </p:nvSpPr>
        <p:spPr>
          <a:xfrm>
            <a:off x="4102874" y="1439180"/>
            <a:ext cx="392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chemeClr val="accent2"/>
                </a:solidFill>
              </a:rPr>
              <a:t>-1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00DC14-BCD8-A5B3-381E-28CFB65AF53A}"/>
              </a:ext>
            </a:extLst>
          </p:cNvPr>
          <p:cNvSpPr txBox="1"/>
          <p:nvPr/>
        </p:nvSpPr>
        <p:spPr>
          <a:xfrm>
            <a:off x="5773744" y="1435336"/>
            <a:ext cx="392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chemeClr val="accent2"/>
                </a:solidFill>
              </a:rPr>
              <a:t>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F4D667-8CA5-BFC0-66D2-9DFD0C536AF2}"/>
              </a:ext>
            </a:extLst>
          </p:cNvPr>
          <p:cNvSpPr txBox="1"/>
          <p:nvPr/>
        </p:nvSpPr>
        <p:spPr>
          <a:xfrm>
            <a:off x="7326411" y="1427518"/>
            <a:ext cx="392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chemeClr val="accent2"/>
                </a:solidFill>
              </a:rPr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E11CC26-2B9B-022C-70B3-F55A9C58F765}"/>
              </a:ext>
            </a:extLst>
          </p:cNvPr>
          <p:cNvSpPr txBox="1"/>
          <p:nvPr/>
        </p:nvSpPr>
        <p:spPr>
          <a:xfrm>
            <a:off x="3112256" y="1921715"/>
            <a:ext cx="392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chemeClr val="accent2"/>
                </a:solidFill>
              </a:rPr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F9FF746-9EA6-8E66-4ACF-4732742EFC3B}"/>
              </a:ext>
            </a:extLst>
          </p:cNvPr>
          <p:cNvSpPr txBox="1"/>
          <p:nvPr/>
        </p:nvSpPr>
        <p:spPr>
          <a:xfrm>
            <a:off x="3124201" y="2469868"/>
            <a:ext cx="392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chemeClr val="accent2"/>
                </a:solidFill>
              </a:rPr>
              <a:t>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7463D7E-B8C3-82B6-4D7A-A7AE1B865D57}"/>
              </a:ext>
            </a:extLst>
          </p:cNvPr>
          <p:cNvSpPr txBox="1"/>
          <p:nvPr/>
        </p:nvSpPr>
        <p:spPr>
          <a:xfrm>
            <a:off x="3124201" y="2939274"/>
            <a:ext cx="392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chemeClr val="accent2"/>
                </a:solidFill>
              </a:rPr>
              <a:t>-1</a:t>
            </a:r>
          </a:p>
        </p:txBody>
      </p:sp>
    </p:spTree>
    <p:extLst>
      <p:ext uri="{BB962C8B-B14F-4D97-AF65-F5344CB8AC3E}">
        <p14:creationId xmlns:p14="http://schemas.microsoft.com/office/powerpoint/2010/main" val="25046230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4DB43-4743-21CB-F8EE-A8B3B3EAB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8176B-E7D9-906D-2D58-B96190476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34B24F-D583-D25C-DCD5-E57860F97A2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Suppose we have two random variables with joint distribution given by:</a:t>
                </a:r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r>
                  <a:rPr lang="en-US"/>
                  <a:t>Question 3: What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cov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𝑋𝑌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</m:oMath>
                </a14:m>
                <a:r>
                  <a:rPr lang="en-US"/>
                  <a:t>?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joshh.ug/C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34B24F-D583-D25C-DCD5-E57860F97A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96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0C0F798-69E7-0D23-42BF-F8099431B1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4870"/>
              </p:ext>
            </p:extLst>
          </p:nvPr>
        </p:nvGraphicFramePr>
        <p:xfrm>
          <a:off x="3505200" y="1808516"/>
          <a:ext cx="4800582" cy="1600164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1600194">
                  <a:extLst>
                    <a:ext uri="{9D8B030D-6E8A-4147-A177-3AD203B41FA5}">
                      <a16:colId xmlns:a16="http://schemas.microsoft.com/office/drawing/2014/main" val="4238748776"/>
                    </a:ext>
                  </a:extLst>
                </a:gridCol>
                <a:gridCol w="1600194">
                  <a:extLst>
                    <a:ext uri="{9D8B030D-6E8A-4147-A177-3AD203B41FA5}">
                      <a16:colId xmlns:a16="http://schemas.microsoft.com/office/drawing/2014/main" val="734229672"/>
                    </a:ext>
                  </a:extLst>
                </a:gridCol>
                <a:gridCol w="1600194">
                  <a:extLst>
                    <a:ext uri="{9D8B030D-6E8A-4147-A177-3AD203B41FA5}">
                      <a16:colId xmlns:a16="http://schemas.microsoft.com/office/drawing/2014/main" val="2428873907"/>
                    </a:ext>
                  </a:extLst>
                </a:gridCol>
              </a:tblGrid>
              <a:tr h="533388"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1/5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4800631"/>
                  </a:ext>
                </a:extLst>
              </a:tr>
              <a:tr h="533388"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1/5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1/5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1/5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3372922"/>
                  </a:ext>
                </a:extLst>
              </a:tr>
              <a:tr h="533388"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1/5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1863286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322249C-6666-3077-2AA6-F7E91C9A5B3C}"/>
              </a:ext>
            </a:extLst>
          </p:cNvPr>
          <p:cNvCxnSpPr/>
          <p:nvPr/>
        </p:nvCxnSpPr>
        <p:spPr>
          <a:xfrm>
            <a:off x="3048000" y="1351318"/>
            <a:ext cx="457200" cy="4572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D2AACD8-CB03-C87F-9379-AE6D77AD5B57}"/>
              </a:ext>
            </a:extLst>
          </p:cNvPr>
          <p:cNvCxnSpPr>
            <a:cxnSpLocks/>
          </p:cNvCxnSpPr>
          <p:nvPr/>
        </p:nvCxnSpPr>
        <p:spPr>
          <a:xfrm>
            <a:off x="3505200" y="1808518"/>
            <a:ext cx="0" cy="160016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C1CC1F7-A450-93AB-B71E-ECFCC6E516AB}"/>
              </a:ext>
            </a:extLst>
          </p:cNvPr>
          <p:cNvCxnSpPr>
            <a:cxnSpLocks/>
          </p:cNvCxnSpPr>
          <p:nvPr/>
        </p:nvCxnSpPr>
        <p:spPr>
          <a:xfrm>
            <a:off x="3505200" y="1808518"/>
            <a:ext cx="48006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806199E-A364-3266-8FF6-799F0FE3A967}"/>
              </a:ext>
            </a:extLst>
          </p:cNvPr>
          <p:cNvSpPr txBox="1"/>
          <p:nvPr/>
        </p:nvSpPr>
        <p:spPr>
          <a:xfrm>
            <a:off x="3200401" y="1250670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2"/>
                </a:solidFill>
              </a:rPr>
              <a:t>X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2252CF-2093-19C2-6C23-768D14EB5BE7}"/>
              </a:ext>
            </a:extLst>
          </p:cNvPr>
          <p:cNvSpPr txBox="1"/>
          <p:nvPr/>
        </p:nvSpPr>
        <p:spPr>
          <a:xfrm>
            <a:off x="2971801" y="1511533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2"/>
                </a:solidFill>
              </a:rPr>
              <a:t>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80F5F71-2F71-C318-DF9F-4C6521F366AA}"/>
              </a:ext>
            </a:extLst>
          </p:cNvPr>
          <p:cNvSpPr txBox="1"/>
          <p:nvPr/>
        </p:nvSpPr>
        <p:spPr>
          <a:xfrm>
            <a:off x="4102874" y="1439180"/>
            <a:ext cx="392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chemeClr val="accent2"/>
                </a:solidFill>
              </a:rPr>
              <a:t>-1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FAFA668-571F-D28E-9C75-BC83BDBFB8DA}"/>
              </a:ext>
            </a:extLst>
          </p:cNvPr>
          <p:cNvSpPr txBox="1"/>
          <p:nvPr/>
        </p:nvSpPr>
        <p:spPr>
          <a:xfrm>
            <a:off x="5773744" y="1435336"/>
            <a:ext cx="392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chemeClr val="accent2"/>
                </a:solidFill>
              </a:rPr>
              <a:t>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23F1BFD-778F-6CFA-9702-0CA92FA0F38E}"/>
              </a:ext>
            </a:extLst>
          </p:cNvPr>
          <p:cNvSpPr txBox="1"/>
          <p:nvPr/>
        </p:nvSpPr>
        <p:spPr>
          <a:xfrm>
            <a:off x="7326411" y="1427518"/>
            <a:ext cx="392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chemeClr val="accent2"/>
                </a:solidFill>
              </a:rPr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15ED3F0-B5C9-525D-DF65-A07A74FB760D}"/>
              </a:ext>
            </a:extLst>
          </p:cNvPr>
          <p:cNvSpPr txBox="1"/>
          <p:nvPr/>
        </p:nvSpPr>
        <p:spPr>
          <a:xfrm>
            <a:off x="3112256" y="1921715"/>
            <a:ext cx="392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chemeClr val="accent2"/>
                </a:solidFill>
              </a:rPr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F5D4C18-7550-7D37-0CD2-EEDC14A8DE7B}"/>
              </a:ext>
            </a:extLst>
          </p:cNvPr>
          <p:cNvSpPr txBox="1"/>
          <p:nvPr/>
        </p:nvSpPr>
        <p:spPr>
          <a:xfrm>
            <a:off x="3124201" y="2469868"/>
            <a:ext cx="392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chemeClr val="accent2"/>
                </a:solidFill>
              </a:rPr>
              <a:t>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6433C3F-AFD7-E1FF-B66E-5EFBCA39A5C3}"/>
              </a:ext>
            </a:extLst>
          </p:cNvPr>
          <p:cNvSpPr txBox="1"/>
          <p:nvPr/>
        </p:nvSpPr>
        <p:spPr>
          <a:xfrm>
            <a:off x="3124201" y="2939274"/>
            <a:ext cx="392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chemeClr val="accent2"/>
                </a:solidFill>
              </a:rPr>
              <a:t>-1</a:t>
            </a:r>
          </a:p>
        </p:txBody>
      </p:sp>
      <p:pic>
        <p:nvPicPr>
          <p:cNvPr id="18" name="Picture 17" descr="A qr code on a white background&#10;&#10;Description automatically generated">
            <a:extLst>
              <a:ext uri="{FF2B5EF4-FFF2-40B4-BE49-F238E27FC236}">
                <a16:creationId xmlns:a16="http://schemas.microsoft.com/office/drawing/2014/main" id="{A170D92C-F21E-58F2-F552-7F3B4A4711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8689" y="4315326"/>
            <a:ext cx="2552831" cy="255283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B63896DE-9A6B-354B-FFAF-4E88D47875F5}"/>
              </a:ext>
            </a:extLst>
          </p:cNvPr>
          <p:cNvSpPr txBox="1"/>
          <p:nvPr/>
        </p:nvSpPr>
        <p:spPr>
          <a:xfrm>
            <a:off x="9881958" y="4054463"/>
            <a:ext cx="23836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hlinkClick r:id="rId4"/>
              </a:rPr>
              <a:t>https://joshh.ug/C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514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E897B0-0178-90C6-FE9C-0A08E8F6A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C0ED4-808C-27FA-0776-794B04D7A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2DB812B-8710-066D-DEBE-7EC3356E9B0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Suppose we have two random variables with joint distribution given by:</a:t>
                </a:r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r>
                  <a:rPr lang="en-US"/>
                  <a:t>Question 3: What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cov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𝑋𝑌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</m:oMath>
                </a14:m>
                <a:r>
                  <a:rPr lang="en-US"/>
                  <a:t>?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𝑋𝑌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/>
                  <a:t>, at least one variable is always zero.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=−1×1/5+1×1/5=0</m:t>
                    </m:r>
                  </m:oMath>
                </a14:m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=−1×1/5+1×1/5=0</m:t>
                    </m:r>
                  </m:oMath>
                </a14:m>
                <a:endParaRPr lang="en-US"/>
              </a:p>
              <a:p>
                <a:r>
                  <a:rPr lang="en-US"/>
                  <a:t>Zero covariance does not imply independence!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2DB812B-8710-066D-DEBE-7EC3356E9B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96" t="-541" b="-47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4AD224B-B8DF-9EF7-1A1B-7EF58D12AE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1818355"/>
              </p:ext>
            </p:extLst>
          </p:nvPr>
        </p:nvGraphicFramePr>
        <p:xfrm>
          <a:off x="3505200" y="1808516"/>
          <a:ext cx="4800582" cy="1600164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1600194">
                  <a:extLst>
                    <a:ext uri="{9D8B030D-6E8A-4147-A177-3AD203B41FA5}">
                      <a16:colId xmlns:a16="http://schemas.microsoft.com/office/drawing/2014/main" val="4238748776"/>
                    </a:ext>
                  </a:extLst>
                </a:gridCol>
                <a:gridCol w="1600194">
                  <a:extLst>
                    <a:ext uri="{9D8B030D-6E8A-4147-A177-3AD203B41FA5}">
                      <a16:colId xmlns:a16="http://schemas.microsoft.com/office/drawing/2014/main" val="734229672"/>
                    </a:ext>
                  </a:extLst>
                </a:gridCol>
                <a:gridCol w="1600194">
                  <a:extLst>
                    <a:ext uri="{9D8B030D-6E8A-4147-A177-3AD203B41FA5}">
                      <a16:colId xmlns:a16="http://schemas.microsoft.com/office/drawing/2014/main" val="2428873907"/>
                    </a:ext>
                  </a:extLst>
                </a:gridCol>
              </a:tblGrid>
              <a:tr h="533388"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1/5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4800631"/>
                  </a:ext>
                </a:extLst>
              </a:tr>
              <a:tr h="533388"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1/5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1/5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1/5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3372922"/>
                  </a:ext>
                </a:extLst>
              </a:tr>
              <a:tr h="533388"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1/5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1863286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33D6652-6D48-4089-6524-05D3101D2A72}"/>
              </a:ext>
            </a:extLst>
          </p:cNvPr>
          <p:cNvCxnSpPr/>
          <p:nvPr/>
        </p:nvCxnSpPr>
        <p:spPr>
          <a:xfrm>
            <a:off x="3048000" y="1351318"/>
            <a:ext cx="457200" cy="4572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735F332-FEAB-CF61-F679-E32DAAA72E6B}"/>
              </a:ext>
            </a:extLst>
          </p:cNvPr>
          <p:cNvCxnSpPr>
            <a:cxnSpLocks/>
          </p:cNvCxnSpPr>
          <p:nvPr/>
        </p:nvCxnSpPr>
        <p:spPr>
          <a:xfrm>
            <a:off x="3505200" y="1808518"/>
            <a:ext cx="0" cy="160016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A66C485-97B4-3443-0684-604EC6F30897}"/>
              </a:ext>
            </a:extLst>
          </p:cNvPr>
          <p:cNvCxnSpPr>
            <a:cxnSpLocks/>
          </p:cNvCxnSpPr>
          <p:nvPr/>
        </p:nvCxnSpPr>
        <p:spPr>
          <a:xfrm>
            <a:off x="3505200" y="1808518"/>
            <a:ext cx="48006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28E6A2A-50C3-E746-D8E7-DEBD1C4DD585}"/>
              </a:ext>
            </a:extLst>
          </p:cNvPr>
          <p:cNvSpPr txBox="1"/>
          <p:nvPr/>
        </p:nvSpPr>
        <p:spPr>
          <a:xfrm>
            <a:off x="3200401" y="1250670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2"/>
                </a:solidFill>
              </a:rPr>
              <a:t>X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DC7F26-0258-2393-54CA-AE70A440C405}"/>
              </a:ext>
            </a:extLst>
          </p:cNvPr>
          <p:cNvSpPr txBox="1"/>
          <p:nvPr/>
        </p:nvSpPr>
        <p:spPr>
          <a:xfrm>
            <a:off x="2971801" y="1511533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2"/>
                </a:solidFill>
              </a:rPr>
              <a:t>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FCF5CE-FBDB-9123-7071-044030D47388}"/>
              </a:ext>
            </a:extLst>
          </p:cNvPr>
          <p:cNvSpPr txBox="1"/>
          <p:nvPr/>
        </p:nvSpPr>
        <p:spPr>
          <a:xfrm>
            <a:off x="4102874" y="1439180"/>
            <a:ext cx="392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chemeClr val="accent2"/>
                </a:solidFill>
              </a:rPr>
              <a:t>-1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A3C4E27-01F7-9680-A64D-08DE98456FD1}"/>
              </a:ext>
            </a:extLst>
          </p:cNvPr>
          <p:cNvSpPr txBox="1"/>
          <p:nvPr/>
        </p:nvSpPr>
        <p:spPr>
          <a:xfrm>
            <a:off x="5773744" y="1435336"/>
            <a:ext cx="392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chemeClr val="accent2"/>
                </a:solidFill>
              </a:rPr>
              <a:t>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A37F19-1243-B48C-086B-7DD40E4D3822}"/>
              </a:ext>
            </a:extLst>
          </p:cNvPr>
          <p:cNvSpPr txBox="1"/>
          <p:nvPr/>
        </p:nvSpPr>
        <p:spPr>
          <a:xfrm>
            <a:off x="7326411" y="1427518"/>
            <a:ext cx="392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chemeClr val="accent2"/>
                </a:solidFill>
              </a:rPr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70BA8F8-D25E-FD6D-F91E-AA48B3F01378}"/>
              </a:ext>
            </a:extLst>
          </p:cNvPr>
          <p:cNvSpPr txBox="1"/>
          <p:nvPr/>
        </p:nvSpPr>
        <p:spPr>
          <a:xfrm>
            <a:off x="3112256" y="1921715"/>
            <a:ext cx="392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chemeClr val="accent2"/>
                </a:solidFill>
              </a:rPr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EDDF2D-5AED-85C2-775F-7363E8DF3D03}"/>
              </a:ext>
            </a:extLst>
          </p:cNvPr>
          <p:cNvSpPr txBox="1"/>
          <p:nvPr/>
        </p:nvSpPr>
        <p:spPr>
          <a:xfrm>
            <a:off x="3124201" y="2469868"/>
            <a:ext cx="392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chemeClr val="accent2"/>
                </a:solidFill>
              </a:rPr>
              <a:t>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6E5EC35-5A85-2819-9EB5-8E95A35E3F3B}"/>
              </a:ext>
            </a:extLst>
          </p:cNvPr>
          <p:cNvSpPr txBox="1"/>
          <p:nvPr/>
        </p:nvSpPr>
        <p:spPr>
          <a:xfrm>
            <a:off x="3124201" y="2939274"/>
            <a:ext cx="392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chemeClr val="accent2"/>
                </a:solidFill>
              </a:rPr>
              <a:t>-1</a:t>
            </a:r>
          </a:p>
        </p:txBody>
      </p:sp>
    </p:spTree>
    <p:extLst>
      <p:ext uri="{BB962C8B-B14F-4D97-AF65-F5344CB8AC3E}">
        <p14:creationId xmlns:p14="http://schemas.microsoft.com/office/powerpoint/2010/main" val="928073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7F96D0-F619-2991-1C55-168C1A084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D65AD-9E75-B774-6E19-9082DBA9A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Covariance and Independence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715233-D075-62B7-3A9D-6FC019EE47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If two random variables are independent, their covariance is zero.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However, zero covariance can occur even with dependency.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B90C815-5658-A919-3558-36ECB67A05B0}"/>
              </a:ext>
            </a:extLst>
          </p:cNvPr>
          <p:cNvGraphicFramePr>
            <a:graphicFrameLocks noGrp="1"/>
          </p:cNvGraphicFramePr>
          <p:nvPr/>
        </p:nvGraphicFramePr>
        <p:xfrm>
          <a:off x="3505200" y="1808516"/>
          <a:ext cx="4800582" cy="1600164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1600194">
                  <a:extLst>
                    <a:ext uri="{9D8B030D-6E8A-4147-A177-3AD203B41FA5}">
                      <a16:colId xmlns:a16="http://schemas.microsoft.com/office/drawing/2014/main" val="4238748776"/>
                    </a:ext>
                  </a:extLst>
                </a:gridCol>
                <a:gridCol w="1600194">
                  <a:extLst>
                    <a:ext uri="{9D8B030D-6E8A-4147-A177-3AD203B41FA5}">
                      <a16:colId xmlns:a16="http://schemas.microsoft.com/office/drawing/2014/main" val="734229672"/>
                    </a:ext>
                  </a:extLst>
                </a:gridCol>
                <a:gridCol w="1600194">
                  <a:extLst>
                    <a:ext uri="{9D8B030D-6E8A-4147-A177-3AD203B41FA5}">
                      <a16:colId xmlns:a16="http://schemas.microsoft.com/office/drawing/2014/main" val="2428873907"/>
                    </a:ext>
                  </a:extLst>
                </a:gridCol>
              </a:tblGrid>
              <a:tr h="533388"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1/5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4800631"/>
                  </a:ext>
                </a:extLst>
              </a:tr>
              <a:tr h="533388"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1/5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1/5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1/5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3372922"/>
                  </a:ext>
                </a:extLst>
              </a:tr>
              <a:tr h="533388"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1/5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1863286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9BA91BB-0B21-79A5-EAD5-F78490871E82}"/>
              </a:ext>
            </a:extLst>
          </p:cNvPr>
          <p:cNvCxnSpPr/>
          <p:nvPr/>
        </p:nvCxnSpPr>
        <p:spPr>
          <a:xfrm>
            <a:off x="3048000" y="1351318"/>
            <a:ext cx="457200" cy="4572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83355D7-33C8-DB3C-D003-6DBA05510CCB}"/>
              </a:ext>
            </a:extLst>
          </p:cNvPr>
          <p:cNvCxnSpPr>
            <a:cxnSpLocks/>
          </p:cNvCxnSpPr>
          <p:nvPr/>
        </p:nvCxnSpPr>
        <p:spPr>
          <a:xfrm>
            <a:off x="3505200" y="1808518"/>
            <a:ext cx="0" cy="160016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A34775C-BA68-B19F-568F-85A51E6AA0C6}"/>
              </a:ext>
            </a:extLst>
          </p:cNvPr>
          <p:cNvCxnSpPr>
            <a:cxnSpLocks/>
          </p:cNvCxnSpPr>
          <p:nvPr/>
        </p:nvCxnSpPr>
        <p:spPr>
          <a:xfrm>
            <a:off x="3505200" y="1808518"/>
            <a:ext cx="48006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31B2CB8-8C46-DD13-3CFE-4884A3949C84}"/>
              </a:ext>
            </a:extLst>
          </p:cNvPr>
          <p:cNvSpPr txBox="1"/>
          <p:nvPr/>
        </p:nvSpPr>
        <p:spPr>
          <a:xfrm>
            <a:off x="3200401" y="1250670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2"/>
                </a:solidFill>
              </a:rPr>
              <a:t>X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68E148-72EB-A847-DFA2-8293B414B941}"/>
              </a:ext>
            </a:extLst>
          </p:cNvPr>
          <p:cNvSpPr txBox="1"/>
          <p:nvPr/>
        </p:nvSpPr>
        <p:spPr>
          <a:xfrm>
            <a:off x="2971801" y="1511533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2"/>
                </a:solidFill>
              </a:rPr>
              <a:t>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FC3F33-0C95-CEF5-FDA7-5A9F9C072F5C}"/>
              </a:ext>
            </a:extLst>
          </p:cNvPr>
          <p:cNvSpPr txBox="1"/>
          <p:nvPr/>
        </p:nvSpPr>
        <p:spPr>
          <a:xfrm>
            <a:off x="4102874" y="1439180"/>
            <a:ext cx="392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chemeClr val="accent2"/>
                </a:solidFill>
              </a:rPr>
              <a:t>-1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B497B3B-A52D-D7B6-7ECB-4E9C27789AA5}"/>
              </a:ext>
            </a:extLst>
          </p:cNvPr>
          <p:cNvSpPr txBox="1"/>
          <p:nvPr/>
        </p:nvSpPr>
        <p:spPr>
          <a:xfrm>
            <a:off x="5773744" y="1435336"/>
            <a:ext cx="392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chemeClr val="accent2"/>
                </a:solidFill>
              </a:rPr>
              <a:t>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0F6987F-7394-75FD-E2EF-937296981E73}"/>
              </a:ext>
            </a:extLst>
          </p:cNvPr>
          <p:cNvSpPr txBox="1"/>
          <p:nvPr/>
        </p:nvSpPr>
        <p:spPr>
          <a:xfrm>
            <a:off x="7326411" y="1427518"/>
            <a:ext cx="392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chemeClr val="accent2"/>
                </a:solidFill>
              </a:rPr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0CAD71D-1E32-79AB-AA76-8BA8A20DA215}"/>
              </a:ext>
            </a:extLst>
          </p:cNvPr>
          <p:cNvSpPr txBox="1"/>
          <p:nvPr/>
        </p:nvSpPr>
        <p:spPr>
          <a:xfrm>
            <a:off x="3112256" y="1921715"/>
            <a:ext cx="392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chemeClr val="accent2"/>
                </a:solidFill>
              </a:rPr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06E3C25-1B5C-A0D3-2FF6-57C78CCC0007}"/>
              </a:ext>
            </a:extLst>
          </p:cNvPr>
          <p:cNvSpPr txBox="1"/>
          <p:nvPr/>
        </p:nvSpPr>
        <p:spPr>
          <a:xfrm>
            <a:off x="3124201" y="2469868"/>
            <a:ext cx="392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chemeClr val="accent2"/>
                </a:solidFill>
              </a:rPr>
              <a:t>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D5C68A4-5808-F21F-ED03-051DD8BF9D77}"/>
              </a:ext>
            </a:extLst>
          </p:cNvPr>
          <p:cNvSpPr txBox="1"/>
          <p:nvPr/>
        </p:nvSpPr>
        <p:spPr>
          <a:xfrm>
            <a:off x="3124201" y="2939274"/>
            <a:ext cx="392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chemeClr val="accent2"/>
                </a:solidFill>
              </a:rPr>
              <a:t>-1</a:t>
            </a:r>
          </a:p>
        </p:txBody>
      </p:sp>
    </p:spTree>
    <p:extLst>
      <p:ext uri="{BB962C8B-B14F-4D97-AF65-F5344CB8AC3E}">
        <p14:creationId xmlns:p14="http://schemas.microsoft.com/office/powerpoint/2010/main" val="28397157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C7808-78ED-78DA-9962-0C587349F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223C1-B316-C2FA-280D-382D0747DC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/>
              <a:t>Standardizing Random Variables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AA9254-9C51-3E21-FBD7-6A88C91F64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Lecture 21, CS70 Fall 2025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959EB609-F218-3C93-E606-2E44645901E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096000" y="65088"/>
            <a:ext cx="6096000" cy="6716712"/>
          </a:xfrm>
        </p:spPr>
        <p:txBody>
          <a:bodyPr/>
          <a:lstStyle/>
          <a:p>
            <a:r>
              <a:rPr lang="en-US" b="1">
                <a:solidFill>
                  <a:schemeClr val="accent3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Covariance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>
                    <a:lumMod val="65000"/>
                  </a:schemeClr>
                </a:solidFill>
              </a:rPr>
              <a:t>Definition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>
                    <a:lumMod val="65000"/>
                  </a:schemeClr>
                </a:solidFill>
              </a:rPr>
              <a:t>Relationship with Independence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accent3"/>
                </a:solidFill>
              </a:rPr>
              <a:t>Detour: Standardizing Random Variables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>
                    <a:lumMod val="65000"/>
                  </a:schemeClr>
                </a:solidFill>
              </a:rPr>
              <a:t>Property of Covariance, Correlation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US">
                <a:solidFill>
                  <a:schemeClr val="bg1">
                    <a:lumMod val="6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Conditional Expectation</a:t>
            </a:r>
          </a:p>
        </p:txBody>
      </p:sp>
    </p:spTree>
    <p:extLst>
      <p:ext uri="{BB962C8B-B14F-4D97-AF65-F5344CB8AC3E}">
        <p14:creationId xmlns:p14="http://schemas.microsoft.com/office/powerpoint/2010/main" val="27665012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6C570-83A2-D681-E81C-86EF7D8DD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Standardizing a Random Variable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F9EB87-F376-83F8-3CC5-0AC26022223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/>
                  <a:t> is a random variable with mean</a:t>
                </a:r>
                <a:r>
                  <a:rPr lang="en-US"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/>
                  <a:t> and </a:t>
                </a:r>
                <a:r>
                  <a:rPr lang="en-US" err="1"/>
                  <a:t>stdev</a:t>
                </a:r>
                <a:r>
                  <a:rPr lang="en-US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/>
                  <a:t>, then the standardized version of this random variable is given by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en-US"/>
                  <a:t>:</a:t>
                </a:r>
              </a:p>
              <a:p>
                <a:endParaRPr lang="en-US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den>
                      </m:f>
                    </m:oMath>
                  </m:oMathPara>
                </a14:m>
                <a:endParaRPr lang="en-US"/>
              </a:p>
              <a:p>
                <a:endParaRPr lang="en-US"/>
              </a:p>
              <a:p>
                <a:r>
                  <a:rPr lang="en-US"/>
                  <a:t>The standardized RV is a shifted and rescaled version of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/>
                  <a:t> such that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̃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var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̃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/>
                  <a:t>.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F9EB87-F376-83F8-3CC5-0AC2602222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96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29864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3B7289-B21F-2AAC-DBA4-BC235419A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1FF98-A431-3BE0-9308-80A0225D8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Example: Standardizing Binomial(4, 0.25)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4F80C07-1E16-B53D-411E-3605976E592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Suppose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Binomial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4, 0.25</m:t>
                        </m:r>
                      </m:e>
                    </m:d>
                  </m:oMath>
                </a14:m>
                <a:r>
                  <a:rPr lang="en-US"/>
                  <a:t>. We know from earlier that:</a:t>
                </a:r>
              </a:p>
              <a:p>
                <a:endParaRPr lang="en-US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var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=4×0.25×0.75=0.75</m:t>
                      </m:r>
                    </m:oMath>
                  </m:oMathPara>
                </a14:m>
                <a:endParaRPr lang="en-US"/>
              </a:p>
              <a:p>
                <a:endParaRPr lang="en-US"/>
              </a:p>
              <a:p>
                <a:r>
                  <a:rPr lang="en-US"/>
                  <a:t>Then we have that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en-US"/>
                  <a:t> is given by:</a:t>
                </a:r>
              </a:p>
              <a:p>
                <a:endParaRPr lang="en-US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0.75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4F80C07-1E16-B53D-411E-3605976E59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96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7167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5AE655-01F5-3AC7-139D-A6337026C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12380-E004-FE29-1B65-C05C97115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Standardized Binomial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AF6A5D3-E23A-9D10-EA38-F304800BDF7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The probabilities for a standardized random variable are exactly the same as the non-standardized version. The only difference is that the range of the RV is shifted and rescaled. Example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Binomial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4, 0.25</m:t>
                        </m:r>
                      </m:e>
                    </m:d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en-US"/>
                  <a:t> below.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Note: The values in the range of the new RV are what you may have heard called “z-scores”.</a:t>
                </a:r>
              </a:p>
              <a:p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AF6A5D3-E23A-9D10-EA38-F304800BDF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96" t="-541" r="-10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CFA66E1D-6C77-3FC4-1001-C99A6BE40A6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87329762"/>
                  </p:ext>
                </p:extLst>
              </p:nvPr>
            </p:nvGraphicFramePr>
            <p:xfrm>
              <a:off x="310792" y="2682511"/>
              <a:ext cx="4816011" cy="359664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345481">
                      <a:extLst>
                        <a:ext uri="{9D8B030D-6E8A-4147-A177-3AD203B41FA5}">
                          <a16:colId xmlns:a16="http://schemas.microsoft.com/office/drawing/2014/main" val="3350035111"/>
                        </a:ext>
                      </a:extLst>
                    </a:gridCol>
                    <a:gridCol w="1518442">
                      <a:extLst>
                        <a:ext uri="{9D8B030D-6E8A-4147-A177-3AD203B41FA5}">
                          <a16:colId xmlns:a16="http://schemas.microsoft.com/office/drawing/2014/main" val="2133248772"/>
                        </a:ext>
                      </a:extLst>
                    </a:gridCol>
                    <a:gridCol w="1952088">
                      <a:extLst>
                        <a:ext uri="{9D8B030D-6E8A-4147-A177-3AD203B41FA5}">
                          <a16:colId xmlns:a16="http://schemas.microsoft.com/office/drawing/2014/main" val="365828356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Inter Light" panose="02000403000000020004" pitchFamily="2" charset="0"/>
                                    <a:cs typeface="Inter Light" panose="02000403000000020004" pitchFamily="2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en-US" sz="2000" b="0" i="0">
                            <a:latin typeface="Inter Light" panose="02000403000000020004" pitchFamily="2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Inter Light" panose="02000403000000020004" pitchFamily="2" charset="0"/>
                                    <a:cs typeface="Inter Light" panose="02000403000000020004" pitchFamily="2" charset="0"/>
                                  </a:rPr>
                                  <m:t>𝑃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Inter Light" panose="02000403000000020004" pitchFamily="2" charset="0"/>
                                    <a:cs typeface="Inter Light" panose="02000403000000020004" pitchFamily="2" charset="0"/>
                                  </a:rPr>
                                  <m:t>(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Inter Light" panose="02000403000000020004" pitchFamily="2" charset="0"/>
                                    <a:cs typeface="Inter Light" panose="02000403000000020004" pitchFamily="2" charset="0"/>
                                  </a:rPr>
                                  <m:t>𝑋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Inter Light" panose="02000403000000020004" pitchFamily="2" charset="0"/>
                                    <a:cs typeface="Inter Light" panose="02000403000000020004" pitchFamily="2" charset="0"/>
                                  </a:rPr>
                                  <m:t>=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Inter Light" panose="02000403000000020004" pitchFamily="2" charset="0"/>
                                    <a:cs typeface="Inter Light" panose="02000403000000020004" pitchFamily="2" charset="0"/>
                                  </a:rPr>
                                  <m:t>𝑎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Inter Light" panose="02000403000000020004" pitchFamily="2" charset="0"/>
                                    <a:cs typeface="Inter Light" panose="02000403000000020004" pitchFamily="2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000" b="0" i="0">
                            <a:latin typeface="Inter Light" panose="02000403000000020004" pitchFamily="2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000" b="0" i="0" smtClean="0">
                                    <a:latin typeface="Cambria Math" panose="02040503050406030204" pitchFamily="18" charset="0"/>
                                  </a:rPr>
                                  <m:t>ω</m:t>
                                </m:r>
                              </m:oMath>
                            </m:oMathPara>
                          </a14:m>
                          <a:endParaRPr lang="en-US" sz="2000" b="0" i="0">
                            <a:latin typeface="Inter Light" panose="02000403000000020004" pitchFamily="2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05888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31.6%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b="0" i="0">
                              <a:latin typeface="Consolas" panose="020B0609020204030204" pitchFamily="49" charset="0"/>
                              <a:ea typeface="Inter Light" panose="02000403000000020004" pitchFamily="2" charset="0"/>
                              <a:cs typeface="Consolas" panose="020B0609020204030204" pitchFamily="49" charset="0"/>
                            </a:rPr>
                            <a:t>TTTT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3088339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42.1%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b="0" i="0">
                              <a:latin typeface="Consolas" panose="020B0609020204030204" pitchFamily="49" charset="0"/>
                              <a:ea typeface="Inter Light" panose="02000403000000020004" pitchFamily="2" charset="0"/>
                              <a:cs typeface="Consolas" panose="020B0609020204030204" pitchFamily="49" charset="0"/>
                            </a:rPr>
                            <a:t>HTTT, THTT, TTHT, TTTH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505848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21.1%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b="0" i="0">
                              <a:latin typeface="Consolas" panose="020B0609020204030204" pitchFamily="49" charset="0"/>
                              <a:ea typeface="Inter Light" panose="02000403000000020004" pitchFamily="2" charset="0"/>
                              <a:cs typeface="Consolas" panose="020B0609020204030204" pitchFamily="49" charset="0"/>
                            </a:rPr>
                            <a:t>HHTT, HTHT, HTTH, THHT, THTH, TTHH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032890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4.7%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b="0" i="0">
                              <a:latin typeface="Consolas" panose="020B0609020204030204" pitchFamily="49" charset="0"/>
                              <a:ea typeface="Inter Light" panose="02000403000000020004" pitchFamily="2" charset="0"/>
                              <a:cs typeface="Consolas" panose="020B0609020204030204" pitchFamily="49" charset="0"/>
                            </a:rPr>
                            <a:t>HHHT, HHTH, HTHH, THHH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6468291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0.4%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b="0" i="0">
                              <a:latin typeface="Consolas" panose="020B0609020204030204" pitchFamily="49" charset="0"/>
                              <a:ea typeface="Inter Light" panose="02000403000000020004" pitchFamily="2" charset="0"/>
                              <a:cs typeface="Consolas" panose="020B0609020204030204" pitchFamily="49" charset="0"/>
                            </a:rPr>
                            <a:t>HHHH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3540170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CFA66E1D-6C77-3FC4-1001-C99A6BE40A6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87329762"/>
                  </p:ext>
                </p:extLst>
              </p:nvPr>
            </p:nvGraphicFramePr>
            <p:xfrm>
              <a:off x="310792" y="2682511"/>
              <a:ext cx="4816011" cy="359664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345481">
                      <a:extLst>
                        <a:ext uri="{9D8B030D-6E8A-4147-A177-3AD203B41FA5}">
                          <a16:colId xmlns:a16="http://schemas.microsoft.com/office/drawing/2014/main" val="3350035111"/>
                        </a:ext>
                      </a:extLst>
                    </a:gridCol>
                    <a:gridCol w="1518442">
                      <a:extLst>
                        <a:ext uri="{9D8B030D-6E8A-4147-A177-3AD203B41FA5}">
                          <a16:colId xmlns:a16="http://schemas.microsoft.com/office/drawing/2014/main" val="2133248772"/>
                        </a:ext>
                      </a:extLst>
                    </a:gridCol>
                    <a:gridCol w="1952088">
                      <a:extLst>
                        <a:ext uri="{9D8B030D-6E8A-4147-A177-3AD203B41FA5}">
                          <a16:colId xmlns:a16="http://schemas.microsoft.com/office/drawing/2014/main" val="3658283567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52" t="-1538" r="-260181" b="-8353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88800" t="-1538" r="-130000" b="-8353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47040" t="-1538" r="-1246" b="-83538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588860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31.6%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b="0" i="0">
                              <a:latin typeface="Consolas" panose="020B0609020204030204" pitchFamily="49" charset="0"/>
                              <a:ea typeface="Inter Light" panose="02000403000000020004" pitchFamily="2" charset="0"/>
                              <a:cs typeface="Consolas" panose="020B0609020204030204" pitchFamily="49" charset="0"/>
                            </a:rPr>
                            <a:t>TTTT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30883390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42.1%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b="0" i="0">
                              <a:latin typeface="Consolas" panose="020B0609020204030204" pitchFamily="49" charset="0"/>
                              <a:ea typeface="Inter Light" panose="02000403000000020004" pitchFamily="2" charset="0"/>
                              <a:cs typeface="Consolas" panose="020B0609020204030204" pitchFamily="49" charset="0"/>
                            </a:rPr>
                            <a:t>HTTT, THTT, TTHT, TTTH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50584845"/>
                      </a:ext>
                    </a:extLst>
                  </a:tr>
                  <a:tr h="1005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21.1%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b="0" i="0">
                              <a:latin typeface="Consolas" panose="020B0609020204030204" pitchFamily="49" charset="0"/>
                              <a:ea typeface="Inter Light" panose="02000403000000020004" pitchFamily="2" charset="0"/>
                              <a:cs typeface="Consolas" panose="020B0609020204030204" pitchFamily="49" charset="0"/>
                            </a:rPr>
                            <a:t>HHTT, HTHT, HTTH, THHT, THTH, TTHH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03289056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4.7%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b="0" i="0">
                              <a:latin typeface="Consolas" panose="020B0609020204030204" pitchFamily="49" charset="0"/>
                              <a:ea typeface="Inter Light" panose="02000403000000020004" pitchFamily="2" charset="0"/>
                              <a:cs typeface="Consolas" panose="020B0609020204030204" pitchFamily="49" charset="0"/>
                            </a:rPr>
                            <a:t>HHHT, HHTH, HTHH, THHH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64682914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0.4%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b="0" i="0">
                              <a:latin typeface="Consolas" panose="020B0609020204030204" pitchFamily="49" charset="0"/>
                              <a:ea typeface="Inter Light" panose="02000403000000020004" pitchFamily="2" charset="0"/>
                              <a:cs typeface="Consolas" panose="020B0609020204030204" pitchFamily="49" charset="0"/>
                            </a:rPr>
                            <a:t>HHHH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3540170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543E578D-D6B2-1A71-5EC7-7450375BC0D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90207028"/>
                  </p:ext>
                </p:extLst>
              </p:nvPr>
            </p:nvGraphicFramePr>
            <p:xfrm>
              <a:off x="6473574" y="2682511"/>
              <a:ext cx="4816011" cy="3602165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345481">
                      <a:extLst>
                        <a:ext uri="{9D8B030D-6E8A-4147-A177-3AD203B41FA5}">
                          <a16:colId xmlns:a16="http://schemas.microsoft.com/office/drawing/2014/main" val="3350035111"/>
                        </a:ext>
                      </a:extLst>
                    </a:gridCol>
                    <a:gridCol w="1518442">
                      <a:extLst>
                        <a:ext uri="{9D8B030D-6E8A-4147-A177-3AD203B41FA5}">
                          <a16:colId xmlns:a16="http://schemas.microsoft.com/office/drawing/2014/main" val="2133248772"/>
                        </a:ext>
                      </a:extLst>
                    </a:gridCol>
                    <a:gridCol w="1952088">
                      <a:extLst>
                        <a:ext uri="{9D8B030D-6E8A-4147-A177-3AD203B41FA5}">
                          <a16:colId xmlns:a16="http://schemas.microsoft.com/office/drawing/2014/main" val="365828356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Inter Light" panose="02000403000000020004" pitchFamily="2" charset="0"/>
                                    <a:cs typeface="Inter Light" panose="02000403000000020004" pitchFamily="2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en-US" sz="2000" b="0" i="0">
                            <a:latin typeface="Inter Light" panose="02000403000000020004" pitchFamily="2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Inter Light" panose="02000403000000020004" pitchFamily="2" charset="0"/>
                                    <a:cs typeface="Inter Light" panose="02000403000000020004" pitchFamily="2" charset="0"/>
                                  </a:rPr>
                                  <m:t>𝑃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Inter Light" panose="02000403000000020004" pitchFamily="2" charset="0"/>
                                    <a:cs typeface="Inter Light" panose="02000403000000020004" pitchFamily="2" charset="0"/>
                                  </a:rPr>
                                  <m:t>(</m:t>
                                </m:r>
                                <m:acc>
                                  <m:accPr>
                                    <m:chr m:val="̃"/>
                                    <m:ctrlP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Inter Light" panose="02000403000000020004" pitchFamily="2" charset="0"/>
                                    <a:cs typeface="Inter Light" panose="02000403000000020004" pitchFamily="2" charset="0"/>
                                  </a:rPr>
                                  <m:t>=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Inter Light" panose="02000403000000020004" pitchFamily="2" charset="0"/>
                                    <a:cs typeface="Inter Light" panose="02000403000000020004" pitchFamily="2" charset="0"/>
                                  </a:rPr>
                                  <m:t>𝑎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Inter Light" panose="02000403000000020004" pitchFamily="2" charset="0"/>
                                    <a:cs typeface="Inter Light" panose="02000403000000020004" pitchFamily="2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000" b="0" i="0">
                            <a:latin typeface="Inter Light" panose="02000403000000020004" pitchFamily="2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000" b="0" i="0" smtClean="0">
                                    <a:latin typeface="Cambria Math" panose="02040503050406030204" pitchFamily="18" charset="0"/>
                                  </a:rPr>
                                  <m:t>ω</m:t>
                                </m:r>
                              </m:oMath>
                            </m:oMathPara>
                          </a14:m>
                          <a:endParaRPr lang="en-US" sz="2000" b="0" i="0">
                            <a:latin typeface="Inter Light" panose="02000403000000020004" pitchFamily="2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05888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-1.155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31.6%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b="0" i="0">
                              <a:latin typeface="Consolas" panose="020B0609020204030204" pitchFamily="49" charset="0"/>
                              <a:ea typeface="Inter Light" panose="02000403000000020004" pitchFamily="2" charset="0"/>
                              <a:cs typeface="Consolas" panose="020B0609020204030204" pitchFamily="49" charset="0"/>
                            </a:rPr>
                            <a:t>TTTT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3088339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42.1%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b="0" i="0">
                              <a:latin typeface="Consolas" panose="020B0609020204030204" pitchFamily="49" charset="0"/>
                              <a:ea typeface="Inter Light" panose="02000403000000020004" pitchFamily="2" charset="0"/>
                              <a:cs typeface="Consolas" panose="020B0609020204030204" pitchFamily="49" charset="0"/>
                            </a:rPr>
                            <a:t>HTTT, THTT, TTHT, TTTH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505848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1.155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21.1%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b="0" i="0">
                              <a:latin typeface="Consolas" panose="020B0609020204030204" pitchFamily="49" charset="0"/>
                              <a:ea typeface="Inter Light" panose="02000403000000020004" pitchFamily="2" charset="0"/>
                              <a:cs typeface="Consolas" panose="020B0609020204030204" pitchFamily="49" charset="0"/>
                            </a:rPr>
                            <a:t>HHTT, HTHT, HTTH, THHT, THTH, TTHH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032890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2.309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4.7%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b="0" i="0">
                              <a:latin typeface="Consolas" panose="020B0609020204030204" pitchFamily="49" charset="0"/>
                              <a:ea typeface="Inter Light" panose="02000403000000020004" pitchFamily="2" charset="0"/>
                              <a:cs typeface="Consolas" panose="020B0609020204030204" pitchFamily="49" charset="0"/>
                            </a:rPr>
                            <a:t>HHHT, HHTH, HTHH, THHH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6468291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3.464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0.4%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b="0" i="0">
                              <a:latin typeface="Consolas" panose="020B0609020204030204" pitchFamily="49" charset="0"/>
                              <a:ea typeface="Inter Light" panose="02000403000000020004" pitchFamily="2" charset="0"/>
                              <a:cs typeface="Consolas" panose="020B0609020204030204" pitchFamily="49" charset="0"/>
                            </a:rPr>
                            <a:t>HHHH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3540170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543E578D-D6B2-1A71-5EC7-7450375BC0D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90207028"/>
                  </p:ext>
                </p:extLst>
              </p:nvPr>
            </p:nvGraphicFramePr>
            <p:xfrm>
              <a:off x="6473574" y="2682511"/>
              <a:ext cx="4816011" cy="3602165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345481">
                      <a:extLst>
                        <a:ext uri="{9D8B030D-6E8A-4147-A177-3AD203B41FA5}">
                          <a16:colId xmlns:a16="http://schemas.microsoft.com/office/drawing/2014/main" val="3350035111"/>
                        </a:ext>
                      </a:extLst>
                    </a:gridCol>
                    <a:gridCol w="1518442">
                      <a:extLst>
                        <a:ext uri="{9D8B030D-6E8A-4147-A177-3AD203B41FA5}">
                          <a16:colId xmlns:a16="http://schemas.microsoft.com/office/drawing/2014/main" val="2133248772"/>
                        </a:ext>
                      </a:extLst>
                    </a:gridCol>
                    <a:gridCol w="1952088">
                      <a:extLst>
                        <a:ext uri="{9D8B030D-6E8A-4147-A177-3AD203B41FA5}">
                          <a16:colId xmlns:a16="http://schemas.microsoft.com/office/drawing/2014/main" val="3658283567"/>
                        </a:ext>
                      </a:extLst>
                    </a:gridCol>
                  </a:tblGrid>
                  <a:tr h="40176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52" t="-7576" r="-260181" b="-82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89157" t="-7576" r="-130924" b="-82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46729" t="-7576" r="-1558" b="-8227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588860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-1.155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31.6%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b="0" i="0">
                              <a:latin typeface="Consolas" panose="020B0609020204030204" pitchFamily="49" charset="0"/>
                              <a:ea typeface="Inter Light" panose="02000403000000020004" pitchFamily="2" charset="0"/>
                              <a:cs typeface="Consolas" panose="020B0609020204030204" pitchFamily="49" charset="0"/>
                            </a:rPr>
                            <a:t>TTTT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30883390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42.1%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b="0" i="0">
                              <a:latin typeface="Consolas" panose="020B0609020204030204" pitchFamily="49" charset="0"/>
                              <a:ea typeface="Inter Light" panose="02000403000000020004" pitchFamily="2" charset="0"/>
                              <a:cs typeface="Consolas" panose="020B0609020204030204" pitchFamily="49" charset="0"/>
                            </a:rPr>
                            <a:t>HTTT, THTT, TTHT, TTTH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50584845"/>
                      </a:ext>
                    </a:extLst>
                  </a:tr>
                  <a:tr h="1005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1.155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21.1%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b="0" i="0">
                              <a:latin typeface="Consolas" panose="020B0609020204030204" pitchFamily="49" charset="0"/>
                              <a:ea typeface="Inter Light" panose="02000403000000020004" pitchFamily="2" charset="0"/>
                              <a:cs typeface="Consolas" panose="020B0609020204030204" pitchFamily="49" charset="0"/>
                            </a:rPr>
                            <a:t>HHTT, HTHT, HTTH, THHT, THTH, TTHH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03289056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2.309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4.7%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b="0" i="0">
                              <a:latin typeface="Consolas" panose="020B0609020204030204" pitchFamily="49" charset="0"/>
                              <a:ea typeface="Inter Light" panose="02000403000000020004" pitchFamily="2" charset="0"/>
                              <a:cs typeface="Consolas" panose="020B0609020204030204" pitchFamily="49" charset="0"/>
                            </a:rPr>
                            <a:t>HHHT, HHTH, HTHH, THHH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64682914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3.464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0.4%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b="0" i="0">
                              <a:latin typeface="Consolas" panose="020B0609020204030204" pitchFamily="49" charset="0"/>
                              <a:ea typeface="Inter Light" panose="02000403000000020004" pitchFamily="2" charset="0"/>
                              <a:cs typeface="Consolas" panose="020B0609020204030204" pitchFamily="49" charset="0"/>
                            </a:rPr>
                            <a:t>HHHH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3540170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8474585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B9B74-2E5D-C69E-F858-D8253643A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Standardized RV Expectation and Variance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BAF223C-D416-93D8-0641-218EB4CEC2B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3657" y="533400"/>
                <a:ext cx="11488745" cy="914225"/>
              </a:xfrm>
            </p:spPr>
            <p:txBody>
              <a:bodyPr/>
              <a:lstStyle/>
              <a:p>
                <a:r>
                  <a:rPr lang="en-US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/>
                  <a:t> is a random variable with mean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/>
                  <a:t> and </a:t>
                </a:r>
                <a:r>
                  <a:rPr lang="en-US" err="1"/>
                  <a:t>stdev</a:t>
                </a:r>
                <a:r>
                  <a:rPr lang="en-US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/>
                  <a:t>, and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𝜇</m:t>
                        </m:r>
                      </m:num>
                      <m:den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𝜎</m:t>
                        </m:r>
                      </m:den>
                    </m:f>
                  </m:oMath>
                </a14:m>
                <a:r>
                  <a:rPr lang="en-US"/>
                  <a:t>, then: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BAF223C-D416-93D8-0641-218EB4CEC2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3657" y="533400"/>
                <a:ext cx="11488745" cy="914225"/>
              </a:xfrm>
              <a:blipFill>
                <a:blip r:embed="rId2"/>
                <a:stretch>
                  <a:fillRect l="-7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5D2BBA0-4C1D-358B-1575-2DD1BB4963B7}"/>
                  </a:ext>
                </a:extLst>
              </p:cNvPr>
              <p:cNvSpPr txBox="1"/>
              <p:nvPr/>
            </p:nvSpPr>
            <p:spPr>
              <a:xfrm>
                <a:off x="5567586" y="1987002"/>
                <a:ext cx="1854437" cy="7223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5D2BBA0-4C1D-358B-1575-2DD1BB4963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7586" y="1987002"/>
                <a:ext cx="1854437" cy="7223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4F1EC03-302E-B337-9513-BFE5FE51E794}"/>
                  </a:ext>
                </a:extLst>
              </p:cNvPr>
              <p:cNvSpPr txBox="1"/>
              <p:nvPr/>
            </p:nvSpPr>
            <p:spPr>
              <a:xfrm>
                <a:off x="3247402" y="1872837"/>
                <a:ext cx="2496440" cy="9142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̃"/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4F1EC03-302E-B337-9513-BFE5FE51E7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7402" y="1872837"/>
                <a:ext cx="2496440" cy="91422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1DEB08B-5FD2-E9A5-7835-6B3CB2158F35}"/>
                  </a:ext>
                </a:extLst>
              </p:cNvPr>
              <p:cNvSpPr txBox="1"/>
              <p:nvPr/>
            </p:nvSpPr>
            <p:spPr>
              <a:xfrm>
                <a:off x="1473082" y="3591641"/>
                <a:ext cx="6142290" cy="9221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var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̃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00">
                          <a:latin typeface="Cambria Math" panose="02040503050406030204" pitchFamily="18" charset="0"/>
                        </a:rPr>
                        <m:t>var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1DEB08B-5FD2-E9A5-7835-6B3CB2158F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3082" y="3591641"/>
                <a:ext cx="6142290" cy="92217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2DD2464-E58C-658A-3AA3-A22A3741A49E}"/>
                  </a:ext>
                </a:extLst>
              </p:cNvPr>
              <p:cNvSpPr txBox="1"/>
              <p:nvPr/>
            </p:nvSpPr>
            <p:spPr>
              <a:xfrm>
                <a:off x="5838029" y="3659640"/>
                <a:ext cx="2603263" cy="7861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m:rPr>
                          <m:sty m:val="p"/>
                        </m:rPr>
                        <a:rPr lang="en-US" sz="2400">
                          <a:latin typeface="Cambria Math" panose="02040503050406030204" pitchFamily="18" charset="0"/>
                        </a:rPr>
                        <m:t>var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</m:d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2DD2464-E58C-658A-3AA3-A22A3741A4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8029" y="3659640"/>
                <a:ext cx="2603263" cy="7861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B9433EC-9CAB-3308-F93C-685B3FDB53D4}"/>
                  </a:ext>
                </a:extLst>
              </p:cNvPr>
              <p:cNvSpPr txBox="1"/>
              <p:nvPr/>
            </p:nvSpPr>
            <p:spPr>
              <a:xfrm>
                <a:off x="5598746" y="4551926"/>
                <a:ext cx="2603263" cy="7861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m:rPr>
                          <m:sty m:val="p"/>
                        </m:rPr>
                        <a:rPr lang="en-US" sz="2400">
                          <a:latin typeface="Cambria Math" panose="02040503050406030204" pitchFamily="18" charset="0"/>
                        </a:rPr>
                        <m:t>var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B9433EC-9CAB-3308-F93C-685B3FDB53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8746" y="4551926"/>
                <a:ext cx="2603263" cy="7861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3B85AA2-1C67-C8B4-3075-44571A025B15}"/>
                  </a:ext>
                </a:extLst>
              </p:cNvPr>
              <p:cNvSpPr txBox="1"/>
              <p:nvPr/>
            </p:nvSpPr>
            <p:spPr>
              <a:xfrm>
                <a:off x="5440648" y="5465945"/>
                <a:ext cx="2603263" cy="8334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3B85AA2-1C67-C8B4-3075-44571A025B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0648" y="5465945"/>
                <a:ext cx="2603263" cy="83343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3406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10" grpId="0"/>
      <p:bldP spid="11" grpId="0"/>
      <p:bldP spid="1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79F6A-ECA0-FE4E-4ADC-813DAF0D6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Another Useful Property of Standardized Random Variables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466FB4-FBA9-D52F-045F-E715FAB6EA1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/>
                  <a:t> is a random variable with mean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/>
                  <a:t> and </a:t>
                </a:r>
                <a:r>
                  <a:rPr lang="en-US" err="1"/>
                  <a:t>stdev</a:t>
                </a:r>
                <a:r>
                  <a:rPr lang="en-US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/>
                  <a:t>, and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𝜇</m:t>
                        </m:r>
                      </m:num>
                      <m:den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𝜎</m:t>
                        </m:r>
                      </m:den>
                    </m:f>
                  </m:oMath>
                </a14:m>
                <a:r>
                  <a:rPr lang="en-US"/>
                  <a:t>, what is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̃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acc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/>
                  <a:t>?</a:t>
                </a:r>
              </a:p>
              <a:p>
                <a:endParaRPr lang="en-US"/>
              </a:p>
              <a:p>
                <a:r>
                  <a:rPr lang="en-US"/>
                  <a:t>Note: We just showed that: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̃"/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400" b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var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̃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/>
              </a:p>
              <a:p>
                <a:endParaRPr lang="en-US"/>
              </a:p>
              <a:p>
                <a:r>
                  <a:rPr lang="en-US"/>
                  <a:t>Answer at </a:t>
                </a:r>
                <a:r>
                  <a:rPr lang="en-US" err="1"/>
                  <a:t>joshh.ug</a:t>
                </a:r>
                <a:r>
                  <a:rPr lang="en-US"/>
                  <a:t>/D</a:t>
                </a:r>
              </a:p>
              <a:p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466FB4-FBA9-D52F-045F-E715FAB6EA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BFC833E2-E0BA-0513-C965-6E97EB5846C0}"/>
              </a:ext>
            </a:extLst>
          </p:cNvPr>
          <p:cNvSpPr txBox="1"/>
          <p:nvPr/>
        </p:nvSpPr>
        <p:spPr>
          <a:xfrm>
            <a:off x="9891637" y="3933643"/>
            <a:ext cx="26787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hlinkClick r:id="rId3"/>
              </a:rPr>
              <a:t>https://joshh.ug/D</a:t>
            </a:r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BC87541-28D9-BB24-4DF0-AB3D64650F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7980" y="4302975"/>
            <a:ext cx="2300363" cy="2300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08332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840D68-4A18-F545-08A8-0BA0B08F4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5807D-F10D-24BC-CF61-4DC322E73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Another Useful Property of Standardized Random Variables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DF5A317-BB35-C1EF-E46B-98CADE20CBA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/>
                  <a:t> is a random variable with mean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/>
                  <a:t> and </a:t>
                </a:r>
                <a:r>
                  <a:rPr lang="en-US" err="1"/>
                  <a:t>stdev</a:t>
                </a:r>
                <a:r>
                  <a:rPr lang="en-US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/>
                  <a:t>, and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𝜇</m:t>
                        </m:r>
                      </m:num>
                      <m:den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𝜎</m:t>
                        </m:r>
                      </m:den>
                    </m:f>
                  </m:oMath>
                </a14:m>
                <a:r>
                  <a:rPr lang="en-US"/>
                  <a:t>, what is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̃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acc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/>
                  <a:t>?</a:t>
                </a:r>
              </a:p>
              <a:p>
                <a:endParaRPr lang="en-US"/>
              </a:p>
              <a:p>
                <a:r>
                  <a:rPr lang="en-US"/>
                  <a:t>Observation: Since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̃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var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̃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̃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acc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/>
                  <a:t>. This is because:</a:t>
                </a:r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r>
                  <a:rPr lang="en-US"/>
                  <a:t>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var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̃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̃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acc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/>
                  <a:t>, this means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̃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acc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/>
                  <a:t>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DF5A317-BB35-C1EF-E46B-98CADE20CB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4C02395-7715-8DAF-3BB4-D4AFD1B10567}"/>
                  </a:ext>
                </a:extLst>
              </p:cNvPr>
              <p:cNvSpPr txBox="1"/>
              <p:nvPr/>
            </p:nvSpPr>
            <p:spPr>
              <a:xfrm>
                <a:off x="2818743" y="2990948"/>
                <a:ext cx="6144610" cy="8785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var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̃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̃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𝔼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̃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400"/>
              </a:p>
              <a:p>
                <a:endParaRPr lang="en-US" sz="240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4C02395-7715-8DAF-3BB4-D4AFD1B105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8743" y="2990948"/>
                <a:ext cx="6144610" cy="8785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0CD4EE9-9719-E373-DCFD-C07205F9B037}"/>
                  </a:ext>
                </a:extLst>
              </p:cNvPr>
              <p:cNvSpPr txBox="1"/>
              <p:nvPr/>
            </p:nvSpPr>
            <p:spPr>
              <a:xfrm>
                <a:off x="2818743" y="3593489"/>
                <a:ext cx="6144610" cy="8376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̃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400"/>
              </a:p>
              <a:p>
                <a:endParaRPr lang="en-US" sz="240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0CD4EE9-9719-E373-DCFD-C07205F9B0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8743" y="3593489"/>
                <a:ext cx="6144610" cy="837602"/>
              </a:xfrm>
              <a:prstGeom prst="rect">
                <a:avLst/>
              </a:prstGeom>
              <a:blipFill>
                <a:blip r:embed="rId4"/>
                <a:stretch>
                  <a:fillRect t="-50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0777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925D2-6FA5-AE1C-E166-7A5280D0F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Use of Standardized Random Variables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024666-C38A-D4BF-ABA6-471B5987313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Standardizing random variables can be useful for many purposes. For example: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Comparing exam distributions between different semesters or different courses.</a:t>
                </a:r>
              </a:p>
              <a:p>
                <a:pPr marL="1028683" lvl="1" indent="-342900">
                  <a:buFont typeface="Arial" panose="020B0604020202020204" pitchFamily="34" charset="0"/>
                  <a:buChar char="•"/>
                </a:pPr>
                <a:r>
                  <a:rPr lang="en-US"/>
                  <a:t>Maximum z-score on Fa24 CS70 midterm: 2.82</a:t>
                </a:r>
              </a:p>
              <a:p>
                <a:pPr marL="1028683" lvl="1" indent="-342900">
                  <a:buFont typeface="Arial" panose="020B0604020202020204" pitchFamily="34" charset="0"/>
                  <a:buChar char="•"/>
                </a:pPr>
                <a:r>
                  <a:rPr lang="en-US"/>
                  <a:t>Maximum z-score on Fa25 CS70 midterm: 1.77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Putting different independent variables on to the same scale when training machine learning models.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Writing proofs: Standardized random variables have useful mathematical properties, like the ones we’ve just derived.</a:t>
                </a:r>
              </a:p>
              <a:p>
                <a:pPr marL="1028683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̃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/>
              </a:p>
              <a:p>
                <a:pPr marL="1028683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̃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acc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var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̃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/>
              </a:p>
              <a:p>
                <a:pPr marL="1028683" lvl="1" indent="-342900">
                  <a:buFont typeface="Arial" panose="020B0604020202020204" pitchFamily="34" charset="0"/>
                  <a:buChar char="•"/>
                </a:pPr>
                <a:endParaRPr lang="en-US"/>
              </a:p>
              <a:p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024666-C38A-D4BF-ABA6-471B598731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96" t="-541" r="-9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979345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1D960-85FA-4C14-D07D-7D1D72F27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03038-62B4-4081-E8EA-C04CB4E3C9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/>
              <a:t>Properties of Covariance, Correlation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9CF67A-02E2-D35B-C236-39282E9349D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Lecture 21, CS70 Fall 2025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2766F56-457C-B7AA-1B7F-B77DF8ACFE4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096000" y="65088"/>
            <a:ext cx="6096000" cy="6716712"/>
          </a:xfrm>
        </p:spPr>
        <p:txBody>
          <a:bodyPr/>
          <a:lstStyle/>
          <a:p>
            <a:r>
              <a:rPr lang="en-US" b="1">
                <a:solidFill>
                  <a:schemeClr val="accent3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Covariance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>
                    <a:lumMod val="65000"/>
                  </a:schemeClr>
                </a:solidFill>
              </a:rPr>
              <a:t>Definition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>
                    <a:lumMod val="65000"/>
                  </a:schemeClr>
                </a:solidFill>
              </a:rPr>
              <a:t>Relationship with Independence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>
                    <a:lumMod val="65000"/>
                  </a:schemeClr>
                </a:solidFill>
              </a:rPr>
              <a:t>Detour: Standardizing Random Variables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accent3"/>
                </a:solidFill>
              </a:rPr>
              <a:t>Property of Covariance, Correlation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US">
                <a:solidFill>
                  <a:schemeClr val="bg1">
                    <a:lumMod val="6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Conditional Expectation</a:t>
            </a:r>
          </a:p>
        </p:txBody>
      </p:sp>
    </p:spTree>
    <p:extLst>
      <p:ext uri="{BB962C8B-B14F-4D97-AF65-F5344CB8AC3E}">
        <p14:creationId xmlns:p14="http://schemas.microsoft.com/office/powerpoint/2010/main" val="16706011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13261-3F2C-C07D-1C77-658DF1A9D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Variance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71001D-FB0A-919D-A474-CA0275CD192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6200" y="533400"/>
                <a:ext cx="11488745" cy="5638732"/>
              </a:xfrm>
            </p:spPr>
            <p:txBody>
              <a:bodyPr/>
              <a:lstStyle/>
              <a:p>
                <a:r>
                  <a:rPr lang="en-US"/>
                  <a:t>In previous lecture, we showed three properties of variance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𝔼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/>
                  <a:t>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Can rewrite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mtClean="0">
                        <a:latin typeface="Cambria Math" panose="02040503050406030204" pitchFamily="18" charset="0"/>
                      </a:rPr>
                      <m:t>Var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𝔼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Var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𝑐𝑋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Var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Var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Var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/>
              </a:p>
              <a:p>
                <a:r>
                  <a:rPr lang="en-US"/>
                  <a:t>The covariance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𝑋𝑌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/>
                  <a:t>has similar properties: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Can rewrite as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𝔼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d>
                          </m:e>
                        </m:d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𝔼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</m:d>
                          </m:e>
                        </m:d>
                      </m:e>
                    </m:d>
                  </m:oMath>
                </a14:m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cov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cov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cov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𝑑𝑌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cov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/>
              </a:p>
              <a:p>
                <a:r>
                  <a:rPr lang="en-US"/>
                  <a:t>Proofs are similar to variance property proofs.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We’ll (quickly!) prove only the first. Feel free to read or reprove the other two.</a:t>
                </a:r>
              </a:p>
              <a:p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71001D-FB0A-919D-A474-CA0275CD19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0" y="533400"/>
                <a:ext cx="11488745" cy="5638732"/>
              </a:xfrm>
              <a:blipFill>
                <a:blip r:embed="rId2"/>
                <a:stretch>
                  <a:fillRect l="-849" t="-541" b="-141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61880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7010B-189F-BF7D-A8C8-078D8C507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CDD3F-1ED7-D684-0F63-19DBA9E5C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Extra Slide: Proof of First Useful Property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820AC4A-CB5B-AD14-5DAD-4CEF9024913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cov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𝑋𝑌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</m:oMath>
                </a14:m>
                <a:r>
                  <a:rPr lang="en-US"/>
                  <a:t>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Can also be written as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𝔼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d>
                          </m:e>
                        </m:d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𝔼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</m:d>
                          </m:e>
                        </m:d>
                      </m:e>
                    </m:d>
                  </m:oMath>
                </a14:m>
                <a:endParaRPr lang="en-US" b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/>
              </a:p>
              <a:p>
                <a:r>
                  <a:rPr lang="en-US"/>
                  <a:t>Proof: For conciseness of notation, 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</m:oMath>
                </a14:m>
                <a:r>
                  <a:rPr lang="en-US"/>
                  <a:t>.</a:t>
                </a:r>
              </a:p>
              <a:p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820AC4A-CB5B-AD14-5DAD-4CEF9024913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96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CD94807-7309-2B32-896D-6A06B14C8A93}"/>
                  </a:ext>
                </a:extLst>
              </p:cNvPr>
              <p:cNvSpPr txBox="1"/>
              <p:nvPr/>
            </p:nvSpPr>
            <p:spPr>
              <a:xfrm>
                <a:off x="101600" y="3352766"/>
                <a:ext cx="614172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𝔼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d>
                            </m:e>
                          </m:d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𝔼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CD94807-7309-2B32-896D-6A06B14C8A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0" y="3352766"/>
                <a:ext cx="6141720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36D69D0-B20D-D1B3-459E-5ABD205189F8}"/>
                  </a:ext>
                </a:extLst>
              </p:cNvPr>
              <p:cNvSpPr txBox="1"/>
              <p:nvPr/>
            </p:nvSpPr>
            <p:spPr>
              <a:xfrm>
                <a:off x="3370383" y="3332218"/>
                <a:ext cx="6141720" cy="5172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36D69D0-B20D-D1B3-459E-5ABD205189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0383" y="3332218"/>
                <a:ext cx="6141720" cy="51725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BF2A05B-EC74-906C-C255-3D9BAF584A04}"/>
                  </a:ext>
                </a:extLst>
              </p:cNvPr>
              <p:cNvSpPr txBox="1"/>
              <p:nvPr/>
            </p:nvSpPr>
            <p:spPr>
              <a:xfrm>
                <a:off x="3841283" y="4078947"/>
                <a:ext cx="614172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𝑋𝑌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BF2A05B-EC74-906C-C255-3D9BAF584A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1283" y="4078947"/>
                <a:ext cx="6141720" cy="461665"/>
              </a:xfrm>
              <a:prstGeom prst="rect">
                <a:avLst/>
              </a:prstGeom>
              <a:blipFill>
                <a:blip r:embed="rId5"/>
                <a:stretch>
                  <a:fillRect b="-78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AF6ABB7-0A98-0F1C-435C-02965DC3FE5E}"/>
                  </a:ext>
                </a:extLst>
              </p:cNvPr>
              <p:cNvSpPr txBox="1"/>
              <p:nvPr/>
            </p:nvSpPr>
            <p:spPr>
              <a:xfrm>
                <a:off x="4262523" y="4770084"/>
                <a:ext cx="614172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𝑋𝑌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AF6ABB7-0A98-0F1C-435C-02965DC3FE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2523" y="4770084"/>
                <a:ext cx="6141720" cy="461665"/>
              </a:xfrm>
              <a:prstGeom prst="rect">
                <a:avLst/>
              </a:prstGeom>
              <a:blipFill>
                <a:blip r:embed="rId6"/>
                <a:stretch>
                  <a:fillRect b="-78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0C68A93-4084-485C-27C9-C2D4A46E4D31}"/>
                  </a:ext>
                </a:extLst>
              </p:cNvPr>
              <p:cNvSpPr txBox="1"/>
              <p:nvPr/>
            </p:nvSpPr>
            <p:spPr>
              <a:xfrm>
                <a:off x="4015944" y="5436730"/>
                <a:ext cx="614172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𝑋𝑌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0C68A93-4084-485C-27C9-C2D4A46E4D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5944" y="5436730"/>
                <a:ext cx="6141720" cy="461665"/>
              </a:xfrm>
              <a:prstGeom prst="rect">
                <a:avLst/>
              </a:prstGeom>
              <a:blipFill>
                <a:blip r:embed="rId7"/>
                <a:stretch>
                  <a:fillRect b="-78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E761BA5-62B8-9568-8420-1E7D344BD64F}"/>
                  </a:ext>
                </a:extLst>
              </p:cNvPr>
              <p:cNvSpPr txBox="1"/>
              <p:nvPr/>
            </p:nvSpPr>
            <p:spPr>
              <a:xfrm>
                <a:off x="3004592" y="6078168"/>
                <a:ext cx="614172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𝑋𝑌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E761BA5-62B8-9568-8420-1E7D344BD6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4592" y="6078168"/>
                <a:ext cx="6141720" cy="461665"/>
              </a:xfrm>
              <a:prstGeom prst="rect">
                <a:avLst/>
              </a:prstGeom>
              <a:blipFill>
                <a:blip r:embed="rId8"/>
                <a:stretch>
                  <a:fillRect b="-78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758752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9BBA3-53BD-90AA-DDA7-DE2A11A85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Correlation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F022FB-1AE7-9306-43EC-D07B8A1EA5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3657" y="533400"/>
                <a:ext cx="11710416" cy="5638732"/>
              </a:xfrm>
            </p:spPr>
            <p:txBody>
              <a:bodyPr/>
              <a:lstStyle/>
              <a:p>
                <a:r>
                  <a:rPr lang="en-US"/>
                  <a:t>As we saw earlier, the covariance of random variables can take on arbitrary values. Example: Covariance of discussion and midterm scores: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cov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=39.5</m:t>
                    </m:r>
                  </m:oMath>
                </a14:m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Units of covariance are the product of the units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/>
                  <a:t> times the units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/>
                  <a:t>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/>
              </a:p>
              <a:p>
                <a:r>
                  <a:rPr lang="en-US"/>
                  <a:t>The </a:t>
                </a:r>
                <a:r>
                  <a:rPr lang="en-US" b="1">
                    <a:solidFill>
                      <a:schemeClr val="accent3"/>
                    </a:solidFill>
                    <a:latin typeface="Inter" panose="02000503000000020004" pitchFamily="2" charset="0"/>
                    <a:ea typeface="Inter" panose="02000503000000020004" pitchFamily="2" charset="0"/>
                    <a:cs typeface="Inter" panose="02000503000000020004" pitchFamily="2" charset="0"/>
                  </a:rPr>
                  <a:t>correlation</a:t>
                </a:r>
                <a:r>
                  <a:rPr lang="en-US"/>
                  <a:t> is a rescaled version of the covariance.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/>
                  <a:t> are random variables with standard deviations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/>
                  <a:t> respectively, then the </a:t>
                </a:r>
                <a:r>
                  <a:rPr lang="en-US" b="1">
                    <a:solidFill>
                      <a:schemeClr val="accent3"/>
                    </a:solidFill>
                    <a:latin typeface="Inter" panose="02000503000000020004" pitchFamily="2" charset="0"/>
                    <a:ea typeface="Inter" panose="02000503000000020004" pitchFamily="2" charset="0"/>
                    <a:cs typeface="Inter" panose="02000503000000020004" pitchFamily="2" charset="0"/>
                  </a:rPr>
                  <a:t>correlation</a:t>
                </a:r>
                <a:r>
                  <a:rPr lang="en-US"/>
                  <a:t>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/>
                  <a:t> is given by: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Corr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cov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/>
              </a:p>
              <a:p>
                <a:endParaRPr lang="en-US"/>
              </a:p>
              <a:p>
                <a:r>
                  <a:rPr lang="en-US"/>
                  <a:t>Why do we care?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Always lies between -1 and +1. More intuitive to interpret.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F022FB-1AE7-9306-43EC-D07B8A1EA5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3657" y="533400"/>
                <a:ext cx="11710416" cy="5638732"/>
              </a:xfrm>
              <a:blipFill>
                <a:blip r:embed="rId2"/>
                <a:stretch>
                  <a:fillRect l="-781" t="-541" r="-573" b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9592121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F4C19-8DA5-1808-E358-37C556486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Proof of Correlation Range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0323A0-EC04-2009-0D4C-63C90AA7121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0" i="0"/>
                  <a:t>Claim: The correlation is always between -1 and 1.</a:t>
                </a:r>
              </a:p>
              <a:p>
                <a:endParaRPr lang="en-US" b="0" i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−1≤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Corr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cov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≤+1</m:t>
                      </m:r>
                    </m:oMath>
                  </m:oMathPara>
                </a14:m>
                <a:endParaRPr lang="en-US"/>
              </a:p>
              <a:p>
                <a:endParaRPr lang="en-US"/>
              </a:p>
              <a:p>
                <a:r>
                  <a:rPr lang="en-US"/>
                  <a:t>Lemma: Let</a:t>
                </a:r>
                <a:r>
                  <a:rPr lang="en-US" sz="240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en-US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</m:oMath>
                </a14:m>
                <a:r>
                  <a:rPr lang="en-US"/>
                  <a:t>. Let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</m:oMath>
                </a14:m>
                <a:r>
                  <a:rPr lang="en-US"/>
                  <a:t> be the standardized versions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/>
                  <a:t>.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Corr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̃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  <m:acc>
                          <m:accPr>
                            <m:chr m:val="̃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</m:e>
                    </m:d>
                  </m:oMath>
                </a14:m>
                <a:endParaRPr lang="en-US"/>
              </a:p>
              <a:p>
                <a:endParaRPr lang="en-US"/>
              </a:p>
              <a:p>
                <a:r>
                  <a:rPr lang="en-US"/>
                  <a:t>Proof of Lemma: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0323A0-EC04-2009-0D4C-63C90AA7121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96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D1DF4BC-F5EF-B798-7067-F380A9516FDC}"/>
                  </a:ext>
                </a:extLst>
              </p:cNvPr>
              <p:cNvSpPr txBox="1"/>
              <p:nvPr/>
            </p:nvSpPr>
            <p:spPr>
              <a:xfrm>
                <a:off x="967609" y="5167727"/>
                <a:ext cx="3659571" cy="8695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Corr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cov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D1DF4BC-F5EF-B798-7067-F380A9516F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7609" y="5167727"/>
                <a:ext cx="3659571" cy="86953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C4A0398-7A73-D64F-DD8E-619F88FBC172}"/>
                  </a:ext>
                </a:extLst>
              </p:cNvPr>
              <p:cNvSpPr txBox="1"/>
              <p:nvPr/>
            </p:nvSpPr>
            <p:spPr>
              <a:xfrm>
                <a:off x="3954518" y="5167727"/>
                <a:ext cx="3920357" cy="8703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𝔼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sub>
                                  </m:sSub>
                                </m:e>
                              </m:d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C4A0398-7A73-D64F-DD8E-619F88FBC1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4518" y="5167727"/>
                <a:ext cx="3920357" cy="87030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BADA214-BF82-DA80-59D7-8DAEA062E3AA}"/>
                  </a:ext>
                </a:extLst>
              </p:cNvPr>
              <p:cNvSpPr txBox="1"/>
              <p:nvPr/>
            </p:nvSpPr>
            <p:spPr>
              <a:xfrm>
                <a:off x="6941427" y="5167727"/>
                <a:ext cx="3920357" cy="9142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sub>
                              </m:sSub>
                            </m:den>
                          </m:f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BADA214-BF82-DA80-59D7-8DAEA062E3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1427" y="5167727"/>
                <a:ext cx="3920357" cy="91422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169A4F9-260E-B26A-B2CC-C8AAB164AB75}"/>
                  </a:ext>
                </a:extLst>
              </p:cNvPr>
              <p:cNvSpPr txBox="1"/>
              <p:nvPr/>
            </p:nvSpPr>
            <p:spPr>
              <a:xfrm>
                <a:off x="7789479" y="5380715"/>
                <a:ext cx="6144610" cy="4682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̃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  <m:acc>
                            <m:accPr>
                              <m:chr m:val="̃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169A4F9-260E-B26A-B2CC-C8AAB164AB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9479" y="5380715"/>
                <a:ext cx="6144610" cy="468270"/>
              </a:xfrm>
              <a:prstGeom prst="rect">
                <a:avLst/>
              </a:prstGeom>
              <a:blipFill>
                <a:blip r:embed="rId6"/>
                <a:stretch>
                  <a:fillRect t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48173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11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186EC3-7B9D-7326-4CB5-F3549BD17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7A39C-5E6D-AE2A-C3A2-23E8AAA63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Proof of Correlation Range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CD94A8-BEDB-3D2B-2B80-83C226DB19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0" i="0"/>
                  <a:t>Claim: The correlation is always between -1 and 1.</a:t>
                </a:r>
              </a:p>
              <a:p>
                <a:endParaRPr lang="en-US" sz="1200" b="0" i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−1≤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Corr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cov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≤+1</m:t>
                      </m:r>
                    </m:oMath>
                  </m:oMathPara>
                </a14:m>
                <a:endParaRPr lang="en-US"/>
              </a:p>
              <a:p>
                <a:endParaRPr lang="en-US" sz="1200"/>
              </a:p>
              <a:p>
                <a:r>
                  <a:rPr lang="en-US"/>
                  <a:t>Lemma: Let</a:t>
                </a:r>
                <a:r>
                  <a:rPr lang="en-US" sz="240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en-US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</m:oMath>
                </a14:m>
                <a:r>
                  <a:rPr lang="en-US"/>
                  <a:t>. Let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</m:oMath>
                </a14:m>
                <a:r>
                  <a:rPr lang="en-US"/>
                  <a:t> be the standardized versions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/>
                  <a:t>.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Corr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̃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  <m:acc>
                          <m:accPr>
                            <m:chr m:val="̃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</m:e>
                    </m:d>
                  </m:oMath>
                </a14:m>
                <a:endParaRPr lang="en-US"/>
              </a:p>
              <a:p>
                <a:r>
                  <a:rPr lang="en-US"/>
                  <a:t>Proof that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1≥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Corr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/>
                  <a:t>. Consider the quantity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̃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̃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/>
                  <a:t>, which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/>
                  <a:t>.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CD94A8-BEDB-3D2B-2B80-83C226DB19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96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90D4BF1-C44A-0727-9B0C-7B53069715F5}"/>
                  </a:ext>
                </a:extLst>
              </p:cNvPr>
              <p:cNvSpPr txBox="1"/>
              <p:nvPr/>
            </p:nvSpPr>
            <p:spPr>
              <a:xfrm>
                <a:off x="2112580" y="4229076"/>
                <a:ext cx="3358055" cy="6487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acc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̃"/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90D4BF1-C44A-0727-9B0C-7B53069715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2580" y="4229076"/>
                <a:ext cx="3358055" cy="64876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DE8DFD4-EE00-D0DB-2586-2F9279DD3B57}"/>
                  </a:ext>
                </a:extLst>
              </p:cNvPr>
              <p:cNvSpPr txBox="1"/>
              <p:nvPr/>
            </p:nvSpPr>
            <p:spPr>
              <a:xfrm>
                <a:off x="3910783" y="4319324"/>
                <a:ext cx="5218387" cy="4682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̃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̃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  <m:acc>
                            <m:accPr>
                              <m:chr m:val="̃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acc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̃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DE8DFD4-EE00-D0DB-2586-2F9279DD3B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0783" y="4319324"/>
                <a:ext cx="5218387" cy="468270"/>
              </a:xfrm>
              <a:prstGeom prst="rect">
                <a:avLst/>
              </a:prstGeom>
              <a:blipFill>
                <a:blip r:embed="rId4"/>
                <a:stretch>
                  <a:fillRect t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52A08C9-7F05-2FCC-0558-9ADAB2F19404}"/>
                  </a:ext>
                </a:extLst>
              </p:cNvPr>
              <p:cNvSpPr txBox="1"/>
              <p:nvPr/>
            </p:nvSpPr>
            <p:spPr>
              <a:xfrm>
                <a:off x="3318639" y="4946495"/>
                <a:ext cx="5218387" cy="4682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=1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̃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  <m:acc>
                            <m:accPr>
                              <m:chr m:val="̃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acc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52A08C9-7F05-2FCC-0558-9ADAB2F194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8639" y="4946495"/>
                <a:ext cx="5218387" cy="468270"/>
              </a:xfrm>
              <a:prstGeom prst="rect">
                <a:avLst/>
              </a:prstGeom>
              <a:blipFill>
                <a:blip r:embed="rId5"/>
                <a:stretch>
                  <a:fillRect t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A1938F7-0EA8-8252-8911-A9E3CED66641}"/>
                  </a:ext>
                </a:extLst>
              </p:cNvPr>
              <p:cNvSpPr txBox="1"/>
              <p:nvPr/>
            </p:nvSpPr>
            <p:spPr>
              <a:xfrm>
                <a:off x="3389584" y="5549497"/>
                <a:ext cx="5218387" cy="4682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2−2</m:t>
                      </m:r>
                      <m:r>
                        <m:rPr>
                          <m:sty m:val="p"/>
                        </m:rPr>
                        <a:rPr lang="en-US" sz="2400" i="0" smtClean="0">
                          <a:latin typeface="Cambria Math" panose="02040503050406030204" pitchFamily="18" charset="0"/>
                        </a:rPr>
                        <m:t>C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orr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A1938F7-0EA8-8252-8911-A9E3CED666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9584" y="5549497"/>
                <a:ext cx="5218387" cy="468270"/>
              </a:xfrm>
              <a:prstGeom prst="rect">
                <a:avLst/>
              </a:prstGeom>
              <a:blipFill>
                <a:blip r:embed="rId6"/>
                <a:stretch>
                  <a:fillRect b="-155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904702E-0A42-133D-E0A7-1047F462595D}"/>
                  </a:ext>
                </a:extLst>
              </p:cNvPr>
              <p:cNvSpPr txBox="1"/>
              <p:nvPr/>
            </p:nvSpPr>
            <p:spPr>
              <a:xfrm>
                <a:off x="1043152" y="6262380"/>
                <a:ext cx="505284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>
                    <a:latin typeface="Inter Light" panose="02000403000000020004" pitchFamily="2" charset="0"/>
                    <a:ea typeface="Inter Light" panose="02000403000000020004" pitchFamily="2" charset="0"/>
                    <a:cs typeface="Inter Light" panose="02000403000000020004" pitchFamily="2" charset="0"/>
                  </a:rPr>
                  <a:t>Thus,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−2</m:t>
                    </m:r>
                    <m:r>
                      <m:rPr>
                        <m:sty m:val="p"/>
                      </m:rPr>
                      <a:rPr lang="en-US" sz="2400" i="0" smtClean="0">
                        <a:latin typeface="Cambria Math" panose="02040503050406030204" pitchFamily="18" charset="0"/>
                      </a:rPr>
                      <m:t>C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orr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sz="2400">
                    <a:latin typeface="Inter Light" panose="02000403000000020004" pitchFamily="2" charset="0"/>
                    <a:ea typeface="Inter Light" panose="02000403000000020004" pitchFamily="2" charset="0"/>
                    <a:cs typeface="Inter Light" panose="02000403000000020004" pitchFamily="2" charset="0"/>
                  </a:rPr>
                  <a:t> 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904702E-0A42-133D-E0A7-1047F46259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152" y="6262380"/>
                <a:ext cx="5052848" cy="461665"/>
              </a:xfrm>
              <a:prstGeom prst="rect">
                <a:avLst/>
              </a:prstGeom>
              <a:blipFill>
                <a:blip r:embed="rId7"/>
                <a:stretch>
                  <a:fillRect l="-1809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D549DFB-0CD1-D37B-6741-765C5CF8A655}"/>
                  </a:ext>
                </a:extLst>
              </p:cNvPr>
              <p:cNvSpPr txBox="1"/>
              <p:nvPr/>
            </p:nvSpPr>
            <p:spPr>
              <a:xfrm>
                <a:off x="6432329" y="6262379"/>
                <a:ext cx="505284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>
                    <a:latin typeface="Inter Light" panose="02000403000000020004" pitchFamily="2" charset="0"/>
                    <a:ea typeface="Inter Light" panose="02000403000000020004" pitchFamily="2" charset="0"/>
                    <a:cs typeface="Inter Light" panose="02000403000000020004" pitchFamily="2" charset="0"/>
                  </a:rPr>
                  <a:t>So: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US" sz="2400" smtClean="0">
                        <a:latin typeface="Cambria Math" panose="02040503050406030204" pitchFamily="18" charset="0"/>
                      </a:rPr>
                      <m:t>Corr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</m:oMath>
                </a14:m>
                <a:endParaRPr lang="en-US" sz="2400">
                  <a:latin typeface="Inter Light" panose="02000403000000020004" pitchFamily="2" charset="0"/>
                  <a:ea typeface="Inter Light" panose="02000403000000020004" pitchFamily="2" charset="0"/>
                  <a:cs typeface="Inter Light" panose="02000403000000020004" pitchFamily="2" charset="0"/>
                </a:endParaRP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D549DFB-0CD1-D37B-6741-765C5CF8A6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2329" y="6262379"/>
                <a:ext cx="5052848" cy="461665"/>
              </a:xfrm>
              <a:prstGeom prst="rect">
                <a:avLst/>
              </a:prstGeom>
              <a:blipFill>
                <a:blip r:embed="rId8"/>
                <a:stretch>
                  <a:fillRect l="-1809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8" name="Picture 4">
            <a:extLst>
              <a:ext uri="{FF2B5EF4-FFF2-40B4-BE49-F238E27FC236}">
                <a16:creationId xmlns:a16="http://schemas.microsoft.com/office/drawing/2014/main" id="{E517906A-55EB-F4D9-ACE2-FF0FF44D01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1400" y="1277697"/>
            <a:ext cx="357899" cy="331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3162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0" grpId="0"/>
      <p:bldP spid="12" grpId="0"/>
      <p:bldP spid="14" grpId="0"/>
      <p:bldP spid="1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055323-57C7-9CD0-87C1-11DF30256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190C3-6B72-1DBB-AB2B-429EECAF8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Proof of Correlation Range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FED2A9-DA72-AECD-D73F-93A7A39BCCC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0" i="0"/>
                  <a:t>Claim: The correlation is always between -1 and 1.</a:t>
                </a:r>
              </a:p>
              <a:p>
                <a:endParaRPr lang="en-US" sz="1200" b="0" i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−1≤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Corr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cov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≤+1</m:t>
                      </m:r>
                    </m:oMath>
                  </m:oMathPara>
                </a14:m>
                <a:endParaRPr lang="en-US"/>
              </a:p>
              <a:p>
                <a:endParaRPr lang="en-US" sz="1200"/>
              </a:p>
              <a:p>
                <a:r>
                  <a:rPr lang="en-US"/>
                  <a:t>Lemma: Let</a:t>
                </a:r>
                <a:r>
                  <a:rPr lang="en-US" sz="240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en-US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</m:oMath>
                </a14:m>
                <a:r>
                  <a:rPr lang="en-US"/>
                  <a:t>. Let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</m:oMath>
                </a14:m>
                <a:r>
                  <a:rPr lang="en-US"/>
                  <a:t> be the standardized versions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/>
                  <a:t>.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Corr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̃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  <m:acc>
                          <m:accPr>
                            <m:chr m:val="̃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</m:e>
                    </m:d>
                  </m:oMath>
                </a14:m>
                <a:endParaRPr lang="en-US"/>
              </a:p>
              <a:p>
                <a:r>
                  <a:rPr lang="en-US"/>
                  <a:t>Proof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Corr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≥−1</m:t>
                    </m:r>
                  </m:oMath>
                </a14:m>
                <a:r>
                  <a:rPr lang="en-US"/>
                  <a:t>. Consider the quantity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̃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acc>
                                  <m:accPr>
                                    <m:chr m:val="̃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/>
                  <a:t>, which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/>
                  <a:t>.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FED2A9-DA72-AECD-D73F-93A7A39BCC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96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16ABEC6-2B68-6B0C-0B24-84540532E9AA}"/>
                  </a:ext>
                </a:extLst>
              </p:cNvPr>
              <p:cNvSpPr txBox="1"/>
              <p:nvPr/>
            </p:nvSpPr>
            <p:spPr>
              <a:xfrm>
                <a:off x="2112580" y="4229076"/>
                <a:ext cx="3358055" cy="6487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acc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acc>
                                    <m:accPr>
                                      <m:chr m:val="̃"/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16ABEC6-2B68-6B0C-0B24-84540532E9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2580" y="4229076"/>
                <a:ext cx="3358055" cy="64876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1CDE8AE-8696-A1F0-9D15-0E7310EC7BB0}"/>
                  </a:ext>
                </a:extLst>
              </p:cNvPr>
              <p:cNvSpPr txBox="1"/>
              <p:nvPr/>
            </p:nvSpPr>
            <p:spPr>
              <a:xfrm>
                <a:off x="3910783" y="4319324"/>
                <a:ext cx="5218387" cy="4682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̃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̃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  <m:acc>
                            <m:accPr>
                              <m:chr m:val="̃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acc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̃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1CDE8AE-8696-A1F0-9D15-0E7310EC7B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0783" y="4319324"/>
                <a:ext cx="5218387" cy="468270"/>
              </a:xfrm>
              <a:prstGeom prst="rect">
                <a:avLst/>
              </a:prstGeom>
              <a:blipFill>
                <a:blip r:embed="rId4"/>
                <a:stretch>
                  <a:fillRect t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F02261A-E42D-7CDD-6943-1D1FA2977FF0}"/>
                  </a:ext>
                </a:extLst>
              </p:cNvPr>
              <p:cNvSpPr txBox="1"/>
              <p:nvPr/>
            </p:nvSpPr>
            <p:spPr>
              <a:xfrm>
                <a:off x="3318639" y="4946495"/>
                <a:ext cx="5218387" cy="4682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=1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̃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  <m:acc>
                            <m:accPr>
                              <m:chr m:val="̃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acc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F02261A-E42D-7CDD-6943-1D1FA2977F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8639" y="4946495"/>
                <a:ext cx="5218387" cy="468270"/>
              </a:xfrm>
              <a:prstGeom prst="rect">
                <a:avLst/>
              </a:prstGeom>
              <a:blipFill>
                <a:blip r:embed="rId5"/>
                <a:stretch>
                  <a:fillRect t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7F938A2-8D2C-2EA5-1DF7-437EC3483AED}"/>
                  </a:ext>
                </a:extLst>
              </p:cNvPr>
              <p:cNvSpPr txBox="1"/>
              <p:nvPr/>
            </p:nvSpPr>
            <p:spPr>
              <a:xfrm>
                <a:off x="3389584" y="5549497"/>
                <a:ext cx="5218387" cy="4682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2+2</m:t>
                      </m:r>
                      <m:r>
                        <m:rPr>
                          <m:sty m:val="p"/>
                        </m:rPr>
                        <a:rPr lang="en-US" sz="2400" i="0" smtClean="0">
                          <a:latin typeface="Cambria Math" panose="02040503050406030204" pitchFamily="18" charset="0"/>
                        </a:rPr>
                        <m:t>C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orr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7F938A2-8D2C-2EA5-1DF7-437EC3483A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9584" y="5549497"/>
                <a:ext cx="5218387" cy="468270"/>
              </a:xfrm>
              <a:prstGeom prst="rect">
                <a:avLst/>
              </a:prstGeom>
              <a:blipFill>
                <a:blip r:embed="rId6"/>
                <a:stretch>
                  <a:fillRect b="-155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268C3E4-EEF0-0C2C-4E20-DE2D24BDB28E}"/>
                  </a:ext>
                </a:extLst>
              </p:cNvPr>
              <p:cNvSpPr txBox="1"/>
              <p:nvPr/>
            </p:nvSpPr>
            <p:spPr>
              <a:xfrm>
                <a:off x="1043152" y="6262380"/>
                <a:ext cx="505284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>
                    <a:latin typeface="Inter Light" panose="02000403000000020004" pitchFamily="2" charset="0"/>
                    <a:ea typeface="Inter Light" panose="02000403000000020004" pitchFamily="2" charset="0"/>
                    <a:cs typeface="Inter Light" panose="02000403000000020004" pitchFamily="2" charset="0"/>
                  </a:rPr>
                  <a:t>Thus,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+2</m:t>
                    </m:r>
                    <m:r>
                      <m:rPr>
                        <m:sty m:val="p"/>
                      </m:rPr>
                      <a:rPr lang="en-US" sz="2400" i="0" smtClean="0">
                        <a:latin typeface="Cambria Math" panose="02040503050406030204" pitchFamily="18" charset="0"/>
                      </a:rPr>
                      <m:t>C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orr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sz="2400">
                    <a:latin typeface="Inter Light" panose="02000403000000020004" pitchFamily="2" charset="0"/>
                    <a:ea typeface="Inter Light" panose="02000403000000020004" pitchFamily="2" charset="0"/>
                    <a:cs typeface="Inter Light" panose="02000403000000020004" pitchFamily="2" charset="0"/>
                  </a:rPr>
                  <a:t> 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268C3E4-EEF0-0C2C-4E20-DE2D24BDB2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152" y="6262380"/>
                <a:ext cx="5052848" cy="461665"/>
              </a:xfrm>
              <a:prstGeom prst="rect">
                <a:avLst/>
              </a:prstGeom>
              <a:blipFill>
                <a:blip r:embed="rId7"/>
                <a:stretch>
                  <a:fillRect l="-1809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33F33C4-B10A-0492-FA58-6B1715ADDC67}"/>
                  </a:ext>
                </a:extLst>
              </p:cNvPr>
              <p:cNvSpPr txBox="1"/>
              <p:nvPr/>
            </p:nvSpPr>
            <p:spPr>
              <a:xfrm>
                <a:off x="6432329" y="6262379"/>
                <a:ext cx="505284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>
                    <a:latin typeface="Inter Light" panose="02000403000000020004" pitchFamily="2" charset="0"/>
                    <a:ea typeface="Inter Light" panose="02000403000000020004" pitchFamily="2" charset="0"/>
                    <a:cs typeface="Inter Light" panose="02000403000000020004" pitchFamily="2" charset="0"/>
                  </a:rPr>
                  <a:t>So: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smtClean="0">
                        <a:latin typeface="Cambria Math" panose="02040503050406030204" pitchFamily="18" charset="0"/>
                      </a:rPr>
                      <m:t>Corr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≥−1</m:t>
                    </m:r>
                  </m:oMath>
                </a14:m>
                <a:endParaRPr lang="en-US" sz="2400">
                  <a:latin typeface="Inter Light" panose="02000403000000020004" pitchFamily="2" charset="0"/>
                  <a:ea typeface="Inter Light" panose="02000403000000020004" pitchFamily="2" charset="0"/>
                  <a:cs typeface="Inter Light" panose="02000403000000020004" pitchFamily="2" charset="0"/>
                </a:endParaRP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33F33C4-B10A-0492-FA58-6B1715ADDC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2329" y="6262379"/>
                <a:ext cx="5052848" cy="461665"/>
              </a:xfrm>
              <a:prstGeom prst="rect">
                <a:avLst/>
              </a:prstGeom>
              <a:blipFill>
                <a:blip r:embed="rId8"/>
                <a:stretch>
                  <a:fillRect l="-1809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4">
            <a:extLst>
              <a:ext uri="{FF2B5EF4-FFF2-40B4-BE49-F238E27FC236}">
                <a16:creationId xmlns:a16="http://schemas.microsoft.com/office/drawing/2014/main" id="{EF3F3E7B-064B-7CA7-C28C-317BD457DA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5513" y="1340069"/>
            <a:ext cx="357899" cy="331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134C015-CB15-2EE2-B3F0-C66455734E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8228" y="1285580"/>
            <a:ext cx="357899" cy="331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9348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0" grpId="0"/>
      <p:bldP spid="12" grpId="0"/>
      <p:bldP spid="14" grpId="0"/>
      <p:bldP spid="1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52157-408D-76C3-EDBE-9D1BCBD82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Correlation Examples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31CB8F1-58E8-6F61-980E-5B0D33878A7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Examples of positive correlated random variables,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Corr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/>
                  <a:t>:</a:t>
                </a:r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br>
                  <a:rPr lang="en-US"/>
                </a:br>
                <a:r>
                  <a:rPr lang="en-US"/>
                  <a:t>Examples of negative correlated random variables,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Corr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en-US"/>
                  <a:t>:</a:t>
                </a:r>
              </a:p>
              <a:p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31CB8F1-58E8-6F61-980E-5B0D33878A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96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27E1F383-D915-ACB3-C894-D8E95FB268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8668" y="1240640"/>
            <a:ext cx="6612277" cy="202767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58B66CD-A1B5-6351-0F49-556123663F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8285" y="4257057"/>
            <a:ext cx="7772400" cy="2600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35863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2EA3B-0B93-8B2B-A2C7-DE1D63225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8DEF6-938A-A01E-84BC-51C3659C8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Correlation Of Zero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1FCD46-37FE-E4CE-664E-1DF124CFFF0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Examples of independent RV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Corr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/>
                  <a:t>:</a:t>
                </a:r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br>
                  <a:rPr lang="en-US"/>
                </a:br>
                <a:r>
                  <a:rPr lang="en-US"/>
                  <a:t>Example of dependent RV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Corr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/>
                  <a:t>. Why are these not independent?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1FCD46-37FE-E4CE-664E-1DF124CFFF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96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D817B02D-1B67-082B-7EE7-C84ECA5BD8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1588" y="1046318"/>
            <a:ext cx="2131780" cy="25248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9A4557C-485B-FDC8-D881-BDE7AFB7BB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8822" y="4084110"/>
            <a:ext cx="2487226" cy="2691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17267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81349-5016-AECE-D9F6-1A051B9F8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BF660-8C96-6808-3A96-6E9B57238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Correlation Of Discussion and Midterm Scores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27E80A-E285-8141-159E-51B9C1914B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We can compute the correlation of midterm and discussion scores as: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On our actual data this semester, this correlation is 0.33.</a:t>
            </a:r>
          </a:p>
          <a:p>
            <a:endParaRPr lang="en-US"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  <a:p>
            <a:endParaRPr lang="en-US"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C71A7A17-7D85-863A-8DBD-918021C7F4D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20130845"/>
                  </p:ext>
                </p:extLst>
              </p:nvPr>
            </p:nvGraphicFramePr>
            <p:xfrm>
              <a:off x="7934959" y="2959854"/>
              <a:ext cx="2339611" cy="350520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053509">
                      <a:extLst>
                        <a:ext uri="{9D8B030D-6E8A-4147-A177-3AD203B41FA5}">
                          <a16:colId xmlns:a16="http://schemas.microsoft.com/office/drawing/2014/main" val="3410558925"/>
                        </a:ext>
                      </a:extLst>
                    </a:gridCol>
                    <a:gridCol w="1286102">
                      <a:extLst>
                        <a:ext uri="{9D8B030D-6E8A-4147-A177-3AD203B41FA5}">
                          <a16:colId xmlns:a16="http://schemas.microsoft.com/office/drawing/2014/main" val="3350035111"/>
                        </a:ext>
                      </a:extLst>
                    </a:gridCol>
                  </a:tblGrid>
                  <a:tr h="25964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700" b="0" i="1" smtClean="0">
                                    <a:latin typeface="Cambria Math" panose="02040503050406030204" pitchFamily="18" charset="0"/>
                                    <a:ea typeface="Inter Light" panose="02000403000000020004" pitchFamily="2" charset="0"/>
                                    <a:cs typeface="Inter Light" panose="02000403000000020004" pitchFamily="2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en-US" sz="1700" b="0" i="0">
                            <a:latin typeface="Inter Light" panose="02000403000000020004" pitchFamily="2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7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700" b="0" i="1" smtClean="0">
                                    <a:latin typeface="Cambria Math" panose="02040503050406030204" pitchFamily="18" charset="0"/>
                                    <a:ea typeface="Inter Light" panose="02000403000000020004" pitchFamily="2" charset="0"/>
                                    <a:cs typeface="Inter Light" panose="02000403000000020004" pitchFamily="2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n-US" sz="1700" b="0" i="1" smtClean="0">
                                        <a:latin typeface="Cambria Math" panose="02040503050406030204" pitchFamily="18" charset="0"/>
                                        <a:ea typeface="Inter Light" panose="02000403000000020004" pitchFamily="2" charset="0"/>
                                        <a:cs typeface="Inter Light" panose="02000403000000020004" pitchFamily="2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700" b="0" i="1" smtClean="0">
                                        <a:latin typeface="Cambria Math" panose="02040503050406030204" pitchFamily="18" charset="0"/>
                                        <a:ea typeface="Inter Light" panose="02000403000000020004" pitchFamily="2" charset="0"/>
                                        <a:cs typeface="Inter Light" panose="02000403000000020004" pitchFamily="2" charset="0"/>
                                      </a:rPr>
                                      <m:t>𝑀</m:t>
                                    </m:r>
                                    <m:r>
                                      <a:rPr lang="en-US" sz="1700" b="0" i="1" smtClean="0">
                                        <a:latin typeface="Cambria Math" panose="02040503050406030204" pitchFamily="18" charset="0"/>
                                        <a:ea typeface="Inter Light" panose="02000403000000020004" pitchFamily="2" charset="0"/>
                                        <a:cs typeface="Inter Light" panose="02000403000000020004" pitchFamily="2" charset="0"/>
                                      </a:rPr>
                                      <m:t>=</m:t>
                                    </m:r>
                                    <m:r>
                                      <a:rPr lang="en-US" sz="1700" b="0" i="1" smtClean="0">
                                        <a:latin typeface="Cambria Math" panose="02040503050406030204" pitchFamily="18" charset="0"/>
                                        <a:ea typeface="Inter Light" panose="02000403000000020004" pitchFamily="2" charset="0"/>
                                        <a:cs typeface="Inter Light" panose="02000403000000020004" pitchFamily="2" charset="0"/>
                                      </a:rPr>
                                      <m:t>𝑎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700" b="0" i="0">
                            <a:latin typeface="Inter Light" panose="02000403000000020004" pitchFamily="2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02060275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700" b="0" i="0">
                            <a:latin typeface="Inter Light" panose="02000403000000020004" pitchFamily="2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98963023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51.0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61670219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52.0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3/514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78373702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52.5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2/514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24176802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53.0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18612044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53.5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08697484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700" b="0" i="0">
                            <a:latin typeface="Inter Light" panose="02000403000000020004" pitchFamily="2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5253148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158.0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2/514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76173441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159.0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2776618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C71A7A17-7D85-863A-8DBD-918021C7F4D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20130845"/>
                  </p:ext>
                </p:extLst>
              </p:nvPr>
            </p:nvGraphicFramePr>
            <p:xfrm>
              <a:off x="7934959" y="2959854"/>
              <a:ext cx="2339611" cy="350520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053509">
                      <a:extLst>
                        <a:ext uri="{9D8B030D-6E8A-4147-A177-3AD203B41FA5}">
                          <a16:colId xmlns:a16="http://schemas.microsoft.com/office/drawing/2014/main" val="3410558925"/>
                        </a:ext>
                      </a:extLst>
                    </a:gridCol>
                    <a:gridCol w="1286102">
                      <a:extLst>
                        <a:ext uri="{9D8B030D-6E8A-4147-A177-3AD203B41FA5}">
                          <a16:colId xmlns:a16="http://schemas.microsoft.com/office/drawing/2014/main" val="3350035111"/>
                        </a:ext>
                      </a:extLst>
                    </a:gridCol>
                  </a:tblGrid>
                  <a:tr h="3505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78" t="-1724" r="-124855" b="-9155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82075" t="-1724" r="-1887" b="-91551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2060275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700" b="0" i="0">
                            <a:latin typeface="Inter Light" panose="02000403000000020004" pitchFamily="2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98963023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51.0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61670219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52.0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3/514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78373702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52.5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2/514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24176802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53.0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18612044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53.5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08697484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700" b="0" i="0">
                            <a:latin typeface="Inter Light" panose="02000403000000020004" pitchFamily="2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5253148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158.0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2/514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76173441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159.0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2776618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3C1C51DC-F09A-DAE1-F0C3-5A0AFE09961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65282664"/>
                  </p:ext>
                </p:extLst>
              </p:nvPr>
            </p:nvGraphicFramePr>
            <p:xfrm>
              <a:off x="1158239" y="2959854"/>
              <a:ext cx="2339611" cy="350520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053509">
                      <a:extLst>
                        <a:ext uri="{9D8B030D-6E8A-4147-A177-3AD203B41FA5}">
                          <a16:colId xmlns:a16="http://schemas.microsoft.com/office/drawing/2014/main" val="3410558925"/>
                        </a:ext>
                      </a:extLst>
                    </a:gridCol>
                    <a:gridCol w="1286102">
                      <a:extLst>
                        <a:ext uri="{9D8B030D-6E8A-4147-A177-3AD203B41FA5}">
                          <a16:colId xmlns:a16="http://schemas.microsoft.com/office/drawing/2014/main" val="3350035111"/>
                        </a:ext>
                      </a:extLst>
                    </a:gridCol>
                  </a:tblGrid>
                  <a:tr h="25964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700" b="0" i="1" smtClean="0">
                                    <a:latin typeface="Cambria Math" panose="02040503050406030204" pitchFamily="18" charset="0"/>
                                    <a:ea typeface="Inter Light" panose="02000403000000020004" pitchFamily="2" charset="0"/>
                                    <a:cs typeface="Inter Light" panose="02000403000000020004" pitchFamily="2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en-US" sz="1700" b="0" i="0">
                            <a:latin typeface="Inter Light" panose="02000403000000020004" pitchFamily="2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7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700" b="0" i="1" smtClean="0">
                                    <a:latin typeface="Cambria Math" panose="02040503050406030204" pitchFamily="18" charset="0"/>
                                    <a:ea typeface="Inter Light" panose="02000403000000020004" pitchFamily="2" charset="0"/>
                                    <a:cs typeface="Inter Light" panose="02000403000000020004" pitchFamily="2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n-US" sz="1700" b="0" i="1" smtClean="0">
                                        <a:latin typeface="Cambria Math" panose="02040503050406030204" pitchFamily="18" charset="0"/>
                                        <a:ea typeface="Inter Light" panose="02000403000000020004" pitchFamily="2" charset="0"/>
                                        <a:cs typeface="Inter Light" panose="02000403000000020004" pitchFamily="2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700" b="0" i="1" smtClean="0">
                                        <a:latin typeface="Cambria Math" panose="02040503050406030204" pitchFamily="18" charset="0"/>
                                        <a:ea typeface="Inter Light" panose="02000403000000020004" pitchFamily="2" charset="0"/>
                                        <a:cs typeface="Inter Light" panose="02000403000000020004" pitchFamily="2" charset="0"/>
                                      </a:rPr>
                                      <m:t>𝐷</m:t>
                                    </m:r>
                                    <m:r>
                                      <a:rPr lang="en-US" sz="1700" b="0" i="1" smtClean="0">
                                        <a:latin typeface="Cambria Math" panose="02040503050406030204" pitchFamily="18" charset="0"/>
                                        <a:ea typeface="Inter Light" panose="02000403000000020004" pitchFamily="2" charset="0"/>
                                        <a:cs typeface="Inter Light" panose="02000403000000020004" pitchFamily="2" charset="0"/>
                                      </a:rPr>
                                      <m:t>=</m:t>
                                    </m:r>
                                    <m:r>
                                      <a:rPr lang="en-US" sz="1700" b="0" i="1" smtClean="0">
                                        <a:latin typeface="Cambria Math" panose="02040503050406030204" pitchFamily="18" charset="0"/>
                                        <a:ea typeface="Inter Light" panose="02000403000000020004" pitchFamily="2" charset="0"/>
                                        <a:cs typeface="Inter Light" panose="02000403000000020004" pitchFamily="2" charset="0"/>
                                      </a:rPr>
                                      <m:t>𝑎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700" b="0" i="0">
                            <a:latin typeface="Inter Light" panose="02000403000000020004" pitchFamily="2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02060275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11/514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98963023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61670219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3/514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78373702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4/514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24176802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7/514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18612044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08697484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9/514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5253148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18/514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76173441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2776618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3C1C51DC-F09A-DAE1-F0C3-5A0AFE09961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65282664"/>
                  </p:ext>
                </p:extLst>
              </p:nvPr>
            </p:nvGraphicFramePr>
            <p:xfrm>
              <a:off x="1158239" y="2959854"/>
              <a:ext cx="2339611" cy="350520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053509">
                      <a:extLst>
                        <a:ext uri="{9D8B030D-6E8A-4147-A177-3AD203B41FA5}">
                          <a16:colId xmlns:a16="http://schemas.microsoft.com/office/drawing/2014/main" val="3410558925"/>
                        </a:ext>
                      </a:extLst>
                    </a:gridCol>
                    <a:gridCol w="1286102">
                      <a:extLst>
                        <a:ext uri="{9D8B030D-6E8A-4147-A177-3AD203B41FA5}">
                          <a16:colId xmlns:a16="http://schemas.microsoft.com/office/drawing/2014/main" val="3350035111"/>
                        </a:ext>
                      </a:extLst>
                    </a:gridCol>
                  </a:tblGrid>
                  <a:tr h="3505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78" t="-1724" r="-124855" b="-9155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82075" t="-1724" r="-1887" b="-91551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2060275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11/514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98963023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61670219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3/514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78373702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4/514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24176802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7/514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18612044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08697484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9/514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5253148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18/514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76173441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2776618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5CF7F65-4D5E-0774-BE85-23B1A3BE5223}"/>
                  </a:ext>
                </a:extLst>
              </p:cNvPr>
              <p:cNvSpPr txBox="1"/>
              <p:nvPr/>
            </p:nvSpPr>
            <p:spPr>
              <a:xfrm>
                <a:off x="2209800" y="1143000"/>
                <a:ext cx="6858000" cy="8703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corr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𝔼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𝐷𝑀</m:t>
                              </m:r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𝔼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𝔼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5CF7F65-4D5E-0774-BE85-23B1A3BE52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9800" y="1143000"/>
                <a:ext cx="6858000" cy="87030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2B6C453A-B88B-6635-1B66-7E445B7D6830}"/>
              </a:ext>
            </a:extLst>
          </p:cNvPr>
          <p:cNvSpPr txBox="1"/>
          <p:nvPr/>
        </p:nvSpPr>
        <p:spPr>
          <a:xfrm>
            <a:off x="1752600" y="6488668"/>
            <a:ext cx="10210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latin typeface="Consolas" panose="020B0609020204030204" pitchFamily="49" charset="0"/>
              </a:rPr>
              <a:t>((mt*dis).mean() - </a:t>
            </a:r>
            <a:r>
              <a:rPr lang="en-US" err="1">
                <a:latin typeface="Consolas" panose="020B0609020204030204" pitchFamily="49" charset="0"/>
              </a:rPr>
              <a:t>mt.mean</a:t>
            </a:r>
            <a:r>
              <a:rPr lang="en-US">
                <a:latin typeface="Consolas" panose="020B0609020204030204" pitchFamily="49" charset="0"/>
              </a:rPr>
              <a:t>() * </a:t>
            </a:r>
            <a:r>
              <a:rPr lang="en-US" err="1">
                <a:latin typeface="Consolas" panose="020B0609020204030204" pitchFamily="49" charset="0"/>
              </a:rPr>
              <a:t>dis.mean</a:t>
            </a:r>
            <a:r>
              <a:rPr lang="en-US">
                <a:latin typeface="Consolas" panose="020B0609020204030204" pitchFamily="49" charset="0"/>
              </a:rPr>
              <a:t>()) / (</a:t>
            </a:r>
            <a:r>
              <a:rPr lang="en-US" err="1">
                <a:latin typeface="Consolas" panose="020B0609020204030204" pitchFamily="49" charset="0"/>
              </a:rPr>
              <a:t>mid.std</a:t>
            </a:r>
            <a:r>
              <a:rPr lang="en-US">
                <a:latin typeface="Consolas" panose="020B0609020204030204" pitchFamily="49" charset="0"/>
              </a:rPr>
              <a:t>()*</a:t>
            </a:r>
            <a:r>
              <a:rPr lang="en-US" err="1">
                <a:latin typeface="Consolas" panose="020B0609020204030204" pitchFamily="49" charset="0"/>
              </a:rPr>
              <a:t>dis.std</a:t>
            </a:r>
            <a:r>
              <a:rPr lang="en-US">
                <a:latin typeface="Consolas" panose="020B0609020204030204" pitchFamily="49" charset="0"/>
              </a:rPr>
              <a:t>())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F61B13-5712-1D8D-CC2F-F634C4035272}"/>
              </a:ext>
            </a:extLst>
          </p:cNvPr>
          <p:cNvSpPr txBox="1"/>
          <p:nvPr/>
        </p:nvSpPr>
        <p:spPr>
          <a:xfrm>
            <a:off x="9663546" y="1643971"/>
            <a:ext cx="22998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Fall 24 it was 0.32</a:t>
            </a:r>
          </a:p>
        </p:txBody>
      </p:sp>
    </p:spTree>
    <p:extLst>
      <p:ext uri="{BB962C8B-B14F-4D97-AF65-F5344CB8AC3E}">
        <p14:creationId xmlns:p14="http://schemas.microsoft.com/office/powerpoint/2010/main" val="264609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350CB-4FB5-5A17-52CE-07BEED79A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Scatter Plot (Beyond Scope of Course)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4E1B9A-48D5-4744-1848-83DE59769F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If we scatterplot midterm vs. discussion score, we get the plot below.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Can kind of see an upward relationship, though the “overplotting”  makes this tricky since overlapping points obscure each other.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E0AFF2-EA05-8021-2E92-96F36B7271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85895" y="2362200"/>
            <a:ext cx="8220209" cy="4110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05331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027407-F920-C89D-6AE5-B8766F184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C4728-EDAF-AD88-8D42-8D361F3BF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Scatter Plot (Beyond Scope of Course)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B4021E-CC12-3399-0403-37381389FE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Can see the upward relationship a bit better if we overlay the average midterm score per possible discussion value.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Example: Average midterm score of the 5 students who attended exactly 3 discussions is 87.5.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CB25541-1B14-33C1-5205-0E2FE66C83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85895" y="2362200"/>
            <a:ext cx="8220208" cy="411010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990FBF5-33DF-6DFE-1EA5-5FAA11C831AD}"/>
              </a:ext>
            </a:extLst>
          </p:cNvPr>
          <p:cNvSpPr txBox="1"/>
          <p:nvPr/>
        </p:nvSpPr>
        <p:spPr>
          <a:xfrm>
            <a:off x="2604655" y="2589589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87.5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358F885-6218-CAA4-83E4-839D5906C4F7}"/>
              </a:ext>
            </a:extLst>
          </p:cNvPr>
          <p:cNvCxnSpPr>
            <a:cxnSpLocks/>
          </p:cNvCxnSpPr>
          <p:nvPr/>
        </p:nvCxnSpPr>
        <p:spPr>
          <a:xfrm>
            <a:off x="3214255" y="2958921"/>
            <a:ext cx="1489364" cy="123087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406923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7C180-AAD7-B0BC-9D7C-535E0C59B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Note on Unity Correlation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D4391A9-EDD3-2F9B-1F76-6C20B537689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Suppose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Corr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/>
                  <a:t>. In that case, we have that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/>
                  <a:t>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</m:oMath>
                </a14:m>
                <a:r>
                  <a:rPr lang="en-US"/>
                  <a:t>. Why?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Because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̃"/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̃"/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=2−2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Corr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Corr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/>
                  <a:t>, then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̃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̃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/>
                  <a:t>, so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̃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</m:oMath>
                </a14:m>
                <a:r>
                  <a:rPr lang="en-US"/>
                  <a:t>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/>
              </a:p>
              <a:p>
                <a:r>
                  <a:rPr lang="en-US"/>
                  <a:t>Implication: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Corr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/>
                  <a:t>, then random variables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/>
                  <a:t> are just rescaled and shifted versions of each other, i.e. there exist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/>
                  <a:t> such that:</a:t>
                </a:r>
              </a:p>
              <a:p>
                <a:endParaRPr lang="en-US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/>
              </a:p>
              <a:p>
                <a:endParaRPr lang="en-US"/>
              </a:p>
              <a:p>
                <a:r>
                  <a:rPr lang="en-US"/>
                  <a:t>Can show a similar result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Corr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=−1</m:t>
                    </m:r>
                  </m:oMath>
                </a14:m>
                <a:r>
                  <a:rPr lang="en-US"/>
                  <a:t>, in which case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en-US"/>
                  <a:t>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D4391A9-EDD3-2F9B-1F76-6C20B53768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96" t="-541" r="-5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87883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3580A-5C94-4777-BD61-E20B858F9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0D613-F1F0-AF83-49D5-01B413D8DFE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/>
              <a:t>Conditional Expectation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BA6679-B77C-EE29-B7AE-C979F542C0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Lecture 21, CS70 Fall 2025</a:t>
            </a:r>
          </a:p>
        </p:txBody>
      </p:sp>
      <p:sp>
        <p:nvSpPr>
          <p:cNvPr id="4" name="Content Placeholder 6">
            <a:extLst>
              <a:ext uri="{FF2B5EF4-FFF2-40B4-BE49-F238E27FC236}">
                <a16:creationId xmlns:a16="http://schemas.microsoft.com/office/drawing/2014/main" id="{C7CC86E5-36F4-5294-4941-2805388B505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096000" y="65087"/>
            <a:ext cx="6096000" cy="6716713"/>
          </a:xfrm>
        </p:spPr>
        <p:txBody>
          <a:bodyPr/>
          <a:lstStyle/>
          <a:p>
            <a:r>
              <a:rPr lang="en-US">
                <a:solidFill>
                  <a:schemeClr val="bg1">
                    <a:lumMod val="6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Covariance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>
                    <a:lumMod val="65000"/>
                  </a:schemeClr>
                </a:solidFill>
              </a:rPr>
              <a:t>Definition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>
                    <a:lumMod val="65000"/>
                  </a:schemeClr>
                </a:solidFill>
              </a:rPr>
              <a:t>Relationship with Independence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>
                    <a:lumMod val="65000"/>
                  </a:schemeClr>
                </a:solidFill>
              </a:rPr>
              <a:t>Detour: Standardizing Random Variables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>
                    <a:lumMod val="65000"/>
                  </a:schemeClr>
                </a:solidFill>
              </a:rPr>
              <a:t>Correlation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>
                    <a:lumMod val="65000"/>
                  </a:schemeClr>
                </a:solidFill>
              </a:rPr>
              <a:t>Property of Covariance, Correlation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US" b="1">
                <a:solidFill>
                  <a:schemeClr val="accent3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Conditional Expectation</a:t>
            </a:r>
          </a:p>
        </p:txBody>
      </p:sp>
    </p:spTree>
    <p:extLst>
      <p:ext uri="{BB962C8B-B14F-4D97-AF65-F5344CB8AC3E}">
        <p14:creationId xmlns:p14="http://schemas.microsoft.com/office/powerpoint/2010/main" val="106722783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2F863-E834-800D-BBBF-06AA5FBB5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Conditional Expectation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5052F2D-AAD0-2CB8-A936-D9E20BA7D2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Consider the following jointly distributed random variables X and Y: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Y is the outcome of a 20 sided die roll.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X is the outcome of a y-sided die roll, where y is the result of the 20-sided die roll.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/>
              </a:p>
              <a:p>
                <a:r>
                  <a:rPr lang="en-US"/>
                  <a:t>Question 1: What is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=6</m:t>
                        </m:r>
                      </m:e>
                    </m:d>
                  </m:oMath>
                </a14:m>
                <a:r>
                  <a:rPr lang="en-US"/>
                  <a:t>?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This is just the expectation of a six-sided die, i.e.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Or equivalently: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5052F2D-AAD0-2CB8-A936-D9E20BA7D2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96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3718F81-43B6-652D-7272-53606653D983}"/>
                  </a:ext>
                </a:extLst>
              </p:cNvPr>
              <p:cNvSpPr txBox="1"/>
              <p:nvPr/>
            </p:nvSpPr>
            <p:spPr>
              <a:xfrm>
                <a:off x="1008405" y="3898088"/>
                <a:ext cx="10408776" cy="7861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=6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=1⋅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+2⋅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+…+6⋅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1+2+3+4+5+6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=3.5</m:t>
                      </m:r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3718F81-43B6-652D-7272-53606653D9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8405" y="3898088"/>
                <a:ext cx="10408776" cy="7861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ABA3876-0195-7062-666D-6FA04F64BCA3}"/>
                  </a:ext>
                </a:extLst>
              </p:cNvPr>
              <p:cNvSpPr txBox="1"/>
              <p:nvPr/>
            </p:nvSpPr>
            <p:spPr>
              <a:xfrm>
                <a:off x="2661479" y="5288419"/>
                <a:ext cx="6869041" cy="10361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=6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range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  <m:sup/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=6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=3.5</m:t>
                          </m:r>
                        </m:e>
                      </m:nary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ABA3876-0195-7062-666D-6FA04F64BC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1479" y="5288419"/>
                <a:ext cx="6869041" cy="103618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1531373-85E9-394B-38BB-C51DDF9999B4}"/>
              </a:ext>
            </a:extLst>
          </p:cNvPr>
          <p:cNvCxnSpPr/>
          <p:nvPr/>
        </p:nvCxnSpPr>
        <p:spPr>
          <a:xfrm flipH="1" flipV="1">
            <a:off x="7810856" y="6050422"/>
            <a:ext cx="1414329" cy="3033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B3E6409-66AF-D8DD-CD61-D5B7841B53C1}"/>
              </a:ext>
            </a:extLst>
          </p:cNvPr>
          <p:cNvSpPr txBox="1"/>
          <p:nvPr/>
        </p:nvSpPr>
        <p:spPr>
          <a:xfrm>
            <a:off x="9218295" y="6158346"/>
            <a:ext cx="31408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Inter Light" panose="02000403000000020004"/>
              </a:rPr>
              <a:t>We can generalize this to any jointly distributed RVs.</a:t>
            </a:r>
          </a:p>
        </p:txBody>
      </p:sp>
    </p:spTree>
    <p:extLst>
      <p:ext uri="{BB962C8B-B14F-4D97-AF65-F5344CB8AC3E}">
        <p14:creationId xmlns:p14="http://schemas.microsoft.com/office/powerpoint/2010/main" val="733758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83AD4-8232-A5BF-56F4-9487B9AE4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18AD0-9AA2-0679-C9D9-51402CEF6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Conditional Expectation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3C8AF8-7271-9008-44C5-6A20BEFC3A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6476" y="533400"/>
                <a:ext cx="11488745" cy="5638732"/>
              </a:xfrm>
            </p:spPr>
            <p:txBody>
              <a:bodyPr/>
              <a:lstStyle/>
              <a:p>
                <a:r>
                  <a:rPr lang="en-US"/>
                  <a:t>Suppose we have two jointly distributed random variables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/>
                  <a:t>. We can define the “conditional expectation of X given Y = y” as:</a:t>
                </a:r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r>
                  <a:rPr lang="en-US"/>
                  <a:t>For the example of our two dependent dice rolls where the first roll was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en-US"/>
                  <a:t>, we had: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3C8AF8-7271-9008-44C5-6A20BEFC3A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6476" y="533400"/>
                <a:ext cx="11488745" cy="5638732"/>
              </a:xfrm>
              <a:blipFill>
                <a:blip r:embed="rId3"/>
                <a:stretch>
                  <a:fillRect l="-796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81FD415-5E1D-3C63-1AD8-702EBE6A79C2}"/>
                  </a:ext>
                </a:extLst>
              </p:cNvPr>
              <p:cNvSpPr txBox="1"/>
              <p:nvPr/>
            </p:nvSpPr>
            <p:spPr>
              <a:xfrm>
                <a:off x="939699" y="1714728"/>
                <a:ext cx="10408776" cy="10361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range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  <m:sup/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81FD415-5E1D-3C63-1AD8-702EBE6A79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699" y="1714728"/>
                <a:ext cx="10408776" cy="103618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0CD1807-049F-F9AB-5B15-A347565E7AFB}"/>
                  </a:ext>
                </a:extLst>
              </p:cNvPr>
              <p:cNvSpPr txBox="1"/>
              <p:nvPr/>
            </p:nvSpPr>
            <p:spPr>
              <a:xfrm>
                <a:off x="2686845" y="3756025"/>
                <a:ext cx="6735154" cy="10361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=6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range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  <m:sup/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=6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=3.5</m:t>
                          </m:r>
                        </m:e>
                      </m:nary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0CD1807-049F-F9AB-5B15-A347565E7A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6845" y="3756025"/>
                <a:ext cx="6735154" cy="103618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72925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429FA0-28BE-9F5F-6737-622B1F837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272F9-C4FC-34B9-BF95-5ECEE4A98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Conditional Expectation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D348C65-261A-2187-CD5B-96753E5D50E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6476" y="533400"/>
                <a:ext cx="11488745" cy="5638732"/>
              </a:xfrm>
            </p:spPr>
            <p:txBody>
              <a:bodyPr/>
              <a:lstStyle/>
              <a:p>
                <a:r>
                  <a:rPr lang="en-US"/>
                  <a:t>For the example of our two dependent dice rolls where the first roll was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en-US"/>
                  <a:t>, we had: </a:t>
                </a:r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r>
                  <a:rPr lang="en-US"/>
                  <a:t>More generally, suppose we have two jointly distributed random variables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/>
                  <a:t>. Then we can define the “conditional expectation of X given Y = y” as:</a:t>
                </a:r>
              </a:p>
              <a:p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D348C65-261A-2187-CD5B-96753E5D50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6476" y="533400"/>
                <a:ext cx="11488745" cy="5638732"/>
              </a:xfrm>
              <a:blipFill>
                <a:blip r:embed="rId3"/>
                <a:stretch>
                  <a:fillRect l="-796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7FF9E56-7D79-D39E-D528-0FEF13917E04}"/>
                  </a:ext>
                </a:extLst>
              </p:cNvPr>
              <p:cNvSpPr txBox="1"/>
              <p:nvPr/>
            </p:nvSpPr>
            <p:spPr>
              <a:xfrm>
                <a:off x="596779" y="3767864"/>
                <a:ext cx="10408776" cy="10361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range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  <m:sup/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7FF9E56-7D79-D39E-D528-0FEF13917E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779" y="3767864"/>
                <a:ext cx="10408776" cy="103618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60EC9C0-665C-48F6-F7F5-8359D6A05B7C}"/>
                  </a:ext>
                </a:extLst>
              </p:cNvPr>
              <p:cNvSpPr txBox="1"/>
              <p:nvPr/>
            </p:nvSpPr>
            <p:spPr>
              <a:xfrm>
                <a:off x="2523225" y="1111563"/>
                <a:ext cx="6735154" cy="10361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=6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range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  <m:sup/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=6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=3.5</m:t>
                          </m:r>
                        </m:e>
                      </m:nary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60EC9C0-665C-48F6-F7F5-8359D6A05B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3225" y="1111563"/>
                <a:ext cx="6735154" cy="103618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1139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496B7-D0FA-9FAD-7C1E-62013E647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Law of Total Expectation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5B383D-1F97-6DE6-D60E-102C89457F3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Consider the following jointly distributed random variables X and Y: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Y is the outcome of a 20 sided die roll.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X is the outcome of a y-sided die roll, where y is the result of the 20-sided die roll.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/>
              </a:p>
              <a:p>
                <a:r>
                  <a:rPr lang="en-US"/>
                  <a:t>Question 2: How would we find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d>
                  </m:oMath>
                </a14:m>
                <a:r>
                  <a:rPr lang="en-US"/>
                  <a:t>?</a:t>
                </a:r>
              </a:p>
              <a:p>
                <a:endParaRPr lang="en-US"/>
              </a:p>
              <a:p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5B383D-1F97-6DE6-D60E-102C89457F3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96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7741129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53741-1009-C4E1-9FA1-8ED1FBBD7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954EF-AAAC-1F79-7393-879E7924B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Law of Total Expectation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B09B82-E24E-CF8F-67E7-4503613CB8E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3657" y="533400"/>
                <a:ext cx="12171915" cy="5638732"/>
              </a:xfrm>
            </p:spPr>
            <p:txBody>
              <a:bodyPr/>
              <a:lstStyle/>
              <a:p>
                <a:r>
                  <a:rPr lang="en-US"/>
                  <a:t>Consider the following jointly distributed random variables X and Y: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Y is the outcome of a 20 sided die roll.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X is the outcome of a y-sided die roll, where y is the result of the 20-sided die roll.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/>
              </a:p>
              <a:p>
                <a:r>
                  <a:rPr lang="en-US"/>
                  <a:t>Question 2: How would we find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d>
                  </m:oMath>
                </a14:m>
                <a:r>
                  <a:rPr lang="en-US"/>
                  <a:t>?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Consider all possibilities for y, compute conditional expectation of X for each y:</a:t>
                </a:r>
              </a:p>
              <a:p>
                <a:pPr marL="1028683" lvl="1" indent="-342900">
                  <a:buFont typeface="Arial" panose="020B0604020202020204" pitchFamily="34" charset="0"/>
                  <a:buChar char="•"/>
                </a:pPr>
                <a:r>
                  <a:rPr lang="en-US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/>
                  <a:t>, then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1+1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/2=1</m:t>
                    </m:r>
                  </m:oMath>
                </a14:m>
                <a:endParaRPr lang="en-US"/>
              </a:p>
              <a:p>
                <a:pPr marL="1028683" lvl="1" indent="-342900">
                  <a:buFont typeface="Arial" panose="020B0604020202020204" pitchFamily="34" charset="0"/>
                  <a:buChar char="•"/>
                </a:pPr>
                <a:r>
                  <a:rPr lang="en-US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/>
                  <a:t>, then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=2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1+2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/2=1.5</m:t>
                    </m:r>
                  </m:oMath>
                </a14:m>
                <a:r>
                  <a:rPr lang="en-US"/>
                  <a:t> </a:t>
                </a:r>
              </a:p>
              <a:p>
                <a:pPr marL="1028683" lvl="1" indent="-342900">
                  <a:buFont typeface="Arial" panose="020B0604020202020204" pitchFamily="34" charset="0"/>
                  <a:buChar char="•"/>
                </a:pPr>
                <a:r>
                  <a:rPr lang="en-US"/>
                  <a:t>…</a:t>
                </a:r>
              </a:p>
              <a:p>
                <a:pPr marL="1028683" lvl="1" indent="-342900">
                  <a:buFont typeface="Arial" panose="020B0604020202020204" pitchFamily="34" charset="0"/>
                  <a:buChar char="•"/>
                </a:pPr>
                <a:r>
                  <a:rPr lang="en-US"/>
                  <a:t>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=20</m:t>
                    </m:r>
                  </m:oMath>
                </a14:m>
                <a:r>
                  <a:rPr lang="en-US"/>
                  <a:t>, then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=20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1+20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/2=10.5</m:t>
                    </m:r>
                  </m:oMath>
                </a14:m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Each of these 20 possibilities is equally likely, so:</a:t>
                </a:r>
              </a:p>
              <a:p>
                <a:pPr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=1⋅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+1.5⋅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+…+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10.5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US"/>
              </a:p>
              <a:p>
                <a:pPr marL="1028683" lvl="1" indent="-342900">
                  <a:buFont typeface="Arial" panose="020B0604020202020204" pitchFamily="34" charset="0"/>
                  <a:buChar char="•"/>
                </a:pPr>
                <a:endParaRPr lang="en-US"/>
              </a:p>
              <a:p>
                <a:endParaRPr lang="en-US"/>
              </a:p>
              <a:p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B09B82-E24E-CF8F-67E7-4503613CB8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3657" y="533400"/>
                <a:ext cx="12171915" cy="5638732"/>
              </a:xfrm>
              <a:blipFill>
                <a:blip r:embed="rId2"/>
                <a:stretch>
                  <a:fillRect l="-751" t="-541" b="-34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4320303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DC552-8298-9BEF-66D4-3781043B8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7B5F1-2FEE-85DA-CBFC-052ECE4D3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Law of Total Expectation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59BC16C-4924-D741-9FB9-C389FCE0713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3657" y="533400"/>
                <a:ext cx="12316057" cy="5638732"/>
              </a:xfrm>
            </p:spPr>
            <p:txBody>
              <a:bodyPr/>
              <a:lstStyle/>
              <a:p>
                <a:r>
                  <a:rPr lang="en-US"/>
                  <a:t>Consider the following jointly distributed random variables X and Y: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Y is the outcome of a 20 sided die roll.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X is the outcome of a y-sided die roll, where y is the result of the 20-sided die roll.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/>
              </a:p>
              <a:p>
                <a:r>
                  <a:rPr lang="en-US"/>
                  <a:t>Question 2: How would we find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d>
                  </m:oMath>
                </a14:m>
                <a:r>
                  <a:rPr lang="en-US"/>
                  <a:t>?</a:t>
                </a:r>
              </a:p>
              <a:p>
                <a:endParaRPr lang="en-US"/>
              </a:p>
              <a:p>
                <a:pPr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1⋅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+1.5⋅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+…+10.5⋅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US"/>
              </a:p>
              <a:p>
                <a:pPr marL="1028683" lvl="1" indent="-342900">
                  <a:buFont typeface="Arial" panose="020B0604020202020204" pitchFamily="34" charset="0"/>
                  <a:buChar char="•"/>
                </a:pPr>
                <a:endParaRPr lang="en-US"/>
              </a:p>
              <a:p>
                <a:endParaRPr lang="en-US"/>
              </a:p>
              <a:p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59BC16C-4924-D741-9FB9-C389FCE071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3657" y="533400"/>
                <a:ext cx="12316057" cy="5638732"/>
              </a:xfrm>
              <a:blipFill>
                <a:blip r:embed="rId3"/>
                <a:stretch>
                  <a:fillRect l="-742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24E66DF-B5AD-6242-4AB9-DD85BAAB2159}"/>
                  </a:ext>
                </a:extLst>
              </p:cNvPr>
              <p:cNvSpPr txBox="1"/>
              <p:nvPr/>
            </p:nvSpPr>
            <p:spPr>
              <a:xfrm>
                <a:off x="2186189" y="4549123"/>
                <a:ext cx="6143222" cy="7936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115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=5.75</m:t>
                      </m:r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24E66DF-B5AD-6242-4AB9-DD85BAAB21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6189" y="4549123"/>
                <a:ext cx="6143222" cy="79367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0239211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284762-00A3-2A86-11DC-C4AB732C1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EAB52-79B1-0229-A48C-DBEFB8D03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Law of Total Expectation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E1441F1-A75B-E217-6701-CC74F83E201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3658" y="533400"/>
                <a:ext cx="11826200" cy="5638732"/>
              </a:xfrm>
            </p:spPr>
            <p:txBody>
              <a:bodyPr/>
              <a:lstStyle/>
              <a:p>
                <a:r>
                  <a:rPr lang="en-US"/>
                  <a:t>For our dependent die rolls, how would we find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d>
                  </m:oMath>
                </a14:m>
                <a:r>
                  <a:rPr lang="en-US"/>
                  <a:t>?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Consider all possibilities for y, compute conditional expectation of X for each y.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Compute weighted sum of those individual expectations:</a:t>
                </a:r>
              </a:p>
              <a:p>
                <a:endParaRPr lang="en-US"/>
              </a:p>
              <a:p>
                <a:pPr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1⋅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+1.5⋅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+…+10.5⋅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US"/>
              </a:p>
              <a:p>
                <a:pPr marL="1028683" lvl="1" indent="-342900">
                  <a:buFont typeface="Arial" panose="020B0604020202020204" pitchFamily="34" charset="0"/>
                  <a:buChar char="•"/>
                </a:pPr>
                <a:endParaRPr lang="en-US"/>
              </a:p>
              <a:p>
                <a:endParaRPr lang="en-US"/>
              </a:p>
              <a:p>
                <a:endParaRPr lang="en-US"/>
              </a:p>
              <a:p>
                <a:r>
                  <a:rPr lang="en-US"/>
                  <a:t>More generally, we have the law of total expectation: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𝔼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𝑷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E1441F1-A75B-E217-6701-CC74F83E20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3658" y="533400"/>
                <a:ext cx="11826200" cy="5638732"/>
              </a:xfrm>
              <a:blipFill>
                <a:blip r:embed="rId3"/>
                <a:stretch>
                  <a:fillRect l="-773" t="-541" b="-17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DB432E1-B6D5-1807-D977-CF289663F490}"/>
                  </a:ext>
                </a:extLst>
              </p:cNvPr>
              <p:cNvSpPr txBox="1"/>
              <p:nvPr/>
            </p:nvSpPr>
            <p:spPr>
              <a:xfrm>
                <a:off x="2374007" y="3676953"/>
                <a:ext cx="151970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DB432E1-B6D5-1807-D977-CF289663F4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4007" y="3676953"/>
                <a:ext cx="1519707" cy="369332"/>
              </a:xfrm>
              <a:prstGeom prst="rect">
                <a:avLst/>
              </a:prstGeom>
              <a:blipFill>
                <a:blip r:embed="rId4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3AC7B23-DD07-44A7-1F9B-3716BE19B4BC}"/>
                  </a:ext>
                </a:extLst>
              </p:cNvPr>
              <p:cNvSpPr txBox="1"/>
              <p:nvPr/>
            </p:nvSpPr>
            <p:spPr>
              <a:xfrm>
                <a:off x="5754710" y="3676953"/>
                <a:ext cx="151970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=20</m:t>
                          </m:r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3AC7B23-DD07-44A7-1F9B-3716BE19B4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4710" y="3676953"/>
                <a:ext cx="1519707" cy="369332"/>
              </a:xfrm>
              <a:prstGeom prst="rect">
                <a:avLst/>
              </a:prstGeom>
              <a:blipFill>
                <a:blip r:embed="rId5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D9A3E63-A306-730B-CCF8-4F8DA208E4C6}"/>
              </a:ext>
            </a:extLst>
          </p:cNvPr>
          <p:cNvCxnSpPr>
            <a:cxnSpLocks/>
          </p:cNvCxnSpPr>
          <p:nvPr/>
        </p:nvCxnSpPr>
        <p:spPr>
          <a:xfrm flipV="1">
            <a:off x="3271914" y="3133859"/>
            <a:ext cx="570283" cy="4604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EE264C8-0440-9D72-B110-73652E6C9DD1}"/>
              </a:ext>
            </a:extLst>
          </p:cNvPr>
          <p:cNvCxnSpPr>
            <a:cxnSpLocks/>
          </p:cNvCxnSpPr>
          <p:nvPr/>
        </p:nvCxnSpPr>
        <p:spPr>
          <a:xfrm flipV="1">
            <a:off x="6802192" y="3250842"/>
            <a:ext cx="472225" cy="3563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4135000-7373-01F7-7D1A-5F27E83C6383}"/>
                  </a:ext>
                </a:extLst>
              </p:cNvPr>
              <p:cNvSpPr txBox="1"/>
              <p:nvPr/>
            </p:nvSpPr>
            <p:spPr>
              <a:xfrm>
                <a:off x="3768146" y="3676953"/>
                <a:ext cx="151970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=1)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4135000-7373-01F7-7D1A-5F27E83C63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8146" y="3676953"/>
                <a:ext cx="1519707" cy="369332"/>
              </a:xfrm>
              <a:prstGeom prst="rect">
                <a:avLst/>
              </a:prstGeom>
              <a:blipFill>
                <a:blip r:embed="rId6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3D2B808-B411-8B33-0AED-3653013F4718}"/>
              </a:ext>
            </a:extLst>
          </p:cNvPr>
          <p:cNvCxnSpPr>
            <a:cxnSpLocks/>
            <a:stCxn id="11" idx="0"/>
          </p:cNvCxnSpPr>
          <p:nvPr/>
        </p:nvCxnSpPr>
        <p:spPr>
          <a:xfrm flipV="1">
            <a:off x="4528000" y="3364069"/>
            <a:ext cx="0" cy="3128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0A1A9B8-6B19-D15D-9BFC-E480327FF29E}"/>
              </a:ext>
            </a:extLst>
          </p:cNvPr>
          <p:cNvCxnSpPr>
            <a:cxnSpLocks/>
          </p:cNvCxnSpPr>
          <p:nvPr/>
        </p:nvCxnSpPr>
        <p:spPr>
          <a:xfrm flipH="1" flipV="1">
            <a:off x="7990270" y="3274921"/>
            <a:ext cx="286553" cy="3826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F57F65E-9D5E-96AB-604C-002A16C1AD74}"/>
                  </a:ext>
                </a:extLst>
              </p:cNvPr>
              <p:cNvSpPr txBox="1"/>
              <p:nvPr/>
            </p:nvSpPr>
            <p:spPr>
              <a:xfrm>
                <a:off x="7442635" y="3676953"/>
                <a:ext cx="151970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=20)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F57F65E-9D5E-96AB-604C-002A16C1AD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2635" y="3676953"/>
                <a:ext cx="1519707" cy="369332"/>
              </a:xfrm>
              <a:prstGeom prst="rect">
                <a:avLst/>
              </a:prstGeom>
              <a:blipFill>
                <a:blip r:embed="rId7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5057979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3789D1-4DA9-44AB-A354-6B267E035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565A0-4AEA-62BC-C6DA-C681A83C5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Law of Total Expectation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9B030A-2D38-9EC1-7265-7B2884CC2EA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3657" y="533400"/>
                <a:ext cx="11847972" cy="5638732"/>
              </a:xfrm>
            </p:spPr>
            <p:txBody>
              <a:bodyPr/>
              <a:lstStyle/>
              <a:p>
                <a:r>
                  <a:rPr lang="en-US"/>
                  <a:t>For our dependent die rolls, how would we find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d>
                  </m:oMath>
                </a14:m>
                <a:r>
                  <a:rPr lang="en-US"/>
                  <a:t>?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Consider all possibilities for y, compute conditional expectation of X for each y.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Compute weighted sum of those individual expectations:</a:t>
                </a:r>
              </a:p>
              <a:p>
                <a:endParaRPr lang="en-US"/>
              </a:p>
              <a:p>
                <a:pPr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1⋅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+1.5⋅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+…+10.5⋅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US"/>
              </a:p>
              <a:p>
                <a:pPr marL="1028683" lvl="1" indent="-342900">
                  <a:buFont typeface="Arial" panose="020B0604020202020204" pitchFamily="34" charset="0"/>
                  <a:buChar char="•"/>
                </a:pPr>
                <a:endParaRPr lang="en-US"/>
              </a:p>
              <a:p>
                <a:endParaRPr lang="en-US"/>
              </a:p>
              <a:p>
                <a:endParaRPr lang="en-US"/>
              </a:p>
              <a:p>
                <a:r>
                  <a:rPr lang="en-US"/>
                  <a:t>More generally, we have the law of total expectation: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𝔼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𝑷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9B030A-2D38-9EC1-7265-7B2884CC2E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3657" y="533400"/>
                <a:ext cx="11847972" cy="5638732"/>
              </a:xfrm>
              <a:blipFill>
                <a:blip r:embed="rId3"/>
                <a:stretch>
                  <a:fillRect l="-772" t="-541" b="-17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D352B9B-69B9-3016-8C6A-2047C9A04EC0}"/>
                  </a:ext>
                </a:extLst>
              </p:cNvPr>
              <p:cNvSpPr txBox="1"/>
              <p:nvPr/>
            </p:nvSpPr>
            <p:spPr>
              <a:xfrm>
                <a:off x="2374007" y="3676953"/>
                <a:ext cx="151970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D352B9B-69B9-3016-8C6A-2047C9A04E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4007" y="3676953"/>
                <a:ext cx="1519707" cy="369332"/>
              </a:xfrm>
              <a:prstGeom prst="rect">
                <a:avLst/>
              </a:prstGeom>
              <a:blipFill>
                <a:blip r:embed="rId4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DC4FDC1-65BE-26AA-F116-F3751AEAD2E6}"/>
                  </a:ext>
                </a:extLst>
              </p:cNvPr>
              <p:cNvSpPr txBox="1"/>
              <p:nvPr/>
            </p:nvSpPr>
            <p:spPr>
              <a:xfrm>
                <a:off x="5754710" y="3676953"/>
                <a:ext cx="151970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=20</m:t>
                          </m:r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DC4FDC1-65BE-26AA-F116-F3751AEAD2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4710" y="3676953"/>
                <a:ext cx="1519707" cy="369332"/>
              </a:xfrm>
              <a:prstGeom prst="rect">
                <a:avLst/>
              </a:prstGeom>
              <a:blipFill>
                <a:blip r:embed="rId5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23B42AE-1F7E-084A-09FB-76DB3EEF0FDC}"/>
              </a:ext>
            </a:extLst>
          </p:cNvPr>
          <p:cNvCxnSpPr>
            <a:cxnSpLocks/>
          </p:cNvCxnSpPr>
          <p:nvPr/>
        </p:nvCxnSpPr>
        <p:spPr>
          <a:xfrm flipV="1">
            <a:off x="3271914" y="3133859"/>
            <a:ext cx="570283" cy="4604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657E50B-06EE-59E6-8594-4B16AA45B845}"/>
              </a:ext>
            </a:extLst>
          </p:cNvPr>
          <p:cNvCxnSpPr>
            <a:cxnSpLocks/>
          </p:cNvCxnSpPr>
          <p:nvPr/>
        </p:nvCxnSpPr>
        <p:spPr>
          <a:xfrm flipV="1">
            <a:off x="6802192" y="3250842"/>
            <a:ext cx="472225" cy="3563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B8FA22A-BA9A-D6D8-3516-EED626B2A905}"/>
                  </a:ext>
                </a:extLst>
              </p:cNvPr>
              <p:cNvSpPr txBox="1"/>
              <p:nvPr/>
            </p:nvSpPr>
            <p:spPr>
              <a:xfrm>
                <a:off x="3768146" y="3676953"/>
                <a:ext cx="151970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=1)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B8FA22A-BA9A-D6D8-3516-EED626B2A9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8146" y="3676953"/>
                <a:ext cx="1519707" cy="369332"/>
              </a:xfrm>
              <a:prstGeom prst="rect">
                <a:avLst/>
              </a:prstGeom>
              <a:blipFill>
                <a:blip r:embed="rId6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F83C9D0-EADF-71AC-04B5-60880E9EC5D2}"/>
              </a:ext>
            </a:extLst>
          </p:cNvPr>
          <p:cNvCxnSpPr>
            <a:cxnSpLocks/>
            <a:stCxn id="11" idx="0"/>
          </p:cNvCxnSpPr>
          <p:nvPr/>
        </p:nvCxnSpPr>
        <p:spPr>
          <a:xfrm flipV="1">
            <a:off x="4528000" y="3364069"/>
            <a:ext cx="0" cy="3128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B28E56E-2DC1-8D00-A7AD-5C79D27C41FC}"/>
              </a:ext>
            </a:extLst>
          </p:cNvPr>
          <p:cNvCxnSpPr>
            <a:cxnSpLocks/>
          </p:cNvCxnSpPr>
          <p:nvPr/>
        </p:nvCxnSpPr>
        <p:spPr>
          <a:xfrm flipH="1" flipV="1">
            <a:off x="7990270" y="3274921"/>
            <a:ext cx="286553" cy="3826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242ADCF-3DFB-433B-6BD7-53504A32BE06}"/>
                  </a:ext>
                </a:extLst>
              </p:cNvPr>
              <p:cNvSpPr txBox="1"/>
              <p:nvPr/>
            </p:nvSpPr>
            <p:spPr>
              <a:xfrm>
                <a:off x="7442635" y="3676953"/>
                <a:ext cx="151970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=20)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242ADCF-3DFB-433B-6BD7-53504A32BE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2635" y="3676953"/>
                <a:ext cx="1519707" cy="369332"/>
              </a:xfrm>
              <a:prstGeom prst="rect">
                <a:avLst/>
              </a:prstGeom>
              <a:blipFill>
                <a:blip r:embed="rId7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9F8FF93-1E31-7173-3261-73A7D0700A35}"/>
                  </a:ext>
                </a:extLst>
              </p:cNvPr>
              <p:cNvSpPr txBox="1"/>
              <p:nvPr/>
            </p:nvSpPr>
            <p:spPr>
              <a:xfrm>
                <a:off x="9753756" y="2383972"/>
                <a:ext cx="186914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>
                    <a:latin typeface="Inter Light" panose="02000403000000020004"/>
                  </a:rPr>
                  <a:t>What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=20</m:t>
                    </m:r>
                  </m:oMath>
                </a14:m>
                <a:r>
                  <a:rPr lang="en-US">
                    <a:latin typeface="Inter Light" panose="02000403000000020004"/>
                  </a:rPr>
                  <a:t>?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9F8FF93-1E31-7173-3261-73A7D0700A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3756" y="2383972"/>
                <a:ext cx="1869142" cy="369332"/>
              </a:xfrm>
              <a:prstGeom prst="rect">
                <a:avLst/>
              </a:prstGeom>
              <a:blipFill>
                <a:blip r:embed="rId8"/>
                <a:stretch>
                  <a:fillRect l="-2606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 descr="A qr code on a white background&#10;&#10;Description automatically generated">
            <a:extLst>
              <a:ext uri="{FF2B5EF4-FFF2-40B4-BE49-F238E27FC236}">
                <a16:creationId xmlns:a16="http://schemas.microsoft.com/office/drawing/2014/main" id="{DC3B1FD2-2B45-1413-CF46-89BC18E6DDD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0920" y="4302975"/>
            <a:ext cx="2521080" cy="256553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311816F-F8B1-FFC8-40F1-40C998577A44}"/>
              </a:ext>
            </a:extLst>
          </p:cNvPr>
          <p:cNvSpPr txBox="1"/>
          <p:nvPr/>
        </p:nvSpPr>
        <p:spPr>
          <a:xfrm>
            <a:off x="9666514" y="3886200"/>
            <a:ext cx="22751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hlinkClick r:id="rId10"/>
              </a:rPr>
              <a:t>https://joshh.ug/E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45273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F3453-D4C8-B7B6-F924-E1CB32741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EE2F7-2F9F-42A1-8D8A-E65B31FB5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Law of Total Expectation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490263C-97A3-8B5E-5972-03015E7B167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3657" y="533400"/>
                <a:ext cx="11847972" cy="5638732"/>
              </a:xfrm>
            </p:spPr>
            <p:txBody>
              <a:bodyPr/>
              <a:lstStyle/>
              <a:p>
                <a:r>
                  <a:rPr lang="en-US"/>
                  <a:t>For our dependent die rolls, how would we find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d>
                  </m:oMath>
                </a14:m>
                <a:r>
                  <a:rPr lang="en-US"/>
                  <a:t>?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Consider all possibilities for y, compute conditional expectation of X for each y.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Compute weighted sum of those individual expectations:</a:t>
                </a:r>
              </a:p>
              <a:p>
                <a:endParaRPr lang="en-US"/>
              </a:p>
              <a:p>
                <a:pPr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1⋅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+1.5⋅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+…+10.5⋅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US"/>
              </a:p>
              <a:p>
                <a:pPr marL="1028683" lvl="1" indent="-342900">
                  <a:buFont typeface="Arial" panose="020B0604020202020204" pitchFamily="34" charset="0"/>
                  <a:buChar char="•"/>
                </a:pPr>
                <a:endParaRPr lang="en-US"/>
              </a:p>
              <a:p>
                <a:endParaRPr lang="en-US"/>
              </a:p>
              <a:p>
                <a:endParaRPr lang="en-US"/>
              </a:p>
              <a:p>
                <a:r>
                  <a:rPr lang="en-US"/>
                  <a:t>More generally, we have the law of total expectation: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𝔼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𝑷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490263C-97A3-8B5E-5972-03015E7B16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3657" y="533400"/>
                <a:ext cx="11847972" cy="5638732"/>
              </a:xfrm>
              <a:blipFill>
                <a:blip r:embed="rId3"/>
                <a:stretch>
                  <a:fillRect l="-772" t="-541" b="-17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81AF8BD-A598-E69B-F331-3CBD3CA5872A}"/>
                  </a:ext>
                </a:extLst>
              </p:cNvPr>
              <p:cNvSpPr txBox="1"/>
              <p:nvPr/>
            </p:nvSpPr>
            <p:spPr>
              <a:xfrm>
                <a:off x="2374007" y="3676953"/>
                <a:ext cx="151970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81AF8BD-A598-E69B-F331-3CBD3CA587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4007" y="3676953"/>
                <a:ext cx="1519707" cy="369332"/>
              </a:xfrm>
              <a:prstGeom prst="rect">
                <a:avLst/>
              </a:prstGeom>
              <a:blipFill>
                <a:blip r:embed="rId4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32323FC-8968-812C-9029-97CB3AE14540}"/>
                  </a:ext>
                </a:extLst>
              </p:cNvPr>
              <p:cNvSpPr txBox="1"/>
              <p:nvPr/>
            </p:nvSpPr>
            <p:spPr>
              <a:xfrm>
                <a:off x="5754710" y="3676953"/>
                <a:ext cx="151970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=20</m:t>
                          </m:r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32323FC-8968-812C-9029-97CB3AE145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4710" y="3676953"/>
                <a:ext cx="1519707" cy="369332"/>
              </a:xfrm>
              <a:prstGeom prst="rect">
                <a:avLst/>
              </a:prstGeom>
              <a:blipFill>
                <a:blip r:embed="rId5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2001931-3672-0410-6B7A-0B58C6E1162A}"/>
              </a:ext>
            </a:extLst>
          </p:cNvPr>
          <p:cNvCxnSpPr>
            <a:cxnSpLocks/>
          </p:cNvCxnSpPr>
          <p:nvPr/>
        </p:nvCxnSpPr>
        <p:spPr>
          <a:xfrm flipV="1">
            <a:off x="3271914" y="3133859"/>
            <a:ext cx="570283" cy="4604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B2B6423-D18F-E937-172B-709C7FE45DFF}"/>
              </a:ext>
            </a:extLst>
          </p:cNvPr>
          <p:cNvCxnSpPr>
            <a:cxnSpLocks/>
          </p:cNvCxnSpPr>
          <p:nvPr/>
        </p:nvCxnSpPr>
        <p:spPr>
          <a:xfrm flipV="1">
            <a:off x="6802192" y="3250842"/>
            <a:ext cx="472225" cy="3563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7973B5C-C27C-ECA0-FBE3-949D9D8F6878}"/>
                  </a:ext>
                </a:extLst>
              </p:cNvPr>
              <p:cNvSpPr txBox="1"/>
              <p:nvPr/>
            </p:nvSpPr>
            <p:spPr>
              <a:xfrm>
                <a:off x="3768146" y="3676953"/>
                <a:ext cx="151970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=1)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7973B5C-C27C-ECA0-FBE3-949D9D8F68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8146" y="3676953"/>
                <a:ext cx="1519707" cy="369332"/>
              </a:xfrm>
              <a:prstGeom prst="rect">
                <a:avLst/>
              </a:prstGeom>
              <a:blipFill>
                <a:blip r:embed="rId6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3CB1283-446E-B94C-1249-76BC01245141}"/>
              </a:ext>
            </a:extLst>
          </p:cNvPr>
          <p:cNvCxnSpPr>
            <a:cxnSpLocks/>
            <a:stCxn id="11" idx="0"/>
          </p:cNvCxnSpPr>
          <p:nvPr/>
        </p:nvCxnSpPr>
        <p:spPr>
          <a:xfrm flipV="1">
            <a:off x="4528000" y="3364069"/>
            <a:ext cx="0" cy="3128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BB4B649-E62D-E0D5-571E-08EC009F16AE}"/>
              </a:ext>
            </a:extLst>
          </p:cNvPr>
          <p:cNvCxnSpPr>
            <a:cxnSpLocks/>
          </p:cNvCxnSpPr>
          <p:nvPr/>
        </p:nvCxnSpPr>
        <p:spPr>
          <a:xfrm flipH="1" flipV="1">
            <a:off x="7990270" y="3274921"/>
            <a:ext cx="286553" cy="3826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7DA72B0-ABFA-07C1-6849-727AF80C4B9A}"/>
                  </a:ext>
                </a:extLst>
              </p:cNvPr>
              <p:cNvSpPr txBox="1"/>
              <p:nvPr/>
            </p:nvSpPr>
            <p:spPr>
              <a:xfrm>
                <a:off x="7442635" y="3676953"/>
                <a:ext cx="151970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=20)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7DA72B0-ABFA-07C1-6849-727AF80C4B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2635" y="3676953"/>
                <a:ext cx="1519707" cy="369332"/>
              </a:xfrm>
              <a:prstGeom prst="rect">
                <a:avLst/>
              </a:prstGeom>
              <a:blipFill>
                <a:blip r:embed="rId7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D0924AE-5D3F-2305-7E1C-69C5A10907BB}"/>
                  </a:ext>
                </a:extLst>
              </p:cNvPr>
              <p:cNvSpPr txBox="1"/>
              <p:nvPr/>
            </p:nvSpPr>
            <p:spPr>
              <a:xfrm>
                <a:off x="9753756" y="2383972"/>
                <a:ext cx="1869142" cy="3416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>
                    <a:latin typeface="Inter Light" panose="02000403000000020004"/>
                  </a:rPr>
                  <a:t>What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=20</m:t>
                    </m:r>
                  </m:oMath>
                </a14:m>
                <a:r>
                  <a:rPr lang="en-US">
                    <a:latin typeface="Inter Light" panose="02000403000000020004"/>
                  </a:rPr>
                  <a:t>?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>
                    <a:latin typeface="Inter Light" panose="02000403000000020004"/>
                  </a:rPr>
                  <a:t>The set of all sample points in the sample space which Y maps to 20.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>
                    <a:latin typeface="Inter Light" panose="02000403000000020004"/>
                  </a:rPr>
                  <a:t>An event.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>
                    <a:latin typeface="Inter Light" panose="02000403000000020004"/>
                  </a:rPr>
                  <a:t>A subset of the sample space.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D0924AE-5D3F-2305-7E1C-69C5A10907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3756" y="2383972"/>
                <a:ext cx="1869142" cy="3416320"/>
              </a:xfrm>
              <a:prstGeom prst="rect">
                <a:avLst/>
              </a:prstGeom>
              <a:blipFill>
                <a:blip r:embed="rId8"/>
                <a:stretch>
                  <a:fillRect l="-2606" t="-893" r="-55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8331326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1DA18-E121-1A88-3E05-20D555658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D1B33-7C36-4FBD-CBE9-6E84FCEB7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Law of Total Expectation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D43033-4D62-7F19-E1B5-0DAD4F99DA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More generally, we have the law of total expectation: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𝔼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𝑷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/>
              </a:p>
              <a:p>
                <a:endParaRPr lang="en-US"/>
              </a:p>
              <a:p>
                <a:r>
                  <a:rPr lang="en-US"/>
                  <a:t>In the context of our die rolling example, our events are defined by the random variable Y.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 is the event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/>
                  <a:t> is the event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/>
                  <a:t>, etc.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/>
              </a:p>
              <a:p>
                <a:r>
                  <a:rPr lang="en-US"/>
                  <a:t>Can rewrite as: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D43033-4D62-7F19-E1B5-0DAD4F99DA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96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36E19F1-9602-33B8-E0FA-5A75F771E805}"/>
                  </a:ext>
                </a:extLst>
              </p:cNvPr>
              <p:cNvSpPr txBox="1"/>
              <p:nvPr/>
            </p:nvSpPr>
            <p:spPr>
              <a:xfrm>
                <a:off x="2878790" y="4956013"/>
                <a:ext cx="6143064" cy="10361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range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  <m:sup/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𝔼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𝑷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36E19F1-9602-33B8-E0FA-5A75F771E8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8790" y="4956013"/>
                <a:ext cx="6143064" cy="103618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2621583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44057-4EA3-8D9E-5884-81B07D41E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20508-0616-762A-E9C4-0A66B781B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Iterated Expectation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5831E91-0F57-C994-983D-2DE7753122C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For jointly distributed RVs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/>
                  <a:t>, the Law of Total Expectation gives us:</a:t>
                </a:r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r>
                  <a:rPr lang="en-US"/>
                  <a:t>A more concise version of the equation above is simply the iterated expectation:</a:t>
                </a:r>
              </a:p>
              <a:p>
                <a:endParaRPr lang="en-US"/>
              </a:p>
              <a:p>
                <a:endParaRPr lang="en-US"/>
              </a:p>
              <a:p>
                <a:r>
                  <a:rPr lang="en-US"/>
                  <a:t>We’ll prove this first in a moment.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Let’s first see why this more compact iterated expectation formula is so useful.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5831E91-0F57-C994-983D-2DE7753122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96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17F238D-5257-3890-9D14-44A9D9F7B535}"/>
                  </a:ext>
                </a:extLst>
              </p:cNvPr>
              <p:cNvSpPr txBox="1"/>
              <p:nvPr/>
            </p:nvSpPr>
            <p:spPr>
              <a:xfrm>
                <a:off x="2726390" y="1119119"/>
                <a:ext cx="6143064" cy="10361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range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  <m:sup/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𝔼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𝑷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17F238D-5257-3890-9D14-44A9D9F7B5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6390" y="1119119"/>
                <a:ext cx="6143064" cy="103618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DB983F1-839B-0B17-9BD6-25CD4A465E97}"/>
                  </a:ext>
                </a:extLst>
              </p:cNvPr>
              <p:cNvSpPr txBox="1"/>
              <p:nvPr/>
            </p:nvSpPr>
            <p:spPr>
              <a:xfrm>
                <a:off x="3143249" y="3521482"/>
                <a:ext cx="6143064" cy="5091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𝔼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DB983F1-839B-0B17-9BD6-25CD4A465E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3249" y="3521482"/>
                <a:ext cx="6143064" cy="50917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1945759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AC47A-5D19-1E23-A7B3-DC8D2BA4E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Iterated Expectation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7B95D0-2789-A02C-5063-DFAD1FFCE9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Consider the following jointly distributed random variables X and Y: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Y is the outcome of a 20 sided die roll.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X is the outcome of a y-sided die roll, where y is the result of the 20-sided die roll.</a:t>
                </a:r>
              </a:p>
              <a:p>
                <a:endParaRPr lang="en-US"/>
              </a:p>
              <a:p>
                <a:r>
                  <a:rPr lang="en-US"/>
                  <a:t>We know that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𝔼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d>
                      </m:e>
                    </m:d>
                  </m:oMath>
                </a14:m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First we need to identify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</m:oMath>
                </a14:m>
                <a:r>
                  <a:rPr lang="en-US"/>
                  <a:t>. What is it?</a:t>
                </a:r>
              </a:p>
              <a:p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7B95D0-2789-A02C-5063-DFAD1FFCE9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96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486963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90F89-A7C3-C3D2-EBDD-C9146751E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2473A-3517-D91C-7BEF-E75B2DABD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Iterated Expectation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9F65D3D-3967-317A-46CC-E37370B7239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Consider the following jointly distributed random variables X and Y: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Y is the outcome of a 20 sided die roll.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X is the outcome of a y-sided die roll, where y is the result of the 20-sided die roll.</a:t>
                </a:r>
              </a:p>
              <a:p>
                <a:endParaRPr lang="en-US"/>
              </a:p>
              <a:p>
                <a:r>
                  <a:rPr lang="en-US"/>
                  <a:t>We know that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𝔼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d>
                      </m:e>
                    </m:d>
                  </m:oMath>
                </a14:m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First we need to identify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</m:oMath>
                </a14:m>
                <a:r>
                  <a:rPr lang="en-US"/>
                  <a:t>. What is it?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</m:oMath>
                </a14:m>
                <a:r>
                  <a:rPr lang="en-US"/>
                  <a:t> is a random variable. Its distribution is?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9F65D3D-3967-317A-46CC-E37370B723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96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7052533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43FBC2-CEE0-9BCB-4580-AA2E8C55A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601B9-C016-A73C-CBA3-95E941B24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Iterated Expectation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718D0E-74D6-E515-752D-CCFCDF6544D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Consider the following jointly distributed random variables X and Y: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Y is the outcome of a 20 sided die roll.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X is the outcome of a y-sided die roll, where y is the result of the 20-sided die roll.</a:t>
                </a:r>
              </a:p>
              <a:p>
                <a:endParaRPr lang="en-US"/>
              </a:p>
              <a:p>
                <a:r>
                  <a:rPr lang="en-US"/>
                  <a:t>We know that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𝔼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d>
                      </m:e>
                    </m:d>
                  </m:oMath>
                </a14:m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First we need to identify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</m:oMath>
                </a14:m>
                <a:r>
                  <a:rPr lang="en-US"/>
                  <a:t>. What is it?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</m:oMath>
                </a14:m>
                <a:r>
                  <a:rPr lang="en-US"/>
                  <a:t> is a random variable. Its distribution is?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718D0E-74D6-E515-752D-CCFCDF6544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96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8961695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81F5C8-59EA-8FCC-D88F-C4780861C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8F572-56EC-AC26-98DA-A6E7CA37C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Iterated Expectation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A6AE1AA-B3A3-5CDF-E7CA-4404AAADB4F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Consider the following jointly distributed random variables X and Y: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Y is the outcome of a 20 sided die roll.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X is the outcome of a y-sided die roll, where y is the result of the 20-sided die roll.</a:t>
                </a:r>
              </a:p>
              <a:p>
                <a:endParaRPr lang="en-US"/>
              </a:p>
              <a:p>
                <a:r>
                  <a:rPr lang="en-US"/>
                  <a:t>We know that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𝔼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d>
                      </m:e>
                    </m:d>
                  </m:oMath>
                </a14:m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First we need to identify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</m:oMath>
                </a14:m>
                <a:r>
                  <a:rPr lang="en-US"/>
                  <a:t>. What is it?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</m:oMath>
                </a14:m>
                <a:r>
                  <a:rPr lang="en-US"/>
                  <a:t> is a random variable. Its distribution is: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A6AE1AA-B3A3-5CDF-E7CA-4404AAADB4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96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82AC98AE-4344-A62E-9721-A299B79EA6D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99396319"/>
                  </p:ext>
                </p:extLst>
              </p:nvPr>
            </p:nvGraphicFramePr>
            <p:xfrm>
              <a:off x="6971594" y="2819400"/>
              <a:ext cx="2495775" cy="350520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724606">
                      <a:extLst>
                        <a:ext uri="{9D8B030D-6E8A-4147-A177-3AD203B41FA5}">
                          <a16:colId xmlns:a16="http://schemas.microsoft.com/office/drawing/2014/main" val="3410558925"/>
                        </a:ext>
                      </a:extLst>
                    </a:gridCol>
                    <a:gridCol w="1771169">
                      <a:extLst>
                        <a:ext uri="{9D8B030D-6E8A-4147-A177-3AD203B41FA5}">
                          <a16:colId xmlns:a16="http://schemas.microsoft.com/office/drawing/2014/main" val="3350035111"/>
                        </a:ext>
                      </a:extLst>
                    </a:gridCol>
                  </a:tblGrid>
                  <a:tr h="320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700" b="0" i="1" smtClean="0">
                                    <a:latin typeface="Cambria Math" panose="02040503050406030204" pitchFamily="18" charset="0"/>
                                    <a:ea typeface="Inter Light" panose="02000403000000020004" pitchFamily="2" charset="0"/>
                                    <a:cs typeface="Inter Light" panose="02000403000000020004" pitchFamily="2" charset="0"/>
                                  </a:rPr>
                                  <m:t>h</m:t>
                                </m:r>
                              </m:oMath>
                            </m:oMathPara>
                          </a14:m>
                          <a:endParaRPr lang="en-US" sz="1700" b="0" i="0">
                            <a:latin typeface="Inter Light" panose="02000403000000020004" pitchFamily="2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7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700" b="0" i="1" smtClean="0">
                                    <a:latin typeface="Cambria Math" panose="02040503050406030204" pitchFamily="18" charset="0"/>
                                    <a:ea typeface="Inter Light" panose="02000403000000020004" pitchFamily="2" charset="0"/>
                                    <a:cs typeface="Inter Light" panose="02000403000000020004" pitchFamily="2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n-US" sz="1700" b="0" i="1" smtClean="0">
                                        <a:latin typeface="Cambria Math" panose="02040503050406030204" pitchFamily="18" charset="0"/>
                                        <a:ea typeface="Inter Light" panose="02000403000000020004" pitchFamily="2" charset="0"/>
                                        <a:cs typeface="Inter Light" panose="02000403000000020004" pitchFamily="2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i="1" smtClean="0">
                                        <a:latin typeface="Cambria Math" panose="02040503050406030204" pitchFamily="18" charset="0"/>
                                      </a:rPr>
                                      <m:t>𝔼</m:t>
                                    </m:r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  <m:e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  <m:t>𝑌</m:t>
                                        </m:r>
                                      </m:e>
                                    </m:d>
                                    <m:r>
                                      <a:rPr lang="en-US" sz="1700" b="0" i="1" smtClean="0">
                                        <a:latin typeface="Cambria Math" panose="02040503050406030204" pitchFamily="18" charset="0"/>
                                        <a:ea typeface="Inter Light" panose="02000403000000020004" pitchFamily="2" charset="0"/>
                                        <a:cs typeface="Inter Light" panose="02000403000000020004" pitchFamily="2" charset="0"/>
                                      </a:rPr>
                                      <m:t>=</m:t>
                                    </m:r>
                                    <m:r>
                                      <a:rPr lang="en-US" sz="1700" b="0" i="1" smtClean="0">
                                        <a:latin typeface="Cambria Math" panose="02040503050406030204" pitchFamily="18" charset="0"/>
                                        <a:ea typeface="Inter Light" panose="02000403000000020004" pitchFamily="2" charset="0"/>
                                        <a:cs typeface="Inter Light" panose="02000403000000020004" pitchFamily="2" charset="0"/>
                                      </a:rPr>
                                      <m:t>h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700" b="0" i="0">
                            <a:latin typeface="Inter Light" panose="02000403000000020004" pitchFamily="2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02060275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98963023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61670219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78373702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2.5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24176802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18612044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3.5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08697484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700" b="0" i="0">
                            <a:latin typeface="Inter Light" panose="02000403000000020004" pitchFamily="2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5253148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76173441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10.5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2776618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82AC98AE-4344-A62E-9721-A299B79EA6D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99396319"/>
                  </p:ext>
                </p:extLst>
              </p:nvPr>
            </p:nvGraphicFramePr>
            <p:xfrm>
              <a:off x="6971594" y="2819400"/>
              <a:ext cx="2495775" cy="350520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724606">
                      <a:extLst>
                        <a:ext uri="{9D8B030D-6E8A-4147-A177-3AD203B41FA5}">
                          <a16:colId xmlns:a16="http://schemas.microsoft.com/office/drawing/2014/main" val="3410558925"/>
                        </a:ext>
                      </a:extLst>
                    </a:gridCol>
                    <a:gridCol w="1771169">
                      <a:extLst>
                        <a:ext uri="{9D8B030D-6E8A-4147-A177-3AD203B41FA5}">
                          <a16:colId xmlns:a16="http://schemas.microsoft.com/office/drawing/2014/main" val="3350035111"/>
                        </a:ext>
                      </a:extLst>
                    </a:gridCol>
                  </a:tblGrid>
                  <a:tr h="3505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840" t="-1724" r="-248739" b="-9155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1096" t="-1724" r="-1370" b="-91551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2060275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98963023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61670219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78373702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2.5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24176802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18612044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3.5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08697484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700" b="0" i="0">
                            <a:latin typeface="Inter Light" panose="02000403000000020004" pitchFamily="2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5253148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76173441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10.5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2776618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54622308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A7C7FD-E8D9-9313-D06A-0FB179C6F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818BA-8F27-9C2E-3A4F-C89009C85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Iterated Expectation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F5F63E5-397D-037C-F330-9D1C45EAF12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Consider the following jointly distributed random variables X and Y: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Y is the outcome of a 20 sided die roll.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X is the outcome of a y-sided die roll, where y is the result of the 20-sided die roll.</a:t>
                </a:r>
              </a:p>
              <a:p>
                <a:endParaRPr lang="en-US"/>
              </a:p>
              <a:p>
                <a:r>
                  <a:rPr lang="en-US"/>
                  <a:t>We know that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𝔼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d>
                      </m:e>
                    </m:d>
                  </m:oMath>
                </a14:m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First we need to identify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</m:oMath>
                </a14:m>
                <a:r>
                  <a:rPr lang="en-US"/>
                  <a:t>. What is it?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</m:oMath>
                </a14:m>
                <a:r>
                  <a:rPr lang="en-US"/>
                  <a:t> is a random variable. Its distribution is: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How can we write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</m:oMath>
                </a14:m>
                <a:r>
                  <a:rPr lang="en-US"/>
                  <a:t> in terms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/>
                  <a:t>?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F5F63E5-397D-037C-F330-9D1C45EAF12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96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3D0B1D24-885B-D51C-BBE2-F86CB278A5C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99396319"/>
                  </p:ext>
                </p:extLst>
              </p:nvPr>
            </p:nvGraphicFramePr>
            <p:xfrm>
              <a:off x="6971594" y="2819400"/>
              <a:ext cx="2495775" cy="350520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724606">
                      <a:extLst>
                        <a:ext uri="{9D8B030D-6E8A-4147-A177-3AD203B41FA5}">
                          <a16:colId xmlns:a16="http://schemas.microsoft.com/office/drawing/2014/main" val="3410558925"/>
                        </a:ext>
                      </a:extLst>
                    </a:gridCol>
                    <a:gridCol w="1771169">
                      <a:extLst>
                        <a:ext uri="{9D8B030D-6E8A-4147-A177-3AD203B41FA5}">
                          <a16:colId xmlns:a16="http://schemas.microsoft.com/office/drawing/2014/main" val="3350035111"/>
                        </a:ext>
                      </a:extLst>
                    </a:gridCol>
                  </a:tblGrid>
                  <a:tr h="320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700" b="0" i="1" smtClean="0">
                                    <a:latin typeface="Cambria Math" panose="02040503050406030204" pitchFamily="18" charset="0"/>
                                    <a:ea typeface="Inter Light" panose="02000403000000020004" pitchFamily="2" charset="0"/>
                                    <a:cs typeface="Inter Light" panose="02000403000000020004" pitchFamily="2" charset="0"/>
                                  </a:rPr>
                                  <m:t>h</m:t>
                                </m:r>
                              </m:oMath>
                            </m:oMathPara>
                          </a14:m>
                          <a:endParaRPr lang="en-US" sz="1700" b="0" i="0">
                            <a:latin typeface="Inter Light" panose="02000403000000020004" pitchFamily="2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7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700" b="0" i="1" smtClean="0">
                                    <a:latin typeface="Cambria Math" panose="02040503050406030204" pitchFamily="18" charset="0"/>
                                    <a:ea typeface="Inter Light" panose="02000403000000020004" pitchFamily="2" charset="0"/>
                                    <a:cs typeface="Inter Light" panose="02000403000000020004" pitchFamily="2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n-US" sz="1700" b="0" i="1" smtClean="0">
                                        <a:latin typeface="Cambria Math" panose="02040503050406030204" pitchFamily="18" charset="0"/>
                                        <a:ea typeface="Inter Light" panose="02000403000000020004" pitchFamily="2" charset="0"/>
                                        <a:cs typeface="Inter Light" panose="02000403000000020004" pitchFamily="2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i="1" smtClean="0">
                                        <a:latin typeface="Cambria Math" panose="02040503050406030204" pitchFamily="18" charset="0"/>
                                      </a:rPr>
                                      <m:t>𝔼</m:t>
                                    </m:r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  <m:e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  <m:t>𝑌</m:t>
                                        </m:r>
                                      </m:e>
                                    </m:d>
                                    <m:r>
                                      <a:rPr lang="en-US" sz="1700" b="0" i="1" smtClean="0">
                                        <a:latin typeface="Cambria Math" panose="02040503050406030204" pitchFamily="18" charset="0"/>
                                        <a:ea typeface="Inter Light" panose="02000403000000020004" pitchFamily="2" charset="0"/>
                                        <a:cs typeface="Inter Light" panose="02000403000000020004" pitchFamily="2" charset="0"/>
                                      </a:rPr>
                                      <m:t>=</m:t>
                                    </m:r>
                                    <m:r>
                                      <a:rPr lang="en-US" sz="1700" b="0" i="1" smtClean="0">
                                        <a:latin typeface="Cambria Math" panose="02040503050406030204" pitchFamily="18" charset="0"/>
                                        <a:ea typeface="Inter Light" panose="02000403000000020004" pitchFamily="2" charset="0"/>
                                        <a:cs typeface="Inter Light" panose="02000403000000020004" pitchFamily="2" charset="0"/>
                                      </a:rPr>
                                      <m:t>h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700" b="0" i="0">
                            <a:latin typeface="Inter Light" panose="02000403000000020004" pitchFamily="2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02060275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98963023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61670219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78373702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2.5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24176802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18612044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3.5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08697484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700" b="0" i="0">
                            <a:latin typeface="Inter Light" panose="02000403000000020004" pitchFamily="2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5253148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76173441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10.5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2776618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3D0B1D24-885B-D51C-BBE2-F86CB278A5C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99396319"/>
                  </p:ext>
                </p:extLst>
              </p:nvPr>
            </p:nvGraphicFramePr>
            <p:xfrm>
              <a:off x="6971594" y="2819400"/>
              <a:ext cx="2495775" cy="350520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724606">
                      <a:extLst>
                        <a:ext uri="{9D8B030D-6E8A-4147-A177-3AD203B41FA5}">
                          <a16:colId xmlns:a16="http://schemas.microsoft.com/office/drawing/2014/main" val="3410558925"/>
                        </a:ext>
                      </a:extLst>
                    </a:gridCol>
                    <a:gridCol w="1771169">
                      <a:extLst>
                        <a:ext uri="{9D8B030D-6E8A-4147-A177-3AD203B41FA5}">
                          <a16:colId xmlns:a16="http://schemas.microsoft.com/office/drawing/2014/main" val="3350035111"/>
                        </a:ext>
                      </a:extLst>
                    </a:gridCol>
                  </a:tblGrid>
                  <a:tr h="3505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840" t="-1724" r="-248739" b="-9155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1096" t="-1724" r="-1370" b="-91551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2060275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98963023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61670219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78373702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2.5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24176802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18612044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3.5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08697484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700" b="0" i="0">
                            <a:latin typeface="Inter Light" panose="02000403000000020004" pitchFamily="2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5253148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76173441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10.5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2776618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72132095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E6BB10-6864-1D14-9651-C80B73880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B52C4-DA89-D5B8-DB64-33E581D23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Iterated Expectation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FBC106E-985F-0EED-2698-B6F2372D8C3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Consider the following jointly distributed random variables X and Y: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Y is the outcome of a 20 sided die roll.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X is the outcome of a y-sided die roll, where y is the result of the 20-sided die roll.</a:t>
                </a:r>
              </a:p>
              <a:p>
                <a:endParaRPr lang="en-US"/>
              </a:p>
              <a:p>
                <a:r>
                  <a:rPr lang="en-US"/>
                  <a:t>We know that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𝔼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d>
                      </m:e>
                    </m:d>
                  </m:oMath>
                </a14:m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First we need to identify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</m:oMath>
                </a14:m>
                <a:r>
                  <a:rPr lang="en-US"/>
                  <a:t>. What is it?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</m:oMath>
                </a14:m>
                <a:r>
                  <a:rPr lang="en-US"/>
                  <a:t> is a random variable. Its distribution is: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How can we write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</m:oMath>
                </a14:m>
                <a:r>
                  <a:rPr lang="en-US"/>
                  <a:t> in terms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/>
                  <a:t>?</a:t>
                </a:r>
              </a:p>
              <a:p>
                <a:pPr marL="1028683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FBC106E-985F-0EED-2698-B6F2372D8C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96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99A81237-61E9-7BEE-7019-A3E80A64081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8017543"/>
                  </p:ext>
                </p:extLst>
              </p:nvPr>
            </p:nvGraphicFramePr>
            <p:xfrm>
              <a:off x="9499001" y="2819400"/>
              <a:ext cx="2495775" cy="350520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584664">
                      <a:extLst>
                        <a:ext uri="{9D8B030D-6E8A-4147-A177-3AD203B41FA5}">
                          <a16:colId xmlns:a16="http://schemas.microsoft.com/office/drawing/2014/main" val="3410558925"/>
                        </a:ext>
                      </a:extLst>
                    </a:gridCol>
                    <a:gridCol w="1911111">
                      <a:extLst>
                        <a:ext uri="{9D8B030D-6E8A-4147-A177-3AD203B41FA5}">
                          <a16:colId xmlns:a16="http://schemas.microsoft.com/office/drawing/2014/main" val="3350035111"/>
                        </a:ext>
                      </a:extLst>
                    </a:gridCol>
                  </a:tblGrid>
                  <a:tr h="320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700" b="0" i="1" smtClean="0">
                                    <a:latin typeface="Cambria Math" panose="02040503050406030204" pitchFamily="18" charset="0"/>
                                    <a:ea typeface="Inter Light" panose="02000403000000020004" pitchFamily="2" charset="0"/>
                                    <a:cs typeface="Inter Light" panose="02000403000000020004" pitchFamily="2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US" sz="1700" b="0" i="0">
                            <a:latin typeface="Inter Light" panose="02000403000000020004" pitchFamily="2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7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700" b="0" i="1" smtClean="0">
                                    <a:latin typeface="Cambria Math" panose="02040503050406030204" pitchFamily="18" charset="0"/>
                                    <a:ea typeface="Inter Light" panose="02000403000000020004" pitchFamily="2" charset="0"/>
                                    <a:cs typeface="Inter Light" panose="02000403000000020004" pitchFamily="2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n-US" sz="1700" b="0" i="1" smtClean="0">
                                        <a:latin typeface="Cambria Math" panose="02040503050406030204" pitchFamily="18" charset="0"/>
                                        <a:ea typeface="Inter Light" panose="02000403000000020004" pitchFamily="2" charset="0"/>
                                        <a:cs typeface="Inter Light" panose="02000403000000020004" pitchFamily="2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700" b="0" i="1" smtClean="0">
                                        <a:latin typeface="Cambria Math" panose="02040503050406030204" pitchFamily="18" charset="0"/>
                                        <a:ea typeface="Inter Light" panose="02000403000000020004" pitchFamily="2" charset="0"/>
                                        <a:cs typeface="Inter Light" panose="02000403000000020004" pitchFamily="2" charset="0"/>
                                      </a:rPr>
                                      <m:t>𝑌</m:t>
                                    </m:r>
                                    <m:r>
                                      <a:rPr lang="en-US" sz="1700" b="0" i="1" smtClean="0">
                                        <a:latin typeface="Cambria Math" panose="02040503050406030204" pitchFamily="18" charset="0"/>
                                        <a:ea typeface="Inter Light" panose="02000403000000020004" pitchFamily="2" charset="0"/>
                                        <a:cs typeface="Inter Light" panose="02000403000000020004" pitchFamily="2" charset="0"/>
                                      </a:rPr>
                                      <m:t>=</m:t>
                                    </m:r>
                                    <m:r>
                                      <a:rPr lang="en-US" sz="1700" b="0" i="1" smtClean="0">
                                        <a:latin typeface="Cambria Math" panose="02040503050406030204" pitchFamily="18" charset="0"/>
                                        <a:ea typeface="Inter Light" panose="02000403000000020004" pitchFamily="2" charset="0"/>
                                        <a:cs typeface="Inter Light" panose="02000403000000020004" pitchFamily="2" charset="0"/>
                                      </a:rPr>
                                      <m:t>𝑦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700" b="0" i="0">
                            <a:latin typeface="Inter Light" panose="02000403000000020004" pitchFamily="2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02060275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98963023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61670219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78373702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24176802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18612044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08697484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700" b="0" i="0">
                            <a:latin typeface="Inter Light" panose="02000403000000020004" pitchFamily="2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5253148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76173441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2776618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99A81237-61E9-7BEE-7019-A3E80A64081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8017543"/>
                  </p:ext>
                </p:extLst>
              </p:nvPr>
            </p:nvGraphicFramePr>
            <p:xfrm>
              <a:off x="9499001" y="2819400"/>
              <a:ext cx="2495775" cy="350520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584664">
                      <a:extLst>
                        <a:ext uri="{9D8B030D-6E8A-4147-A177-3AD203B41FA5}">
                          <a16:colId xmlns:a16="http://schemas.microsoft.com/office/drawing/2014/main" val="3410558925"/>
                        </a:ext>
                      </a:extLst>
                    </a:gridCol>
                    <a:gridCol w="1911111">
                      <a:extLst>
                        <a:ext uri="{9D8B030D-6E8A-4147-A177-3AD203B41FA5}">
                          <a16:colId xmlns:a16="http://schemas.microsoft.com/office/drawing/2014/main" val="3350035111"/>
                        </a:ext>
                      </a:extLst>
                    </a:gridCol>
                  </a:tblGrid>
                  <a:tr h="3505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42" t="-1724" r="-331250" b="-9155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892" t="-1724" r="-1274" b="-91551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2060275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98963023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61670219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78373702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24176802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18612044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08697484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700" b="0" i="0">
                            <a:latin typeface="Inter Light" panose="02000403000000020004" pitchFamily="2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5253148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76173441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2776618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194C58D8-4EBE-F456-AB3B-C04EEF62847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99396319"/>
                  </p:ext>
                </p:extLst>
              </p:nvPr>
            </p:nvGraphicFramePr>
            <p:xfrm>
              <a:off x="6971594" y="2819400"/>
              <a:ext cx="2495775" cy="350520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724606">
                      <a:extLst>
                        <a:ext uri="{9D8B030D-6E8A-4147-A177-3AD203B41FA5}">
                          <a16:colId xmlns:a16="http://schemas.microsoft.com/office/drawing/2014/main" val="3410558925"/>
                        </a:ext>
                      </a:extLst>
                    </a:gridCol>
                    <a:gridCol w="1771169">
                      <a:extLst>
                        <a:ext uri="{9D8B030D-6E8A-4147-A177-3AD203B41FA5}">
                          <a16:colId xmlns:a16="http://schemas.microsoft.com/office/drawing/2014/main" val="3350035111"/>
                        </a:ext>
                      </a:extLst>
                    </a:gridCol>
                  </a:tblGrid>
                  <a:tr h="320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700" b="0" i="1" smtClean="0">
                                    <a:latin typeface="Cambria Math" panose="02040503050406030204" pitchFamily="18" charset="0"/>
                                    <a:ea typeface="Inter Light" panose="02000403000000020004" pitchFamily="2" charset="0"/>
                                    <a:cs typeface="Inter Light" panose="02000403000000020004" pitchFamily="2" charset="0"/>
                                  </a:rPr>
                                  <m:t>h</m:t>
                                </m:r>
                              </m:oMath>
                            </m:oMathPara>
                          </a14:m>
                          <a:endParaRPr lang="en-US" sz="1700" b="0" i="0">
                            <a:latin typeface="Inter Light" panose="02000403000000020004" pitchFamily="2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7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700" b="0" i="1" smtClean="0">
                                    <a:latin typeface="Cambria Math" panose="02040503050406030204" pitchFamily="18" charset="0"/>
                                    <a:ea typeface="Inter Light" panose="02000403000000020004" pitchFamily="2" charset="0"/>
                                    <a:cs typeface="Inter Light" panose="02000403000000020004" pitchFamily="2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n-US" sz="1700" b="0" i="1" smtClean="0">
                                        <a:latin typeface="Cambria Math" panose="02040503050406030204" pitchFamily="18" charset="0"/>
                                        <a:ea typeface="Inter Light" panose="02000403000000020004" pitchFamily="2" charset="0"/>
                                        <a:cs typeface="Inter Light" panose="02000403000000020004" pitchFamily="2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i="1" smtClean="0">
                                        <a:latin typeface="Cambria Math" panose="02040503050406030204" pitchFamily="18" charset="0"/>
                                      </a:rPr>
                                      <m:t>𝔼</m:t>
                                    </m:r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  <m:e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  <m:t>𝑌</m:t>
                                        </m:r>
                                      </m:e>
                                    </m:d>
                                    <m:r>
                                      <a:rPr lang="en-US" sz="1700" b="0" i="1" smtClean="0">
                                        <a:latin typeface="Cambria Math" panose="02040503050406030204" pitchFamily="18" charset="0"/>
                                        <a:ea typeface="Inter Light" panose="02000403000000020004" pitchFamily="2" charset="0"/>
                                        <a:cs typeface="Inter Light" panose="02000403000000020004" pitchFamily="2" charset="0"/>
                                      </a:rPr>
                                      <m:t>=</m:t>
                                    </m:r>
                                    <m:r>
                                      <a:rPr lang="en-US" sz="1700" b="0" i="1" smtClean="0">
                                        <a:latin typeface="Cambria Math" panose="02040503050406030204" pitchFamily="18" charset="0"/>
                                        <a:ea typeface="Inter Light" panose="02000403000000020004" pitchFamily="2" charset="0"/>
                                        <a:cs typeface="Inter Light" panose="02000403000000020004" pitchFamily="2" charset="0"/>
                                      </a:rPr>
                                      <m:t>h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700" b="0" i="0">
                            <a:latin typeface="Inter Light" panose="02000403000000020004" pitchFamily="2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02060275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98963023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61670219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78373702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2.5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24176802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18612044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3.5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08697484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700" b="0" i="0">
                            <a:latin typeface="Inter Light" panose="02000403000000020004" pitchFamily="2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5253148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76173441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10.5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2776618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194C58D8-4EBE-F456-AB3B-C04EEF62847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99396319"/>
                  </p:ext>
                </p:extLst>
              </p:nvPr>
            </p:nvGraphicFramePr>
            <p:xfrm>
              <a:off x="6971594" y="2819400"/>
              <a:ext cx="2495775" cy="350520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724606">
                      <a:extLst>
                        <a:ext uri="{9D8B030D-6E8A-4147-A177-3AD203B41FA5}">
                          <a16:colId xmlns:a16="http://schemas.microsoft.com/office/drawing/2014/main" val="3410558925"/>
                        </a:ext>
                      </a:extLst>
                    </a:gridCol>
                    <a:gridCol w="1771169">
                      <a:extLst>
                        <a:ext uri="{9D8B030D-6E8A-4147-A177-3AD203B41FA5}">
                          <a16:colId xmlns:a16="http://schemas.microsoft.com/office/drawing/2014/main" val="3350035111"/>
                        </a:ext>
                      </a:extLst>
                    </a:gridCol>
                  </a:tblGrid>
                  <a:tr h="3505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840" t="-1724" r="-248739" b="-9155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1096" t="-1724" r="-1370" b="-91551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2060275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98963023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61670219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78373702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2.5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24176802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18612044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3.5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08697484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700" b="0" i="0">
                            <a:latin typeface="Inter Light" panose="02000403000000020004" pitchFamily="2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5253148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76173441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10.5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2776618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64281681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D835D8-B54D-E564-FD39-9EF2106A5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A5F9B-127D-6DD9-3EE4-F7D634A9B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Iterated Expectation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C10CCB4-BDDA-53F7-8D33-FCB388F5B61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Consider the following jointly distributed random variables X and Y: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Y is the outcome of a 20 sided die roll.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X is the outcome of a y-sided die roll, where y is the result of the 20-sided die roll.</a:t>
                </a:r>
              </a:p>
              <a:p>
                <a:endParaRPr lang="en-US"/>
              </a:p>
              <a:p>
                <a:r>
                  <a:rPr lang="en-US"/>
                  <a:t>We know that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𝔼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d>
                      </m:e>
                    </m:d>
                  </m:oMath>
                </a14:m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First we need to identify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</m:oMath>
                </a14:m>
                <a:r>
                  <a:rPr lang="en-US"/>
                  <a:t>. What is it?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</m:oMath>
                </a14:m>
                <a:r>
                  <a:rPr lang="en-US"/>
                  <a:t> is a random variable. Its distribution is: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How can we write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</m:oMath>
                </a14:m>
                <a:r>
                  <a:rPr lang="en-US"/>
                  <a:t> in terms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/>
                  <a:t>?</a:t>
                </a:r>
              </a:p>
              <a:p>
                <a:pPr marL="1028683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/>
              </a:p>
              <a:p>
                <a:pPr marL="1028683" lvl="1" indent="-342900">
                  <a:buFont typeface="Arial" panose="020B0604020202020204" pitchFamily="34" charset="0"/>
                  <a:buChar char="•"/>
                </a:pPr>
                <a:endParaRPr lang="en-US"/>
              </a:p>
              <a:p>
                <a:r>
                  <a:rPr lang="en-US"/>
                  <a:t>So what is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en-US"/>
                  <a:t>?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C10CCB4-BDDA-53F7-8D33-FCB388F5B6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96" t="-541" b="-32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40970232-42A9-418A-1434-E37248F438F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9499001" y="2819400"/>
              <a:ext cx="2495775" cy="350520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584664">
                      <a:extLst>
                        <a:ext uri="{9D8B030D-6E8A-4147-A177-3AD203B41FA5}">
                          <a16:colId xmlns:a16="http://schemas.microsoft.com/office/drawing/2014/main" val="3410558925"/>
                        </a:ext>
                      </a:extLst>
                    </a:gridCol>
                    <a:gridCol w="1911111">
                      <a:extLst>
                        <a:ext uri="{9D8B030D-6E8A-4147-A177-3AD203B41FA5}">
                          <a16:colId xmlns:a16="http://schemas.microsoft.com/office/drawing/2014/main" val="3350035111"/>
                        </a:ext>
                      </a:extLst>
                    </a:gridCol>
                  </a:tblGrid>
                  <a:tr h="320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700" b="0" i="1" smtClean="0">
                                    <a:latin typeface="Cambria Math" panose="02040503050406030204" pitchFamily="18" charset="0"/>
                                    <a:ea typeface="Inter Light" panose="02000403000000020004" pitchFamily="2" charset="0"/>
                                    <a:cs typeface="Inter Light" panose="02000403000000020004" pitchFamily="2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US" sz="1700" b="0" i="0">
                            <a:latin typeface="Inter Light" panose="02000403000000020004" pitchFamily="2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7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700" b="0" i="1" smtClean="0">
                                    <a:latin typeface="Cambria Math" panose="02040503050406030204" pitchFamily="18" charset="0"/>
                                    <a:ea typeface="Inter Light" panose="02000403000000020004" pitchFamily="2" charset="0"/>
                                    <a:cs typeface="Inter Light" panose="02000403000000020004" pitchFamily="2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n-US" sz="1700" b="0" i="1" smtClean="0">
                                        <a:latin typeface="Cambria Math" panose="02040503050406030204" pitchFamily="18" charset="0"/>
                                        <a:ea typeface="Inter Light" panose="02000403000000020004" pitchFamily="2" charset="0"/>
                                        <a:cs typeface="Inter Light" panose="02000403000000020004" pitchFamily="2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700" b="0" i="1" smtClean="0">
                                        <a:latin typeface="Cambria Math" panose="02040503050406030204" pitchFamily="18" charset="0"/>
                                        <a:ea typeface="Inter Light" panose="02000403000000020004" pitchFamily="2" charset="0"/>
                                        <a:cs typeface="Inter Light" panose="02000403000000020004" pitchFamily="2" charset="0"/>
                                      </a:rPr>
                                      <m:t>𝑌</m:t>
                                    </m:r>
                                    <m:r>
                                      <a:rPr lang="en-US" sz="1700" b="0" i="1" smtClean="0">
                                        <a:latin typeface="Cambria Math" panose="02040503050406030204" pitchFamily="18" charset="0"/>
                                        <a:ea typeface="Inter Light" panose="02000403000000020004" pitchFamily="2" charset="0"/>
                                        <a:cs typeface="Inter Light" panose="02000403000000020004" pitchFamily="2" charset="0"/>
                                      </a:rPr>
                                      <m:t>=</m:t>
                                    </m:r>
                                    <m:r>
                                      <a:rPr lang="en-US" sz="1700" b="0" i="1" smtClean="0">
                                        <a:latin typeface="Cambria Math" panose="02040503050406030204" pitchFamily="18" charset="0"/>
                                        <a:ea typeface="Inter Light" panose="02000403000000020004" pitchFamily="2" charset="0"/>
                                        <a:cs typeface="Inter Light" panose="02000403000000020004" pitchFamily="2" charset="0"/>
                                      </a:rPr>
                                      <m:t>𝑦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700" b="0" i="0">
                            <a:latin typeface="Inter Light" panose="02000403000000020004" pitchFamily="2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02060275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98963023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61670219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78373702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24176802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18612044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08697484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700" b="0" i="0">
                            <a:latin typeface="Inter Light" panose="02000403000000020004" pitchFamily="2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5253148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76173441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2776618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40970232-42A9-418A-1434-E37248F438F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9499001" y="2819400"/>
              <a:ext cx="2495775" cy="350520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584664">
                      <a:extLst>
                        <a:ext uri="{9D8B030D-6E8A-4147-A177-3AD203B41FA5}">
                          <a16:colId xmlns:a16="http://schemas.microsoft.com/office/drawing/2014/main" val="3410558925"/>
                        </a:ext>
                      </a:extLst>
                    </a:gridCol>
                    <a:gridCol w="1911111">
                      <a:extLst>
                        <a:ext uri="{9D8B030D-6E8A-4147-A177-3AD203B41FA5}">
                          <a16:colId xmlns:a16="http://schemas.microsoft.com/office/drawing/2014/main" val="3350035111"/>
                        </a:ext>
                      </a:extLst>
                    </a:gridCol>
                  </a:tblGrid>
                  <a:tr h="3505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42" t="-1724" r="-331250" b="-9155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892" t="-1724" r="-1274" b="-91551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2060275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98963023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61670219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78373702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24176802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18612044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08697484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700" b="0" i="0">
                            <a:latin typeface="Inter Light" panose="02000403000000020004" pitchFamily="2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5253148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76173441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2776618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A922F255-A0B4-13E2-3342-2EF060FF857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99396319"/>
                  </p:ext>
                </p:extLst>
              </p:nvPr>
            </p:nvGraphicFramePr>
            <p:xfrm>
              <a:off x="6971594" y="2819400"/>
              <a:ext cx="2495775" cy="350520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724606">
                      <a:extLst>
                        <a:ext uri="{9D8B030D-6E8A-4147-A177-3AD203B41FA5}">
                          <a16:colId xmlns:a16="http://schemas.microsoft.com/office/drawing/2014/main" val="3410558925"/>
                        </a:ext>
                      </a:extLst>
                    </a:gridCol>
                    <a:gridCol w="1771169">
                      <a:extLst>
                        <a:ext uri="{9D8B030D-6E8A-4147-A177-3AD203B41FA5}">
                          <a16:colId xmlns:a16="http://schemas.microsoft.com/office/drawing/2014/main" val="3350035111"/>
                        </a:ext>
                      </a:extLst>
                    </a:gridCol>
                  </a:tblGrid>
                  <a:tr h="320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700" b="0" i="1" smtClean="0">
                                    <a:latin typeface="Cambria Math" panose="02040503050406030204" pitchFamily="18" charset="0"/>
                                    <a:ea typeface="Inter Light" panose="02000403000000020004" pitchFamily="2" charset="0"/>
                                    <a:cs typeface="Inter Light" panose="02000403000000020004" pitchFamily="2" charset="0"/>
                                  </a:rPr>
                                  <m:t>h</m:t>
                                </m:r>
                              </m:oMath>
                            </m:oMathPara>
                          </a14:m>
                          <a:endParaRPr lang="en-US" sz="1700" b="0" i="0">
                            <a:latin typeface="Inter Light" panose="02000403000000020004" pitchFamily="2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7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700" b="0" i="1" smtClean="0">
                                    <a:latin typeface="Cambria Math" panose="02040503050406030204" pitchFamily="18" charset="0"/>
                                    <a:ea typeface="Inter Light" panose="02000403000000020004" pitchFamily="2" charset="0"/>
                                    <a:cs typeface="Inter Light" panose="02000403000000020004" pitchFamily="2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n-US" sz="1700" b="0" i="1" smtClean="0">
                                        <a:latin typeface="Cambria Math" panose="02040503050406030204" pitchFamily="18" charset="0"/>
                                        <a:ea typeface="Inter Light" panose="02000403000000020004" pitchFamily="2" charset="0"/>
                                        <a:cs typeface="Inter Light" panose="02000403000000020004" pitchFamily="2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i="1" smtClean="0">
                                        <a:latin typeface="Cambria Math" panose="02040503050406030204" pitchFamily="18" charset="0"/>
                                      </a:rPr>
                                      <m:t>𝔼</m:t>
                                    </m:r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  <m:e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  <m:t>𝑌</m:t>
                                        </m:r>
                                      </m:e>
                                    </m:d>
                                    <m:r>
                                      <a:rPr lang="en-US" sz="1700" b="0" i="1" smtClean="0">
                                        <a:latin typeface="Cambria Math" panose="02040503050406030204" pitchFamily="18" charset="0"/>
                                        <a:ea typeface="Inter Light" panose="02000403000000020004" pitchFamily="2" charset="0"/>
                                        <a:cs typeface="Inter Light" panose="02000403000000020004" pitchFamily="2" charset="0"/>
                                      </a:rPr>
                                      <m:t>=</m:t>
                                    </m:r>
                                    <m:r>
                                      <a:rPr lang="en-US" sz="1700" b="0" i="1" smtClean="0">
                                        <a:latin typeface="Cambria Math" panose="02040503050406030204" pitchFamily="18" charset="0"/>
                                        <a:ea typeface="Inter Light" panose="02000403000000020004" pitchFamily="2" charset="0"/>
                                        <a:cs typeface="Inter Light" panose="02000403000000020004" pitchFamily="2" charset="0"/>
                                      </a:rPr>
                                      <m:t>h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700" b="0" i="0">
                            <a:latin typeface="Inter Light" panose="02000403000000020004" pitchFamily="2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02060275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98963023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61670219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78373702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2.5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24176802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18612044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3.5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08697484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700" b="0" i="0">
                            <a:latin typeface="Inter Light" panose="02000403000000020004" pitchFamily="2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5253148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76173441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10.5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2776618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A922F255-A0B4-13E2-3342-2EF060FF857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99396319"/>
                  </p:ext>
                </p:extLst>
              </p:nvPr>
            </p:nvGraphicFramePr>
            <p:xfrm>
              <a:off x="6971594" y="2819400"/>
              <a:ext cx="2495775" cy="350520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724606">
                      <a:extLst>
                        <a:ext uri="{9D8B030D-6E8A-4147-A177-3AD203B41FA5}">
                          <a16:colId xmlns:a16="http://schemas.microsoft.com/office/drawing/2014/main" val="3410558925"/>
                        </a:ext>
                      </a:extLst>
                    </a:gridCol>
                    <a:gridCol w="1771169">
                      <a:extLst>
                        <a:ext uri="{9D8B030D-6E8A-4147-A177-3AD203B41FA5}">
                          <a16:colId xmlns:a16="http://schemas.microsoft.com/office/drawing/2014/main" val="3350035111"/>
                        </a:ext>
                      </a:extLst>
                    </a:gridCol>
                  </a:tblGrid>
                  <a:tr h="3505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840" t="-1724" r="-248739" b="-9155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1096" t="-1724" r="-1370" b="-91551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2060275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98963023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61670219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78373702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2.5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24176802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18612044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3.5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08697484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700" b="0" i="0">
                            <a:latin typeface="Inter Light" panose="02000403000000020004" pitchFamily="2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5253148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76173441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10.5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2776618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21676679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F93EA4-B823-FD0A-AD5D-0BD791705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568A3-A885-0470-CE04-8C23E3C95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Iterated Expectation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64E42D1-3B43-41CD-BF81-BD666C11788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Consider the following jointly distributed random variables X and Y: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Y is the outcome of a 20 sided die roll.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X is the outcome of a y-sided die roll, where y is the result of the 20-sided die roll.</a:t>
                </a:r>
              </a:p>
              <a:p>
                <a:endParaRPr lang="en-US"/>
              </a:p>
              <a:p>
                <a:r>
                  <a:rPr lang="en-US"/>
                  <a:t>We know that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𝔼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d>
                      </m:e>
                    </m:d>
                  </m:oMath>
                </a14:m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First we need to identify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</m:oMath>
                </a14:m>
                <a:r>
                  <a:rPr lang="en-US"/>
                  <a:t>. What is it?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</m:oMath>
                </a14:m>
                <a:r>
                  <a:rPr lang="en-US"/>
                  <a:t> is a random variable. Its distribution is: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How can we write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</m:oMath>
                </a14:m>
                <a:r>
                  <a:rPr lang="en-US"/>
                  <a:t> in terms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/>
                  <a:t>?</a:t>
                </a:r>
              </a:p>
              <a:p>
                <a:pPr marL="1028683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/>
              </a:p>
              <a:p>
                <a:pPr marL="1028683" lvl="1" indent="-342900">
                  <a:buFont typeface="Arial" panose="020B0604020202020204" pitchFamily="34" charset="0"/>
                  <a:buChar char="•"/>
                </a:pPr>
                <a:endParaRPr lang="en-US"/>
              </a:p>
              <a:p>
                <a:r>
                  <a:rPr lang="en-US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𝔼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10.5+1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=5.75</m:t>
                    </m:r>
                  </m:oMath>
                </a14:m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64E42D1-3B43-41CD-BF81-BD666C11788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96" t="-541" b="-38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61694684-4DFE-52D0-53E3-A708A1D29EF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9499001" y="2819400"/>
              <a:ext cx="2495775" cy="350520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584664">
                      <a:extLst>
                        <a:ext uri="{9D8B030D-6E8A-4147-A177-3AD203B41FA5}">
                          <a16:colId xmlns:a16="http://schemas.microsoft.com/office/drawing/2014/main" val="3410558925"/>
                        </a:ext>
                      </a:extLst>
                    </a:gridCol>
                    <a:gridCol w="1911111">
                      <a:extLst>
                        <a:ext uri="{9D8B030D-6E8A-4147-A177-3AD203B41FA5}">
                          <a16:colId xmlns:a16="http://schemas.microsoft.com/office/drawing/2014/main" val="3350035111"/>
                        </a:ext>
                      </a:extLst>
                    </a:gridCol>
                  </a:tblGrid>
                  <a:tr h="320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700" b="0" i="1" smtClean="0">
                                    <a:latin typeface="Cambria Math" panose="02040503050406030204" pitchFamily="18" charset="0"/>
                                    <a:ea typeface="Inter Light" panose="02000403000000020004" pitchFamily="2" charset="0"/>
                                    <a:cs typeface="Inter Light" panose="02000403000000020004" pitchFamily="2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US" sz="1700" b="0" i="0">
                            <a:latin typeface="Inter Light" panose="02000403000000020004" pitchFamily="2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7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700" b="0" i="1" smtClean="0">
                                    <a:latin typeface="Cambria Math" panose="02040503050406030204" pitchFamily="18" charset="0"/>
                                    <a:ea typeface="Inter Light" panose="02000403000000020004" pitchFamily="2" charset="0"/>
                                    <a:cs typeface="Inter Light" panose="02000403000000020004" pitchFamily="2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n-US" sz="1700" b="0" i="1" smtClean="0">
                                        <a:latin typeface="Cambria Math" panose="02040503050406030204" pitchFamily="18" charset="0"/>
                                        <a:ea typeface="Inter Light" panose="02000403000000020004" pitchFamily="2" charset="0"/>
                                        <a:cs typeface="Inter Light" panose="02000403000000020004" pitchFamily="2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700" b="0" i="1" smtClean="0">
                                        <a:latin typeface="Cambria Math" panose="02040503050406030204" pitchFamily="18" charset="0"/>
                                        <a:ea typeface="Inter Light" panose="02000403000000020004" pitchFamily="2" charset="0"/>
                                        <a:cs typeface="Inter Light" panose="02000403000000020004" pitchFamily="2" charset="0"/>
                                      </a:rPr>
                                      <m:t>𝑌</m:t>
                                    </m:r>
                                    <m:r>
                                      <a:rPr lang="en-US" sz="1700" b="0" i="1" smtClean="0">
                                        <a:latin typeface="Cambria Math" panose="02040503050406030204" pitchFamily="18" charset="0"/>
                                        <a:ea typeface="Inter Light" panose="02000403000000020004" pitchFamily="2" charset="0"/>
                                        <a:cs typeface="Inter Light" panose="02000403000000020004" pitchFamily="2" charset="0"/>
                                      </a:rPr>
                                      <m:t>=</m:t>
                                    </m:r>
                                    <m:r>
                                      <a:rPr lang="en-US" sz="1700" b="0" i="1" smtClean="0">
                                        <a:latin typeface="Cambria Math" panose="02040503050406030204" pitchFamily="18" charset="0"/>
                                        <a:ea typeface="Inter Light" panose="02000403000000020004" pitchFamily="2" charset="0"/>
                                        <a:cs typeface="Inter Light" panose="02000403000000020004" pitchFamily="2" charset="0"/>
                                      </a:rPr>
                                      <m:t>𝑦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700" b="0" i="0">
                            <a:latin typeface="Inter Light" panose="02000403000000020004" pitchFamily="2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02060275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98963023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61670219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78373702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24176802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18612044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08697484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700" b="0" i="0">
                            <a:latin typeface="Inter Light" panose="02000403000000020004" pitchFamily="2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5253148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76173441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2776618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61694684-4DFE-52D0-53E3-A708A1D29EF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9499001" y="2819400"/>
              <a:ext cx="2495775" cy="350520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584664">
                      <a:extLst>
                        <a:ext uri="{9D8B030D-6E8A-4147-A177-3AD203B41FA5}">
                          <a16:colId xmlns:a16="http://schemas.microsoft.com/office/drawing/2014/main" val="3410558925"/>
                        </a:ext>
                      </a:extLst>
                    </a:gridCol>
                    <a:gridCol w="1911111">
                      <a:extLst>
                        <a:ext uri="{9D8B030D-6E8A-4147-A177-3AD203B41FA5}">
                          <a16:colId xmlns:a16="http://schemas.microsoft.com/office/drawing/2014/main" val="3350035111"/>
                        </a:ext>
                      </a:extLst>
                    </a:gridCol>
                  </a:tblGrid>
                  <a:tr h="3505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42" t="-1724" r="-331250" b="-9155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892" t="-1724" r="-1274" b="-91551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2060275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98963023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61670219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78373702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24176802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18612044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08697484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700" b="0" i="0">
                            <a:latin typeface="Inter Light" panose="02000403000000020004" pitchFamily="2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5253148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76173441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2776618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5E63DF52-829D-C841-0C4F-9322B3A1510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71419637"/>
                  </p:ext>
                </p:extLst>
              </p:nvPr>
            </p:nvGraphicFramePr>
            <p:xfrm>
              <a:off x="6971594" y="2819400"/>
              <a:ext cx="2495775" cy="350520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724606">
                      <a:extLst>
                        <a:ext uri="{9D8B030D-6E8A-4147-A177-3AD203B41FA5}">
                          <a16:colId xmlns:a16="http://schemas.microsoft.com/office/drawing/2014/main" val="3410558925"/>
                        </a:ext>
                      </a:extLst>
                    </a:gridCol>
                    <a:gridCol w="1771169">
                      <a:extLst>
                        <a:ext uri="{9D8B030D-6E8A-4147-A177-3AD203B41FA5}">
                          <a16:colId xmlns:a16="http://schemas.microsoft.com/office/drawing/2014/main" val="3350035111"/>
                        </a:ext>
                      </a:extLst>
                    </a:gridCol>
                  </a:tblGrid>
                  <a:tr h="320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700" b="0" i="1" smtClean="0">
                                    <a:latin typeface="Cambria Math" panose="02040503050406030204" pitchFamily="18" charset="0"/>
                                    <a:ea typeface="Inter Light" panose="02000403000000020004" pitchFamily="2" charset="0"/>
                                    <a:cs typeface="Inter Light" panose="02000403000000020004" pitchFamily="2" charset="0"/>
                                  </a:rPr>
                                  <m:t>h</m:t>
                                </m:r>
                              </m:oMath>
                            </m:oMathPara>
                          </a14:m>
                          <a:endParaRPr lang="en-US" sz="1700" b="0" i="0">
                            <a:latin typeface="Inter Light" panose="02000403000000020004" pitchFamily="2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7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700" b="0" i="1" smtClean="0">
                                    <a:latin typeface="Cambria Math" panose="02040503050406030204" pitchFamily="18" charset="0"/>
                                    <a:ea typeface="Inter Light" panose="02000403000000020004" pitchFamily="2" charset="0"/>
                                    <a:cs typeface="Inter Light" panose="02000403000000020004" pitchFamily="2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n-US" sz="1700" b="0" i="1" smtClean="0">
                                        <a:latin typeface="Cambria Math" panose="02040503050406030204" pitchFamily="18" charset="0"/>
                                        <a:ea typeface="Inter Light" panose="02000403000000020004" pitchFamily="2" charset="0"/>
                                        <a:cs typeface="Inter Light" panose="02000403000000020004" pitchFamily="2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i="1" smtClean="0">
                                        <a:latin typeface="Cambria Math" panose="02040503050406030204" pitchFamily="18" charset="0"/>
                                      </a:rPr>
                                      <m:t>𝔼</m:t>
                                    </m:r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  <m:e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  <m:t>𝑌</m:t>
                                        </m:r>
                                      </m:e>
                                    </m:d>
                                    <m:r>
                                      <a:rPr lang="en-US" sz="1700" b="0" i="1" smtClean="0">
                                        <a:latin typeface="Cambria Math" panose="02040503050406030204" pitchFamily="18" charset="0"/>
                                        <a:ea typeface="Inter Light" panose="02000403000000020004" pitchFamily="2" charset="0"/>
                                        <a:cs typeface="Inter Light" panose="02000403000000020004" pitchFamily="2" charset="0"/>
                                      </a:rPr>
                                      <m:t>=</m:t>
                                    </m:r>
                                    <m:r>
                                      <a:rPr lang="en-US" sz="1700" b="0" i="1" smtClean="0">
                                        <a:latin typeface="Cambria Math" panose="02040503050406030204" pitchFamily="18" charset="0"/>
                                        <a:ea typeface="Inter Light" panose="02000403000000020004" pitchFamily="2" charset="0"/>
                                        <a:cs typeface="Inter Light" panose="02000403000000020004" pitchFamily="2" charset="0"/>
                                      </a:rPr>
                                      <m:t>h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700" b="0" i="0">
                            <a:latin typeface="Inter Light" panose="02000403000000020004" pitchFamily="2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02060275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98963023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61670219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78373702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2.5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24176802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18612044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3.5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08697484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700" b="0" i="0">
                            <a:latin typeface="Inter Light" panose="02000403000000020004" pitchFamily="2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5253148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76173441"/>
                      </a:ext>
                    </a:extLst>
                  </a:tr>
                  <a:tr h="259644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10.5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2776618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5E63DF52-829D-C841-0C4F-9322B3A1510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71419637"/>
                  </p:ext>
                </p:extLst>
              </p:nvPr>
            </p:nvGraphicFramePr>
            <p:xfrm>
              <a:off x="6971594" y="2819400"/>
              <a:ext cx="2495775" cy="350520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724606">
                      <a:extLst>
                        <a:ext uri="{9D8B030D-6E8A-4147-A177-3AD203B41FA5}">
                          <a16:colId xmlns:a16="http://schemas.microsoft.com/office/drawing/2014/main" val="3410558925"/>
                        </a:ext>
                      </a:extLst>
                    </a:gridCol>
                    <a:gridCol w="1771169">
                      <a:extLst>
                        <a:ext uri="{9D8B030D-6E8A-4147-A177-3AD203B41FA5}">
                          <a16:colId xmlns:a16="http://schemas.microsoft.com/office/drawing/2014/main" val="3350035111"/>
                        </a:ext>
                      </a:extLst>
                    </a:gridCol>
                  </a:tblGrid>
                  <a:tr h="3505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840" t="-1724" r="-248739" b="-9155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1096" t="-1724" r="-1370" b="-91551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2060275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98963023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61670219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78373702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2.5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24176802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18612044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3.5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08697484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700" b="0" i="0">
                            <a:latin typeface="Inter Light" panose="02000403000000020004" pitchFamily="2" charset="0"/>
                            <a:ea typeface="Inter Light" panose="02000403000000020004" pitchFamily="2" charset="0"/>
                            <a:cs typeface="Inter Light" panose="02000403000000020004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5253148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76173441"/>
                      </a:ext>
                    </a:extLst>
                  </a:tr>
                  <a:tr h="350520">
                    <a:tc>
                      <a:txBody>
                        <a:bodyPr/>
                        <a:lstStyle/>
                        <a:p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10.5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 b="0" i="0">
                              <a:latin typeface="Inter Light" panose="02000403000000020004" pitchFamily="2" charset="0"/>
                              <a:ea typeface="Inter Light" panose="02000403000000020004" pitchFamily="2" charset="0"/>
                              <a:cs typeface="Inter Light" panose="02000403000000020004" pitchFamily="2" charset="0"/>
                            </a:rPr>
                            <a:t>1/20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2776618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83249699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42E6F-C9DA-3921-651D-2EB718204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Comparing Our Two Approaches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0E280F-1E9A-6BAA-84DC-183E3758762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Our first approach was to apply the law of total expectation:</a:t>
                </a:r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r>
                  <a:rPr lang="en-US"/>
                  <a:t>Our second approach was to use iterated expectation:</a:t>
                </a:r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r>
                  <a:rPr lang="en-US"/>
                  <a:t>Now we just need to know that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range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𝔼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𝑷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𝔼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d>
                      </m:e>
                    </m:d>
                  </m:oMath>
                </a14:m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0E280F-1E9A-6BAA-84DC-183E375876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96" t="-541" b="-57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322B081-B5E9-42E1-5B5C-D22DFC1B3016}"/>
                  </a:ext>
                </a:extLst>
              </p:cNvPr>
              <p:cNvSpPr txBox="1"/>
              <p:nvPr/>
            </p:nvSpPr>
            <p:spPr>
              <a:xfrm>
                <a:off x="2612718" y="1086319"/>
                <a:ext cx="6852891" cy="10361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range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  <m:sup/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𝔼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𝑷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322B081-B5E9-42E1-5B5C-D22DFC1B30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2718" y="1086319"/>
                <a:ext cx="6852891" cy="103618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81DF702-35B2-FA40-37CF-C6E00806767B}"/>
                  </a:ext>
                </a:extLst>
              </p:cNvPr>
              <p:cNvSpPr txBox="1"/>
              <p:nvPr/>
            </p:nvSpPr>
            <p:spPr>
              <a:xfrm>
                <a:off x="3322545" y="2250725"/>
                <a:ext cx="6143064" cy="7861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1⋅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</a:rPr>
                        <m:t>+1.5⋅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</a:rPr>
                        <m:t>+…+10.5⋅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81DF702-35B2-FA40-37CF-C6E0080676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2545" y="2250725"/>
                <a:ext cx="6143064" cy="7861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D830FA6-1920-61E2-4F34-D85130A7B977}"/>
                  </a:ext>
                </a:extLst>
              </p:cNvPr>
              <p:cNvSpPr txBox="1"/>
              <p:nvPr/>
            </p:nvSpPr>
            <p:spPr>
              <a:xfrm>
                <a:off x="1552015" y="3891853"/>
                <a:ext cx="6143064" cy="5091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𝔼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D830FA6-1920-61E2-4F34-D85130A7B9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2015" y="3891853"/>
                <a:ext cx="6143064" cy="50917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1777D22-D494-D131-CFF7-47C560889213}"/>
                  </a:ext>
                </a:extLst>
              </p:cNvPr>
              <p:cNvSpPr txBox="1"/>
              <p:nvPr/>
            </p:nvSpPr>
            <p:spPr>
              <a:xfrm>
                <a:off x="3882838" y="4657481"/>
                <a:ext cx="6143064" cy="9142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2 </m:t>
                              </m:r>
                            </m:den>
                          </m:f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𝔼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+1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10.5+1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</a:rPr>
                        <m:t>=5.75</m:t>
                      </m:r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1777D22-D494-D131-CFF7-47C5608892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2838" y="4657481"/>
                <a:ext cx="6143064" cy="91422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2809920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98E3D-5DEE-810F-8BD6-CD583E38B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EEDBE-8C5E-F37A-CD3E-1FE0CCAF9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Recall: The Law of the Unconscious Statistician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261676-843F-312A-1AC8-92366CAA35F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Let us recall the Law of the Unconscious Statistician (LOTUS). </a:t>
                </a:r>
              </a:p>
              <a:p>
                <a:endParaRPr lang="en-US"/>
              </a:p>
              <a:p>
                <a:r>
                  <a:rPr lang="en-US"/>
                  <a:t>Suppose we have a random variable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/>
                  <a:t> and we define a new random variable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en-US"/>
                  <a:t>. Then we have that:</a:t>
                </a:r>
                <a:br>
                  <a:rPr lang="en-US"/>
                </a:br>
                <a:endParaRPr lang="en-US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range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𝑷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/>
              </a:p>
              <a:p>
                <a:endParaRPr lang="en-US"/>
              </a:p>
              <a:p>
                <a:r>
                  <a:rPr lang="en-US"/>
                  <a:t>Example: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Binomial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50,0.3</m:t>
                        </m:r>
                      </m:e>
                    </m:d>
                  </m:oMath>
                </a14:m>
                <a:r>
                  <a:rPr lang="en-US"/>
                  <a:t>,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cos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/>
                  <a:t> then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261676-843F-312A-1AC8-92366CAA35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96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8620A2C-344C-8652-73A1-07A7DA182994}"/>
                  </a:ext>
                </a:extLst>
              </p:cNvPr>
              <p:cNvSpPr txBox="1"/>
              <p:nvPr/>
            </p:nvSpPr>
            <p:spPr>
              <a:xfrm>
                <a:off x="1326541" y="5604028"/>
                <a:ext cx="8718411" cy="11362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50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⁡(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nary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sup>
                        <m:e>
                          <m:func>
                            <m:func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50</m:t>
                                  </m:r>
                                </m:num>
                                <m:den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den>
                              </m:f>
                            </m:e>
                          </m:d>
                        </m:e>
                      </m:nary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0.3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0.7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50−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8620A2C-344C-8652-73A1-07A7DA1829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6541" y="5604028"/>
                <a:ext cx="8718411" cy="113620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2575743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1E500-CCB5-95AE-6D3E-78CD86BC7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Proof of the Iterated Expectation Formula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AE2753A-6C3F-CA86-3772-98FB3447C81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We already know that</a:t>
                </a:r>
              </a:p>
              <a:p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We observe that we can rewrite this as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/>
              </a:p>
              <a:p>
                <a:r>
                  <a:rPr lang="en-US"/>
                  <a:t>     where we define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endParaRPr lang="en-US"/>
              </a:p>
              <a:p>
                <a:pPr marL="1028683" lvl="1" indent="-342900">
                  <a:buFont typeface="Arial" panose="020B0604020202020204" pitchFamily="34" charset="0"/>
                  <a:buChar char="•"/>
                </a:pPr>
                <a:r>
                  <a:rPr lang="en-US"/>
                  <a:t>Given a specific number,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/>
                  <a:t> returns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/>
                  <a:t>.</a:t>
                </a:r>
              </a:p>
              <a:p>
                <a:pPr marL="1028683" lvl="1" indent="-342900">
                  <a:buFont typeface="Arial" panose="020B0604020202020204" pitchFamily="34" charset="0"/>
                  <a:buChar char="•"/>
                </a:pPr>
                <a:r>
                  <a:rPr lang="en-US"/>
                  <a:t>For our dice example: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b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Therefore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</m:oMath>
                </a14:m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Using the law of the unconscious statistician, we know that: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AE2753A-6C3F-CA86-3772-98FB3447C8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96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D322F25-5434-E920-8B0B-0FB8C48B0C74}"/>
                  </a:ext>
                </a:extLst>
              </p:cNvPr>
              <p:cNvSpPr txBox="1"/>
              <p:nvPr/>
            </p:nvSpPr>
            <p:spPr>
              <a:xfrm>
                <a:off x="3370982" y="370097"/>
                <a:ext cx="6143064" cy="10361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range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  <m:sup/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𝔼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𝑷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D322F25-5434-E920-8B0B-0FB8C48B0C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0982" y="370097"/>
                <a:ext cx="6143064" cy="103618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E100884-8B17-4A98-A304-0771FE0C4E76}"/>
                  </a:ext>
                </a:extLst>
              </p:cNvPr>
              <p:cNvSpPr txBox="1"/>
              <p:nvPr/>
            </p:nvSpPr>
            <p:spPr>
              <a:xfrm>
                <a:off x="5405971" y="1406278"/>
                <a:ext cx="6143064" cy="10361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range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  <m:sup/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𝑷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E100884-8B17-4A98-A304-0771FE0C4E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971" y="1406278"/>
                <a:ext cx="6143064" cy="103618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1C82EB4-A9EA-BF04-F41D-536A8CDFA681}"/>
                  </a:ext>
                </a:extLst>
              </p:cNvPr>
              <p:cNvSpPr txBox="1"/>
              <p:nvPr/>
            </p:nvSpPr>
            <p:spPr>
              <a:xfrm>
                <a:off x="1685365" y="5169870"/>
                <a:ext cx="8718176" cy="10361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range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  <m:sup/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𝑷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</m:nary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d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𝔼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1C82EB4-A9EA-BF04-F41D-536A8CDFA6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5365" y="5169870"/>
                <a:ext cx="8718176" cy="103618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541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BFCAD-9C8F-CF95-9107-DFA2276DB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E76E4-FF03-F8F1-00D8-676AD792D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Summary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AAD538F-F242-F64C-80C7-517BB20B01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cov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𝑋𝑌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</m:oMath>
                </a14:m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Var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Var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Var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+2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cov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/>
                  <a:t> are independent,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cov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/>
                  <a:t>. The converse is not true.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Covariance is in units of X times units of Y.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Standardized random variables have mean 0 and variance 1.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Correlation is always between -1 and 1.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/>
                  <a:t>The law of total expectation lets us compute the conditional expectation of a random variable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/>
                  <a:t> in terms of the expectation across various conditions which partition the sample space.</a:t>
                </a:r>
              </a:p>
              <a:p>
                <a:pPr marL="1028683" lvl="1" indent="-342900">
                  <a:buFont typeface="Arial" panose="020B0604020202020204" pitchFamily="34" charset="0"/>
                  <a:buChar char="•"/>
                </a:pPr>
                <a:r>
                  <a:rPr lang="en-US"/>
                  <a:t>If the conditions which partition the sample space come from a jointly distributed random variable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/>
                  <a:t>, we can use the iterated expectation form.</a:t>
                </a:r>
              </a:p>
              <a:p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AAD538F-F242-F64C-80C7-517BB20B01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0" t="-2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830003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LisaAndJoshColorScheme">
      <a:dk1>
        <a:srgbClr val="000000"/>
      </a:dk1>
      <a:lt1>
        <a:srgbClr val="FFFFFF"/>
      </a:lt1>
      <a:dk2>
        <a:srgbClr val="B7B7B7"/>
      </a:dk2>
      <a:lt2>
        <a:srgbClr val="C9DAF8"/>
      </a:lt2>
      <a:accent1>
        <a:srgbClr val="FCE5CD"/>
      </a:accent1>
      <a:accent2>
        <a:srgbClr val="CC4125"/>
      </a:accent2>
      <a:accent3>
        <a:srgbClr val="0B5394"/>
      </a:accent3>
      <a:accent4>
        <a:srgbClr val="BF9000"/>
      </a:accent4>
      <a:accent5>
        <a:srgbClr val="6AA84F"/>
      </a:accent5>
      <a:accent6>
        <a:srgbClr val="D9D9D9"/>
      </a:accent6>
      <a:hlink>
        <a:srgbClr val="4A86E8"/>
      </a:hlink>
      <a:folHlink>
        <a:srgbClr val="0097A7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69</Slides>
  <Notes>12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69</vt:i4>
      </vt:variant>
    </vt:vector>
  </HeadingPairs>
  <TitlesOfParts>
    <vt:vector size="70" baseType="lpstr">
      <vt:lpstr>Office Theme</vt:lpstr>
      <vt:lpstr>Covariance</vt:lpstr>
      <vt:lpstr>Covariance</vt:lpstr>
      <vt:lpstr>Covariance Definition</vt:lpstr>
      <vt:lpstr>Covariance Intuitively</vt:lpstr>
      <vt:lpstr>Covariance Intuitively</vt:lpstr>
      <vt:lpstr>Covariance Intuitively</vt:lpstr>
      <vt:lpstr>Covariance Intuitively (Example 2)</vt:lpstr>
      <vt:lpstr>Covariance Intuitively (Example 2)</vt:lpstr>
      <vt:lpstr>Random Variables and Sampled Data</vt:lpstr>
      <vt:lpstr>Random Variables and Sampled Data</vt:lpstr>
      <vt:lpstr>Random Variables and Sampled Data</vt:lpstr>
      <vt:lpstr>Random Variables and Sampled Data</vt:lpstr>
      <vt:lpstr>Random Variables and Sampled Data</vt:lpstr>
      <vt:lpstr>Random Variables and Sampled Data</vt:lpstr>
      <vt:lpstr>Random Variables and Sampled Data</vt:lpstr>
      <vt:lpstr>Random Variables and Sampled Data</vt:lpstr>
      <vt:lpstr>Random Variables and Sampled Data</vt:lpstr>
      <vt:lpstr>Quick Minor Technical Notes</vt:lpstr>
      <vt:lpstr>Covariance and Independence</vt:lpstr>
      <vt:lpstr>Example</vt:lpstr>
      <vt:lpstr>Example</vt:lpstr>
      <vt:lpstr>Example</vt:lpstr>
      <vt:lpstr>Example</vt:lpstr>
      <vt:lpstr>Covariance and Independence</vt:lpstr>
      <vt:lpstr>Standardizing Random Variables</vt:lpstr>
      <vt:lpstr>Standardizing a Random Variable</vt:lpstr>
      <vt:lpstr>Example: Standardizing Binomial(4, 0.25)</vt:lpstr>
      <vt:lpstr>Standardized Binomial</vt:lpstr>
      <vt:lpstr>Standardized RV Expectation and Variance</vt:lpstr>
      <vt:lpstr>Another Useful Property of Standardized Random Variables</vt:lpstr>
      <vt:lpstr>Another Useful Property of Standardized Random Variables</vt:lpstr>
      <vt:lpstr>Use of Standardized Random Variables</vt:lpstr>
      <vt:lpstr>Properties of Covariance, Correlation</vt:lpstr>
      <vt:lpstr>Variance</vt:lpstr>
      <vt:lpstr>Extra Slide: Proof of First Useful Property</vt:lpstr>
      <vt:lpstr>Correlation</vt:lpstr>
      <vt:lpstr>Proof of Correlation Range</vt:lpstr>
      <vt:lpstr>Proof of Correlation Range</vt:lpstr>
      <vt:lpstr>Proof of Correlation Range</vt:lpstr>
      <vt:lpstr>Correlation Examples</vt:lpstr>
      <vt:lpstr>Correlation Of Zero</vt:lpstr>
      <vt:lpstr>Correlation Of Discussion and Midterm Scores</vt:lpstr>
      <vt:lpstr>Scatter Plot (Beyond Scope of Course)</vt:lpstr>
      <vt:lpstr>Scatter Plot (Beyond Scope of Course)</vt:lpstr>
      <vt:lpstr>Note on Unity Correlation</vt:lpstr>
      <vt:lpstr>Conditional Expectation</vt:lpstr>
      <vt:lpstr>Conditional Expectation</vt:lpstr>
      <vt:lpstr>Conditional Expectation</vt:lpstr>
      <vt:lpstr>Conditional Expectation</vt:lpstr>
      <vt:lpstr>The Law of Total Expectation</vt:lpstr>
      <vt:lpstr>The Law of Total Expectation</vt:lpstr>
      <vt:lpstr>The Law of Total Expectation</vt:lpstr>
      <vt:lpstr>The Law of Total Expectation</vt:lpstr>
      <vt:lpstr>The Law of Total Expectation</vt:lpstr>
      <vt:lpstr>The Law of Total Expectation</vt:lpstr>
      <vt:lpstr>The Law of Total Expectation</vt:lpstr>
      <vt:lpstr>Iterated Expectation</vt:lpstr>
      <vt:lpstr>Iterated Expectation</vt:lpstr>
      <vt:lpstr>Iterated Expectation</vt:lpstr>
      <vt:lpstr>Iterated Expectation</vt:lpstr>
      <vt:lpstr>Iterated Expectation</vt:lpstr>
      <vt:lpstr>Iterated Expectation</vt:lpstr>
      <vt:lpstr>Iterated Expectation</vt:lpstr>
      <vt:lpstr>Iterated Expectation</vt:lpstr>
      <vt:lpstr>Iterated Expectation</vt:lpstr>
      <vt:lpstr>Comparing Our Two Approaches</vt:lpstr>
      <vt:lpstr>Recall: The Law of the Unconscious Statistician</vt:lpstr>
      <vt:lpstr>Proof of the Iterated Expectation Formula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Joshua Hug</dc:creator>
  <cp:revision>1</cp:revision>
  <cp:lastPrinted>2024-11-12T16:40:08Z</cp:lastPrinted>
  <dcterms:created xsi:type="dcterms:W3CDTF">2024-10-03T17:23:53Z</dcterms:created>
  <dcterms:modified xsi:type="dcterms:W3CDTF">2025-11-14T01:03:09Z</dcterms:modified>
</cp:coreProperties>
</file>