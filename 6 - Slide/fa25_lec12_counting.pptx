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3"/>
  </p:notesMasterIdLst>
  <p:handoutMasterIdLst>
    <p:handoutMasterId r:id="rId104"/>
  </p:handoutMasterIdLst>
  <p:sldIdLst>
    <p:sldId id="726" r:id="rId2"/>
    <p:sldId id="760" r:id="rId3"/>
    <p:sldId id="478" r:id="rId4"/>
    <p:sldId id="692" r:id="rId5"/>
    <p:sldId id="691" r:id="rId6"/>
    <p:sldId id="694" r:id="rId7"/>
    <p:sldId id="695" r:id="rId8"/>
    <p:sldId id="697" r:id="rId9"/>
    <p:sldId id="700" r:id="rId10"/>
    <p:sldId id="787" r:id="rId11"/>
    <p:sldId id="698" r:id="rId12"/>
    <p:sldId id="784" r:id="rId13"/>
    <p:sldId id="785" r:id="rId14"/>
    <p:sldId id="786" r:id="rId15"/>
    <p:sldId id="704" r:id="rId16"/>
    <p:sldId id="706" r:id="rId17"/>
    <p:sldId id="708" r:id="rId18"/>
    <p:sldId id="709" r:id="rId19"/>
    <p:sldId id="710" r:id="rId20"/>
    <p:sldId id="766" r:id="rId21"/>
    <p:sldId id="768" r:id="rId22"/>
    <p:sldId id="769" r:id="rId23"/>
    <p:sldId id="712" r:id="rId24"/>
    <p:sldId id="713" r:id="rId25"/>
    <p:sldId id="714" r:id="rId26"/>
    <p:sldId id="776" r:id="rId27"/>
    <p:sldId id="761" r:id="rId28"/>
    <p:sldId id="770" r:id="rId29"/>
    <p:sldId id="771" r:id="rId30"/>
    <p:sldId id="772" r:id="rId31"/>
    <p:sldId id="773" r:id="rId32"/>
    <p:sldId id="774" r:id="rId33"/>
    <p:sldId id="788" r:id="rId34"/>
    <p:sldId id="718" r:id="rId35"/>
    <p:sldId id="719" r:id="rId36"/>
    <p:sldId id="779" r:id="rId37"/>
    <p:sldId id="721" r:id="rId38"/>
    <p:sldId id="780" r:id="rId39"/>
    <p:sldId id="781" r:id="rId40"/>
    <p:sldId id="782" r:id="rId41"/>
    <p:sldId id="783" r:id="rId42"/>
    <p:sldId id="724" r:id="rId43"/>
    <p:sldId id="725" r:id="rId44"/>
    <p:sldId id="729" r:id="rId45"/>
    <p:sldId id="727" r:id="rId46"/>
    <p:sldId id="796" r:id="rId47"/>
    <p:sldId id="795" r:id="rId48"/>
    <p:sldId id="740" r:id="rId49"/>
    <p:sldId id="728" r:id="rId50"/>
    <p:sldId id="730" r:id="rId51"/>
    <p:sldId id="732" r:id="rId52"/>
    <p:sldId id="733" r:id="rId53"/>
    <p:sldId id="793" r:id="rId54"/>
    <p:sldId id="797" r:id="rId55"/>
    <p:sldId id="735" r:id="rId56"/>
    <p:sldId id="798" r:id="rId57"/>
    <p:sldId id="800" r:id="rId58"/>
    <p:sldId id="803" r:id="rId59"/>
    <p:sldId id="801" r:id="rId60"/>
    <p:sldId id="802" r:id="rId61"/>
    <p:sldId id="804" r:id="rId62"/>
    <p:sldId id="805" r:id="rId63"/>
    <p:sldId id="731" r:id="rId64"/>
    <p:sldId id="806" r:id="rId65"/>
    <p:sldId id="807" r:id="rId66"/>
    <p:sldId id="808" r:id="rId67"/>
    <p:sldId id="809" r:id="rId68"/>
    <p:sldId id="810" r:id="rId69"/>
    <p:sldId id="738" r:id="rId70"/>
    <p:sldId id="741" r:id="rId71"/>
    <p:sldId id="811" r:id="rId72"/>
    <p:sldId id="812" r:id="rId73"/>
    <p:sldId id="742" r:id="rId74"/>
    <p:sldId id="815" r:id="rId75"/>
    <p:sldId id="814" r:id="rId76"/>
    <p:sldId id="743" r:id="rId77"/>
    <p:sldId id="816" r:id="rId78"/>
    <p:sldId id="817" r:id="rId79"/>
    <p:sldId id="818" r:id="rId80"/>
    <p:sldId id="745" r:id="rId81"/>
    <p:sldId id="819" r:id="rId82"/>
    <p:sldId id="821" r:id="rId83"/>
    <p:sldId id="822" r:id="rId84"/>
    <p:sldId id="823" r:id="rId85"/>
    <p:sldId id="749" r:id="rId86"/>
    <p:sldId id="824" r:id="rId87"/>
    <p:sldId id="825" r:id="rId88"/>
    <p:sldId id="752" r:id="rId89"/>
    <p:sldId id="753" r:id="rId90"/>
    <p:sldId id="826" r:id="rId91"/>
    <p:sldId id="755" r:id="rId92"/>
    <p:sldId id="829" r:id="rId93"/>
    <p:sldId id="827" r:id="rId94"/>
    <p:sldId id="758" r:id="rId95"/>
    <p:sldId id="757" r:id="rId96"/>
    <p:sldId id="702" r:id="rId97"/>
    <p:sldId id="759" r:id="rId98"/>
    <p:sldId id="831" r:id="rId99"/>
    <p:sldId id="830" r:id="rId100"/>
    <p:sldId id="834" r:id="rId101"/>
    <p:sldId id="833" r:id="rId102"/>
  </p:sldIdLst>
  <p:sldSz cx="12192000" cy="6858000"/>
  <p:notesSz cx="7315200" cy="9601200"/>
  <p:defaultTextStyle>
    <a:defPPr>
      <a:defRPr lang="en-US"/>
    </a:defPPr>
    <a:lvl1pPr marL="0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5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32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8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63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79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94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11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26" algn="l" defTabSz="914232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A7D8A95-32CD-A442-A133-994EA6CCFAF8}">
          <p14:sldIdLst>
            <p14:sldId id="726"/>
            <p14:sldId id="760"/>
            <p14:sldId id="478"/>
            <p14:sldId id="692"/>
            <p14:sldId id="691"/>
            <p14:sldId id="694"/>
            <p14:sldId id="695"/>
            <p14:sldId id="697"/>
            <p14:sldId id="700"/>
            <p14:sldId id="787"/>
            <p14:sldId id="698"/>
            <p14:sldId id="784"/>
            <p14:sldId id="785"/>
            <p14:sldId id="786"/>
          </p14:sldIdLst>
        </p14:section>
        <p14:section name="E[" id="{D5E92838-4B32-1743-B4FC-D677339A2938}">
          <p14:sldIdLst>
            <p14:sldId id="704"/>
            <p14:sldId id="706"/>
            <p14:sldId id="708"/>
            <p14:sldId id="709"/>
            <p14:sldId id="710"/>
            <p14:sldId id="766"/>
            <p14:sldId id="768"/>
            <p14:sldId id="769"/>
            <p14:sldId id="712"/>
            <p14:sldId id="713"/>
            <p14:sldId id="714"/>
            <p14:sldId id="776"/>
            <p14:sldId id="761"/>
            <p14:sldId id="770"/>
            <p14:sldId id="771"/>
            <p14:sldId id="772"/>
            <p14:sldId id="773"/>
            <p14:sldId id="774"/>
            <p14:sldId id="788"/>
            <p14:sldId id="718"/>
            <p14:sldId id="719"/>
            <p14:sldId id="779"/>
            <p14:sldId id="721"/>
            <p14:sldId id="780"/>
            <p14:sldId id="781"/>
            <p14:sldId id="782"/>
            <p14:sldId id="783"/>
            <p14:sldId id="724"/>
            <p14:sldId id="725"/>
            <p14:sldId id="729"/>
            <p14:sldId id="727"/>
            <p14:sldId id="796"/>
            <p14:sldId id="795"/>
            <p14:sldId id="740"/>
            <p14:sldId id="728"/>
            <p14:sldId id="730"/>
            <p14:sldId id="732"/>
            <p14:sldId id="733"/>
            <p14:sldId id="793"/>
            <p14:sldId id="797"/>
            <p14:sldId id="735"/>
            <p14:sldId id="798"/>
            <p14:sldId id="800"/>
            <p14:sldId id="803"/>
            <p14:sldId id="801"/>
            <p14:sldId id="802"/>
            <p14:sldId id="804"/>
            <p14:sldId id="805"/>
            <p14:sldId id="731"/>
            <p14:sldId id="806"/>
            <p14:sldId id="807"/>
            <p14:sldId id="808"/>
            <p14:sldId id="809"/>
            <p14:sldId id="810"/>
            <p14:sldId id="738"/>
            <p14:sldId id="741"/>
            <p14:sldId id="811"/>
            <p14:sldId id="812"/>
            <p14:sldId id="742"/>
            <p14:sldId id="815"/>
            <p14:sldId id="814"/>
            <p14:sldId id="743"/>
            <p14:sldId id="816"/>
            <p14:sldId id="817"/>
            <p14:sldId id="818"/>
            <p14:sldId id="745"/>
            <p14:sldId id="819"/>
            <p14:sldId id="821"/>
            <p14:sldId id="822"/>
            <p14:sldId id="823"/>
            <p14:sldId id="749"/>
            <p14:sldId id="824"/>
            <p14:sldId id="825"/>
            <p14:sldId id="752"/>
            <p14:sldId id="753"/>
            <p14:sldId id="826"/>
            <p14:sldId id="755"/>
            <p14:sldId id="829"/>
            <p14:sldId id="827"/>
            <p14:sldId id="758"/>
            <p14:sldId id="757"/>
            <p14:sldId id="702"/>
            <p14:sldId id="759"/>
            <p14:sldId id="831"/>
            <p14:sldId id="830"/>
            <p14:sldId id="834"/>
            <p14:sldId id="83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CC4125"/>
    <a:srgbClr val="EEB0A4"/>
    <a:srgbClr val="FDCDE4"/>
    <a:srgbClr val="56F8F4"/>
    <a:srgbClr val="CEFDFC"/>
    <a:srgbClr val="F963AA"/>
    <a:srgbClr val="09D1CC"/>
    <a:srgbClr val="F73792"/>
    <a:srgbClr val="C7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697727-F8D4-4564-BA46-DA706459793A}" v="7209" dt="2025-10-07T22:12:34.229"/>
    <p1510:client id="{D8016C65-D60B-8642-8DF6-1F849CDE156C}" v="347" dt="2025-10-07T23:58:49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/>
    </p:cSldViewPr>
  </p:slide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Hug" userId="e2159f7335c131c2" providerId="LiveId" clId="{0EDB6E27-9086-5277-AB10-A63F9A905C93}"/>
    <pc:docChg chg="undo custSel addSld delSld modSld sldOrd modSection">
      <pc:chgData name="Josh Hug" userId="e2159f7335c131c2" providerId="LiveId" clId="{0EDB6E27-9086-5277-AB10-A63F9A905C93}" dt="2025-10-07T23:58:49.491" v="7905" actId="207"/>
      <pc:docMkLst>
        <pc:docMk/>
      </pc:docMkLst>
      <pc:sldChg chg="modSp mod">
        <pc:chgData name="Josh Hug" userId="e2159f7335c131c2" providerId="LiveId" clId="{0EDB6E27-9086-5277-AB10-A63F9A905C93}" dt="2025-10-07T22:15:18.188" v="7603" actId="27636"/>
        <pc:sldMkLst>
          <pc:docMk/>
          <pc:sldMk cId="2861330960" sldId="478"/>
        </pc:sldMkLst>
        <pc:spChg chg="mod">
          <ac:chgData name="Josh Hug" userId="e2159f7335c131c2" providerId="LiveId" clId="{0EDB6E27-9086-5277-AB10-A63F9A905C93}" dt="2025-10-07T22:15:18.188" v="7603" actId="27636"/>
          <ac:spMkLst>
            <pc:docMk/>
            <pc:sldMk cId="2861330960" sldId="478"/>
            <ac:spMk id="2" creationId="{0F757346-44B0-AEF1-0367-DE9B44A479C8}"/>
          </ac:spMkLst>
        </pc:spChg>
        <pc:spChg chg="mod">
          <ac:chgData name="Josh Hug" userId="e2159f7335c131c2" providerId="LiveId" clId="{0EDB6E27-9086-5277-AB10-A63F9A905C93}" dt="2025-10-02T02:43:29.649" v="430" actId="20577"/>
          <ac:spMkLst>
            <pc:docMk/>
            <pc:sldMk cId="2861330960" sldId="478"/>
            <ac:spMk id="6" creationId="{937D808E-88A2-F090-B52A-A0B7F8712752}"/>
          </ac:spMkLst>
        </pc:spChg>
      </pc:sldChg>
      <pc:sldChg chg="modSp">
        <pc:chgData name="Josh Hug" userId="e2159f7335c131c2" providerId="LiveId" clId="{0EDB6E27-9086-5277-AB10-A63F9A905C93}" dt="2025-10-02T02:43:52.505" v="488"/>
        <pc:sldMkLst>
          <pc:docMk/>
          <pc:sldMk cId="3598963934" sldId="691"/>
        </pc:sldMkLst>
        <pc:spChg chg="mod">
          <ac:chgData name="Josh Hug" userId="e2159f7335c131c2" providerId="LiveId" clId="{0EDB6E27-9086-5277-AB10-A63F9A905C93}" dt="2025-10-02T02:43:52.505" v="488"/>
          <ac:spMkLst>
            <pc:docMk/>
            <pc:sldMk cId="3598963934" sldId="691"/>
            <ac:spMk id="2" creationId="{F1B7A179-F0ED-08CB-9BDD-F209A4E7F212}"/>
          </ac:spMkLst>
        </pc:spChg>
      </pc:sldChg>
      <pc:sldChg chg="modSp mod">
        <pc:chgData name="Josh Hug" userId="e2159f7335c131c2" providerId="LiveId" clId="{0EDB6E27-9086-5277-AB10-A63F9A905C93}" dt="2025-10-02T02:43:45.855" v="487" actId="20577"/>
        <pc:sldMkLst>
          <pc:docMk/>
          <pc:sldMk cId="2614765606" sldId="692"/>
        </pc:sldMkLst>
        <pc:spChg chg="mod">
          <ac:chgData name="Josh Hug" userId="e2159f7335c131c2" providerId="LiveId" clId="{0EDB6E27-9086-5277-AB10-A63F9A905C93}" dt="2025-10-02T02:43:45.855" v="487" actId="20577"/>
          <ac:spMkLst>
            <pc:docMk/>
            <pc:sldMk cId="2614765606" sldId="692"/>
            <ac:spMk id="2" creationId="{E624B417-AD8F-112E-40AF-F57C6B8BDEC8}"/>
          </ac:spMkLst>
        </pc:spChg>
      </pc:sldChg>
      <pc:sldChg chg="modSp mod">
        <pc:chgData name="Josh Hug" userId="e2159f7335c131c2" providerId="LiveId" clId="{0EDB6E27-9086-5277-AB10-A63F9A905C93}" dt="2025-10-07T22:15:36.978" v="7614" actId="20577"/>
        <pc:sldMkLst>
          <pc:docMk/>
          <pc:sldMk cId="1850531241" sldId="694"/>
        </pc:sldMkLst>
        <pc:spChg chg="mod">
          <ac:chgData name="Josh Hug" userId="e2159f7335c131c2" providerId="LiveId" clId="{0EDB6E27-9086-5277-AB10-A63F9A905C93}" dt="2025-10-02T02:43:55.579" v="489"/>
          <ac:spMkLst>
            <pc:docMk/>
            <pc:sldMk cId="1850531241" sldId="694"/>
            <ac:spMk id="2" creationId="{EC6E2AE1-A88D-9201-0116-1C1F60D9EB2C}"/>
          </ac:spMkLst>
        </pc:spChg>
        <pc:spChg chg="mod">
          <ac:chgData name="Josh Hug" userId="e2159f7335c131c2" providerId="LiveId" clId="{0EDB6E27-9086-5277-AB10-A63F9A905C93}" dt="2025-10-07T22:15:36.978" v="7614" actId="20577"/>
          <ac:spMkLst>
            <pc:docMk/>
            <pc:sldMk cId="1850531241" sldId="694"/>
            <ac:spMk id="3" creationId="{00996DBA-A511-A23A-2E45-0F840712C4A8}"/>
          </ac:spMkLst>
        </pc:spChg>
      </pc:sldChg>
      <pc:sldChg chg="addSp modSp mod">
        <pc:chgData name="Josh Hug" userId="e2159f7335c131c2" providerId="LiveId" clId="{0EDB6E27-9086-5277-AB10-A63F9A905C93}" dt="2025-10-07T22:16:02.806" v="7736" actId="20577"/>
        <pc:sldMkLst>
          <pc:docMk/>
          <pc:sldMk cId="2588517040" sldId="695"/>
        </pc:sldMkLst>
        <pc:spChg chg="mod">
          <ac:chgData name="Josh Hug" userId="e2159f7335c131c2" providerId="LiveId" clId="{0EDB6E27-9086-5277-AB10-A63F9A905C93}" dt="2025-10-02T02:43:59.436" v="490"/>
          <ac:spMkLst>
            <pc:docMk/>
            <pc:sldMk cId="2588517040" sldId="695"/>
            <ac:spMk id="2" creationId="{506425AA-9137-1578-8A10-17871FFEBF54}"/>
          </ac:spMkLst>
        </pc:spChg>
        <pc:spChg chg="mod">
          <ac:chgData name="Josh Hug" userId="e2159f7335c131c2" providerId="LiveId" clId="{0EDB6E27-9086-5277-AB10-A63F9A905C93}" dt="2025-10-07T22:15:19.690" v="7604" actId="5793"/>
          <ac:spMkLst>
            <pc:docMk/>
            <pc:sldMk cId="2588517040" sldId="695"/>
            <ac:spMk id="3" creationId="{C6E7071B-DC0E-F3F7-A7BB-D96F1C3D975B}"/>
          </ac:spMkLst>
        </pc:spChg>
        <pc:spChg chg="mod">
          <ac:chgData name="Josh Hug" userId="e2159f7335c131c2" providerId="LiveId" clId="{0EDB6E27-9086-5277-AB10-A63F9A905C93}" dt="2025-10-02T00:54:42.585" v="1" actId="1076"/>
          <ac:spMkLst>
            <pc:docMk/>
            <pc:sldMk cId="2588517040" sldId="695"/>
            <ac:spMk id="5" creationId="{56F72657-20DC-8269-5C23-10549613B851}"/>
          </ac:spMkLst>
        </pc:spChg>
        <pc:spChg chg="add mod">
          <ac:chgData name="Josh Hug" userId="e2159f7335c131c2" providerId="LiveId" clId="{0EDB6E27-9086-5277-AB10-A63F9A905C93}" dt="2025-10-07T22:16:02.806" v="7736" actId="20577"/>
          <ac:spMkLst>
            <pc:docMk/>
            <pc:sldMk cId="2588517040" sldId="695"/>
            <ac:spMk id="7" creationId="{086ED2CB-D846-C1B1-9946-7079B538ED71}"/>
          </ac:spMkLst>
        </pc:spChg>
        <pc:spChg chg="mod">
          <ac:chgData name="Josh Hug" userId="e2159f7335c131c2" providerId="LiveId" clId="{0EDB6E27-9086-5277-AB10-A63F9A905C93}" dt="2025-10-07T22:15:28.325" v="7606" actId="1076"/>
          <ac:spMkLst>
            <pc:docMk/>
            <pc:sldMk cId="2588517040" sldId="695"/>
            <ac:spMk id="8" creationId="{E87819CB-92BA-5599-F5B5-E3B3E695E57E}"/>
          </ac:spMkLst>
        </pc:spChg>
        <pc:grpChg chg="mod">
          <ac:chgData name="Josh Hug" userId="e2159f7335c131c2" providerId="LiveId" clId="{0EDB6E27-9086-5277-AB10-A63F9A905C93}" dt="2025-10-07T22:15:24.402" v="7605" actId="1076"/>
          <ac:grpSpMkLst>
            <pc:docMk/>
            <pc:sldMk cId="2588517040" sldId="695"/>
            <ac:grpSpMk id="6" creationId="{32932E36-4580-D10C-F8D1-CD196C988B28}"/>
          </ac:grpSpMkLst>
        </pc:grpChg>
        <pc:cxnChg chg="mod">
          <ac:chgData name="Josh Hug" userId="e2159f7335c131c2" providerId="LiveId" clId="{0EDB6E27-9086-5277-AB10-A63F9A905C93}" dt="2025-10-02T00:54:42.585" v="1" actId="1076"/>
          <ac:cxnSpMkLst>
            <pc:docMk/>
            <pc:sldMk cId="2588517040" sldId="695"/>
            <ac:cxnSpMk id="4" creationId="{95D9159F-BDD3-564D-F233-8F7170E94029}"/>
          </ac:cxnSpMkLst>
        </pc:cxnChg>
      </pc:sldChg>
      <pc:sldChg chg="addSp delSp modSp mod">
        <pc:chgData name="Josh Hug" userId="e2159f7335c131c2" providerId="LiveId" clId="{0EDB6E27-9086-5277-AB10-A63F9A905C93}" dt="2025-10-02T02:44:09.860" v="496"/>
        <pc:sldMkLst>
          <pc:docMk/>
          <pc:sldMk cId="1136758427" sldId="697"/>
        </pc:sldMkLst>
        <pc:spChg chg="mod">
          <ac:chgData name="Josh Hug" userId="e2159f7335c131c2" providerId="LiveId" clId="{0EDB6E27-9086-5277-AB10-A63F9A905C93}" dt="2025-10-02T02:44:05.997" v="494"/>
          <ac:spMkLst>
            <pc:docMk/>
            <pc:sldMk cId="1136758427" sldId="697"/>
            <ac:spMk id="2" creationId="{E1296FA9-521E-9AD1-B673-12EB1D401B18}"/>
          </ac:spMkLst>
        </pc:spChg>
      </pc:sldChg>
      <pc:sldChg chg="modSp">
        <pc:chgData name="Josh Hug" userId="e2159f7335c131c2" providerId="LiveId" clId="{0EDB6E27-9086-5277-AB10-A63F9A905C93}" dt="2025-10-02T02:44:10.610" v="497"/>
        <pc:sldMkLst>
          <pc:docMk/>
          <pc:sldMk cId="1565836259" sldId="698"/>
        </pc:sldMkLst>
        <pc:spChg chg="mod">
          <ac:chgData name="Josh Hug" userId="e2159f7335c131c2" providerId="LiveId" clId="{0EDB6E27-9086-5277-AB10-A63F9A905C93}" dt="2025-10-02T02:44:10.610" v="497"/>
          <ac:spMkLst>
            <pc:docMk/>
            <pc:sldMk cId="1565836259" sldId="698"/>
            <ac:spMk id="2" creationId="{13915D01-B663-D668-9B1B-737FE05E0EE2}"/>
          </ac:spMkLst>
        </pc:spChg>
      </pc:sldChg>
      <pc:sldChg chg="addSp delSp modSp mod">
        <pc:chgData name="Josh Hug" userId="e2159f7335c131c2" providerId="LiveId" clId="{0EDB6E27-9086-5277-AB10-A63F9A905C93}" dt="2025-10-04T19:10:56.113" v="6888" actId="20577"/>
        <pc:sldMkLst>
          <pc:docMk/>
          <pc:sldMk cId="763015121" sldId="702"/>
        </pc:sldMkLst>
      </pc:sldChg>
      <pc:sldChg chg="modSp mod ord">
        <pc:chgData name="Josh Hug" userId="e2159f7335c131c2" providerId="LiveId" clId="{0EDB6E27-9086-5277-AB10-A63F9A905C93}" dt="2025-10-04T19:15:19.982" v="6903" actId="20578"/>
        <pc:sldMkLst>
          <pc:docMk/>
          <pc:sldMk cId="3585536271" sldId="703"/>
        </pc:sldMkLst>
      </pc:sldChg>
      <pc:sldChg chg="modSp add mod">
        <pc:chgData name="Josh Hug" userId="e2159f7335c131c2" providerId="LiveId" clId="{0EDB6E27-9086-5277-AB10-A63F9A905C93}" dt="2025-10-02T02:44:34.242" v="501" actId="20577"/>
        <pc:sldMkLst>
          <pc:docMk/>
          <pc:sldMk cId="953816620" sldId="704"/>
        </pc:sldMkLst>
        <pc:spChg chg="mod">
          <ac:chgData name="Josh Hug" userId="e2159f7335c131c2" providerId="LiveId" clId="{0EDB6E27-9086-5277-AB10-A63F9A905C93}" dt="2025-10-02T02:44:34.242" v="501" actId="20577"/>
          <ac:spMkLst>
            <pc:docMk/>
            <pc:sldMk cId="953816620" sldId="704"/>
            <ac:spMk id="2" creationId="{F4B0C5C1-BEB4-4153-BCEA-30840584E119}"/>
          </ac:spMkLst>
        </pc:spChg>
      </pc:sldChg>
      <pc:sldChg chg="new">
        <pc:chgData name="Josh Hug" userId="e2159f7335c131c2" providerId="LiveId" clId="{0EDB6E27-9086-5277-AB10-A63F9A905C93}" dt="2025-10-02T02:44:37.483" v="502" actId="680"/>
        <pc:sldMkLst>
          <pc:docMk/>
          <pc:sldMk cId="1287163792" sldId="705"/>
        </pc:sldMkLst>
      </pc:sldChg>
      <pc:sldChg chg="modSp add mod">
        <pc:chgData name="Josh Hug" userId="e2159f7335c131c2" providerId="LiveId" clId="{0EDB6E27-9086-5277-AB10-A63F9A905C93}" dt="2025-10-02T02:46:58.950" v="523" actId="20577"/>
        <pc:sldMkLst>
          <pc:docMk/>
          <pc:sldMk cId="4276675712" sldId="706"/>
        </pc:sldMkLst>
        <pc:spChg chg="mod">
          <ac:chgData name="Josh Hug" userId="e2159f7335c131c2" providerId="LiveId" clId="{0EDB6E27-9086-5277-AB10-A63F9A905C93}" dt="2025-10-02T02:46:58.950" v="523" actId="20577"/>
          <ac:spMkLst>
            <pc:docMk/>
            <pc:sldMk cId="4276675712" sldId="706"/>
            <ac:spMk id="3" creationId="{2B3697D5-80A3-AC2B-3F2C-902C59C06906}"/>
          </ac:spMkLst>
        </pc:spChg>
        <pc:spChg chg="mod">
          <ac:chgData name="Josh Hug" userId="e2159f7335c131c2" providerId="LiveId" clId="{0EDB6E27-9086-5277-AB10-A63F9A905C93}" dt="2025-10-02T02:46:48.986" v="519" actId="20577"/>
          <ac:spMkLst>
            <pc:docMk/>
            <pc:sldMk cId="4276675712" sldId="706"/>
            <ac:spMk id="8" creationId="{1BCCD26A-DE11-DF41-CB3B-2717918DFAC3}"/>
          </ac:spMkLst>
        </pc:spChg>
      </pc:sldChg>
      <pc:sldChg chg="modSp new mod">
        <pc:chgData name="Josh Hug" userId="e2159f7335c131c2" providerId="LiveId" clId="{0EDB6E27-9086-5277-AB10-A63F9A905C93}" dt="2025-10-02T14:07:08.571" v="1117" actId="2711"/>
        <pc:sldMkLst>
          <pc:docMk/>
          <pc:sldMk cId="1088706747" sldId="707"/>
        </pc:sldMkLst>
      </pc:sldChg>
      <pc:sldChg chg="new del">
        <pc:chgData name="Josh Hug" userId="e2159f7335c131c2" providerId="LiveId" clId="{0EDB6E27-9086-5277-AB10-A63F9A905C93}" dt="2025-10-02T02:47:10.122" v="526" actId="680"/>
        <pc:sldMkLst>
          <pc:docMk/>
          <pc:sldMk cId="197330749" sldId="708"/>
        </pc:sldMkLst>
      </pc:sldChg>
      <pc:sldChg chg="modSp add mod">
        <pc:chgData name="Josh Hug" userId="e2159f7335c131c2" providerId="LiveId" clId="{0EDB6E27-9086-5277-AB10-A63F9A905C93}" dt="2025-10-02T02:48:19.704" v="541" actId="20577"/>
        <pc:sldMkLst>
          <pc:docMk/>
          <pc:sldMk cId="329766741" sldId="708"/>
        </pc:sldMkLst>
        <pc:spChg chg="mod">
          <ac:chgData name="Josh Hug" userId="e2159f7335c131c2" providerId="LiveId" clId="{0EDB6E27-9086-5277-AB10-A63F9A905C93}" dt="2025-10-02T02:48:19.704" v="541" actId="20577"/>
          <ac:spMkLst>
            <pc:docMk/>
            <pc:sldMk cId="329766741" sldId="708"/>
            <ac:spMk id="3" creationId="{B0CC150E-FFFA-8B0B-D9D9-ECC272B05AD9}"/>
          </ac:spMkLst>
        </pc:spChg>
      </pc:sldChg>
      <pc:sldChg chg="modSp add mod">
        <pc:chgData name="Josh Hug" userId="e2159f7335c131c2" providerId="LiveId" clId="{0EDB6E27-9086-5277-AB10-A63F9A905C93}" dt="2025-10-02T02:48:48.997" v="548" actId="20577"/>
        <pc:sldMkLst>
          <pc:docMk/>
          <pc:sldMk cId="1954652537" sldId="709"/>
        </pc:sldMkLst>
        <pc:spChg chg="mod">
          <ac:chgData name="Josh Hug" userId="e2159f7335c131c2" providerId="LiveId" clId="{0EDB6E27-9086-5277-AB10-A63F9A905C93}" dt="2025-10-02T02:48:48.997" v="548" actId="20577"/>
          <ac:spMkLst>
            <pc:docMk/>
            <pc:sldMk cId="1954652537" sldId="709"/>
            <ac:spMk id="3" creationId="{68E7D88E-ABF9-C72F-54AC-2D4F3279F23A}"/>
          </ac:spMkLst>
        </pc:spChg>
      </pc:sldChg>
      <pc:sldChg chg="modSp add mod">
        <pc:chgData name="Josh Hug" userId="e2159f7335c131c2" providerId="LiveId" clId="{0EDB6E27-9086-5277-AB10-A63F9A905C93}" dt="2025-10-07T22:15:18.133" v="7601" actId="27636"/>
        <pc:sldMkLst>
          <pc:docMk/>
          <pc:sldMk cId="3666219301" sldId="710"/>
        </pc:sldMkLst>
        <pc:spChg chg="mod">
          <ac:chgData name="Josh Hug" userId="e2159f7335c131c2" providerId="LiveId" clId="{0EDB6E27-9086-5277-AB10-A63F9A905C93}" dt="2025-10-07T22:15:18.133" v="7601" actId="27636"/>
          <ac:spMkLst>
            <pc:docMk/>
            <pc:sldMk cId="3666219301" sldId="710"/>
            <ac:spMk id="2" creationId="{2F7A7705-3720-1327-E3DF-F44ACDBD0F66}"/>
          </ac:spMkLst>
        </pc:spChg>
      </pc:sldChg>
      <pc:sldChg chg="addSp modSp new mod">
        <pc:chgData name="Josh Hug" userId="e2159f7335c131c2" providerId="LiveId" clId="{0EDB6E27-9086-5277-AB10-A63F9A905C93}" dt="2025-10-02T03:14:50.490" v="665" actId="207"/>
        <pc:sldMkLst>
          <pc:docMk/>
          <pc:sldMk cId="4238388088" sldId="711"/>
        </pc:sldMkLst>
      </pc:sldChg>
      <pc:sldChg chg="modSp add mod">
        <pc:chgData name="Josh Hug" userId="e2159f7335c131c2" providerId="LiveId" clId="{0EDB6E27-9086-5277-AB10-A63F9A905C93}" dt="2025-10-02T03:14:33.243" v="661" actId="207"/>
        <pc:sldMkLst>
          <pc:docMk/>
          <pc:sldMk cId="1351012179" sldId="712"/>
        </pc:sldMkLst>
      </pc:sldChg>
      <pc:sldChg chg="modSp add mod">
        <pc:chgData name="Josh Hug" userId="e2159f7335c131c2" providerId="LiveId" clId="{0EDB6E27-9086-5277-AB10-A63F9A905C93}" dt="2025-10-02T03:16:09.902" v="686" actId="113"/>
        <pc:sldMkLst>
          <pc:docMk/>
          <pc:sldMk cId="4261661536" sldId="713"/>
        </pc:sldMkLst>
      </pc:sldChg>
      <pc:sldChg chg="modSp add mod">
        <pc:chgData name="Josh Hug" userId="e2159f7335c131c2" providerId="LiveId" clId="{0EDB6E27-9086-5277-AB10-A63F9A905C93}" dt="2025-10-02T03:17:04.245" v="694" actId="207"/>
        <pc:sldMkLst>
          <pc:docMk/>
          <pc:sldMk cId="1724064628" sldId="714"/>
        </pc:sldMkLst>
      </pc:sldChg>
      <pc:sldChg chg="addSp modSp add mod">
        <pc:chgData name="Josh Hug" userId="e2159f7335c131c2" providerId="LiveId" clId="{0EDB6E27-9086-5277-AB10-A63F9A905C93}" dt="2025-10-02T03:18:24.578" v="761" actId="1076"/>
        <pc:sldMkLst>
          <pc:docMk/>
          <pc:sldMk cId="2918015568" sldId="715"/>
        </pc:sldMkLst>
      </pc:sldChg>
      <pc:sldChg chg="modSp add mod">
        <pc:chgData name="Josh Hug" userId="e2159f7335c131c2" providerId="LiveId" clId="{0EDB6E27-9086-5277-AB10-A63F9A905C93}" dt="2025-10-02T03:26:35.807" v="772" actId="207"/>
        <pc:sldMkLst>
          <pc:docMk/>
          <pc:sldMk cId="2540125140" sldId="716"/>
        </pc:sldMkLst>
      </pc:sldChg>
      <pc:sldChg chg="delSp modSp add mod">
        <pc:chgData name="Josh Hug" userId="e2159f7335c131c2" providerId="LiveId" clId="{0EDB6E27-9086-5277-AB10-A63F9A905C93}" dt="2025-10-02T14:07:56.011" v="1224" actId="478"/>
        <pc:sldMkLst>
          <pc:docMk/>
          <pc:sldMk cId="1053757828" sldId="717"/>
        </pc:sldMkLst>
      </pc:sldChg>
      <pc:sldChg chg="addSp delSp modSp add mod">
        <pc:chgData name="Josh Hug" userId="e2159f7335c131c2" providerId="LiveId" clId="{0EDB6E27-9086-5277-AB10-A63F9A905C93}" dt="2025-10-02T15:27:44.035" v="1316"/>
        <pc:sldMkLst>
          <pc:docMk/>
          <pc:sldMk cId="1215600511" sldId="718"/>
        </pc:sldMkLst>
        <pc:spChg chg="mod">
          <ac:chgData name="Josh Hug" userId="e2159f7335c131c2" providerId="LiveId" clId="{0EDB6E27-9086-5277-AB10-A63F9A905C93}" dt="2025-10-02T15:27:44.035" v="1316"/>
          <ac:spMkLst>
            <pc:docMk/>
            <pc:sldMk cId="1215600511" sldId="718"/>
            <ac:spMk id="2" creationId="{574E200D-3B90-0264-9322-1F6DA1CAAC40}"/>
          </ac:spMkLst>
        </pc:spChg>
        <pc:spChg chg="mod">
          <ac:chgData name="Josh Hug" userId="e2159f7335c131c2" providerId="LiveId" clId="{0EDB6E27-9086-5277-AB10-A63F9A905C93}" dt="2025-10-02T14:09:59.085" v="1248" actId="20577"/>
          <ac:spMkLst>
            <pc:docMk/>
            <pc:sldMk cId="1215600511" sldId="718"/>
            <ac:spMk id="3" creationId="{83ED3FF0-9D3B-3A28-7AAC-33DEF3F82B85}"/>
          </ac:spMkLst>
        </pc:spChg>
        <pc:picChg chg="add mod">
          <ac:chgData name="Josh Hug" userId="e2159f7335c131c2" providerId="LiveId" clId="{0EDB6E27-9086-5277-AB10-A63F9A905C93}" dt="2025-10-02T14:08:28.927" v="1233" actId="1076"/>
          <ac:picMkLst>
            <pc:docMk/>
            <pc:sldMk cId="1215600511" sldId="718"/>
            <ac:picMk id="7" creationId="{33CEB3BA-73B7-0EF0-A15F-B5A0EF20C168}"/>
          </ac:picMkLst>
        </pc:picChg>
      </pc:sldChg>
      <pc:sldChg chg="add del">
        <pc:chgData name="Josh Hug" userId="e2159f7335c131c2" providerId="LiveId" clId="{0EDB6E27-9086-5277-AB10-A63F9A905C93}" dt="2025-10-02T14:08:07.758" v="1226"/>
        <pc:sldMkLst>
          <pc:docMk/>
          <pc:sldMk cId="1713229423" sldId="718"/>
        </pc:sldMkLst>
      </pc:sldChg>
      <pc:sldChg chg="modSp new mod">
        <pc:chgData name="Josh Hug" userId="e2159f7335c131c2" providerId="LiveId" clId="{0EDB6E27-9086-5277-AB10-A63F9A905C93}" dt="2025-10-02T15:27:36.534" v="1315" actId="20577"/>
        <pc:sldMkLst>
          <pc:docMk/>
          <pc:sldMk cId="3722537554" sldId="719"/>
        </pc:sldMkLst>
        <pc:spChg chg="mod">
          <ac:chgData name="Josh Hug" userId="e2159f7335c131c2" providerId="LiveId" clId="{0EDB6E27-9086-5277-AB10-A63F9A905C93}" dt="2025-10-02T15:27:36.534" v="1315" actId="20577"/>
          <ac:spMkLst>
            <pc:docMk/>
            <pc:sldMk cId="3722537554" sldId="719"/>
            <ac:spMk id="2" creationId="{62400B74-AFDA-6AF0-6ED9-C65721940663}"/>
          </ac:spMkLst>
        </pc:spChg>
        <pc:spChg chg="mod">
          <ac:chgData name="Josh Hug" userId="e2159f7335c131c2" providerId="LiveId" clId="{0EDB6E27-9086-5277-AB10-A63F9A905C93}" dt="2025-10-02T15:24:45.477" v="1277"/>
          <ac:spMkLst>
            <pc:docMk/>
            <pc:sldMk cId="3722537554" sldId="719"/>
            <ac:spMk id="3" creationId="{F4A0C59F-DC0C-60B6-30C2-094B09A80A2C}"/>
          </ac:spMkLst>
        </pc:spChg>
      </pc:sldChg>
      <pc:sldChg chg="modSp new mod">
        <pc:chgData name="Josh Hug" userId="e2159f7335c131c2" providerId="LiveId" clId="{0EDB6E27-9086-5277-AB10-A63F9A905C93}" dt="2025-10-02T15:27:59.577" v="1324"/>
        <pc:sldMkLst>
          <pc:docMk/>
          <pc:sldMk cId="2606242299" sldId="720"/>
        </pc:sldMkLst>
      </pc:sldChg>
      <pc:sldChg chg="modSp add mod">
        <pc:chgData name="Josh Hug" userId="e2159f7335c131c2" providerId="LiveId" clId="{0EDB6E27-9086-5277-AB10-A63F9A905C93}" dt="2025-10-02T15:28:12.680" v="1341" actId="20577"/>
        <pc:sldMkLst>
          <pc:docMk/>
          <pc:sldMk cId="2339856154" sldId="721"/>
        </pc:sldMkLst>
        <pc:spChg chg="mod">
          <ac:chgData name="Josh Hug" userId="e2159f7335c131c2" providerId="LiveId" clId="{0EDB6E27-9086-5277-AB10-A63F9A905C93}" dt="2025-10-02T15:28:04.802" v="1327" actId="20577"/>
          <ac:spMkLst>
            <pc:docMk/>
            <pc:sldMk cId="2339856154" sldId="721"/>
            <ac:spMk id="2" creationId="{E8349357-A965-0F18-7E54-0D1DA3666354}"/>
          </ac:spMkLst>
        </pc:spChg>
        <pc:spChg chg="mod">
          <ac:chgData name="Josh Hug" userId="e2159f7335c131c2" providerId="LiveId" clId="{0EDB6E27-9086-5277-AB10-A63F9A905C93}" dt="2025-10-02T15:28:06.994" v="1329" actId="20577"/>
          <ac:spMkLst>
            <pc:docMk/>
            <pc:sldMk cId="2339856154" sldId="721"/>
            <ac:spMk id="3" creationId="{12B9909F-EB8F-B05B-77C1-758301E56C97}"/>
          </ac:spMkLst>
        </pc:spChg>
        <pc:spChg chg="mod">
          <ac:chgData name="Josh Hug" userId="e2159f7335c131c2" providerId="LiveId" clId="{0EDB6E27-9086-5277-AB10-A63F9A905C93}" dt="2025-10-02T15:28:12.680" v="1341" actId="20577"/>
          <ac:spMkLst>
            <pc:docMk/>
            <pc:sldMk cId="2339856154" sldId="721"/>
            <ac:spMk id="5" creationId="{FA964780-6481-61B8-0238-DB21014B0C83}"/>
          </ac:spMkLst>
        </pc:spChg>
      </pc:sldChg>
      <pc:sldChg chg="addSp delSp modSp add mod setBg">
        <pc:chgData name="Josh Hug" userId="e2159f7335c131c2" providerId="LiveId" clId="{0EDB6E27-9086-5277-AB10-A63F9A905C93}" dt="2025-10-02T15:28:46.970" v="1346"/>
        <pc:sldMkLst>
          <pc:docMk/>
          <pc:sldMk cId="3414106889" sldId="722"/>
        </pc:sldMkLst>
      </pc:sldChg>
      <pc:sldChg chg="modSp add mod setBg">
        <pc:chgData name="Josh Hug" userId="e2159f7335c131c2" providerId="LiveId" clId="{0EDB6E27-9086-5277-AB10-A63F9A905C93}" dt="2025-10-02T15:37:46.626" v="1364" actId="20577"/>
        <pc:sldMkLst>
          <pc:docMk/>
          <pc:sldMk cId="1114332807" sldId="723"/>
        </pc:sldMkLst>
      </pc:sldChg>
      <pc:sldChg chg="addSp modSp add mod modAnim">
        <pc:chgData name="Josh Hug" userId="e2159f7335c131c2" providerId="LiveId" clId="{0EDB6E27-9086-5277-AB10-A63F9A905C93}" dt="2025-10-02T15:39:25.745" v="1392" actId="2711"/>
        <pc:sldMkLst>
          <pc:docMk/>
          <pc:sldMk cId="2006358655" sldId="724"/>
        </pc:sldMkLst>
        <pc:spChg chg="mod">
          <ac:chgData name="Josh Hug" userId="e2159f7335c131c2" providerId="LiveId" clId="{0EDB6E27-9086-5277-AB10-A63F9A905C93}" dt="2025-10-02T15:38:30.542" v="1370" actId="20577"/>
          <ac:spMkLst>
            <pc:docMk/>
            <pc:sldMk cId="2006358655" sldId="724"/>
            <ac:spMk id="3" creationId="{93666F0B-7164-FE4F-D6ED-E2BD662FE738}"/>
          </ac:spMkLst>
        </pc:spChg>
        <pc:spChg chg="add mod">
          <ac:chgData name="Josh Hug" userId="e2159f7335c131c2" providerId="LiveId" clId="{0EDB6E27-9086-5277-AB10-A63F9A905C93}" dt="2025-10-02T15:39:25.745" v="1392" actId="2711"/>
          <ac:spMkLst>
            <pc:docMk/>
            <pc:sldMk cId="2006358655" sldId="724"/>
            <ac:spMk id="8" creationId="{8E399B5A-FF2E-1092-A0E1-DE0FEA4FB278}"/>
          </ac:spMkLst>
        </pc:spChg>
      </pc:sldChg>
      <pc:sldChg chg="modSp new mod">
        <pc:chgData name="Josh Hug" userId="e2159f7335c131c2" providerId="LiveId" clId="{0EDB6E27-9086-5277-AB10-A63F9A905C93}" dt="2025-10-02T15:53:32.780" v="2159" actId="20577"/>
        <pc:sldMkLst>
          <pc:docMk/>
          <pc:sldMk cId="3321440476" sldId="725"/>
        </pc:sldMkLst>
        <pc:spChg chg="mod">
          <ac:chgData name="Josh Hug" userId="e2159f7335c131c2" providerId="LiveId" clId="{0EDB6E27-9086-5277-AB10-A63F9A905C93}" dt="2025-10-02T15:39:55.689" v="1433" actId="20577"/>
          <ac:spMkLst>
            <pc:docMk/>
            <pc:sldMk cId="3321440476" sldId="725"/>
            <ac:spMk id="2" creationId="{0A6339C8-224A-469A-A418-B707DE6502F3}"/>
          </ac:spMkLst>
        </pc:spChg>
        <pc:spChg chg="mod">
          <ac:chgData name="Josh Hug" userId="e2159f7335c131c2" providerId="LiveId" clId="{0EDB6E27-9086-5277-AB10-A63F9A905C93}" dt="2025-10-02T15:53:32.780" v="2159" actId="20577"/>
          <ac:spMkLst>
            <pc:docMk/>
            <pc:sldMk cId="3321440476" sldId="725"/>
            <ac:spMk id="3" creationId="{475216FF-34A5-CEC4-AA33-51EB61B407B6}"/>
          </ac:spMkLst>
        </pc:spChg>
      </pc:sldChg>
      <pc:sldChg chg="modSp new mod">
        <pc:chgData name="Josh Hug" userId="e2159f7335c131c2" providerId="LiveId" clId="{0EDB6E27-9086-5277-AB10-A63F9A905C93}" dt="2025-10-07T22:22:53.309" v="7896" actId="20577"/>
        <pc:sldMkLst>
          <pc:docMk/>
          <pc:sldMk cId="3794500902" sldId="726"/>
        </pc:sldMkLst>
        <pc:spChg chg="mod">
          <ac:chgData name="Josh Hug" userId="e2159f7335c131c2" providerId="LiveId" clId="{0EDB6E27-9086-5277-AB10-A63F9A905C93}" dt="2025-10-07T22:22:53.309" v="7896" actId="20577"/>
          <ac:spMkLst>
            <pc:docMk/>
            <pc:sldMk cId="3794500902" sldId="726"/>
            <ac:spMk id="3" creationId="{9D0DC92F-1B15-2504-71D3-5BD1FE8CED67}"/>
          </ac:spMkLst>
        </pc:spChg>
      </pc:sldChg>
      <pc:sldChg chg="modSp mod">
        <pc:chgData name="Josh Hug" userId="e2159f7335c131c2" providerId="LiveId" clId="{0EDB6E27-9086-5277-AB10-A63F9A905C93}" dt="2025-10-07T22:18:37.673" v="7747" actId="14100"/>
        <pc:sldMkLst>
          <pc:docMk/>
          <pc:sldMk cId="1187987416" sldId="727"/>
        </pc:sldMkLst>
        <pc:spChg chg="mod">
          <ac:chgData name="Josh Hug" userId="e2159f7335c131c2" providerId="LiveId" clId="{0EDB6E27-9086-5277-AB10-A63F9A905C93}" dt="2025-10-04T15:00:54.557" v="3479" actId="20577"/>
          <ac:spMkLst>
            <pc:docMk/>
            <pc:sldMk cId="1187987416" sldId="727"/>
            <ac:spMk id="3" creationId="{76BF4370-CE09-F912-6E19-5DA8EAC236A6}"/>
          </ac:spMkLst>
        </pc:spChg>
        <pc:spChg chg="mod">
          <ac:chgData name="Josh Hug" userId="e2159f7335c131c2" providerId="LiveId" clId="{0EDB6E27-9086-5277-AB10-A63F9A905C93}" dt="2025-10-07T22:18:37.673" v="7747" actId="14100"/>
          <ac:spMkLst>
            <pc:docMk/>
            <pc:sldMk cId="1187987416" sldId="727"/>
            <ac:spMk id="20" creationId="{247EEF5D-7E0E-2A15-BC63-6BCC059E02DC}"/>
          </ac:spMkLst>
        </pc:spChg>
      </pc:sldChg>
      <pc:sldChg chg="modSp">
        <pc:chgData name="Josh Hug" userId="e2159f7335c131c2" providerId="LiveId" clId="{0EDB6E27-9086-5277-AB10-A63F9A905C93}" dt="2025-10-07T22:19:28.097" v="7751" actId="1076"/>
        <pc:sldMkLst>
          <pc:docMk/>
          <pc:sldMk cId="2341375814" sldId="728"/>
        </pc:sldMkLst>
        <pc:spChg chg="mod">
          <ac:chgData name="Josh Hug" userId="e2159f7335c131c2" providerId="LiveId" clId="{0EDB6E27-9086-5277-AB10-A63F9A905C93}" dt="2025-10-07T22:19:28.097" v="7751" actId="1076"/>
          <ac:spMkLst>
            <pc:docMk/>
            <pc:sldMk cId="2341375814" sldId="728"/>
            <ac:spMk id="7" creationId="{E5878A55-160A-FE81-94D4-7BE700322F6E}"/>
          </ac:spMkLst>
        </pc:spChg>
        <pc:picChg chg="mod">
          <ac:chgData name="Josh Hug" userId="e2159f7335c131c2" providerId="LiveId" clId="{0EDB6E27-9086-5277-AB10-A63F9A905C93}" dt="2025-10-07T22:19:28.097" v="7751" actId="1076"/>
          <ac:picMkLst>
            <pc:docMk/>
            <pc:sldMk cId="2341375814" sldId="728"/>
            <ac:picMk id="8194" creationId="{C497DABB-C59A-91E7-89A9-B84476AC065C}"/>
          </ac:picMkLst>
        </pc:picChg>
      </pc:sldChg>
      <pc:sldChg chg="modSp mod">
        <pc:chgData name="Josh Hug" userId="e2159f7335c131c2" providerId="LiveId" clId="{0EDB6E27-9086-5277-AB10-A63F9A905C93}" dt="2025-10-07T22:15:18.154" v="7602" actId="27636"/>
        <pc:sldMkLst>
          <pc:docMk/>
          <pc:sldMk cId="3018682375" sldId="729"/>
        </pc:sldMkLst>
        <pc:spChg chg="mod">
          <ac:chgData name="Josh Hug" userId="e2159f7335c131c2" providerId="LiveId" clId="{0EDB6E27-9086-5277-AB10-A63F9A905C93}" dt="2025-10-07T22:15:18.154" v="7602" actId="27636"/>
          <ac:spMkLst>
            <pc:docMk/>
            <pc:sldMk cId="3018682375" sldId="729"/>
            <ac:spMk id="2" creationId="{94E57A73-A576-068B-A4C3-21BF67E6FFCA}"/>
          </ac:spMkLst>
        </pc:spChg>
      </pc:sldChg>
      <pc:sldChg chg="modSp mod">
        <pc:chgData name="Josh Hug" userId="e2159f7335c131c2" providerId="LiveId" clId="{0EDB6E27-9086-5277-AB10-A63F9A905C93}" dt="2025-10-04T15:01:55.059" v="3511" actId="20577"/>
        <pc:sldMkLst>
          <pc:docMk/>
          <pc:sldMk cId="3827044815" sldId="731"/>
        </pc:sldMkLst>
        <pc:spChg chg="mod">
          <ac:chgData name="Josh Hug" userId="e2159f7335c131c2" providerId="LiveId" clId="{0EDB6E27-9086-5277-AB10-A63F9A905C93}" dt="2025-10-04T14:52:09.466" v="3074" actId="20577"/>
          <ac:spMkLst>
            <pc:docMk/>
            <pc:sldMk cId="3827044815" sldId="731"/>
            <ac:spMk id="2" creationId="{C3344785-3F7C-3D86-CC83-CFBFB55EB480}"/>
          </ac:spMkLst>
        </pc:spChg>
        <pc:spChg chg="mod">
          <ac:chgData name="Josh Hug" userId="e2159f7335c131c2" providerId="LiveId" clId="{0EDB6E27-9086-5277-AB10-A63F9A905C93}" dt="2025-10-04T15:01:55.059" v="3511" actId="20577"/>
          <ac:spMkLst>
            <pc:docMk/>
            <pc:sldMk cId="3827044815" sldId="731"/>
            <ac:spMk id="3" creationId="{82227F3F-714A-BBC4-40D1-4ED9DDE09F1C}"/>
          </ac:spMkLst>
        </pc:spChg>
      </pc:sldChg>
      <pc:sldChg chg="addSp modSp mod modAnim">
        <pc:chgData name="Josh Hug" userId="e2159f7335c131c2" providerId="LiveId" clId="{0EDB6E27-9086-5277-AB10-A63F9A905C93}" dt="2025-10-04T14:45:00.551" v="2164" actId="1076"/>
        <pc:sldMkLst>
          <pc:docMk/>
          <pc:sldMk cId="2965508394" sldId="734"/>
        </pc:sldMkLst>
      </pc:sldChg>
      <pc:sldChg chg="modSp add mod">
        <pc:chgData name="Josh Hug" userId="e2159f7335c131c2" providerId="LiveId" clId="{0EDB6E27-9086-5277-AB10-A63F9A905C93}" dt="2025-10-04T14:45:10.806" v="2190" actId="20577"/>
        <pc:sldMkLst>
          <pc:docMk/>
          <pc:sldMk cId="2592377249" sldId="735"/>
        </pc:sldMkLst>
        <pc:spChg chg="mod">
          <ac:chgData name="Josh Hug" userId="e2159f7335c131c2" providerId="LiveId" clId="{0EDB6E27-9086-5277-AB10-A63F9A905C93}" dt="2025-10-04T14:45:10.806" v="2190" actId="20577"/>
          <ac:spMkLst>
            <pc:docMk/>
            <pc:sldMk cId="2592377249" sldId="735"/>
            <ac:spMk id="3" creationId="{D1C5170D-FCEE-3F88-0CF8-49F84500E5F4}"/>
          </ac:spMkLst>
        </pc:spChg>
      </pc:sldChg>
      <pc:sldChg chg="addSp delSp modSp new mod">
        <pc:chgData name="Josh Hug" userId="e2159f7335c131c2" providerId="LiveId" clId="{0EDB6E27-9086-5277-AB10-A63F9A905C93}" dt="2025-10-04T15:13:15.083" v="4475" actId="22"/>
        <pc:sldMkLst>
          <pc:docMk/>
          <pc:sldMk cId="4261721616" sldId="736"/>
        </pc:sldMkLst>
      </pc:sldChg>
      <pc:sldChg chg="addSp delSp modSp add mod">
        <pc:chgData name="Josh Hug" userId="e2159f7335c131c2" providerId="LiveId" clId="{0EDB6E27-9086-5277-AB10-A63F9A905C93}" dt="2025-10-04T14:54:54.056" v="3180" actId="478"/>
        <pc:sldMkLst>
          <pc:docMk/>
          <pc:sldMk cId="33517238" sldId="737"/>
        </pc:sldMkLst>
      </pc:sldChg>
      <pc:sldChg chg="modSp new mod">
        <pc:chgData name="Josh Hug" userId="e2159f7335c131c2" providerId="LiveId" clId="{0EDB6E27-9086-5277-AB10-A63F9A905C93}" dt="2025-10-04T15:05:52.266" v="3579" actId="20577"/>
        <pc:sldMkLst>
          <pc:docMk/>
          <pc:sldMk cId="419199790" sldId="738"/>
        </pc:sldMkLst>
        <pc:spChg chg="mod">
          <ac:chgData name="Josh Hug" userId="e2159f7335c131c2" providerId="LiveId" clId="{0EDB6E27-9086-5277-AB10-A63F9A905C93}" dt="2025-10-04T14:58:46.513" v="3268" actId="20577"/>
          <ac:spMkLst>
            <pc:docMk/>
            <pc:sldMk cId="419199790" sldId="738"/>
            <ac:spMk id="2" creationId="{A32EAC42-63EF-B18F-5130-23F0B0D09ACB}"/>
          </ac:spMkLst>
        </pc:spChg>
        <pc:spChg chg="mod">
          <ac:chgData name="Josh Hug" userId="e2159f7335c131c2" providerId="LiveId" clId="{0EDB6E27-9086-5277-AB10-A63F9A905C93}" dt="2025-10-04T15:05:52.266" v="3579" actId="20577"/>
          <ac:spMkLst>
            <pc:docMk/>
            <pc:sldMk cId="419199790" sldId="738"/>
            <ac:spMk id="3" creationId="{AB5861A5-84BD-890A-1225-32BBEC8E9FA9}"/>
          </ac:spMkLst>
        </pc:spChg>
      </pc:sldChg>
      <pc:sldChg chg="addSp delSp modSp add mod">
        <pc:chgData name="Josh Hug" userId="e2159f7335c131c2" providerId="LiveId" clId="{0EDB6E27-9086-5277-AB10-A63F9A905C93}" dt="2025-10-04T14:55:01.052" v="3183" actId="478"/>
        <pc:sldMkLst>
          <pc:docMk/>
          <pc:sldMk cId="1569849440" sldId="739"/>
        </pc:sldMkLst>
      </pc:sldChg>
      <pc:sldChg chg="modSp add mod">
        <pc:chgData name="Josh Hug" userId="e2159f7335c131c2" providerId="LiveId" clId="{0EDB6E27-9086-5277-AB10-A63F9A905C93}" dt="2025-10-04T15:00:51.868" v="3477" actId="20577"/>
        <pc:sldMkLst>
          <pc:docMk/>
          <pc:sldMk cId="1067719347" sldId="740"/>
        </pc:sldMkLst>
        <pc:spChg chg="mod">
          <ac:chgData name="Josh Hug" userId="e2159f7335c131c2" providerId="LiveId" clId="{0EDB6E27-9086-5277-AB10-A63F9A905C93}" dt="2025-10-04T15:00:51.868" v="3477" actId="20577"/>
          <ac:spMkLst>
            <pc:docMk/>
            <pc:sldMk cId="1067719347" sldId="740"/>
            <ac:spMk id="3" creationId="{0F31EBFF-5210-4778-61FA-A03D5DA37C4E}"/>
          </ac:spMkLst>
        </pc:spChg>
      </pc:sldChg>
      <pc:sldChg chg="new del">
        <pc:chgData name="Josh Hug" userId="e2159f7335c131c2" providerId="LiveId" clId="{0EDB6E27-9086-5277-AB10-A63F9A905C93}" dt="2025-10-04T14:54:43.596" v="3176" actId="680"/>
        <pc:sldMkLst>
          <pc:docMk/>
          <pc:sldMk cId="4134340737" sldId="740"/>
        </pc:sldMkLst>
      </pc:sldChg>
      <pc:sldChg chg="modSp add mod">
        <pc:chgData name="Josh Hug" userId="e2159f7335c131c2" providerId="LiveId" clId="{0EDB6E27-9086-5277-AB10-A63F9A905C93}" dt="2025-10-04T15:06:15.689" v="3660" actId="20577"/>
        <pc:sldMkLst>
          <pc:docMk/>
          <pc:sldMk cId="3865835398" sldId="741"/>
        </pc:sldMkLst>
        <pc:spChg chg="mod">
          <ac:chgData name="Josh Hug" userId="e2159f7335c131c2" providerId="LiveId" clId="{0EDB6E27-9086-5277-AB10-A63F9A905C93}" dt="2025-10-04T15:06:15.689" v="3660" actId="20577"/>
          <ac:spMkLst>
            <pc:docMk/>
            <pc:sldMk cId="3865835398" sldId="741"/>
            <ac:spMk id="3" creationId="{22255993-9978-064B-779E-A9843979CF69}"/>
          </ac:spMkLst>
        </pc:spChg>
      </pc:sldChg>
      <pc:sldChg chg="modSp add mod">
        <pc:chgData name="Josh Hug" userId="e2159f7335c131c2" providerId="LiveId" clId="{0EDB6E27-9086-5277-AB10-A63F9A905C93}" dt="2025-10-04T15:08:30.277" v="4019" actId="20577"/>
        <pc:sldMkLst>
          <pc:docMk/>
          <pc:sldMk cId="831112962" sldId="742"/>
        </pc:sldMkLst>
        <pc:spChg chg="mod">
          <ac:chgData name="Josh Hug" userId="e2159f7335c131c2" providerId="LiveId" clId="{0EDB6E27-9086-5277-AB10-A63F9A905C93}" dt="2025-10-04T15:08:30.277" v="4019" actId="20577"/>
          <ac:spMkLst>
            <pc:docMk/>
            <pc:sldMk cId="831112962" sldId="742"/>
            <ac:spMk id="3" creationId="{6AB2394A-53F1-9666-6E05-F666D4FAF5B1}"/>
          </ac:spMkLst>
        </pc:spChg>
      </pc:sldChg>
      <pc:sldChg chg="addSp modSp add mod">
        <pc:chgData name="Josh Hug" userId="e2159f7335c131c2" providerId="LiveId" clId="{0EDB6E27-9086-5277-AB10-A63F9A905C93}" dt="2025-10-04T15:10:47.580" v="4406" actId="20577"/>
        <pc:sldMkLst>
          <pc:docMk/>
          <pc:sldMk cId="1795123276" sldId="743"/>
        </pc:sldMkLst>
        <pc:spChg chg="mod">
          <ac:chgData name="Josh Hug" userId="e2159f7335c131c2" providerId="LiveId" clId="{0EDB6E27-9086-5277-AB10-A63F9A905C93}" dt="2025-10-04T15:10:47.580" v="4406" actId="20577"/>
          <ac:spMkLst>
            <pc:docMk/>
            <pc:sldMk cId="1795123276" sldId="743"/>
            <ac:spMk id="3" creationId="{134D269C-994B-460B-A7FC-D2076B4D9094}"/>
          </ac:spMkLst>
        </pc:spChg>
        <pc:spChg chg="add mod">
          <ac:chgData name="Josh Hug" userId="e2159f7335c131c2" providerId="LiveId" clId="{0EDB6E27-9086-5277-AB10-A63F9A905C93}" dt="2025-10-04T15:10:04.659" v="4357" actId="1076"/>
          <ac:spMkLst>
            <pc:docMk/>
            <pc:sldMk cId="1795123276" sldId="743"/>
            <ac:spMk id="4" creationId="{6919311E-F089-2DB4-B8DC-496C59122336}"/>
          </ac:spMkLst>
        </pc:spChg>
      </pc:sldChg>
      <pc:sldChg chg="modSp add mod">
        <pc:chgData name="Josh Hug" userId="e2159f7335c131c2" providerId="LiveId" clId="{0EDB6E27-9086-5277-AB10-A63F9A905C93}" dt="2025-10-04T15:10:15.304" v="4390" actId="20577"/>
        <pc:sldMkLst>
          <pc:docMk/>
          <pc:sldMk cId="3521923966" sldId="744"/>
        </pc:sldMkLst>
      </pc:sldChg>
      <pc:sldChg chg="addSp delSp modSp add mod">
        <pc:chgData name="Josh Hug" userId="e2159f7335c131c2" providerId="LiveId" clId="{0EDB6E27-9086-5277-AB10-A63F9A905C93}" dt="2025-10-04T15:13:05.961" v="4473" actId="22"/>
        <pc:sldMkLst>
          <pc:docMk/>
          <pc:sldMk cId="730779507" sldId="745"/>
        </pc:sldMkLst>
        <pc:spChg chg="mod">
          <ac:chgData name="Josh Hug" userId="e2159f7335c131c2" providerId="LiveId" clId="{0EDB6E27-9086-5277-AB10-A63F9A905C93}" dt="2025-10-04T15:12:23.396" v="4442" actId="20577"/>
          <ac:spMkLst>
            <pc:docMk/>
            <pc:sldMk cId="730779507" sldId="745"/>
            <ac:spMk id="3" creationId="{DBE6A21C-A033-08DC-7BEF-D79B3792D265}"/>
          </ac:spMkLst>
        </pc:spChg>
      </pc:sldChg>
      <pc:sldChg chg="modSp new del mod">
        <pc:chgData name="Josh Hug" userId="e2159f7335c131c2" providerId="LiveId" clId="{0EDB6E27-9086-5277-AB10-A63F9A905C93}" dt="2025-10-04T15:13:23.176" v="4477" actId="2696"/>
        <pc:sldMkLst>
          <pc:docMk/>
          <pc:sldMk cId="2342645490" sldId="746"/>
        </pc:sldMkLst>
      </pc:sldChg>
      <pc:sldChg chg="delSp modSp add mod">
        <pc:chgData name="Josh Hug" userId="e2159f7335c131c2" providerId="LiveId" clId="{0EDB6E27-9086-5277-AB10-A63F9A905C93}" dt="2025-10-04T15:18:06.226" v="4745"/>
        <pc:sldMkLst>
          <pc:docMk/>
          <pc:sldMk cId="338544787" sldId="747"/>
        </pc:sldMkLst>
      </pc:sldChg>
      <pc:sldChg chg="addSp modSp add mod">
        <pc:chgData name="Josh Hug" userId="e2159f7335c131c2" providerId="LiveId" clId="{0EDB6E27-9086-5277-AB10-A63F9A905C93}" dt="2025-10-04T15:23:13.581" v="4991" actId="20577"/>
        <pc:sldMkLst>
          <pc:docMk/>
          <pc:sldMk cId="4146430239" sldId="748"/>
        </pc:sldMkLst>
      </pc:sldChg>
      <pc:sldChg chg="modSp add mod">
        <pc:chgData name="Josh Hug" userId="e2159f7335c131c2" providerId="LiveId" clId="{0EDB6E27-9086-5277-AB10-A63F9A905C93}" dt="2025-10-04T15:23:21.289" v="4992"/>
        <pc:sldMkLst>
          <pc:docMk/>
          <pc:sldMk cId="2205274443" sldId="749"/>
        </pc:sldMkLst>
        <pc:spChg chg="mod">
          <ac:chgData name="Josh Hug" userId="e2159f7335c131c2" providerId="LiveId" clId="{0EDB6E27-9086-5277-AB10-A63F9A905C93}" dt="2025-10-04T15:23:21.289" v="4992"/>
          <ac:spMkLst>
            <pc:docMk/>
            <pc:sldMk cId="2205274443" sldId="749"/>
            <ac:spMk id="4" creationId="{2715A70B-44C6-B567-B11B-A942B53DBED4}"/>
          </ac:spMkLst>
        </pc:spChg>
      </pc:sldChg>
      <pc:sldChg chg="modSp add">
        <pc:chgData name="Josh Hug" userId="e2159f7335c131c2" providerId="LiveId" clId="{0EDB6E27-9086-5277-AB10-A63F9A905C93}" dt="2025-10-04T15:23:27.200" v="5006" actId="20577"/>
        <pc:sldMkLst>
          <pc:docMk/>
          <pc:sldMk cId="4206227022" sldId="750"/>
        </pc:sldMkLst>
      </pc:sldChg>
      <pc:sldChg chg="addSp modSp add mod">
        <pc:chgData name="Josh Hug" userId="e2159f7335c131c2" providerId="LiveId" clId="{0EDB6E27-9086-5277-AB10-A63F9A905C93}" dt="2025-10-04T15:25:16.833" v="5144" actId="1076"/>
        <pc:sldMkLst>
          <pc:docMk/>
          <pc:sldMk cId="1854860849" sldId="751"/>
        </pc:sldMkLst>
      </pc:sldChg>
      <pc:sldChg chg="modSp add mod">
        <pc:chgData name="Josh Hug" userId="e2159f7335c131c2" providerId="LiveId" clId="{0EDB6E27-9086-5277-AB10-A63F9A905C93}" dt="2025-10-07T23:50:59.900" v="7903" actId="20577"/>
        <pc:sldMkLst>
          <pc:docMk/>
          <pc:sldMk cId="1968467961" sldId="752"/>
        </pc:sldMkLst>
        <pc:spChg chg="mod">
          <ac:chgData name="Josh Hug" userId="e2159f7335c131c2" providerId="LiveId" clId="{0EDB6E27-9086-5277-AB10-A63F9A905C93}" dt="2025-10-04T15:27:53.984" v="5260" actId="20577"/>
          <ac:spMkLst>
            <pc:docMk/>
            <pc:sldMk cId="1968467961" sldId="752"/>
            <ac:spMk id="2" creationId="{76F957F8-7013-87CB-DB81-337C089B48C2}"/>
          </ac:spMkLst>
        </pc:spChg>
        <pc:spChg chg="mod">
          <ac:chgData name="Josh Hug" userId="e2159f7335c131c2" providerId="LiveId" clId="{0EDB6E27-9086-5277-AB10-A63F9A905C93}" dt="2025-10-07T23:50:59.900" v="7903" actId="20577"/>
          <ac:spMkLst>
            <pc:docMk/>
            <pc:sldMk cId="1968467961" sldId="752"/>
            <ac:spMk id="3" creationId="{051FA7CD-25C7-B23A-C461-7FB5E885EB7B}"/>
          </ac:spMkLst>
        </pc:spChg>
      </pc:sldChg>
      <pc:sldChg chg="delSp modSp add mod">
        <pc:chgData name="Josh Hug" userId="e2159f7335c131c2" providerId="LiveId" clId="{0EDB6E27-9086-5277-AB10-A63F9A905C93}" dt="2025-10-04T15:30:48.128" v="5847" actId="20577"/>
        <pc:sldMkLst>
          <pc:docMk/>
          <pc:sldMk cId="743105586" sldId="753"/>
        </pc:sldMkLst>
        <pc:spChg chg="mod">
          <ac:chgData name="Josh Hug" userId="e2159f7335c131c2" providerId="LiveId" clId="{0EDB6E27-9086-5277-AB10-A63F9A905C93}" dt="2025-10-04T15:28:08.747" v="5314" actId="20577"/>
          <ac:spMkLst>
            <pc:docMk/>
            <pc:sldMk cId="743105586" sldId="753"/>
            <ac:spMk id="2" creationId="{2E89C54C-6049-0CCD-ED0A-D534E2F1F837}"/>
          </ac:spMkLst>
        </pc:spChg>
        <pc:spChg chg="mod">
          <ac:chgData name="Josh Hug" userId="e2159f7335c131c2" providerId="LiveId" clId="{0EDB6E27-9086-5277-AB10-A63F9A905C93}" dt="2025-10-04T15:30:48.128" v="5847" actId="20577"/>
          <ac:spMkLst>
            <pc:docMk/>
            <pc:sldMk cId="743105586" sldId="753"/>
            <ac:spMk id="4" creationId="{AA552201-54D4-9408-CC4B-CDC4D935EFE6}"/>
          </ac:spMkLst>
        </pc:spChg>
      </pc:sldChg>
      <pc:sldChg chg="add del">
        <pc:chgData name="Josh Hug" userId="e2159f7335c131c2" providerId="LiveId" clId="{0EDB6E27-9086-5277-AB10-A63F9A905C93}" dt="2025-10-04T15:27:49.063" v="5249"/>
        <pc:sldMkLst>
          <pc:docMk/>
          <pc:sldMk cId="3902366117" sldId="753"/>
        </pc:sldMkLst>
      </pc:sldChg>
      <pc:sldChg chg="modSp add">
        <pc:chgData name="Josh Hug" userId="e2159f7335c131c2" providerId="LiveId" clId="{0EDB6E27-9086-5277-AB10-A63F9A905C93}" dt="2025-10-04T15:31:01.336" v="5862" actId="20577"/>
        <pc:sldMkLst>
          <pc:docMk/>
          <pc:sldMk cId="1448832907" sldId="754"/>
        </pc:sldMkLst>
      </pc:sldChg>
      <pc:sldChg chg="modSp add mod">
        <pc:chgData name="Josh Hug" userId="e2159f7335c131c2" providerId="LiveId" clId="{0EDB6E27-9086-5277-AB10-A63F9A905C93}" dt="2025-10-04T15:35:43.272" v="5993" actId="20577"/>
        <pc:sldMkLst>
          <pc:docMk/>
          <pc:sldMk cId="3759901962" sldId="755"/>
        </pc:sldMkLst>
        <pc:spChg chg="mod">
          <ac:chgData name="Josh Hug" userId="e2159f7335c131c2" providerId="LiveId" clId="{0EDB6E27-9086-5277-AB10-A63F9A905C93}" dt="2025-10-04T15:31:12.384" v="5914" actId="20577"/>
          <ac:spMkLst>
            <pc:docMk/>
            <pc:sldMk cId="3759901962" sldId="755"/>
            <ac:spMk id="2" creationId="{E15EA467-7307-F263-1746-500FD32AB6B1}"/>
          </ac:spMkLst>
        </pc:spChg>
        <pc:spChg chg="mod">
          <ac:chgData name="Josh Hug" userId="e2159f7335c131c2" providerId="LiveId" clId="{0EDB6E27-9086-5277-AB10-A63F9A905C93}" dt="2025-10-04T15:35:43.272" v="5993" actId="20577"/>
          <ac:spMkLst>
            <pc:docMk/>
            <pc:sldMk cId="3759901962" sldId="755"/>
            <ac:spMk id="4" creationId="{02D745C6-7078-6E6E-EF67-D53A62C1CC71}"/>
          </ac:spMkLst>
        </pc:spChg>
      </pc:sldChg>
      <pc:sldChg chg="addSp modSp add mod">
        <pc:chgData name="Josh Hug" userId="e2159f7335c131c2" providerId="LiveId" clId="{0EDB6E27-9086-5277-AB10-A63F9A905C93}" dt="2025-10-04T15:38:27.350" v="6054" actId="1076"/>
        <pc:sldMkLst>
          <pc:docMk/>
          <pc:sldMk cId="1799684643" sldId="756"/>
        </pc:sldMkLst>
      </pc:sldChg>
      <pc:sldChg chg="modSp add mod">
        <pc:chgData name="Josh Hug" userId="e2159f7335c131c2" providerId="LiveId" clId="{0EDB6E27-9086-5277-AB10-A63F9A905C93}" dt="2025-10-04T15:40:46.407" v="6344" actId="20577"/>
        <pc:sldMkLst>
          <pc:docMk/>
          <pc:sldMk cId="3401736079" sldId="757"/>
        </pc:sldMkLst>
        <pc:spChg chg="mod">
          <ac:chgData name="Josh Hug" userId="e2159f7335c131c2" providerId="LiveId" clId="{0EDB6E27-9086-5277-AB10-A63F9A905C93}" dt="2025-10-04T15:40:46.407" v="6344" actId="20577"/>
          <ac:spMkLst>
            <pc:docMk/>
            <pc:sldMk cId="3401736079" sldId="757"/>
            <ac:spMk id="2" creationId="{45A738B9-1BFA-9861-58BF-6E239D3C43BB}"/>
          </ac:spMkLst>
        </pc:spChg>
      </pc:sldChg>
      <pc:sldChg chg="delSp modSp add mod">
        <pc:chgData name="Josh Hug" userId="e2159f7335c131c2" providerId="LiveId" clId="{0EDB6E27-9086-5277-AB10-A63F9A905C93}" dt="2025-10-04T15:39:32.826" v="6320" actId="20577"/>
        <pc:sldMkLst>
          <pc:docMk/>
          <pc:sldMk cId="835039483" sldId="758"/>
        </pc:sldMkLst>
        <pc:spChg chg="mod">
          <ac:chgData name="Josh Hug" userId="e2159f7335c131c2" providerId="LiveId" clId="{0EDB6E27-9086-5277-AB10-A63F9A905C93}" dt="2025-10-04T15:38:52.510" v="6091" actId="20577"/>
          <ac:spMkLst>
            <pc:docMk/>
            <pc:sldMk cId="835039483" sldId="758"/>
            <ac:spMk id="2" creationId="{C7443151-9B27-903D-1D7E-B436768EF65A}"/>
          </ac:spMkLst>
        </pc:spChg>
        <pc:spChg chg="mod">
          <ac:chgData name="Josh Hug" userId="e2159f7335c131c2" providerId="LiveId" clId="{0EDB6E27-9086-5277-AB10-A63F9A905C93}" dt="2025-10-04T15:39:32.826" v="6320" actId="20577"/>
          <ac:spMkLst>
            <pc:docMk/>
            <pc:sldMk cId="835039483" sldId="758"/>
            <ac:spMk id="3" creationId="{8D484C23-C32D-D1C4-221D-5B356FAD0BD3}"/>
          </ac:spMkLst>
        </pc:spChg>
      </pc:sldChg>
      <pc:sldChg chg="modSp new mod">
        <pc:chgData name="Josh Hug" userId="e2159f7335c131c2" providerId="LiveId" clId="{0EDB6E27-9086-5277-AB10-A63F9A905C93}" dt="2025-10-05T06:38:34.853" v="7560"/>
        <pc:sldMkLst>
          <pc:docMk/>
          <pc:sldMk cId="3936032463" sldId="759"/>
        </pc:sldMkLst>
      </pc:sldChg>
      <pc:sldChg chg="modSp mod">
        <pc:chgData name="Josh Hug" userId="e2159f7335c131c2" providerId="LiveId" clId="{0EDB6E27-9086-5277-AB10-A63F9A905C93}" dt="2025-10-07T22:14:36.338" v="7599" actId="20577"/>
        <pc:sldMkLst>
          <pc:docMk/>
          <pc:sldMk cId="3942466474" sldId="760"/>
        </pc:sldMkLst>
        <pc:spChg chg="mod">
          <ac:chgData name="Josh Hug" userId="e2159f7335c131c2" providerId="LiveId" clId="{0EDB6E27-9086-5277-AB10-A63F9A905C93}" dt="2025-10-07T22:14:36.338" v="7599" actId="20577"/>
          <ac:spMkLst>
            <pc:docMk/>
            <pc:sldMk cId="3942466474" sldId="760"/>
            <ac:spMk id="3" creationId="{2EE2630F-9916-692E-1572-28622C4C3163}"/>
          </ac:spMkLst>
        </pc:spChg>
      </pc:sldChg>
      <pc:sldChg chg="modSp">
        <pc:chgData name="Josh Hug" userId="e2159f7335c131c2" providerId="LiveId" clId="{0EDB6E27-9086-5277-AB10-A63F9A905C93}" dt="2025-10-07T22:17:05.061" v="7746" actId="20577"/>
        <pc:sldMkLst>
          <pc:docMk/>
          <pc:sldMk cId="551794092" sldId="787"/>
        </pc:sldMkLst>
        <pc:spChg chg="mod">
          <ac:chgData name="Josh Hug" userId="e2159f7335c131c2" providerId="LiveId" clId="{0EDB6E27-9086-5277-AB10-A63F9A905C93}" dt="2025-10-07T22:17:05.061" v="7746" actId="20577"/>
          <ac:spMkLst>
            <pc:docMk/>
            <pc:sldMk cId="551794092" sldId="787"/>
            <ac:spMk id="3" creationId="{BD0E8175-BCBF-343F-0B62-C5BD28B31E76}"/>
          </ac:spMkLst>
        </pc:spChg>
      </pc:sldChg>
      <pc:sldChg chg="modSp mod">
        <pc:chgData name="Josh Hug" userId="e2159f7335c131c2" providerId="LiveId" clId="{0EDB6E27-9086-5277-AB10-A63F9A905C93}" dt="2025-10-07T22:18:41.729" v="7748" actId="14100"/>
        <pc:sldMkLst>
          <pc:docMk/>
          <pc:sldMk cId="1539622787" sldId="795"/>
        </pc:sldMkLst>
        <pc:spChg chg="mod">
          <ac:chgData name="Josh Hug" userId="e2159f7335c131c2" providerId="LiveId" clId="{0EDB6E27-9086-5277-AB10-A63F9A905C93}" dt="2025-10-07T22:18:41.729" v="7748" actId="14100"/>
          <ac:spMkLst>
            <pc:docMk/>
            <pc:sldMk cId="1539622787" sldId="795"/>
            <ac:spMk id="20" creationId="{FC3251B0-8FFF-B219-BB38-7CE55E2423CF}"/>
          </ac:spMkLst>
        </pc:spChg>
      </pc:sldChg>
      <pc:sldChg chg="modSp mod">
        <pc:chgData name="Josh Hug" userId="e2159f7335c131c2" providerId="LiveId" clId="{0EDB6E27-9086-5277-AB10-A63F9A905C93}" dt="2025-10-07T23:13:34.787" v="7897" actId="14100"/>
        <pc:sldMkLst>
          <pc:docMk/>
          <pc:sldMk cId="3318127663" sldId="796"/>
        </pc:sldMkLst>
        <pc:spChg chg="mod">
          <ac:chgData name="Josh Hug" userId="e2159f7335c131c2" providerId="LiveId" clId="{0EDB6E27-9086-5277-AB10-A63F9A905C93}" dt="2025-10-07T23:13:34.787" v="7897" actId="14100"/>
          <ac:spMkLst>
            <pc:docMk/>
            <pc:sldMk cId="3318127663" sldId="796"/>
            <ac:spMk id="19" creationId="{6677490D-55F3-A601-A55A-B806CB3A03BA}"/>
          </ac:spMkLst>
        </pc:spChg>
      </pc:sldChg>
      <pc:sldChg chg="modAnim">
        <pc:chgData name="Josh Hug" userId="e2159f7335c131c2" providerId="LiveId" clId="{0EDB6E27-9086-5277-AB10-A63F9A905C93}" dt="2025-10-07T22:19:43.360" v="7752"/>
        <pc:sldMkLst>
          <pc:docMk/>
          <pc:sldMk cId="133105207" sldId="797"/>
        </pc:sldMkLst>
      </pc:sldChg>
      <pc:sldChg chg="modSp mod">
        <pc:chgData name="Josh Hug" userId="e2159f7335c131c2" providerId="LiveId" clId="{0EDB6E27-9086-5277-AB10-A63F9A905C93}" dt="2025-10-07T23:23:05.132" v="7899" actId="20577"/>
        <pc:sldMkLst>
          <pc:docMk/>
          <pc:sldMk cId="3267799401" sldId="802"/>
        </pc:sldMkLst>
        <pc:spChg chg="mod">
          <ac:chgData name="Josh Hug" userId="e2159f7335c131c2" providerId="LiveId" clId="{0EDB6E27-9086-5277-AB10-A63F9A905C93}" dt="2025-10-07T23:23:05.132" v="7899" actId="20577"/>
          <ac:spMkLst>
            <pc:docMk/>
            <pc:sldMk cId="3267799401" sldId="802"/>
            <ac:spMk id="3" creationId="{100BCA29-B0C4-3677-E678-064DC73094B0}"/>
          </ac:spMkLst>
        </pc:spChg>
      </pc:sldChg>
      <pc:sldChg chg="modAnim">
        <pc:chgData name="Josh Hug" userId="e2159f7335c131c2" providerId="LiveId" clId="{0EDB6E27-9086-5277-AB10-A63F9A905C93}" dt="2025-10-07T22:20:17.432" v="7754"/>
        <pc:sldMkLst>
          <pc:docMk/>
          <pc:sldMk cId="1085470311" sldId="806"/>
        </pc:sldMkLst>
      </pc:sldChg>
      <pc:sldChg chg="modSp mod">
        <pc:chgData name="Josh Hug" userId="e2159f7335c131c2" providerId="LiveId" clId="{0EDB6E27-9086-5277-AB10-A63F9A905C93}" dt="2025-10-07T22:21:04.293" v="7756" actId="1076"/>
        <pc:sldMkLst>
          <pc:docMk/>
          <pc:sldMk cId="1093840636" sldId="819"/>
        </pc:sldMkLst>
        <pc:spChg chg="mod">
          <ac:chgData name="Josh Hug" userId="e2159f7335c131c2" providerId="LiveId" clId="{0EDB6E27-9086-5277-AB10-A63F9A905C93}" dt="2025-10-07T22:20:55.175" v="7755" actId="255"/>
          <ac:spMkLst>
            <pc:docMk/>
            <pc:sldMk cId="1093840636" sldId="819"/>
            <ac:spMk id="4" creationId="{2FC2CD66-91A9-F308-659D-0EAACB1D7A3A}"/>
          </ac:spMkLst>
        </pc:spChg>
        <pc:spChg chg="mod">
          <ac:chgData name="Josh Hug" userId="e2159f7335c131c2" providerId="LiveId" clId="{0EDB6E27-9086-5277-AB10-A63F9A905C93}" dt="2025-10-07T22:21:04.293" v="7756" actId="1076"/>
          <ac:spMkLst>
            <pc:docMk/>
            <pc:sldMk cId="1093840636" sldId="819"/>
            <ac:spMk id="12" creationId="{51FE7E6F-14B3-7D55-4229-DA4C59CBFDC6}"/>
          </ac:spMkLst>
        </pc:spChg>
        <pc:spChg chg="mod">
          <ac:chgData name="Josh Hug" userId="e2159f7335c131c2" providerId="LiveId" clId="{0EDB6E27-9086-5277-AB10-A63F9A905C93}" dt="2025-10-07T22:21:04.293" v="7756" actId="1076"/>
          <ac:spMkLst>
            <pc:docMk/>
            <pc:sldMk cId="1093840636" sldId="819"/>
            <ac:spMk id="14" creationId="{07B787CB-ABFE-50A1-A615-857A624EB4BF}"/>
          </ac:spMkLst>
        </pc:spChg>
        <pc:spChg chg="mod">
          <ac:chgData name="Josh Hug" userId="e2159f7335c131c2" providerId="LiveId" clId="{0EDB6E27-9086-5277-AB10-A63F9A905C93}" dt="2025-10-07T22:21:04.293" v="7756" actId="1076"/>
          <ac:spMkLst>
            <pc:docMk/>
            <pc:sldMk cId="1093840636" sldId="819"/>
            <ac:spMk id="16" creationId="{4F55043E-AC9A-4304-D6CA-123DF2456976}"/>
          </ac:spMkLst>
        </pc:spChg>
        <pc:spChg chg="mod">
          <ac:chgData name="Josh Hug" userId="e2159f7335c131c2" providerId="LiveId" clId="{0EDB6E27-9086-5277-AB10-A63F9A905C93}" dt="2025-10-07T22:21:04.293" v="7756" actId="1076"/>
          <ac:spMkLst>
            <pc:docMk/>
            <pc:sldMk cId="1093840636" sldId="819"/>
            <ac:spMk id="18" creationId="{188EF166-7240-169E-53FE-C9F0DECBF54D}"/>
          </ac:spMkLst>
        </pc:spChg>
      </pc:sldChg>
      <pc:sldChg chg="modSp mod">
        <pc:chgData name="Josh Hug" userId="e2159f7335c131c2" providerId="LiveId" clId="{0EDB6E27-9086-5277-AB10-A63F9A905C93}" dt="2025-10-07T22:21:31.847" v="7757" actId="255"/>
        <pc:sldMkLst>
          <pc:docMk/>
          <pc:sldMk cId="3120883485" sldId="825"/>
        </pc:sldMkLst>
        <pc:spChg chg="mod">
          <ac:chgData name="Josh Hug" userId="e2159f7335c131c2" providerId="LiveId" clId="{0EDB6E27-9086-5277-AB10-A63F9A905C93}" dt="2025-10-07T22:21:31.847" v="7757" actId="255"/>
          <ac:spMkLst>
            <pc:docMk/>
            <pc:sldMk cId="3120883485" sldId="825"/>
            <ac:spMk id="4" creationId="{68A82089-9D11-07E7-A6AD-13AF8CBA8F93}"/>
          </ac:spMkLst>
        </pc:spChg>
      </pc:sldChg>
      <pc:sldChg chg="modSp mod">
        <pc:chgData name="Josh Hug" userId="e2159f7335c131c2" providerId="LiveId" clId="{0EDB6E27-9086-5277-AB10-A63F9A905C93}" dt="2025-10-07T22:21:53.030" v="7760" actId="20577"/>
        <pc:sldMkLst>
          <pc:docMk/>
          <pc:sldMk cId="3413953939" sldId="826"/>
        </pc:sldMkLst>
        <pc:spChg chg="mod">
          <ac:chgData name="Josh Hug" userId="e2159f7335c131c2" providerId="LiveId" clId="{0EDB6E27-9086-5277-AB10-A63F9A905C93}" dt="2025-10-07T22:21:53.030" v="7760" actId="20577"/>
          <ac:spMkLst>
            <pc:docMk/>
            <pc:sldMk cId="3413953939" sldId="826"/>
            <ac:spMk id="4" creationId="{61247929-E1FC-21B4-B277-39B7707CCDFF}"/>
          </ac:spMkLst>
        </pc:spChg>
      </pc:sldChg>
      <pc:sldChg chg="modSp mod">
        <pc:chgData name="Josh Hug" userId="e2159f7335c131c2" providerId="LiveId" clId="{0EDB6E27-9086-5277-AB10-A63F9A905C93}" dt="2025-10-07T22:22:01.510" v="7761" actId="255"/>
        <pc:sldMkLst>
          <pc:docMk/>
          <pc:sldMk cId="3417069845" sldId="829"/>
        </pc:sldMkLst>
        <pc:spChg chg="mod">
          <ac:chgData name="Josh Hug" userId="e2159f7335c131c2" providerId="LiveId" clId="{0EDB6E27-9086-5277-AB10-A63F9A905C93}" dt="2025-10-07T22:22:01.510" v="7761" actId="255"/>
          <ac:spMkLst>
            <pc:docMk/>
            <pc:sldMk cId="3417069845" sldId="829"/>
            <ac:spMk id="4" creationId="{7B5D7D4B-77E0-9E67-1551-5E1C757A3534}"/>
          </ac:spMkLst>
        </pc:spChg>
      </pc:sldChg>
      <pc:sldChg chg="modSp">
        <pc:chgData name="Josh Hug" userId="e2159f7335c131c2" providerId="LiveId" clId="{0EDB6E27-9086-5277-AB10-A63F9A905C93}" dt="2025-10-07T23:58:49.491" v="7905" actId="207"/>
        <pc:sldMkLst>
          <pc:docMk/>
          <pc:sldMk cId="338492502" sldId="831"/>
        </pc:sldMkLst>
        <pc:spChg chg="mod">
          <ac:chgData name="Josh Hug" userId="e2159f7335c131c2" providerId="LiveId" clId="{0EDB6E27-9086-5277-AB10-A63F9A905C93}" dt="2025-10-07T23:58:49.491" v="7905" actId="207"/>
          <ac:spMkLst>
            <pc:docMk/>
            <pc:sldMk cId="338492502" sldId="831"/>
            <ac:spMk id="3" creationId="{716A8F0A-E697-ECC2-B4E2-FA63A75979C3}"/>
          </ac:spMkLst>
        </pc:spChg>
      </pc:sldChg>
    </pc:docChg>
  </pc:docChgLst>
  <pc:docChgLst>
    <pc:chgData name="Josh Hug" userId="e2159f7335c131c2" providerId="LiveId" clId="{138F76F6-BDFE-43E7-A070-24B46DF0227F}"/>
    <pc:docChg chg="undo redo custSel addSld delSld modSld sldOrd modMainMaster modSection modNotesMaster modHandout">
      <pc:chgData name="Josh Hug" userId="e2159f7335c131c2" providerId="LiveId" clId="{138F76F6-BDFE-43E7-A070-24B46DF0227F}" dt="2025-10-07T22:12:34.220" v="17815"/>
      <pc:docMkLst>
        <pc:docMk/>
      </pc:docMkLst>
      <pc:sldChg chg="add del">
        <pc:chgData name="Josh Hug" userId="e2159f7335c131c2" providerId="LiveId" clId="{138F76F6-BDFE-43E7-A070-24B46DF0227F}" dt="2025-10-02T16:21:02.499" v="1158"/>
        <pc:sldMkLst>
          <pc:docMk/>
          <pc:sldMk cId="692555167" sldId="419"/>
        </pc:sldMkLst>
      </pc:sldChg>
      <pc:sldChg chg="modSp mod">
        <pc:chgData name="Josh Hug" userId="e2159f7335c131c2" providerId="LiveId" clId="{138F76F6-BDFE-43E7-A070-24B46DF0227F}" dt="2025-10-07T20:50:11.504" v="16509" actId="113"/>
        <pc:sldMkLst>
          <pc:docMk/>
          <pc:sldMk cId="2861330960" sldId="478"/>
        </pc:sldMkLst>
        <pc:spChg chg="mod">
          <ac:chgData name="Josh Hug" userId="e2159f7335c131c2" providerId="LiveId" clId="{138F76F6-BDFE-43E7-A070-24B46DF0227F}" dt="2025-10-07T20:49:27.883" v="16499" actId="20577"/>
          <ac:spMkLst>
            <pc:docMk/>
            <pc:sldMk cId="2861330960" sldId="478"/>
            <ac:spMk id="2" creationId="{0F757346-44B0-AEF1-0367-DE9B44A479C8}"/>
          </ac:spMkLst>
        </pc:spChg>
        <pc:spChg chg="mod">
          <ac:chgData name="Josh Hug" userId="e2159f7335c131c2" providerId="LiveId" clId="{138F76F6-BDFE-43E7-A070-24B46DF0227F}" dt="2025-09-23T20:48:50.382" v="939" actId="20577"/>
          <ac:spMkLst>
            <pc:docMk/>
            <pc:sldMk cId="2861330960" sldId="478"/>
            <ac:spMk id="3" creationId="{B0241DDA-A6A1-B216-2DC9-B32E760D221E}"/>
          </ac:spMkLst>
        </pc:spChg>
        <pc:spChg chg="mod">
          <ac:chgData name="Josh Hug" userId="e2159f7335c131c2" providerId="LiveId" clId="{138F76F6-BDFE-43E7-A070-24B46DF0227F}" dt="2025-10-07T20:50:11.504" v="16509" actId="113"/>
          <ac:spMkLst>
            <pc:docMk/>
            <pc:sldMk cId="2861330960" sldId="478"/>
            <ac:spMk id="6" creationId="{937D808E-88A2-F090-B52A-A0B7F8712752}"/>
          </ac:spMkLst>
        </pc:spChg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172334130" sldId="545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407229902" sldId="547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399689169" sldId="565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697485091" sldId="56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962169281" sldId="603"/>
        </pc:sldMkLst>
      </pc:sldChg>
      <pc:sldChg chg="modSp add del mod">
        <pc:chgData name="Josh Hug" userId="e2159f7335c131c2" providerId="LiveId" clId="{138F76F6-BDFE-43E7-A070-24B46DF0227F}" dt="2025-10-07T16:07:06.755" v="2773" actId="47"/>
        <pc:sldMkLst>
          <pc:docMk/>
          <pc:sldMk cId="4103741025" sldId="60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267991832" sldId="605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489618410" sldId="60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44858669" sldId="607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303173274" sldId="608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858267819" sldId="609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487396572" sldId="610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70807998" sldId="611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4183090864" sldId="613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423194334" sldId="61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99524660" sldId="61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342879367" sldId="619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673733230" sldId="620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614726228" sldId="622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771035832" sldId="623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670713385" sldId="62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798636741" sldId="625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383099292" sldId="62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729158733" sldId="627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900215836" sldId="628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152089141" sldId="629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7485540" sldId="630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4161919442" sldId="631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084338846" sldId="632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971592119" sldId="63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704702570" sldId="63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003726113" sldId="638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039197798" sldId="639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51850960" sldId="640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936176121" sldId="641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585227062" sldId="642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33295493" sldId="643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558055175" sldId="64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163762917" sldId="645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574589597" sldId="64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904408297" sldId="650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891581241" sldId="653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448749415" sldId="65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181971056" sldId="655"/>
        </pc:sldMkLst>
      </pc:sldChg>
      <pc:sldChg chg="modSp del mod">
        <pc:chgData name="Josh Hug" userId="e2159f7335c131c2" providerId="LiveId" clId="{138F76F6-BDFE-43E7-A070-24B46DF0227F}" dt="2025-09-23T20:43:36.931" v="727" actId="47"/>
        <pc:sldMkLst>
          <pc:docMk/>
          <pc:sldMk cId="3245335431" sldId="65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447546050" sldId="657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846224738" sldId="658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624135454" sldId="659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112683574" sldId="660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733297205" sldId="662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107576172" sldId="663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404358478" sldId="66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317853295" sldId="665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658153420" sldId="667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400688785" sldId="669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591691252" sldId="670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4175205388" sldId="671"/>
        </pc:sldMkLst>
      </pc:sldChg>
      <pc:sldChg chg="modSp del mod">
        <pc:chgData name="Josh Hug" userId="e2159f7335c131c2" providerId="LiveId" clId="{138F76F6-BDFE-43E7-A070-24B46DF0227F}" dt="2025-09-23T20:43:36.931" v="727" actId="47"/>
        <pc:sldMkLst>
          <pc:docMk/>
          <pc:sldMk cId="2168076683" sldId="673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064183535" sldId="67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735080346" sldId="675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897838875" sldId="67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059656705" sldId="677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203166579" sldId="678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76543181" sldId="679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713293399" sldId="682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1516276839" sldId="683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775612235" sldId="684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3509450884" sldId="686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57085399" sldId="687"/>
        </pc:sldMkLst>
      </pc:sldChg>
      <pc:sldChg chg="del">
        <pc:chgData name="Josh Hug" userId="e2159f7335c131c2" providerId="LiveId" clId="{138F76F6-BDFE-43E7-A070-24B46DF0227F}" dt="2025-09-23T20:43:36.931" v="727" actId="47"/>
        <pc:sldMkLst>
          <pc:docMk/>
          <pc:sldMk cId="2288036341" sldId="688"/>
        </pc:sldMkLst>
      </pc:sldChg>
      <pc:sldChg chg="addSp delSp modSp new add del mod modAnim">
        <pc:chgData name="Josh Hug" userId="e2159f7335c131c2" providerId="LiveId" clId="{138F76F6-BDFE-43E7-A070-24B46DF0227F}" dt="2025-09-23T20:22:31.448" v="425" actId="47"/>
        <pc:sldMkLst>
          <pc:docMk/>
          <pc:sldMk cId="643631633" sldId="689"/>
        </pc:sldMkLst>
      </pc:sldChg>
      <pc:sldChg chg="new del">
        <pc:chgData name="Josh Hug" userId="e2159f7335c131c2" providerId="LiveId" clId="{138F76F6-BDFE-43E7-A070-24B46DF0227F}" dt="2025-09-23T20:43:36.931" v="727" actId="47"/>
        <pc:sldMkLst>
          <pc:docMk/>
          <pc:sldMk cId="2524849888" sldId="690"/>
        </pc:sldMkLst>
      </pc:sldChg>
      <pc:sldChg chg="addSp modSp new mod">
        <pc:chgData name="Josh Hug" userId="e2159f7335c131c2" providerId="LiveId" clId="{138F76F6-BDFE-43E7-A070-24B46DF0227F}" dt="2025-10-07T21:06:00.814" v="16550"/>
        <pc:sldMkLst>
          <pc:docMk/>
          <pc:sldMk cId="3598963934" sldId="691"/>
        </pc:sldMkLst>
        <pc:spChg chg="mod">
          <ac:chgData name="Josh Hug" userId="e2159f7335c131c2" providerId="LiveId" clId="{138F76F6-BDFE-43E7-A070-24B46DF0227F}" dt="2025-10-07T21:06:00.814" v="16550"/>
          <ac:spMkLst>
            <pc:docMk/>
            <pc:sldMk cId="3598963934" sldId="691"/>
            <ac:spMk id="2" creationId="{F1B7A179-F0ED-08CB-9BDD-F209A4E7F212}"/>
          </ac:spMkLst>
        </pc:spChg>
        <pc:spChg chg="mod">
          <ac:chgData name="Josh Hug" userId="e2159f7335c131c2" providerId="LiveId" clId="{138F76F6-BDFE-43E7-A070-24B46DF0227F}" dt="2025-10-07T16:13:02.877" v="4093" actId="20577"/>
          <ac:spMkLst>
            <pc:docMk/>
            <pc:sldMk cId="3598963934" sldId="691"/>
            <ac:spMk id="3" creationId="{3AF8CECD-D567-FBC3-E17C-DD54FF3B6EBB}"/>
          </ac:spMkLst>
        </pc:spChg>
        <pc:spChg chg="add mod">
          <ac:chgData name="Josh Hug" userId="e2159f7335c131c2" providerId="LiveId" clId="{138F76F6-BDFE-43E7-A070-24B46DF0227F}" dt="2025-09-23T20:40:58.952" v="685" actId="12789"/>
          <ac:spMkLst>
            <pc:docMk/>
            <pc:sldMk cId="3598963934" sldId="691"/>
            <ac:spMk id="5" creationId="{6239868E-DEFD-FAD1-6976-768E8824E9F1}"/>
          </ac:spMkLst>
        </pc:spChg>
        <pc:spChg chg="add mod">
          <ac:chgData name="Josh Hug" userId="e2159f7335c131c2" providerId="LiveId" clId="{138F76F6-BDFE-43E7-A070-24B46DF0227F}" dt="2025-09-23T20:41:02.494" v="686" actId="408"/>
          <ac:spMkLst>
            <pc:docMk/>
            <pc:sldMk cId="3598963934" sldId="691"/>
            <ac:spMk id="8" creationId="{8D5D24EC-D918-A636-8F2B-9AECA4A527DD}"/>
          </ac:spMkLst>
        </pc:spChg>
        <pc:grpChg chg="add mod">
          <ac:chgData name="Josh Hug" userId="e2159f7335c131c2" providerId="LiveId" clId="{138F76F6-BDFE-43E7-A070-24B46DF0227F}" dt="2025-09-23T20:41:02.494" v="686" actId="408"/>
          <ac:grpSpMkLst>
            <pc:docMk/>
            <pc:sldMk cId="3598963934" sldId="691"/>
            <ac:grpSpMk id="6" creationId="{949D24D3-73E3-CA3E-A2B9-479AEAB92409}"/>
          </ac:grpSpMkLst>
        </pc:grpChg>
        <pc:picChg chg="add mod">
          <ac:chgData name="Josh Hug" userId="e2159f7335c131c2" providerId="LiveId" clId="{138F76F6-BDFE-43E7-A070-24B46DF0227F}" dt="2025-09-23T20:40:58.952" v="685" actId="12789"/>
          <ac:picMkLst>
            <pc:docMk/>
            <pc:sldMk cId="3598963934" sldId="691"/>
            <ac:picMk id="4" creationId="{6224C92B-57B5-F61D-10A2-42DF432B82CD}"/>
          </ac:picMkLst>
        </pc:picChg>
        <pc:cxnChg chg="add mod">
          <ac:chgData name="Josh Hug" userId="e2159f7335c131c2" providerId="LiveId" clId="{138F76F6-BDFE-43E7-A070-24B46DF0227F}" dt="2025-09-23T20:41:02.494" v="686" actId="408"/>
          <ac:cxnSpMkLst>
            <pc:docMk/>
            <pc:sldMk cId="3598963934" sldId="691"/>
            <ac:cxnSpMk id="7" creationId="{7C87DD9E-9EC0-1776-55F5-043ED45AEA79}"/>
          </ac:cxnSpMkLst>
        </pc:cxnChg>
      </pc:sldChg>
      <pc:sldChg chg="addSp delSp modSp add mod modAnim">
        <pc:chgData name="Josh Hug" userId="e2159f7335c131c2" providerId="LiveId" clId="{138F76F6-BDFE-43E7-A070-24B46DF0227F}" dt="2025-10-07T21:06:09.347" v="16552" actId="22"/>
        <pc:sldMkLst>
          <pc:docMk/>
          <pc:sldMk cId="2614765606" sldId="692"/>
        </pc:sldMkLst>
        <pc:spChg chg="mod">
          <ac:chgData name="Josh Hug" userId="e2159f7335c131c2" providerId="LiveId" clId="{138F76F6-BDFE-43E7-A070-24B46DF0227F}" dt="2025-10-07T21:06:00.814" v="16550"/>
          <ac:spMkLst>
            <pc:docMk/>
            <pc:sldMk cId="2614765606" sldId="692"/>
            <ac:spMk id="2" creationId="{E624B417-AD8F-112E-40AF-F57C6B8BDEC8}"/>
          </ac:spMkLst>
        </pc:spChg>
        <pc:spChg chg="mod">
          <ac:chgData name="Josh Hug" userId="e2159f7335c131c2" providerId="LiveId" clId="{138F76F6-BDFE-43E7-A070-24B46DF0227F}" dt="2025-09-23T20:38:41.931" v="657" actId="20577"/>
          <ac:spMkLst>
            <pc:docMk/>
            <pc:sldMk cId="2614765606" sldId="692"/>
            <ac:spMk id="3" creationId="{7748CDF5-80B8-DFC6-2552-2E1CDA7C0AF3}"/>
          </ac:spMkLst>
        </pc:spChg>
        <pc:spChg chg="add mod">
          <ac:chgData name="Josh Hug" userId="e2159f7335c131c2" providerId="LiveId" clId="{138F76F6-BDFE-43E7-A070-24B46DF0227F}" dt="2025-09-23T20:15:23.599" v="291"/>
          <ac:spMkLst>
            <pc:docMk/>
            <pc:sldMk cId="2614765606" sldId="692"/>
            <ac:spMk id="5" creationId="{CD613E58-5608-DADE-2F51-3CD4ACA12595}"/>
          </ac:spMkLst>
        </pc:spChg>
        <pc:spChg chg="add del">
          <ac:chgData name="Josh Hug" userId="e2159f7335c131c2" providerId="LiveId" clId="{138F76F6-BDFE-43E7-A070-24B46DF0227F}" dt="2025-10-07T21:06:09.347" v="16552" actId="22"/>
          <ac:spMkLst>
            <pc:docMk/>
            <pc:sldMk cId="2614765606" sldId="692"/>
            <ac:spMk id="7" creationId="{A267EAD2-5FCE-E756-6839-716AC79FC8D1}"/>
          </ac:spMkLst>
        </pc:spChg>
        <pc:picChg chg="add mod">
          <ac:chgData name="Josh Hug" userId="e2159f7335c131c2" providerId="LiveId" clId="{138F76F6-BDFE-43E7-A070-24B46DF0227F}" dt="2025-09-23T20:15:23.599" v="291"/>
          <ac:picMkLst>
            <pc:docMk/>
            <pc:sldMk cId="2614765606" sldId="692"/>
            <ac:picMk id="4" creationId="{FD78B0EF-3ECF-F7E0-DEAB-662DFB035189}"/>
          </ac:picMkLst>
        </pc:picChg>
      </pc:sldChg>
      <pc:sldChg chg="addSp modSp new del mod">
        <pc:chgData name="Josh Hug" userId="e2159f7335c131c2" providerId="LiveId" clId="{138F76F6-BDFE-43E7-A070-24B46DF0227F}" dt="2025-09-23T20:43:36.931" v="727" actId="47"/>
        <pc:sldMkLst>
          <pc:docMk/>
          <pc:sldMk cId="66686137" sldId="693"/>
        </pc:sldMkLst>
      </pc:sldChg>
      <pc:sldChg chg="addSp delSp modSp add mod">
        <pc:chgData name="Josh Hug" userId="e2159f7335c131c2" providerId="LiveId" clId="{138F76F6-BDFE-43E7-A070-24B46DF0227F}" dt="2025-10-07T21:06:00.814" v="16550"/>
        <pc:sldMkLst>
          <pc:docMk/>
          <pc:sldMk cId="1850531241" sldId="694"/>
        </pc:sldMkLst>
        <pc:spChg chg="mod">
          <ac:chgData name="Josh Hug" userId="e2159f7335c131c2" providerId="LiveId" clId="{138F76F6-BDFE-43E7-A070-24B46DF0227F}" dt="2025-10-07T21:06:00.814" v="16550"/>
          <ac:spMkLst>
            <pc:docMk/>
            <pc:sldMk cId="1850531241" sldId="694"/>
            <ac:spMk id="2" creationId="{EC6E2AE1-A88D-9201-0116-1C1F60D9EB2C}"/>
          </ac:spMkLst>
        </pc:spChg>
        <pc:spChg chg="mod">
          <ac:chgData name="Josh Hug" userId="e2159f7335c131c2" providerId="LiveId" clId="{138F76F6-BDFE-43E7-A070-24B46DF0227F}" dt="2025-10-07T16:13:21.336" v="4095" actId="20577"/>
          <ac:spMkLst>
            <pc:docMk/>
            <pc:sldMk cId="1850531241" sldId="694"/>
            <ac:spMk id="3" creationId="{00996DBA-A511-A23A-2E45-0F840712C4A8}"/>
          </ac:spMkLst>
        </pc:spChg>
        <pc:spChg chg="mod">
          <ac:chgData name="Josh Hug" userId="e2159f7335c131c2" providerId="LiveId" clId="{138F76F6-BDFE-43E7-A070-24B46DF0227F}" dt="2025-09-23T20:41:15.514" v="688"/>
          <ac:spMkLst>
            <pc:docMk/>
            <pc:sldMk cId="1850531241" sldId="694"/>
            <ac:spMk id="11" creationId="{405824FA-1AB7-ECC9-0AA8-A954F309B672}"/>
          </ac:spMkLst>
        </pc:spChg>
        <pc:spChg chg="add mod">
          <ac:chgData name="Josh Hug" userId="e2159f7335c131c2" providerId="LiveId" clId="{138F76F6-BDFE-43E7-A070-24B46DF0227F}" dt="2025-09-23T20:41:15.514" v="688"/>
          <ac:spMkLst>
            <pc:docMk/>
            <pc:sldMk cId="1850531241" sldId="694"/>
            <ac:spMk id="13" creationId="{D6C47FB5-0E75-2EBA-0407-81DBB2F69C8F}"/>
          </ac:spMkLst>
        </pc:spChg>
        <pc:grpChg chg="add mod">
          <ac:chgData name="Josh Hug" userId="e2159f7335c131c2" providerId="LiveId" clId="{138F76F6-BDFE-43E7-A070-24B46DF0227F}" dt="2025-09-23T20:41:15.514" v="688"/>
          <ac:grpSpMkLst>
            <pc:docMk/>
            <pc:sldMk cId="1850531241" sldId="694"/>
            <ac:grpSpMk id="9" creationId="{28242312-3FA6-A9B9-43DD-168A27D1629D}"/>
          </ac:grpSpMkLst>
        </pc:grpChg>
        <pc:picChg chg="mod">
          <ac:chgData name="Josh Hug" userId="e2159f7335c131c2" providerId="LiveId" clId="{138F76F6-BDFE-43E7-A070-24B46DF0227F}" dt="2025-09-23T20:41:15.514" v="688"/>
          <ac:picMkLst>
            <pc:docMk/>
            <pc:sldMk cId="1850531241" sldId="694"/>
            <ac:picMk id="10" creationId="{C26DFF0E-0FA2-E91A-549D-D83E93285B03}"/>
          </ac:picMkLst>
        </pc:picChg>
        <pc:cxnChg chg="add mod">
          <ac:chgData name="Josh Hug" userId="e2159f7335c131c2" providerId="LiveId" clId="{138F76F6-BDFE-43E7-A070-24B46DF0227F}" dt="2025-09-23T20:41:15.514" v="688"/>
          <ac:cxnSpMkLst>
            <pc:docMk/>
            <pc:sldMk cId="1850531241" sldId="694"/>
            <ac:cxnSpMk id="12" creationId="{7D149EE8-0ED7-DCDC-3F6C-802F38BE34ED}"/>
          </ac:cxnSpMkLst>
        </pc:cxnChg>
      </pc:sldChg>
      <pc:sldChg chg="modSp new del mod">
        <pc:chgData name="Josh Hug" userId="e2159f7335c131c2" providerId="LiveId" clId="{138F76F6-BDFE-43E7-A070-24B46DF0227F}" dt="2025-09-23T20:36:53.345" v="638" actId="47"/>
        <pc:sldMkLst>
          <pc:docMk/>
          <pc:sldMk cId="2384564912" sldId="694"/>
        </pc:sldMkLst>
      </pc:sldChg>
      <pc:sldChg chg="new del">
        <pc:chgData name="Josh Hug" userId="e2159f7335c131c2" providerId="LiveId" clId="{138F76F6-BDFE-43E7-A070-24B46DF0227F}" dt="2025-09-23T20:41:19.063" v="690" actId="680"/>
        <pc:sldMkLst>
          <pc:docMk/>
          <pc:sldMk cId="2560014528" sldId="695"/>
        </pc:sldMkLst>
      </pc:sldChg>
      <pc:sldChg chg="addSp modSp add mod addAnim delAnim modAnim">
        <pc:chgData name="Josh Hug" userId="e2159f7335c131c2" providerId="LiveId" clId="{138F76F6-BDFE-43E7-A070-24B46DF0227F}" dt="2025-10-07T21:06:00.814" v="16550"/>
        <pc:sldMkLst>
          <pc:docMk/>
          <pc:sldMk cId="2588517040" sldId="695"/>
        </pc:sldMkLst>
        <pc:spChg chg="mod">
          <ac:chgData name="Josh Hug" userId="e2159f7335c131c2" providerId="LiveId" clId="{138F76F6-BDFE-43E7-A070-24B46DF0227F}" dt="2025-10-07T21:06:00.814" v="16550"/>
          <ac:spMkLst>
            <pc:docMk/>
            <pc:sldMk cId="2588517040" sldId="695"/>
            <ac:spMk id="2" creationId="{506425AA-9137-1578-8A10-17871FFEBF54}"/>
          </ac:spMkLst>
        </pc:spChg>
        <pc:spChg chg="mod">
          <ac:chgData name="Josh Hug" userId="e2159f7335c131c2" providerId="LiveId" clId="{138F76F6-BDFE-43E7-A070-24B46DF0227F}" dt="2025-10-07T16:14:34.709" v="4145" actId="21"/>
          <ac:spMkLst>
            <pc:docMk/>
            <pc:sldMk cId="2588517040" sldId="695"/>
            <ac:spMk id="3" creationId="{C6E7071B-DC0E-F3F7-A7BB-D96F1C3D975B}"/>
          </ac:spMkLst>
        </pc:spChg>
        <pc:spChg chg="add mod">
          <ac:chgData name="Josh Hug" userId="e2159f7335c131c2" providerId="LiveId" clId="{138F76F6-BDFE-43E7-A070-24B46DF0227F}" dt="2025-10-07T16:13:40.606" v="4098" actId="164"/>
          <ac:spMkLst>
            <pc:docMk/>
            <pc:sldMk cId="2588517040" sldId="695"/>
            <ac:spMk id="5" creationId="{56F72657-20DC-8269-5C23-10549613B851}"/>
          </ac:spMkLst>
        </pc:spChg>
        <pc:spChg chg="add mod">
          <ac:chgData name="Josh Hug" userId="e2159f7335c131c2" providerId="LiveId" clId="{138F76F6-BDFE-43E7-A070-24B46DF0227F}" dt="2025-10-07T16:15:07.689" v="4176" actId="1036"/>
          <ac:spMkLst>
            <pc:docMk/>
            <pc:sldMk cId="2588517040" sldId="695"/>
            <ac:spMk id="8" creationId="{E87819CB-92BA-5599-F5B5-E3B3E695E57E}"/>
          </ac:spMkLst>
        </pc:spChg>
        <pc:grpChg chg="add mod">
          <ac:chgData name="Josh Hug" userId="e2159f7335c131c2" providerId="LiveId" clId="{138F76F6-BDFE-43E7-A070-24B46DF0227F}" dt="2025-10-07T16:13:40.606" v="4098" actId="164"/>
          <ac:grpSpMkLst>
            <pc:docMk/>
            <pc:sldMk cId="2588517040" sldId="695"/>
            <ac:grpSpMk id="6" creationId="{32932E36-4580-D10C-F8D1-CD196C988B28}"/>
          </ac:grpSpMkLst>
        </pc:grpChg>
        <pc:cxnChg chg="add mod">
          <ac:chgData name="Josh Hug" userId="e2159f7335c131c2" providerId="LiveId" clId="{138F76F6-BDFE-43E7-A070-24B46DF0227F}" dt="2025-10-07T16:13:40.606" v="4098" actId="164"/>
          <ac:cxnSpMkLst>
            <pc:docMk/>
            <pc:sldMk cId="2588517040" sldId="695"/>
            <ac:cxnSpMk id="4" creationId="{95D9159F-BDD3-564D-F233-8F7170E94029}"/>
          </ac:cxnSpMkLst>
        </pc:cxnChg>
      </pc:sldChg>
      <pc:sldChg chg="new del">
        <pc:chgData name="Josh Hug" userId="e2159f7335c131c2" providerId="LiveId" clId="{138F76F6-BDFE-43E7-A070-24B46DF0227F}" dt="2025-09-23T20:43:36.931" v="727" actId="47"/>
        <pc:sldMkLst>
          <pc:docMk/>
          <pc:sldMk cId="3597530989" sldId="696"/>
        </pc:sldMkLst>
      </pc:sldChg>
      <pc:sldChg chg="delSp modSp add mod modAnim">
        <pc:chgData name="Josh Hug" userId="e2159f7335c131c2" providerId="LiveId" clId="{138F76F6-BDFE-43E7-A070-24B46DF0227F}" dt="2025-10-07T21:06:00.814" v="16550"/>
        <pc:sldMkLst>
          <pc:docMk/>
          <pc:sldMk cId="1136758427" sldId="697"/>
        </pc:sldMkLst>
        <pc:spChg chg="mod">
          <ac:chgData name="Josh Hug" userId="e2159f7335c131c2" providerId="LiveId" clId="{138F76F6-BDFE-43E7-A070-24B46DF0227F}" dt="2025-10-07T21:06:00.814" v="16550"/>
          <ac:spMkLst>
            <pc:docMk/>
            <pc:sldMk cId="1136758427" sldId="697"/>
            <ac:spMk id="2" creationId="{E1296FA9-521E-9AD1-B673-12EB1D401B18}"/>
          </ac:spMkLst>
        </pc:spChg>
        <pc:spChg chg="mod">
          <ac:chgData name="Josh Hug" userId="e2159f7335c131c2" providerId="LiveId" clId="{138F76F6-BDFE-43E7-A070-24B46DF0227F}" dt="2025-09-23T20:42:32.502" v="717" actId="20577"/>
          <ac:spMkLst>
            <pc:docMk/>
            <pc:sldMk cId="1136758427" sldId="697"/>
            <ac:spMk id="3" creationId="{8CB7A6F2-4A4B-20F7-1C66-359095F32088}"/>
          </ac:spMkLst>
        </pc:spChg>
      </pc:sldChg>
      <pc:sldChg chg="modSp add del mod ord">
        <pc:chgData name="Josh Hug" userId="e2159f7335c131c2" providerId="LiveId" clId="{138F76F6-BDFE-43E7-A070-24B46DF0227F}" dt="2025-10-07T21:06:00.814" v="16550"/>
        <pc:sldMkLst>
          <pc:docMk/>
          <pc:sldMk cId="1565836259" sldId="698"/>
        </pc:sldMkLst>
        <pc:spChg chg="mod">
          <ac:chgData name="Josh Hug" userId="e2159f7335c131c2" providerId="LiveId" clId="{138F76F6-BDFE-43E7-A070-24B46DF0227F}" dt="2025-10-07T21:06:00.814" v="16550"/>
          <ac:spMkLst>
            <pc:docMk/>
            <pc:sldMk cId="1565836259" sldId="698"/>
            <ac:spMk id="2" creationId="{13915D01-B663-D668-9B1B-737FE05E0EE2}"/>
          </ac:spMkLst>
        </pc:spChg>
        <pc:spChg chg="mod">
          <ac:chgData name="Josh Hug" userId="e2159f7335c131c2" providerId="LiveId" clId="{138F76F6-BDFE-43E7-A070-24B46DF0227F}" dt="2025-10-07T18:24:08.416" v="9653" actId="20577"/>
          <ac:spMkLst>
            <pc:docMk/>
            <pc:sldMk cId="1565836259" sldId="698"/>
            <ac:spMk id="3" creationId="{8346C296-3FB8-9206-111A-45ADCF806C6A}"/>
          </ac:spMkLst>
        </pc:spChg>
      </pc:sldChg>
      <pc:sldChg chg="addSp delSp modSp new del mod">
        <pc:chgData name="Josh Hug" userId="e2159f7335c131c2" providerId="LiveId" clId="{138F76F6-BDFE-43E7-A070-24B46DF0227F}" dt="2025-10-05T05:11:06.674" v="2658" actId="47"/>
        <pc:sldMkLst>
          <pc:docMk/>
          <pc:sldMk cId="420388845" sldId="699"/>
        </pc:sldMkLst>
      </pc:sldChg>
      <pc:sldChg chg="addSp delSp modSp new mod">
        <pc:chgData name="Josh Hug" userId="e2159f7335c131c2" providerId="LiveId" clId="{138F76F6-BDFE-43E7-A070-24B46DF0227F}" dt="2025-10-07T17:48:44.768" v="7135" actId="6549"/>
        <pc:sldMkLst>
          <pc:docMk/>
          <pc:sldMk cId="2687429029" sldId="700"/>
        </pc:sldMkLst>
        <pc:spChg chg="mod">
          <ac:chgData name="Josh Hug" userId="e2159f7335c131c2" providerId="LiveId" clId="{138F76F6-BDFE-43E7-A070-24B46DF0227F}" dt="2025-10-05T04:59:56.222" v="2017" actId="20577"/>
          <ac:spMkLst>
            <pc:docMk/>
            <pc:sldMk cId="2687429029" sldId="700"/>
            <ac:spMk id="2" creationId="{DD4E5962-314D-5F0D-AC40-9A22D484C86B}"/>
          </ac:spMkLst>
        </pc:spChg>
        <pc:spChg chg="mod">
          <ac:chgData name="Josh Hug" userId="e2159f7335c131c2" providerId="LiveId" clId="{138F76F6-BDFE-43E7-A070-24B46DF0227F}" dt="2025-10-07T17:48:44.768" v="7135" actId="6549"/>
          <ac:spMkLst>
            <pc:docMk/>
            <pc:sldMk cId="2687429029" sldId="700"/>
            <ac:spMk id="3" creationId="{E4F4AD2A-49A2-7352-96AF-B528E7F6DABD}"/>
          </ac:spMkLst>
        </pc:spChg>
        <pc:picChg chg="add mod">
          <ac:chgData name="Josh Hug" userId="e2159f7335c131c2" providerId="LiveId" clId="{138F76F6-BDFE-43E7-A070-24B46DF0227F}" dt="2025-10-05T05:01:14.067" v="2029" actId="1076"/>
          <ac:picMkLst>
            <pc:docMk/>
            <pc:sldMk cId="2687429029" sldId="700"/>
            <ac:picMk id="6" creationId="{D8F07A48-56F1-FA94-740B-799C50CE8E1C}"/>
          </ac:picMkLst>
        </pc:picChg>
      </pc:sldChg>
      <pc:sldChg chg="modSp add del mod">
        <pc:chgData name="Josh Hug" userId="e2159f7335c131c2" providerId="LiveId" clId="{138F76F6-BDFE-43E7-A070-24B46DF0227F}" dt="2025-10-02T16:25:40.037" v="1339" actId="47"/>
        <pc:sldMkLst>
          <pc:docMk/>
          <pc:sldMk cId="358570195" sldId="701"/>
        </pc:sldMkLst>
      </pc:sldChg>
      <pc:sldChg chg="new add del">
        <pc:chgData name="Josh Hug" userId="e2159f7335c131c2" providerId="LiveId" clId="{138F76F6-BDFE-43E7-A070-24B46DF0227F}" dt="2025-10-07T22:12:34.220" v="17815"/>
        <pc:sldMkLst>
          <pc:docMk/>
          <pc:sldMk cId="763015121" sldId="702"/>
        </pc:sldMkLst>
      </pc:sldChg>
      <pc:sldChg chg="modSp new del mod setBg">
        <pc:chgData name="Josh Hug" userId="e2159f7335c131c2" providerId="LiveId" clId="{138F76F6-BDFE-43E7-A070-24B46DF0227F}" dt="2025-10-07T20:45:51.556" v="16094" actId="47"/>
        <pc:sldMkLst>
          <pc:docMk/>
          <pc:sldMk cId="3585536271" sldId="703"/>
        </pc:sldMkLst>
      </pc:sldChg>
      <pc:sldChg chg="modSp mod">
        <pc:chgData name="Josh Hug" userId="e2159f7335c131c2" providerId="LiveId" clId="{138F76F6-BDFE-43E7-A070-24B46DF0227F}" dt="2025-10-07T20:51:59.794" v="16526" actId="2711"/>
        <pc:sldMkLst>
          <pc:docMk/>
          <pc:sldMk cId="953816620" sldId="704"/>
        </pc:sldMkLst>
        <pc:spChg chg="mod">
          <ac:chgData name="Josh Hug" userId="e2159f7335c131c2" providerId="LiveId" clId="{138F76F6-BDFE-43E7-A070-24B46DF0227F}" dt="2025-10-07T20:51:02.849" v="16521"/>
          <ac:spMkLst>
            <pc:docMk/>
            <pc:sldMk cId="953816620" sldId="704"/>
            <ac:spMk id="2" creationId="{F4B0C5C1-BEB4-4153-BCEA-30840584E119}"/>
          </ac:spMkLst>
        </pc:spChg>
        <pc:spChg chg="mod">
          <ac:chgData name="Josh Hug" userId="e2159f7335c131c2" providerId="LiveId" clId="{138F76F6-BDFE-43E7-A070-24B46DF0227F}" dt="2025-10-07T20:51:59.794" v="16526" actId="2711"/>
          <ac:spMkLst>
            <pc:docMk/>
            <pc:sldMk cId="953816620" sldId="704"/>
            <ac:spMk id="6" creationId="{6E5DFEEB-DD06-ADDC-58CB-DB42D888A08E}"/>
          </ac:spMkLst>
        </pc:spChg>
      </pc:sldChg>
      <pc:sldChg chg="del">
        <pc:chgData name="Josh Hug" userId="e2159f7335c131c2" providerId="LiveId" clId="{138F76F6-BDFE-43E7-A070-24B46DF0227F}" dt="2025-10-05T05:23:23.436" v="2770" actId="47"/>
        <pc:sldMkLst>
          <pc:docMk/>
          <pc:sldMk cId="1287163792" sldId="705"/>
        </pc:sldMkLst>
      </pc:sldChg>
      <pc:sldChg chg="modSp mod">
        <pc:chgData name="Josh Hug" userId="e2159f7335c131c2" providerId="LiveId" clId="{138F76F6-BDFE-43E7-A070-24B46DF0227F}" dt="2025-10-07T21:08:14.011" v="16586"/>
        <pc:sldMkLst>
          <pc:docMk/>
          <pc:sldMk cId="4276675712" sldId="706"/>
        </pc:sldMkLst>
        <pc:spChg chg="mod">
          <ac:chgData name="Josh Hug" userId="e2159f7335c131c2" providerId="LiveId" clId="{138F76F6-BDFE-43E7-A070-24B46DF0227F}" dt="2025-10-07T16:46:58.550" v="4374" actId="20577"/>
          <ac:spMkLst>
            <pc:docMk/>
            <pc:sldMk cId="4276675712" sldId="706"/>
            <ac:spMk id="2" creationId="{C6DEA460-CCFC-9470-31D3-3DE6C6E9E018}"/>
          </ac:spMkLst>
        </pc:spChg>
        <pc:spChg chg="mod">
          <ac:chgData name="Josh Hug" userId="e2159f7335c131c2" providerId="LiveId" clId="{138F76F6-BDFE-43E7-A070-24B46DF0227F}" dt="2025-10-07T21:08:14.011" v="16586"/>
          <ac:spMkLst>
            <pc:docMk/>
            <pc:sldMk cId="4276675712" sldId="706"/>
            <ac:spMk id="3" creationId="{2B3697D5-80A3-AC2B-3F2C-902C59C06906}"/>
          </ac:spMkLst>
        </pc:spChg>
      </pc:sldChg>
      <pc:sldChg chg="modSp del">
        <pc:chgData name="Josh Hug" userId="e2159f7335c131c2" providerId="LiveId" clId="{138F76F6-BDFE-43E7-A070-24B46DF0227F}" dt="2025-10-07T17:42:43.408" v="6828" actId="47"/>
        <pc:sldMkLst>
          <pc:docMk/>
          <pc:sldMk cId="1088706747" sldId="707"/>
        </pc:sldMkLst>
        <pc:spChg chg="mod">
          <ac:chgData name="Josh Hug" userId="e2159f7335c131c2" providerId="LiveId" clId="{138F76F6-BDFE-43E7-A070-24B46DF0227F}" dt="2025-10-07T17:27:11.495" v="5978" actId="20577"/>
          <ac:spMkLst>
            <pc:docMk/>
            <pc:sldMk cId="1088706747" sldId="707"/>
            <ac:spMk id="3" creationId="{4838C39D-D4DD-408E-FDE4-D167EDEA942D}"/>
          </ac:spMkLst>
        </pc:spChg>
      </pc:sldChg>
      <pc:sldChg chg="modSp modAnim">
        <pc:chgData name="Josh Hug" userId="e2159f7335c131c2" providerId="LiveId" clId="{138F76F6-BDFE-43E7-A070-24B46DF0227F}" dt="2025-10-07T21:08:14.011" v="16586"/>
        <pc:sldMkLst>
          <pc:docMk/>
          <pc:sldMk cId="329766741" sldId="708"/>
        </pc:sldMkLst>
        <pc:spChg chg="mod">
          <ac:chgData name="Josh Hug" userId="e2159f7335c131c2" providerId="LiveId" clId="{138F76F6-BDFE-43E7-A070-24B46DF0227F}" dt="2025-10-07T16:47:01.980" v="4376" actId="20577"/>
          <ac:spMkLst>
            <pc:docMk/>
            <pc:sldMk cId="329766741" sldId="708"/>
            <ac:spMk id="2" creationId="{BF58702B-93D3-666F-BE75-8ACB2AA89379}"/>
          </ac:spMkLst>
        </pc:spChg>
        <pc:spChg chg="mod">
          <ac:chgData name="Josh Hug" userId="e2159f7335c131c2" providerId="LiveId" clId="{138F76F6-BDFE-43E7-A070-24B46DF0227F}" dt="2025-10-07T21:08:14.011" v="16586"/>
          <ac:spMkLst>
            <pc:docMk/>
            <pc:sldMk cId="329766741" sldId="708"/>
            <ac:spMk id="3" creationId="{B0CC150E-FFFA-8B0B-D9D9-ECC272B05AD9}"/>
          </ac:spMkLst>
        </pc:spChg>
      </pc:sldChg>
      <pc:sldChg chg="modSp mod">
        <pc:chgData name="Josh Hug" userId="e2159f7335c131c2" providerId="LiveId" clId="{138F76F6-BDFE-43E7-A070-24B46DF0227F}" dt="2025-10-07T21:08:14.011" v="16586"/>
        <pc:sldMkLst>
          <pc:docMk/>
          <pc:sldMk cId="1954652537" sldId="709"/>
        </pc:sldMkLst>
        <pc:spChg chg="mod">
          <ac:chgData name="Josh Hug" userId="e2159f7335c131c2" providerId="LiveId" clId="{138F76F6-BDFE-43E7-A070-24B46DF0227F}" dt="2025-10-07T16:47:04.818" v="4378" actId="20577"/>
          <ac:spMkLst>
            <pc:docMk/>
            <pc:sldMk cId="1954652537" sldId="709"/>
            <ac:spMk id="2" creationId="{AB6E10B8-44E2-EB1D-2728-742CC885B364}"/>
          </ac:spMkLst>
        </pc:spChg>
        <pc:spChg chg="mod">
          <ac:chgData name="Josh Hug" userId="e2159f7335c131c2" providerId="LiveId" clId="{138F76F6-BDFE-43E7-A070-24B46DF0227F}" dt="2025-10-07T21:08:14.011" v="16586"/>
          <ac:spMkLst>
            <pc:docMk/>
            <pc:sldMk cId="1954652537" sldId="709"/>
            <ac:spMk id="3" creationId="{68E7D88E-ABF9-C72F-54AC-2D4F3279F23A}"/>
          </ac:spMkLst>
        </pc:spChg>
      </pc:sldChg>
      <pc:sldChg chg="modSp mod">
        <pc:chgData name="Josh Hug" userId="e2159f7335c131c2" providerId="LiveId" clId="{138F76F6-BDFE-43E7-A070-24B46DF0227F}" dt="2025-10-07T20:52:26.337" v="16533" actId="113"/>
        <pc:sldMkLst>
          <pc:docMk/>
          <pc:sldMk cId="3666219301" sldId="710"/>
        </pc:sldMkLst>
        <pc:spChg chg="mod">
          <ac:chgData name="Josh Hug" userId="e2159f7335c131c2" providerId="LiveId" clId="{138F76F6-BDFE-43E7-A070-24B46DF0227F}" dt="2025-10-07T20:52:14.157" v="16527"/>
          <ac:spMkLst>
            <pc:docMk/>
            <pc:sldMk cId="3666219301" sldId="710"/>
            <ac:spMk id="2" creationId="{2F7A7705-3720-1327-E3DF-F44ACDBD0F66}"/>
          </ac:spMkLst>
        </pc:spChg>
        <pc:spChg chg="mod">
          <ac:chgData name="Josh Hug" userId="e2159f7335c131c2" providerId="LiveId" clId="{138F76F6-BDFE-43E7-A070-24B46DF0227F}" dt="2025-10-07T20:52:26.337" v="16533" actId="113"/>
          <ac:spMkLst>
            <pc:docMk/>
            <pc:sldMk cId="3666219301" sldId="710"/>
            <ac:spMk id="6" creationId="{0EC372C1-CBD3-E6F1-434F-3674B7B13424}"/>
          </ac:spMkLst>
        </pc:spChg>
      </pc:sldChg>
      <pc:sldChg chg="modSp del mod modAnim">
        <pc:chgData name="Josh Hug" userId="e2159f7335c131c2" providerId="LiveId" clId="{138F76F6-BDFE-43E7-A070-24B46DF0227F}" dt="2025-10-07T17:42:40.952" v="6826" actId="47"/>
        <pc:sldMkLst>
          <pc:docMk/>
          <pc:sldMk cId="4238388088" sldId="711"/>
        </pc:sldMkLst>
        <pc:spChg chg="mod">
          <ac:chgData name="Josh Hug" userId="e2159f7335c131c2" providerId="LiveId" clId="{138F76F6-BDFE-43E7-A070-24B46DF0227F}" dt="2025-10-07T17:16:34.242" v="5179" actId="20577"/>
          <ac:spMkLst>
            <pc:docMk/>
            <pc:sldMk cId="4238388088" sldId="711"/>
            <ac:spMk id="2" creationId="{6396D43B-3D10-29D1-9ADB-B7164BC875D0}"/>
          </ac:spMkLst>
        </pc:spChg>
        <pc:spChg chg="mod">
          <ac:chgData name="Josh Hug" userId="e2159f7335c131c2" providerId="LiveId" clId="{138F76F6-BDFE-43E7-A070-24B46DF0227F}" dt="2025-10-07T17:29:40.960" v="6154"/>
          <ac:spMkLst>
            <pc:docMk/>
            <pc:sldMk cId="4238388088" sldId="711"/>
            <ac:spMk id="3" creationId="{FB2AA4B8-4839-66E2-EF01-59C1B18B0C1A}"/>
          </ac:spMkLst>
        </pc:spChg>
        <pc:spChg chg="mod">
          <ac:chgData name="Josh Hug" userId="e2159f7335c131c2" providerId="LiveId" clId="{138F76F6-BDFE-43E7-A070-24B46DF0227F}" dt="2025-10-07T17:17:56.789" v="5347" actId="20577"/>
          <ac:spMkLst>
            <pc:docMk/>
            <pc:sldMk cId="4238388088" sldId="711"/>
            <ac:spMk id="5" creationId="{2593CE99-0559-90B6-CAD8-42BA33F9C63E}"/>
          </ac:spMkLst>
        </pc:spChg>
      </pc:sldChg>
      <pc:sldChg chg="modSp del mod">
        <pc:chgData name="Josh Hug" userId="e2159f7335c131c2" providerId="LiveId" clId="{138F76F6-BDFE-43E7-A070-24B46DF0227F}" dt="2025-10-07T17:33:31.465" v="6371" actId="2696"/>
        <pc:sldMkLst>
          <pc:docMk/>
          <pc:sldMk cId="1351012179" sldId="712"/>
        </pc:sldMkLst>
        <pc:spChg chg="mod">
          <ac:chgData name="Josh Hug" userId="e2159f7335c131c2" providerId="LiveId" clId="{138F76F6-BDFE-43E7-A070-24B46DF0227F}" dt="2025-10-07T17:16:39.471" v="5181"/>
          <ac:spMkLst>
            <pc:docMk/>
            <pc:sldMk cId="1351012179" sldId="712"/>
            <ac:spMk id="2" creationId="{027D8854-97D8-91E1-1D99-1A60E7AB49E1}"/>
          </ac:spMkLst>
        </pc:spChg>
        <pc:spChg chg="mod">
          <ac:chgData name="Josh Hug" userId="e2159f7335c131c2" providerId="LiveId" clId="{138F76F6-BDFE-43E7-A070-24B46DF0227F}" dt="2025-10-07T17:29:38.949" v="6153"/>
          <ac:spMkLst>
            <pc:docMk/>
            <pc:sldMk cId="1351012179" sldId="712"/>
            <ac:spMk id="3" creationId="{8342B550-7969-0D42-DA4A-7C6151BCA040}"/>
          </ac:spMkLst>
        </pc:spChg>
        <pc:spChg chg="mod">
          <ac:chgData name="Josh Hug" userId="e2159f7335c131c2" providerId="LiveId" clId="{138F76F6-BDFE-43E7-A070-24B46DF0227F}" dt="2025-10-07T17:17:58.990" v="5349" actId="20577"/>
          <ac:spMkLst>
            <pc:docMk/>
            <pc:sldMk cId="1351012179" sldId="712"/>
            <ac:spMk id="5" creationId="{E0484AD9-6BD7-A001-D87E-66262BDA7047}"/>
          </ac:spMkLst>
        </pc:spChg>
      </pc:sldChg>
      <pc:sldChg chg="modSp add">
        <pc:chgData name="Josh Hug" userId="e2159f7335c131c2" providerId="LiveId" clId="{138F76F6-BDFE-43E7-A070-24B46DF0227F}" dt="2025-10-07T17:34:39.504" v="6427"/>
        <pc:sldMkLst>
          <pc:docMk/>
          <pc:sldMk cId="3499972769" sldId="712"/>
        </pc:sldMkLst>
        <pc:spChg chg="mod">
          <ac:chgData name="Josh Hug" userId="e2159f7335c131c2" providerId="LiveId" clId="{138F76F6-BDFE-43E7-A070-24B46DF0227F}" dt="2025-10-07T17:34:39.504" v="6427"/>
          <ac:spMkLst>
            <pc:docMk/>
            <pc:sldMk cId="3499972769" sldId="712"/>
            <ac:spMk id="3" creationId="{8342B550-7969-0D42-DA4A-7C6151BCA040}"/>
          </ac:spMkLst>
        </pc:spChg>
      </pc:sldChg>
      <pc:sldChg chg="modSp add">
        <pc:chgData name="Josh Hug" userId="e2159f7335c131c2" providerId="LiveId" clId="{138F76F6-BDFE-43E7-A070-24B46DF0227F}" dt="2025-10-07T17:34:42.783" v="6428"/>
        <pc:sldMkLst>
          <pc:docMk/>
          <pc:sldMk cId="2301135512" sldId="713"/>
        </pc:sldMkLst>
        <pc:spChg chg="mod">
          <ac:chgData name="Josh Hug" userId="e2159f7335c131c2" providerId="LiveId" clId="{138F76F6-BDFE-43E7-A070-24B46DF0227F}" dt="2025-10-07T17:34:42.783" v="6428"/>
          <ac:spMkLst>
            <pc:docMk/>
            <pc:sldMk cId="2301135512" sldId="713"/>
            <ac:spMk id="3" creationId="{21C7CD4B-2959-4AE9-F975-6B828F309F7E}"/>
          </ac:spMkLst>
        </pc:spChg>
      </pc:sldChg>
      <pc:sldChg chg="modSp del mod">
        <pc:chgData name="Josh Hug" userId="e2159f7335c131c2" providerId="LiveId" clId="{138F76F6-BDFE-43E7-A070-24B46DF0227F}" dt="2025-10-07T17:33:31.465" v="6371" actId="2696"/>
        <pc:sldMkLst>
          <pc:docMk/>
          <pc:sldMk cId="4261661536" sldId="713"/>
        </pc:sldMkLst>
        <pc:spChg chg="mod">
          <ac:chgData name="Josh Hug" userId="e2159f7335c131c2" providerId="LiveId" clId="{138F76F6-BDFE-43E7-A070-24B46DF0227F}" dt="2025-10-07T17:16:42.068" v="5183"/>
          <ac:spMkLst>
            <pc:docMk/>
            <pc:sldMk cId="4261661536" sldId="713"/>
            <ac:spMk id="2" creationId="{F8ED1A89-6480-DEA2-B646-31F24A138A81}"/>
          </ac:spMkLst>
        </pc:spChg>
        <pc:spChg chg="mod">
          <ac:chgData name="Josh Hug" userId="e2159f7335c131c2" providerId="LiveId" clId="{138F76F6-BDFE-43E7-A070-24B46DF0227F}" dt="2025-10-07T17:29:36.862" v="6152"/>
          <ac:spMkLst>
            <pc:docMk/>
            <pc:sldMk cId="4261661536" sldId="713"/>
            <ac:spMk id="3" creationId="{21C7CD4B-2959-4AE9-F975-6B828F309F7E}"/>
          </ac:spMkLst>
        </pc:spChg>
        <pc:spChg chg="mod">
          <ac:chgData name="Josh Hug" userId="e2159f7335c131c2" providerId="LiveId" clId="{138F76F6-BDFE-43E7-A070-24B46DF0227F}" dt="2025-10-07T17:18:01.462" v="5351" actId="20577"/>
          <ac:spMkLst>
            <pc:docMk/>
            <pc:sldMk cId="4261661536" sldId="713"/>
            <ac:spMk id="5" creationId="{0189550F-2716-4C6D-B621-47F4654D7CF9}"/>
          </ac:spMkLst>
        </pc:spChg>
      </pc:sldChg>
      <pc:sldChg chg="modSp add">
        <pc:chgData name="Josh Hug" userId="e2159f7335c131c2" providerId="LiveId" clId="{138F76F6-BDFE-43E7-A070-24B46DF0227F}" dt="2025-10-07T17:34:45.701" v="6429"/>
        <pc:sldMkLst>
          <pc:docMk/>
          <pc:sldMk cId="440541171" sldId="714"/>
        </pc:sldMkLst>
        <pc:spChg chg="mod">
          <ac:chgData name="Josh Hug" userId="e2159f7335c131c2" providerId="LiveId" clId="{138F76F6-BDFE-43E7-A070-24B46DF0227F}" dt="2025-10-07T17:34:45.701" v="6429"/>
          <ac:spMkLst>
            <pc:docMk/>
            <pc:sldMk cId="440541171" sldId="714"/>
            <ac:spMk id="3" creationId="{A971C811-AD3B-BBB1-1372-EF334C3E156B}"/>
          </ac:spMkLst>
        </pc:spChg>
      </pc:sldChg>
      <pc:sldChg chg="modSp del mod">
        <pc:chgData name="Josh Hug" userId="e2159f7335c131c2" providerId="LiveId" clId="{138F76F6-BDFE-43E7-A070-24B46DF0227F}" dt="2025-10-07T17:33:31.465" v="6371" actId="2696"/>
        <pc:sldMkLst>
          <pc:docMk/>
          <pc:sldMk cId="1724064628" sldId="714"/>
        </pc:sldMkLst>
        <pc:spChg chg="mod">
          <ac:chgData name="Josh Hug" userId="e2159f7335c131c2" providerId="LiveId" clId="{138F76F6-BDFE-43E7-A070-24B46DF0227F}" dt="2025-10-07T17:16:45.217" v="5185"/>
          <ac:spMkLst>
            <pc:docMk/>
            <pc:sldMk cId="1724064628" sldId="714"/>
            <ac:spMk id="2" creationId="{BAC374D5-E98C-1187-6B8B-7582B0D36752}"/>
          </ac:spMkLst>
        </pc:spChg>
        <pc:spChg chg="mod">
          <ac:chgData name="Josh Hug" userId="e2159f7335c131c2" providerId="LiveId" clId="{138F76F6-BDFE-43E7-A070-24B46DF0227F}" dt="2025-10-07T17:29:35.198" v="6151"/>
          <ac:spMkLst>
            <pc:docMk/>
            <pc:sldMk cId="1724064628" sldId="714"/>
            <ac:spMk id="3" creationId="{A971C811-AD3B-BBB1-1372-EF334C3E156B}"/>
          </ac:spMkLst>
        </pc:spChg>
        <pc:spChg chg="mod">
          <ac:chgData name="Josh Hug" userId="e2159f7335c131c2" providerId="LiveId" clId="{138F76F6-BDFE-43E7-A070-24B46DF0227F}" dt="2025-10-07T17:18:04.002" v="5353" actId="20577"/>
          <ac:spMkLst>
            <pc:docMk/>
            <pc:sldMk cId="1724064628" sldId="714"/>
            <ac:spMk id="5" creationId="{DB246E40-67BD-608D-AA44-10E694575133}"/>
          </ac:spMkLst>
        </pc:spChg>
      </pc:sldChg>
      <pc:sldChg chg="modSp add del">
        <pc:chgData name="Josh Hug" userId="e2159f7335c131c2" providerId="LiveId" clId="{138F76F6-BDFE-43E7-A070-24B46DF0227F}" dt="2025-10-07T17:38:03.750" v="6625" actId="47"/>
        <pc:sldMkLst>
          <pc:docMk/>
          <pc:sldMk cId="2381442051" sldId="715"/>
        </pc:sldMkLst>
        <pc:spChg chg="mod">
          <ac:chgData name="Josh Hug" userId="e2159f7335c131c2" providerId="LiveId" clId="{138F76F6-BDFE-43E7-A070-24B46DF0227F}" dt="2025-10-07T17:34:48.788" v="6430"/>
          <ac:spMkLst>
            <pc:docMk/>
            <pc:sldMk cId="2381442051" sldId="715"/>
            <ac:spMk id="3" creationId="{50DC78E2-BB6A-EA44-F5CD-7D0175BBD018}"/>
          </ac:spMkLst>
        </pc:spChg>
      </pc:sldChg>
      <pc:sldChg chg="delSp modSp del mod">
        <pc:chgData name="Josh Hug" userId="e2159f7335c131c2" providerId="LiveId" clId="{138F76F6-BDFE-43E7-A070-24B46DF0227F}" dt="2025-10-07T17:33:31.465" v="6371" actId="2696"/>
        <pc:sldMkLst>
          <pc:docMk/>
          <pc:sldMk cId="2918015568" sldId="715"/>
        </pc:sldMkLst>
        <pc:spChg chg="mod">
          <ac:chgData name="Josh Hug" userId="e2159f7335c131c2" providerId="LiveId" clId="{138F76F6-BDFE-43E7-A070-24B46DF0227F}" dt="2025-10-07T17:16:47.789" v="5187"/>
          <ac:spMkLst>
            <pc:docMk/>
            <pc:sldMk cId="2918015568" sldId="715"/>
            <ac:spMk id="2" creationId="{2520567B-882C-F90F-7D6E-7E9FF5432CA3}"/>
          </ac:spMkLst>
        </pc:spChg>
        <pc:spChg chg="mod">
          <ac:chgData name="Josh Hug" userId="e2159f7335c131c2" providerId="LiveId" clId="{138F76F6-BDFE-43E7-A070-24B46DF0227F}" dt="2025-10-07T17:29:33.393" v="6150"/>
          <ac:spMkLst>
            <pc:docMk/>
            <pc:sldMk cId="2918015568" sldId="715"/>
            <ac:spMk id="3" creationId="{50DC78E2-BB6A-EA44-F5CD-7D0175BBD018}"/>
          </ac:spMkLst>
        </pc:spChg>
        <pc:spChg chg="mod">
          <ac:chgData name="Josh Hug" userId="e2159f7335c131c2" providerId="LiveId" clId="{138F76F6-BDFE-43E7-A070-24B46DF0227F}" dt="2025-10-07T17:18:06.847" v="5355" actId="20577"/>
          <ac:spMkLst>
            <pc:docMk/>
            <pc:sldMk cId="2918015568" sldId="715"/>
            <ac:spMk id="5" creationId="{B3F51F0D-B9F9-F3C6-51DF-0574DEAFCB86}"/>
          </ac:spMkLst>
        </pc:spChg>
      </pc:sldChg>
      <pc:sldChg chg="modSp del mod modAnim">
        <pc:chgData name="Josh Hug" userId="e2159f7335c131c2" providerId="LiveId" clId="{138F76F6-BDFE-43E7-A070-24B46DF0227F}" dt="2025-10-07T17:42:41.827" v="6827" actId="47"/>
        <pc:sldMkLst>
          <pc:docMk/>
          <pc:sldMk cId="2540125140" sldId="716"/>
        </pc:sldMkLst>
        <pc:spChg chg="mod">
          <ac:chgData name="Josh Hug" userId="e2159f7335c131c2" providerId="LiveId" clId="{138F76F6-BDFE-43E7-A070-24B46DF0227F}" dt="2025-10-07T17:16:52.523" v="5191"/>
          <ac:spMkLst>
            <pc:docMk/>
            <pc:sldMk cId="2540125140" sldId="716"/>
            <ac:spMk id="2" creationId="{DA9ADF57-4CFD-80F2-162F-9720E921EADE}"/>
          </ac:spMkLst>
        </pc:spChg>
        <pc:spChg chg="mod">
          <ac:chgData name="Josh Hug" userId="e2159f7335c131c2" providerId="LiveId" clId="{138F76F6-BDFE-43E7-A070-24B46DF0227F}" dt="2025-10-07T17:14:51.121" v="5133" actId="20577"/>
          <ac:spMkLst>
            <pc:docMk/>
            <pc:sldMk cId="2540125140" sldId="716"/>
            <ac:spMk id="3" creationId="{F41E5F85-524F-3F74-5243-AA1A2544B762}"/>
          </ac:spMkLst>
        </pc:spChg>
        <pc:spChg chg="mod">
          <ac:chgData name="Josh Hug" userId="e2159f7335c131c2" providerId="LiveId" clId="{138F76F6-BDFE-43E7-A070-24B46DF0227F}" dt="2025-10-07T17:18:13.082" v="5359" actId="20577"/>
          <ac:spMkLst>
            <pc:docMk/>
            <pc:sldMk cId="2540125140" sldId="716"/>
            <ac:spMk id="5" creationId="{B2F6EDB1-4357-F105-D279-6A921CD43B5F}"/>
          </ac:spMkLst>
        </pc:spChg>
      </pc:sldChg>
      <pc:sldChg chg="del">
        <pc:chgData name="Josh Hug" userId="e2159f7335c131c2" providerId="LiveId" clId="{138F76F6-BDFE-43E7-A070-24B46DF0227F}" dt="2025-10-07T17:42:45.117" v="6829" actId="47"/>
        <pc:sldMkLst>
          <pc:docMk/>
          <pc:sldMk cId="1053757828" sldId="717"/>
        </pc:sldMkLst>
      </pc:sldChg>
      <pc:sldChg chg="modSp mod modShow">
        <pc:chgData name="Josh Hug" userId="e2159f7335c131c2" providerId="LiveId" clId="{138F76F6-BDFE-43E7-A070-24B46DF0227F}" dt="2025-10-07T21:38:50.246" v="17794" actId="20577"/>
        <pc:sldMkLst>
          <pc:docMk/>
          <pc:sldMk cId="1215600511" sldId="718"/>
        </pc:sldMkLst>
        <pc:spChg chg="mod">
          <ac:chgData name="Josh Hug" userId="e2159f7335c131c2" providerId="LiveId" clId="{138F76F6-BDFE-43E7-A070-24B46DF0227F}" dt="2025-10-07T18:31:55.621" v="10343" actId="20577"/>
          <ac:spMkLst>
            <pc:docMk/>
            <pc:sldMk cId="1215600511" sldId="718"/>
            <ac:spMk id="2" creationId="{574E200D-3B90-0264-9322-1F6DA1CAAC40}"/>
          </ac:spMkLst>
        </pc:spChg>
        <pc:spChg chg="mod">
          <ac:chgData name="Josh Hug" userId="e2159f7335c131c2" providerId="LiveId" clId="{138F76F6-BDFE-43E7-A070-24B46DF0227F}" dt="2025-10-07T21:38:50.246" v="17794" actId="20577"/>
          <ac:spMkLst>
            <pc:docMk/>
            <pc:sldMk cId="1215600511" sldId="718"/>
            <ac:spMk id="3" creationId="{83ED3FF0-9D3B-3A28-7AAC-33DEF3F82B85}"/>
          </ac:spMkLst>
        </pc:spChg>
        <pc:spChg chg="mod">
          <ac:chgData name="Josh Hug" userId="e2159f7335c131c2" providerId="LiveId" clId="{138F76F6-BDFE-43E7-A070-24B46DF0227F}" dt="2025-10-07T18:06:19.338" v="7860" actId="20577"/>
          <ac:spMkLst>
            <pc:docMk/>
            <pc:sldMk cId="1215600511" sldId="718"/>
            <ac:spMk id="5" creationId="{92731AF5-7109-8E0C-0B46-AD6E86473F26}"/>
          </ac:spMkLst>
        </pc:spChg>
      </pc:sldChg>
      <pc:sldChg chg="modSp mod modShow">
        <pc:chgData name="Josh Hug" userId="e2159f7335c131c2" providerId="LiveId" clId="{138F76F6-BDFE-43E7-A070-24B46DF0227F}" dt="2025-10-07T21:07:56.473" v="16570" actId="20577"/>
        <pc:sldMkLst>
          <pc:docMk/>
          <pc:sldMk cId="3722537554" sldId="719"/>
        </pc:sldMkLst>
        <pc:spChg chg="mod">
          <ac:chgData name="Josh Hug" userId="e2159f7335c131c2" providerId="LiveId" clId="{138F76F6-BDFE-43E7-A070-24B46DF0227F}" dt="2025-10-07T18:32:00.709" v="10344"/>
          <ac:spMkLst>
            <pc:docMk/>
            <pc:sldMk cId="3722537554" sldId="719"/>
            <ac:spMk id="2" creationId="{62400B74-AFDA-6AF0-6ED9-C65721940663}"/>
          </ac:spMkLst>
        </pc:spChg>
        <pc:spChg chg="mod">
          <ac:chgData name="Josh Hug" userId="e2159f7335c131c2" providerId="LiveId" clId="{138F76F6-BDFE-43E7-A070-24B46DF0227F}" dt="2025-10-07T21:07:56.473" v="16570" actId="20577"/>
          <ac:spMkLst>
            <pc:docMk/>
            <pc:sldMk cId="3722537554" sldId="719"/>
            <ac:spMk id="3" creationId="{F4A0C59F-DC0C-60B6-30C2-094B09A80A2C}"/>
          </ac:spMkLst>
        </pc:spChg>
      </pc:sldChg>
      <pc:sldChg chg="del">
        <pc:chgData name="Josh Hug" userId="e2159f7335c131c2" providerId="LiveId" clId="{138F76F6-BDFE-43E7-A070-24B46DF0227F}" dt="2025-10-05T05:23:20.646" v="2769" actId="47"/>
        <pc:sldMkLst>
          <pc:docMk/>
          <pc:sldMk cId="2606242299" sldId="720"/>
        </pc:sldMkLst>
      </pc:sldChg>
      <pc:sldChg chg="modSp add del mod">
        <pc:chgData name="Josh Hug" userId="e2159f7335c131c2" providerId="LiveId" clId="{138F76F6-BDFE-43E7-A070-24B46DF0227F}" dt="2025-10-07T18:10:15.791" v="8062" actId="20577"/>
        <pc:sldMkLst>
          <pc:docMk/>
          <pc:sldMk cId="2339856154" sldId="721"/>
        </pc:sldMkLst>
        <pc:spChg chg="mod">
          <ac:chgData name="Josh Hug" userId="e2159f7335c131c2" providerId="LiveId" clId="{138F76F6-BDFE-43E7-A070-24B46DF0227F}" dt="2025-10-07T17:44:26.750" v="6891" actId="20577"/>
          <ac:spMkLst>
            <pc:docMk/>
            <pc:sldMk cId="2339856154" sldId="721"/>
            <ac:spMk id="2" creationId="{E8349357-A965-0F18-7E54-0D1DA3666354}"/>
          </ac:spMkLst>
        </pc:spChg>
        <pc:spChg chg="mod">
          <ac:chgData name="Josh Hug" userId="e2159f7335c131c2" providerId="LiveId" clId="{138F76F6-BDFE-43E7-A070-24B46DF0227F}" dt="2025-10-07T18:10:15.791" v="8062" actId="20577"/>
          <ac:spMkLst>
            <pc:docMk/>
            <pc:sldMk cId="2339856154" sldId="721"/>
            <ac:spMk id="3" creationId="{12B9909F-EB8F-B05B-77C1-758301E56C97}"/>
          </ac:spMkLst>
        </pc:spChg>
        <pc:spChg chg="mod">
          <ac:chgData name="Josh Hug" userId="e2159f7335c131c2" providerId="LiveId" clId="{138F76F6-BDFE-43E7-A070-24B46DF0227F}" dt="2025-10-07T17:44:34.069" v="6894" actId="20577"/>
          <ac:spMkLst>
            <pc:docMk/>
            <pc:sldMk cId="2339856154" sldId="721"/>
            <ac:spMk id="5" creationId="{FA964780-6481-61B8-0238-DB21014B0C83}"/>
          </ac:spMkLst>
        </pc:spChg>
      </pc:sldChg>
      <pc:sldChg chg="addSp modSp del mod setBg">
        <pc:chgData name="Josh Hug" userId="e2159f7335c131c2" providerId="LiveId" clId="{138F76F6-BDFE-43E7-A070-24B46DF0227F}" dt="2025-10-07T18:36:25.208" v="10780" actId="47"/>
        <pc:sldMkLst>
          <pc:docMk/>
          <pc:sldMk cId="3414106889" sldId="722"/>
        </pc:sldMkLst>
        <pc:spChg chg="mod">
          <ac:chgData name="Josh Hug" userId="e2159f7335c131c2" providerId="LiveId" clId="{138F76F6-BDFE-43E7-A070-24B46DF0227F}" dt="2025-10-07T18:02:45.340" v="7457" actId="207"/>
          <ac:spMkLst>
            <pc:docMk/>
            <pc:sldMk cId="3414106889" sldId="722"/>
            <ac:spMk id="3" creationId="{30C19200-C7B5-DFD7-7A2B-3AE5B00E9BEC}"/>
          </ac:spMkLst>
        </pc:spChg>
        <pc:spChg chg="mod">
          <ac:chgData name="Josh Hug" userId="e2159f7335c131c2" providerId="LiveId" clId="{138F76F6-BDFE-43E7-A070-24B46DF0227F}" dt="2025-10-07T18:02:51.697" v="7458"/>
          <ac:spMkLst>
            <pc:docMk/>
            <pc:sldMk cId="3414106889" sldId="722"/>
            <ac:spMk id="5" creationId="{084E2FD1-4836-F106-EE07-F1A7F4E27CE6}"/>
          </ac:spMkLst>
        </pc:spChg>
      </pc:sldChg>
      <pc:sldChg chg="modSp del mod">
        <pc:chgData name="Josh Hug" userId="e2159f7335c131c2" providerId="LiveId" clId="{138F76F6-BDFE-43E7-A070-24B46DF0227F}" dt="2025-10-07T18:36:26.679" v="10781" actId="47"/>
        <pc:sldMkLst>
          <pc:docMk/>
          <pc:sldMk cId="1114332807" sldId="723"/>
        </pc:sldMkLst>
      </pc:sldChg>
      <pc:sldChg chg="addSp modSp mod modAnim">
        <pc:chgData name="Josh Hug" userId="e2159f7335c131c2" providerId="LiveId" clId="{138F76F6-BDFE-43E7-A070-24B46DF0227F}" dt="2025-10-07T21:07:26.274" v="16556" actId="6549"/>
        <pc:sldMkLst>
          <pc:docMk/>
          <pc:sldMk cId="2006358655" sldId="724"/>
        </pc:sldMkLst>
        <pc:spChg chg="mod">
          <ac:chgData name="Josh Hug" userId="e2159f7335c131c2" providerId="LiveId" clId="{138F76F6-BDFE-43E7-A070-24B46DF0227F}" dt="2025-10-07T21:07:26.274" v="16556" actId="6549"/>
          <ac:spMkLst>
            <pc:docMk/>
            <pc:sldMk cId="2006358655" sldId="724"/>
            <ac:spMk id="2" creationId="{E96A3FE9-418E-08A5-88CB-D92F83EC54A3}"/>
          </ac:spMkLst>
        </pc:spChg>
        <pc:spChg chg="mod">
          <ac:chgData name="Josh Hug" userId="e2159f7335c131c2" providerId="LiveId" clId="{138F76F6-BDFE-43E7-A070-24B46DF0227F}" dt="2025-10-07T19:18:44.517" v="11157" actId="20577"/>
          <ac:spMkLst>
            <pc:docMk/>
            <pc:sldMk cId="2006358655" sldId="724"/>
            <ac:spMk id="3" creationId="{93666F0B-7164-FE4F-D6ED-E2BD662FE738}"/>
          </ac:spMkLst>
        </pc:spChg>
        <pc:spChg chg="mod">
          <ac:chgData name="Josh Hug" userId="e2159f7335c131c2" providerId="LiveId" clId="{138F76F6-BDFE-43E7-A070-24B46DF0227F}" dt="2025-10-07T19:18:27.287" v="11153" actId="20577"/>
          <ac:spMkLst>
            <pc:docMk/>
            <pc:sldMk cId="2006358655" sldId="724"/>
            <ac:spMk id="5" creationId="{615EC556-CD3B-20FE-0480-12EC7956809D}"/>
          </ac:spMkLst>
        </pc:spChg>
        <pc:spChg chg="mod">
          <ac:chgData name="Josh Hug" userId="e2159f7335c131c2" providerId="LiveId" clId="{138F76F6-BDFE-43E7-A070-24B46DF0227F}" dt="2025-10-07T18:38:04.180" v="10800" actId="207"/>
          <ac:spMkLst>
            <pc:docMk/>
            <pc:sldMk cId="2006358655" sldId="724"/>
            <ac:spMk id="8" creationId="{8E399B5A-FF2E-1092-A0E1-DE0FEA4FB278}"/>
          </ac:spMkLst>
        </pc:spChg>
        <pc:spChg chg="add mod">
          <ac:chgData name="Josh Hug" userId="e2159f7335c131c2" providerId="LiveId" clId="{138F76F6-BDFE-43E7-A070-24B46DF0227F}" dt="2025-10-07T19:20:17.246" v="11208" actId="207"/>
          <ac:spMkLst>
            <pc:docMk/>
            <pc:sldMk cId="2006358655" sldId="724"/>
            <ac:spMk id="10" creationId="{9E1B09D9-ACBD-F65D-4353-3FB9E3E706EB}"/>
          </ac:spMkLst>
        </pc:spChg>
        <pc:spChg chg="add mod">
          <ac:chgData name="Josh Hug" userId="e2159f7335c131c2" providerId="LiveId" clId="{138F76F6-BDFE-43E7-A070-24B46DF0227F}" dt="2025-10-07T19:20:52.032" v="11285" actId="20577"/>
          <ac:spMkLst>
            <pc:docMk/>
            <pc:sldMk cId="2006358655" sldId="724"/>
            <ac:spMk id="14" creationId="{C5B14DD5-786C-BFFF-AC20-16A8DD31AD08}"/>
          </ac:spMkLst>
        </pc:spChg>
        <pc:cxnChg chg="add mod">
          <ac:chgData name="Josh Hug" userId="e2159f7335c131c2" providerId="LiveId" clId="{138F76F6-BDFE-43E7-A070-24B46DF0227F}" dt="2025-10-07T19:20:25.109" v="11210" actId="1076"/>
          <ac:cxnSpMkLst>
            <pc:docMk/>
            <pc:sldMk cId="2006358655" sldId="724"/>
            <ac:cxnSpMk id="9" creationId="{72B03B92-8A28-955B-10AA-AF9C9FB65DE4}"/>
          </ac:cxnSpMkLst>
        </pc:cxnChg>
        <pc:cxnChg chg="add mod">
          <ac:chgData name="Josh Hug" userId="e2159f7335c131c2" providerId="LiveId" clId="{138F76F6-BDFE-43E7-A070-24B46DF0227F}" dt="2025-10-07T19:20:58.480" v="11286" actId="208"/>
          <ac:cxnSpMkLst>
            <pc:docMk/>
            <pc:sldMk cId="2006358655" sldId="724"/>
            <ac:cxnSpMk id="11" creationId="{CDCA8C02-59A5-B594-F237-AA36C831B127}"/>
          </ac:cxnSpMkLst>
        </pc:cxnChg>
      </pc:sldChg>
      <pc:sldChg chg="modSp">
        <pc:chgData name="Josh Hug" userId="e2159f7335c131c2" providerId="LiveId" clId="{138F76F6-BDFE-43E7-A070-24B46DF0227F}" dt="2025-10-07T19:21:42.201" v="11291" actId="20577"/>
        <pc:sldMkLst>
          <pc:docMk/>
          <pc:sldMk cId="3321440476" sldId="725"/>
        </pc:sldMkLst>
        <pc:spChg chg="mod">
          <ac:chgData name="Josh Hug" userId="e2159f7335c131c2" providerId="LiveId" clId="{138F76F6-BDFE-43E7-A070-24B46DF0227F}" dt="2025-10-07T19:21:42.201" v="11291" actId="20577"/>
          <ac:spMkLst>
            <pc:docMk/>
            <pc:sldMk cId="3321440476" sldId="725"/>
            <ac:spMk id="3" creationId="{475216FF-34A5-CEC4-AA33-51EB61B407B6}"/>
          </ac:spMkLst>
        </pc:spChg>
      </pc:sldChg>
      <pc:sldChg chg="modSp mod modShow">
        <pc:chgData name="Josh Hug" userId="e2159f7335c131c2" providerId="LiveId" clId="{138F76F6-BDFE-43E7-A070-24B46DF0227F}" dt="2025-10-07T16:07:28.566" v="2796" actId="729"/>
        <pc:sldMkLst>
          <pc:docMk/>
          <pc:sldMk cId="3794500902" sldId="726"/>
        </pc:sldMkLst>
        <pc:spChg chg="mod">
          <ac:chgData name="Josh Hug" userId="e2159f7335c131c2" providerId="LiveId" clId="{138F76F6-BDFE-43E7-A070-24B46DF0227F}" dt="2025-10-07T16:07:11.951" v="2780" actId="20577"/>
          <ac:spMkLst>
            <pc:docMk/>
            <pc:sldMk cId="3794500902" sldId="726"/>
            <ac:spMk id="2" creationId="{55B116B0-B826-AB8B-8699-476F3AFB18BF}"/>
          </ac:spMkLst>
        </pc:spChg>
        <pc:spChg chg="mod">
          <ac:chgData name="Josh Hug" userId="e2159f7335c131c2" providerId="LiveId" clId="{138F76F6-BDFE-43E7-A070-24B46DF0227F}" dt="2025-10-07T16:07:22.453" v="2795" actId="20577"/>
          <ac:spMkLst>
            <pc:docMk/>
            <pc:sldMk cId="3794500902" sldId="726"/>
            <ac:spMk id="3" creationId="{9D0DC92F-1B15-2504-71D3-5BD1FE8CED67}"/>
          </ac:spMkLst>
        </pc:spChg>
      </pc:sldChg>
      <pc:sldChg chg="addSp delSp modSp new mod modAnim">
        <pc:chgData name="Josh Hug" userId="e2159f7335c131c2" providerId="LiveId" clId="{138F76F6-BDFE-43E7-A070-24B46DF0227F}" dt="2025-10-07T20:06:30.039" v="13988" actId="20577"/>
        <pc:sldMkLst>
          <pc:docMk/>
          <pc:sldMk cId="1187987416" sldId="727"/>
        </pc:sldMkLst>
        <pc:spChg chg="mod">
          <ac:chgData name="Josh Hug" userId="e2159f7335c131c2" providerId="LiveId" clId="{138F76F6-BDFE-43E7-A070-24B46DF0227F}" dt="2025-10-07T20:04:28.286" v="13732" actId="20577"/>
          <ac:spMkLst>
            <pc:docMk/>
            <pc:sldMk cId="1187987416" sldId="727"/>
            <ac:spMk id="2" creationId="{A32C4028-2179-EA02-BF6B-114D36AC3DFB}"/>
          </ac:spMkLst>
        </pc:spChg>
        <pc:spChg chg="mod">
          <ac:chgData name="Josh Hug" userId="e2159f7335c131c2" providerId="LiveId" clId="{138F76F6-BDFE-43E7-A070-24B46DF0227F}" dt="2025-10-07T20:06:30.039" v="13988" actId="20577"/>
          <ac:spMkLst>
            <pc:docMk/>
            <pc:sldMk cId="1187987416" sldId="727"/>
            <ac:spMk id="3" creationId="{76BF4370-CE09-F912-6E19-5DA8EAC236A6}"/>
          </ac:spMkLst>
        </pc:spChg>
        <pc:spChg chg="add mod">
          <ac:chgData name="Josh Hug" userId="e2159f7335c131c2" providerId="LiveId" clId="{138F76F6-BDFE-43E7-A070-24B46DF0227F}" dt="2025-10-02T16:25:06.407" v="1329" actId="12789"/>
          <ac:spMkLst>
            <pc:docMk/>
            <pc:sldMk cId="1187987416" sldId="727"/>
            <ac:spMk id="13" creationId="{A385AA2D-7E85-46DE-26DF-976B52DD1C00}"/>
          </ac:spMkLst>
        </pc:spChg>
        <pc:spChg chg="add mod">
          <ac:chgData name="Josh Hug" userId="e2159f7335c131c2" providerId="LiveId" clId="{138F76F6-BDFE-43E7-A070-24B46DF0227F}" dt="2025-10-02T16:25:06.407" v="1329" actId="12789"/>
          <ac:spMkLst>
            <pc:docMk/>
            <pc:sldMk cId="1187987416" sldId="727"/>
            <ac:spMk id="14" creationId="{3CB47E51-A932-2AA0-0043-ACE8272D4673}"/>
          </ac:spMkLst>
        </pc:spChg>
        <pc:spChg chg="add mod">
          <ac:chgData name="Josh Hug" userId="e2159f7335c131c2" providerId="LiveId" clId="{138F76F6-BDFE-43E7-A070-24B46DF0227F}" dt="2025-10-02T16:25:06.407" v="1329" actId="12789"/>
          <ac:spMkLst>
            <pc:docMk/>
            <pc:sldMk cId="1187987416" sldId="727"/>
            <ac:spMk id="15" creationId="{96268E4E-3E09-5648-7E74-EA8578D118F1}"/>
          </ac:spMkLst>
        </pc:spChg>
        <pc:spChg chg="add mod">
          <ac:chgData name="Josh Hug" userId="e2159f7335c131c2" providerId="LiveId" clId="{138F76F6-BDFE-43E7-A070-24B46DF0227F}" dt="2025-10-07T19:22:19.616" v="11296" actId="20577"/>
          <ac:spMkLst>
            <pc:docMk/>
            <pc:sldMk cId="1187987416" sldId="727"/>
            <ac:spMk id="17" creationId="{95F93C40-E47B-3969-8292-8743BFC4BD08}"/>
          </ac:spMkLst>
        </pc:spChg>
        <pc:spChg chg="add mod">
          <ac:chgData name="Josh Hug" userId="e2159f7335c131c2" providerId="LiveId" clId="{138F76F6-BDFE-43E7-A070-24B46DF0227F}" dt="2025-10-07T19:38:35.569" v="11818" actId="20577"/>
          <ac:spMkLst>
            <pc:docMk/>
            <pc:sldMk cId="1187987416" sldId="727"/>
            <ac:spMk id="18" creationId="{7D9B9FF7-84AA-81D2-A4BD-A884D1EA8CAA}"/>
          </ac:spMkLst>
        </pc:spChg>
        <pc:spChg chg="add mod">
          <ac:chgData name="Josh Hug" userId="e2159f7335c131c2" providerId="LiveId" clId="{138F76F6-BDFE-43E7-A070-24B46DF0227F}" dt="2025-10-07T19:39:21.970" v="11840" actId="6549"/>
          <ac:spMkLst>
            <pc:docMk/>
            <pc:sldMk cId="1187987416" sldId="727"/>
            <ac:spMk id="19" creationId="{AD49D996-6CC6-BB93-0B35-E9410675E207}"/>
          </ac:spMkLst>
        </pc:spChg>
        <pc:spChg chg="add mod">
          <ac:chgData name="Josh Hug" userId="e2159f7335c131c2" providerId="LiveId" clId="{138F76F6-BDFE-43E7-A070-24B46DF0227F}" dt="2025-10-07T19:37:36.797" v="11769" actId="20577"/>
          <ac:spMkLst>
            <pc:docMk/>
            <pc:sldMk cId="1187987416" sldId="727"/>
            <ac:spMk id="20" creationId="{247EEF5D-7E0E-2A15-BC63-6BCC059E02DC}"/>
          </ac:spMkLst>
        </pc:spChg>
        <pc:cxnChg chg="add mod">
          <ac:chgData name="Josh Hug" userId="e2159f7335c131c2" providerId="LiveId" clId="{138F76F6-BDFE-43E7-A070-24B46DF0227F}" dt="2025-10-02T16:25:06.407" v="1329" actId="12789"/>
          <ac:cxnSpMkLst>
            <pc:docMk/>
            <pc:sldMk cId="1187987416" sldId="727"/>
            <ac:cxnSpMk id="16" creationId="{665BB257-14E9-F176-8C18-F185DC5603CE}"/>
          </ac:cxnSpMkLst>
        </pc:cxnChg>
        <pc:cxnChg chg="add mod">
          <ac:chgData name="Josh Hug" userId="e2159f7335c131c2" providerId="LiveId" clId="{138F76F6-BDFE-43E7-A070-24B46DF0227F}" dt="2025-10-07T19:37:19.165" v="11766" actId="13822"/>
          <ac:cxnSpMkLst>
            <pc:docMk/>
            <pc:sldMk cId="1187987416" sldId="727"/>
            <ac:cxnSpMk id="22" creationId="{DC46DFE5-39F2-8F0C-5372-98F5FD0B0719}"/>
          </ac:cxnSpMkLst>
        </pc:cxnChg>
      </pc:sldChg>
      <pc:sldChg chg="add del">
        <pc:chgData name="Josh Hug" userId="e2159f7335c131c2" providerId="LiveId" clId="{138F76F6-BDFE-43E7-A070-24B46DF0227F}" dt="2025-10-02T16:24:50.141" v="1327"/>
        <pc:sldMkLst>
          <pc:docMk/>
          <pc:sldMk cId="1797198580" sldId="728"/>
        </pc:sldMkLst>
      </pc:sldChg>
      <pc:sldChg chg="addSp delSp modSp add mod setBg">
        <pc:chgData name="Josh Hug" userId="e2159f7335c131c2" providerId="LiveId" clId="{138F76F6-BDFE-43E7-A070-24B46DF0227F}" dt="2025-10-07T19:48:30.496" v="12747" actId="20577"/>
        <pc:sldMkLst>
          <pc:docMk/>
          <pc:sldMk cId="2341375814" sldId="728"/>
        </pc:sldMkLst>
        <pc:spChg chg="mod">
          <ac:chgData name="Josh Hug" userId="e2159f7335c131c2" providerId="LiveId" clId="{138F76F6-BDFE-43E7-A070-24B46DF0227F}" dt="2025-10-02T16:25:54.510" v="1343" actId="113"/>
          <ac:spMkLst>
            <pc:docMk/>
            <pc:sldMk cId="2341375814" sldId="728"/>
            <ac:spMk id="2" creationId="{C93FEF35-3E04-C0F8-D98C-E803D6641546}"/>
          </ac:spMkLst>
        </pc:spChg>
        <pc:spChg chg="mod">
          <ac:chgData name="Josh Hug" userId="e2159f7335c131c2" providerId="LiveId" clId="{138F76F6-BDFE-43E7-A070-24B46DF0227F}" dt="2025-10-07T19:48:30.496" v="12747" actId="20577"/>
          <ac:spMkLst>
            <pc:docMk/>
            <pc:sldMk cId="2341375814" sldId="728"/>
            <ac:spMk id="3" creationId="{FCC32031-408A-1FAF-E2AA-5DE08E78B4C7}"/>
          </ac:spMkLst>
        </pc:spChg>
        <pc:spChg chg="add del mod">
          <ac:chgData name="Josh Hug" userId="e2159f7335c131c2" providerId="LiveId" clId="{138F76F6-BDFE-43E7-A070-24B46DF0227F}" dt="2025-10-07T19:42:27.686" v="12408" actId="478"/>
          <ac:spMkLst>
            <pc:docMk/>
            <pc:sldMk cId="2341375814" sldId="728"/>
            <ac:spMk id="4" creationId="{AAC8BCE8-8C2F-E220-EFB4-49D523FAD007}"/>
          </ac:spMkLst>
        </pc:spChg>
        <pc:spChg chg="add del mod">
          <ac:chgData name="Josh Hug" userId="e2159f7335c131c2" providerId="LiveId" clId="{138F76F6-BDFE-43E7-A070-24B46DF0227F}" dt="2025-10-07T19:42:27.686" v="12408" actId="478"/>
          <ac:spMkLst>
            <pc:docMk/>
            <pc:sldMk cId="2341375814" sldId="728"/>
            <ac:spMk id="5" creationId="{8E57EA4E-5719-E12C-BD1D-EF64D8BC2284}"/>
          </ac:spMkLst>
        </pc:spChg>
        <pc:spChg chg="add del mod">
          <ac:chgData name="Josh Hug" userId="e2159f7335c131c2" providerId="LiveId" clId="{138F76F6-BDFE-43E7-A070-24B46DF0227F}" dt="2025-10-07T19:42:27.686" v="12408" actId="478"/>
          <ac:spMkLst>
            <pc:docMk/>
            <pc:sldMk cId="2341375814" sldId="728"/>
            <ac:spMk id="6" creationId="{EB7405BE-D99D-E4EE-30B9-704063A8061A}"/>
          </ac:spMkLst>
        </pc:spChg>
        <pc:spChg chg="add mod">
          <ac:chgData name="Josh Hug" userId="e2159f7335c131c2" providerId="LiveId" clId="{138F76F6-BDFE-43E7-A070-24B46DF0227F}" dt="2025-10-07T19:31:37.400" v="11348" actId="1076"/>
          <ac:spMkLst>
            <pc:docMk/>
            <pc:sldMk cId="2341375814" sldId="728"/>
            <ac:spMk id="7" creationId="{E5878A55-160A-FE81-94D4-7BE700322F6E}"/>
          </ac:spMkLst>
        </pc:spChg>
        <pc:spChg chg="add mod">
          <ac:chgData name="Josh Hug" userId="e2159f7335c131c2" providerId="LiveId" clId="{138F76F6-BDFE-43E7-A070-24B46DF0227F}" dt="2025-10-07T19:42:27.848" v="12409"/>
          <ac:spMkLst>
            <pc:docMk/>
            <pc:sldMk cId="2341375814" sldId="728"/>
            <ac:spMk id="8" creationId="{95F28083-F38D-04A5-B59F-B7B28883A00F}"/>
          </ac:spMkLst>
        </pc:spChg>
        <pc:spChg chg="add mod">
          <ac:chgData name="Josh Hug" userId="e2159f7335c131c2" providerId="LiveId" clId="{138F76F6-BDFE-43E7-A070-24B46DF0227F}" dt="2025-10-07T19:42:27.848" v="12409"/>
          <ac:spMkLst>
            <pc:docMk/>
            <pc:sldMk cId="2341375814" sldId="728"/>
            <ac:spMk id="9" creationId="{184C6769-E0B8-ED56-1B51-A3445CB381B5}"/>
          </ac:spMkLst>
        </pc:spChg>
        <pc:spChg chg="add mod">
          <ac:chgData name="Josh Hug" userId="e2159f7335c131c2" providerId="LiveId" clId="{138F76F6-BDFE-43E7-A070-24B46DF0227F}" dt="2025-10-07T19:42:27.848" v="12409"/>
          <ac:spMkLst>
            <pc:docMk/>
            <pc:sldMk cId="2341375814" sldId="728"/>
            <ac:spMk id="10" creationId="{EC05F9EE-7F15-BFAB-A1C4-58DE97D9F57A}"/>
          </ac:spMkLst>
        </pc:spChg>
        <pc:spChg chg="del">
          <ac:chgData name="Josh Hug" userId="e2159f7335c131c2" providerId="LiveId" clId="{138F76F6-BDFE-43E7-A070-24B46DF0227F}" dt="2025-10-07T19:23:25.711" v="11326" actId="478"/>
          <ac:spMkLst>
            <pc:docMk/>
            <pc:sldMk cId="2341375814" sldId="728"/>
            <ac:spMk id="17" creationId="{8704CF71-B324-A3DD-9065-C33EEB777B42}"/>
          </ac:spMkLst>
        </pc:spChg>
        <pc:spChg chg="del">
          <ac:chgData name="Josh Hug" userId="e2159f7335c131c2" providerId="LiveId" clId="{138F76F6-BDFE-43E7-A070-24B46DF0227F}" dt="2025-10-07T19:23:25.711" v="11326" actId="478"/>
          <ac:spMkLst>
            <pc:docMk/>
            <pc:sldMk cId="2341375814" sldId="728"/>
            <ac:spMk id="18" creationId="{D1238943-CEEB-B404-0358-1E260CB20E3F}"/>
          </ac:spMkLst>
        </pc:spChg>
        <pc:spChg chg="del">
          <ac:chgData name="Josh Hug" userId="e2159f7335c131c2" providerId="LiveId" clId="{138F76F6-BDFE-43E7-A070-24B46DF0227F}" dt="2025-10-07T19:23:25.711" v="11326" actId="478"/>
          <ac:spMkLst>
            <pc:docMk/>
            <pc:sldMk cId="2341375814" sldId="728"/>
            <ac:spMk id="19" creationId="{62B27484-7788-43A8-C82B-3B540D0E0E0F}"/>
          </ac:spMkLst>
        </pc:spChg>
        <pc:picChg chg="add mod">
          <ac:chgData name="Josh Hug" userId="e2159f7335c131c2" providerId="LiveId" clId="{138F76F6-BDFE-43E7-A070-24B46DF0227F}" dt="2025-10-07T19:31:30.063" v="11346" actId="1076"/>
          <ac:picMkLst>
            <pc:docMk/>
            <pc:sldMk cId="2341375814" sldId="728"/>
            <ac:picMk id="8194" creationId="{C497DABB-C59A-91E7-89A9-B84476AC065C}"/>
          </ac:picMkLst>
        </pc:picChg>
      </pc:sldChg>
      <pc:sldChg chg="modSp add mod">
        <pc:chgData name="Josh Hug" userId="e2159f7335c131c2" providerId="LiveId" clId="{138F76F6-BDFE-43E7-A070-24B46DF0227F}" dt="2025-10-07T20:52:48.225" v="16539"/>
        <pc:sldMkLst>
          <pc:docMk/>
          <pc:sldMk cId="3018682375" sldId="729"/>
        </pc:sldMkLst>
        <pc:spChg chg="mod">
          <ac:chgData name="Josh Hug" userId="e2159f7335c131c2" providerId="LiveId" clId="{138F76F6-BDFE-43E7-A070-24B46DF0227F}" dt="2025-10-07T20:52:48.225" v="16539"/>
          <ac:spMkLst>
            <pc:docMk/>
            <pc:sldMk cId="3018682375" sldId="729"/>
            <ac:spMk id="2" creationId="{94E57A73-A576-068B-A4C3-21BF67E6FFCA}"/>
          </ac:spMkLst>
        </pc:spChg>
        <pc:spChg chg="mod">
          <ac:chgData name="Josh Hug" userId="e2159f7335c131c2" providerId="LiveId" clId="{138F76F6-BDFE-43E7-A070-24B46DF0227F}" dt="2025-10-07T20:52:44.881" v="16538" actId="207"/>
          <ac:spMkLst>
            <pc:docMk/>
            <pc:sldMk cId="3018682375" sldId="729"/>
            <ac:spMk id="6" creationId="{4186B02B-8E2B-9A74-305C-A5202EE8FCF8}"/>
          </ac:spMkLst>
        </pc:spChg>
      </pc:sldChg>
      <pc:sldChg chg="addSp delSp modSp add mod setBg">
        <pc:chgData name="Josh Hug" userId="e2159f7335c131c2" providerId="LiveId" clId="{138F76F6-BDFE-43E7-A070-24B46DF0227F}" dt="2025-10-07T19:48:35.371" v="12753" actId="20577"/>
        <pc:sldMkLst>
          <pc:docMk/>
          <pc:sldMk cId="1768875734" sldId="730"/>
        </pc:sldMkLst>
        <pc:spChg chg="mod">
          <ac:chgData name="Josh Hug" userId="e2159f7335c131c2" providerId="LiveId" clId="{138F76F6-BDFE-43E7-A070-24B46DF0227F}" dt="2025-10-07T19:48:35.371" v="12753" actId="20577"/>
          <ac:spMkLst>
            <pc:docMk/>
            <pc:sldMk cId="1768875734" sldId="730"/>
            <ac:spMk id="3" creationId="{DEDA53ED-5E7F-D17B-9D62-E9CCE9D54294}"/>
          </ac:spMkLst>
        </pc:spChg>
        <pc:spChg chg="add mod">
          <ac:chgData name="Josh Hug" userId="e2159f7335c131c2" providerId="LiveId" clId="{138F76F6-BDFE-43E7-A070-24B46DF0227F}" dt="2025-10-07T19:23:29.036" v="11329"/>
          <ac:spMkLst>
            <pc:docMk/>
            <pc:sldMk cId="1768875734" sldId="730"/>
            <ac:spMk id="4" creationId="{A2090C32-DFA1-96D6-EBC8-DCC5F79B7B32}"/>
          </ac:spMkLst>
        </pc:spChg>
        <pc:spChg chg="add del mod">
          <ac:chgData name="Josh Hug" userId="e2159f7335c131c2" providerId="LiveId" clId="{138F76F6-BDFE-43E7-A070-24B46DF0227F}" dt="2025-10-07T19:42:56.186" v="12410" actId="478"/>
          <ac:spMkLst>
            <pc:docMk/>
            <pc:sldMk cId="1768875734" sldId="730"/>
            <ac:spMk id="5" creationId="{8A8AFA6C-E555-B40B-961B-A43E9E13ECB8}"/>
          </ac:spMkLst>
        </pc:spChg>
        <pc:spChg chg="add del mod">
          <ac:chgData name="Josh Hug" userId="e2159f7335c131c2" providerId="LiveId" clId="{138F76F6-BDFE-43E7-A070-24B46DF0227F}" dt="2025-10-07T19:42:56.186" v="12410" actId="478"/>
          <ac:spMkLst>
            <pc:docMk/>
            <pc:sldMk cId="1768875734" sldId="730"/>
            <ac:spMk id="6" creationId="{9F0798E7-AD87-F7FC-2B83-20A7B606EE56}"/>
          </ac:spMkLst>
        </pc:spChg>
        <pc:spChg chg="add mod">
          <ac:chgData name="Josh Hug" userId="e2159f7335c131c2" providerId="LiveId" clId="{138F76F6-BDFE-43E7-A070-24B46DF0227F}" dt="2025-10-07T19:42:58.257" v="12411"/>
          <ac:spMkLst>
            <pc:docMk/>
            <pc:sldMk cId="1768875734" sldId="730"/>
            <ac:spMk id="7" creationId="{526C6D3F-3082-0081-14A0-16EF00E7B916}"/>
          </ac:spMkLst>
        </pc:spChg>
        <pc:spChg chg="add mod">
          <ac:chgData name="Josh Hug" userId="e2159f7335c131c2" providerId="LiveId" clId="{138F76F6-BDFE-43E7-A070-24B46DF0227F}" dt="2025-10-07T19:42:58.257" v="12411"/>
          <ac:spMkLst>
            <pc:docMk/>
            <pc:sldMk cId="1768875734" sldId="730"/>
            <ac:spMk id="8" creationId="{EF91FE81-D5E6-C2EF-22EB-A398FAAC6B31}"/>
          </ac:spMkLst>
        </pc:spChg>
        <pc:spChg chg="del">
          <ac:chgData name="Josh Hug" userId="e2159f7335c131c2" providerId="LiveId" clId="{138F76F6-BDFE-43E7-A070-24B46DF0227F}" dt="2025-10-07T19:23:28.882" v="11328" actId="478"/>
          <ac:spMkLst>
            <pc:docMk/>
            <pc:sldMk cId="1768875734" sldId="730"/>
            <ac:spMk id="17" creationId="{BA6C4AFD-3E94-FA0C-8854-3D5FFE072AE3}"/>
          </ac:spMkLst>
        </pc:spChg>
        <pc:spChg chg="del">
          <ac:chgData name="Josh Hug" userId="e2159f7335c131c2" providerId="LiveId" clId="{138F76F6-BDFE-43E7-A070-24B46DF0227F}" dt="2025-10-07T19:23:28.882" v="11328" actId="478"/>
          <ac:spMkLst>
            <pc:docMk/>
            <pc:sldMk cId="1768875734" sldId="730"/>
            <ac:spMk id="18" creationId="{FC9F5EB3-F02A-2E21-191A-F05A745FCFFF}"/>
          </ac:spMkLst>
        </pc:spChg>
        <pc:spChg chg="del">
          <ac:chgData name="Josh Hug" userId="e2159f7335c131c2" providerId="LiveId" clId="{138F76F6-BDFE-43E7-A070-24B46DF0227F}" dt="2025-10-07T19:23:28.882" v="11328" actId="478"/>
          <ac:spMkLst>
            <pc:docMk/>
            <pc:sldMk cId="1768875734" sldId="730"/>
            <ac:spMk id="19" creationId="{B7CC66C0-73EA-97DB-2E1E-4013C0D3BA8A}"/>
          </ac:spMkLst>
        </pc:spChg>
      </pc:sldChg>
      <pc:sldChg chg="modSp new mod modAnim">
        <pc:chgData name="Josh Hug" userId="e2159f7335c131c2" providerId="LiveId" clId="{138F76F6-BDFE-43E7-A070-24B46DF0227F}" dt="2025-10-07T20:08:18.203" v="14236" actId="6549"/>
        <pc:sldMkLst>
          <pc:docMk/>
          <pc:sldMk cId="3827044815" sldId="731"/>
        </pc:sldMkLst>
        <pc:spChg chg="mod">
          <ac:chgData name="Josh Hug" userId="e2159f7335c131c2" providerId="LiveId" clId="{138F76F6-BDFE-43E7-A070-24B46DF0227F}" dt="2025-10-07T20:08:18.203" v="14236" actId="6549"/>
          <ac:spMkLst>
            <pc:docMk/>
            <pc:sldMk cId="3827044815" sldId="731"/>
            <ac:spMk id="3" creationId="{82227F3F-714A-BBC4-40D1-4ED9DDE09F1C}"/>
          </ac:spMkLst>
        </pc:spChg>
      </pc:sldChg>
      <pc:sldChg chg="addSp delSp modSp add mod">
        <pc:chgData name="Josh Hug" userId="e2159f7335c131c2" providerId="LiveId" clId="{138F76F6-BDFE-43E7-A070-24B46DF0227F}" dt="2025-10-07T19:43:03.368" v="12415"/>
        <pc:sldMkLst>
          <pc:docMk/>
          <pc:sldMk cId="200604286" sldId="732"/>
        </pc:sldMkLst>
        <pc:spChg chg="mod">
          <ac:chgData name="Josh Hug" userId="e2159f7335c131c2" providerId="LiveId" clId="{138F76F6-BDFE-43E7-A070-24B46DF0227F}" dt="2025-10-07T19:39:01.040" v="11826" actId="20577"/>
          <ac:spMkLst>
            <pc:docMk/>
            <pc:sldMk cId="200604286" sldId="732"/>
            <ac:spMk id="3" creationId="{D2C90DF3-FEAA-6FC6-0EBE-6A8714F96046}"/>
          </ac:spMkLst>
        </pc:spChg>
        <pc:spChg chg="add mod">
          <ac:chgData name="Josh Hug" userId="e2159f7335c131c2" providerId="LiveId" clId="{138F76F6-BDFE-43E7-A070-24B46DF0227F}" dt="2025-10-07T19:23:32.090" v="11331"/>
          <ac:spMkLst>
            <pc:docMk/>
            <pc:sldMk cId="200604286" sldId="732"/>
            <ac:spMk id="4" creationId="{7010D2D4-20C8-EE29-33CA-3A31C6EA7961}"/>
          </ac:spMkLst>
        </pc:spChg>
        <pc:spChg chg="add del mod">
          <ac:chgData name="Josh Hug" userId="e2159f7335c131c2" providerId="LiveId" clId="{138F76F6-BDFE-43E7-A070-24B46DF0227F}" dt="2025-10-07T19:43:03.217" v="12414" actId="478"/>
          <ac:spMkLst>
            <pc:docMk/>
            <pc:sldMk cId="200604286" sldId="732"/>
            <ac:spMk id="5" creationId="{592E5F61-5CDC-E117-ABD6-4FBC399A9D06}"/>
          </ac:spMkLst>
        </pc:spChg>
        <pc:spChg chg="add del mod">
          <ac:chgData name="Josh Hug" userId="e2159f7335c131c2" providerId="LiveId" clId="{138F76F6-BDFE-43E7-A070-24B46DF0227F}" dt="2025-10-07T19:43:03.217" v="12414" actId="478"/>
          <ac:spMkLst>
            <pc:docMk/>
            <pc:sldMk cId="200604286" sldId="732"/>
            <ac:spMk id="6" creationId="{45D33EDA-A308-DCA2-F131-4D06C4B299C5}"/>
          </ac:spMkLst>
        </pc:spChg>
        <pc:spChg chg="add mod">
          <ac:chgData name="Josh Hug" userId="e2159f7335c131c2" providerId="LiveId" clId="{138F76F6-BDFE-43E7-A070-24B46DF0227F}" dt="2025-10-07T19:43:03.368" v="12415"/>
          <ac:spMkLst>
            <pc:docMk/>
            <pc:sldMk cId="200604286" sldId="732"/>
            <ac:spMk id="7" creationId="{1F7D3853-B81C-0E0B-B946-93306B52EB3D}"/>
          </ac:spMkLst>
        </pc:spChg>
        <pc:spChg chg="add mod">
          <ac:chgData name="Josh Hug" userId="e2159f7335c131c2" providerId="LiveId" clId="{138F76F6-BDFE-43E7-A070-24B46DF0227F}" dt="2025-10-07T19:43:03.368" v="12415"/>
          <ac:spMkLst>
            <pc:docMk/>
            <pc:sldMk cId="200604286" sldId="732"/>
            <ac:spMk id="8" creationId="{033B32DF-DA41-201A-459B-5E96C4066CE9}"/>
          </ac:spMkLst>
        </pc:spChg>
        <pc:spChg chg="del">
          <ac:chgData name="Josh Hug" userId="e2159f7335c131c2" providerId="LiveId" clId="{138F76F6-BDFE-43E7-A070-24B46DF0227F}" dt="2025-10-07T19:23:31.907" v="11330" actId="478"/>
          <ac:spMkLst>
            <pc:docMk/>
            <pc:sldMk cId="200604286" sldId="732"/>
            <ac:spMk id="17" creationId="{53621CF4-DB32-7E17-B734-DDC821BDDF36}"/>
          </ac:spMkLst>
        </pc:spChg>
        <pc:spChg chg="del">
          <ac:chgData name="Josh Hug" userId="e2159f7335c131c2" providerId="LiveId" clId="{138F76F6-BDFE-43E7-A070-24B46DF0227F}" dt="2025-10-07T19:23:31.907" v="11330" actId="478"/>
          <ac:spMkLst>
            <pc:docMk/>
            <pc:sldMk cId="200604286" sldId="732"/>
            <ac:spMk id="18" creationId="{E14E5A64-4CB0-D51D-44D4-D541B84CD67D}"/>
          </ac:spMkLst>
        </pc:spChg>
        <pc:spChg chg="del">
          <ac:chgData name="Josh Hug" userId="e2159f7335c131c2" providerId="LiveId" clId="{138F76F6-BDFE-43E7-A070-24B46DF0227F}" dt="2025-10-07T19:23:31.907" v="11330" actId="478"/>
          <ac:spMkLst>
            <pc:docMk/>
            <pc:sldMk cId="200604286" sldId="732"/>
            <ac:spMk id="19" creationId="{FE2A40C9-0C0E-B849-5EA7-2548DF3FDA44}"/>
          </ac:spMkLst>
        </pc:spChg>
      </pc:sldChg>
      <pc:sldChg chg="addSp delSp modSp add mod modAnim">
        <pc:chgData name="Josh Hug" userId="e2159f7335c131c2" providerId="LiveId" clId="{138F76F6-BDFE-43E7-A070-24B46DF0227F}" dt="2025-10-07T19:43:24.238" v="12435" actId="20577"/>
        <pc:sldMkLst>
          <pc:docMk/>
          <pc:sldMk cId="802665665" sldId="733"/>
        </pc:sldMkLst>
        <pc:spChg chg="mod">
          <ac:chgData name="Josh Hug" userId="e2159f7335c131c2" providerId="LiveId" clId="{138F76F6-BDFE-43E7-A070-24B46DF0227F}" dt="2025-10-02T16:28:04.441" v="1777" actId="20577"/>
          <ac:spMkLst>
            <pc:docMk/>
            <pc:sldMk cId="802665665" sldId="733"/>
            <ac:spMk id="2" creationId="{7C11CA4A-620F-2986-8FE6-11A607B0BB07}"/>
          </ac:spMkLst>
        </pc:spChg>
        <pc:spChg chg="mod">
          <ac:chgData name="Josh Hug" userId="e2159f7335c131c2" providerId="LiveId" clId="{138F76F6-BDFE-43E7-A070-24B46DF0227F}" dt="2025-10-07T19:43:14.569" v="12423" actId="20577"/>
          <ac:spMkLst>
            <pc:docMk/>
            <pc:sldMk cId="802665665" sldId="733"/>
            <ac:spMk id="3" creationId="{6B451B59-A270-8BE0-292E-1B346FF8167E}"/>
          </ac:spMkLst>
        </pc:spChg>
        <pc:spChg chg="mod ord">
          <ac:chgData name="Josh Hug" userId="e2159f7335c131c2" providerId="LiveId" clId="{138F76F6-BDFE-43E7-A070-24B46DF0227F}" dt="2025-10-07T19:34:04.059" v="11411" actId="555"/>
          <ac:spMkLst>
            <pc:docMk/>
            <pc:sldMk cId="802665665" sldId="733"/>
            <ac:spMk id="4" creationId="{79070720-52D1-59D8-2997-0DB51BD85105}"/>
          </ac:spMkLst>
        </pc:spChg>
        <pc:spChg chg="mod">
          <ac:chgData name="Josh Hug" userId="e2159f7335c131c2" providerId="LiveId" clId="{138F76F6-BDFE-43E7-A070-24B46DF0227F}" dt="2025-10-07T19:34:04.059" v="11411" actId="555"/>
          <ac:spMkLst>
            <pc:docMk/>
            <pc:sldMk cId="802665665" sldId="733"/>
            <ac:spMk id="6" creationId="{DB85E8C0-81E9-6D99-786B-60785AAF3812}"/>
          </ac:spMkLst>
        </pc:spChg>
        <pc:spChg chg="del">
          <ac:chgData name="Josh Hug" userId="e2159f7335c131c2" providerId="LiveId" clId="{138F76F6-BDFE-43E7-A070-24B46DF0227F}" dt="2025-10-07T19:23:34.824" v="11332" actId="478"/>
          <ac:spMkLst>
            <pc:docMk/>
            <pc:sldMk cId="802665665" sldId="733"/>
            <ac:spMk id="17" creationId="{6D7A503E-E9F2-2230-777F-D9D1530121AF}"/>
          </ac:spMkLst>
        </pc:spChg>
        <pc:spChg chg="del">
          <ac:chgData name="Josh Hug" userId="e2159f7335c131c2" providerId="LiveId" clId="{138F76F6-BDFE-43E7-A070-24B46DF0227F}" dt="2025-10-07T19:23:34.824" v="11332" actId="478"/>
          <ac:spMkLst>
            <pc:docMk/>
            <pc:sldMk cId="802665665" sldId="733"/>
            <ac:spMk id="18" creationId="{405FC805-67A8-9896-B3E8-D423F50C98A2}"/>
          </ac:spMkLst>
        </pc:spChg>
        <pc:spChg chg="del">
          <ac:chgData name="Josh Hug" userId="e2159f7335c131c2" providerId="LiveId" clId="{138F76F6-BDFE-43E7-A070-24B46DF0227F}" dt="2025-10-07T19:23:34.824" v="11332" actId="478"/>
          <ac:spMkLst>
            <pc:docMk/>
            <pc:sldMk cId="802665665" sldId="733"/>
            <ac:spMk id="19" creationId="{52A29198-7859-F505-78B7-4181AA31141D}"/>
          </ac:spMkLst>
        </pc:spChg>
        <pc:spChg chg="mod">
          <ac:chgData name="Josh Hug" userId="e2159f7335c131c2" providerId="LiveId" clId="{138F76F6-BDFE-43E7-A070-24B46DF0227F}" dt="2025-10-02T16:39:31.751" v="1782"/>
          <ac:spMkLst>
            <pc:docMk/>
            <pc:sldMk cId="802665665" sldId="733"/>
            <ac:spMk id="24" creationId="{7C43AA81-8F65-0AAA-4418-4560FD47CF02}"/>
          </ac:spMkLst>
        </pc:spChg>
        <pc:spChg chg="mod">
          <ac:chgData name="Josh Hug" userId="e2159f7335c131c2" providerId="LiveId" clId="{138F76F6-BDFE-43E7-A070-24B46DF0227F}" dt="2025-10-02T16:39:31.751" v="1782"/>
          <ac:spMkLst>
            <pc:docMk/>
            <pc:sldMk cId="802665665" sldId="733"/>
            <ac:spMk id="39" creationId="{CECDE9BB-D6FE-C3F7-51DF-E298CCDD87F7}"/>
          </ac:spMkLst>
        </pc:spChg>
        <pc:spChg chg="mod">
          <ac:chgData name="Josh Hug" userId="e2159f7335c131c2" providerId="LiveId" clId="{138F76F6-BDFE-43E7-A070-24B46DF0227F}" dt="2025-10-02T16:41:33.579" v="1821" actId="208"/>
          <ac:spMkLst>
            <pc:docMk/>
            <pc:sldMk cId="802665665" sldId="733"/>
            <ac:spMk id="40" creationId="{6BF95557-3B7F-6871-A8A8-6B1AE38808EF}"/>
          </ac:spMkLst>
        </pc:spChg>
        <pc:spChg chg="mod">
          <ac:chgData name="Josh Hug" userId="e2159f7335c131c2" providerId="LiveId" clId="{138F76F6-BDFE-43E7-A070-24B46DF0227F}" dt="2025-10-02T16:41:33.579" v="1821" actId="208"/>
          <ac:spMkLst>
            <pc:docMk/>
            <pc:sldMk cId="802665665" sldId="733"/>
            <ac:spMk id="41" creationId="{81A5ED16-D2C7-38B7-74C7-DBE528DB6C43}"/>
          </ac:spMkLst>
        </pc:spChg>
        <pc:spChg chg="mod">
          <ac:chgData name="Josh Hug" userId="e2159f7335c131c2" providerId="LiveId" clId="{138F76F6-BDFE-43E7-A070-24B46DF0227F}" dt="2025-10-02T16:39:31.751" v="1782"/>
          <ac:spMkLst>
            <pc:docMk/>
            <pc:sldMk cId="802665665" sldId="733"/>
            <ac:spMk id="54" creationId="{D90AF1E7-537A-4690-A265-70F3713A50BE}"/>
          </ac:spMkLst>
        </pc:spChg>
        <pc:spChg chg="mod">
          <ac:chgData name="Josh Hug" userId="e2159f7335c131c2" providerId="LiveId" clId="{138F76F6-BDFE-43E7-A070-24B46DF0227F}" dt="2025-10-02T16:41:33.579" v="1821" actId="208"/>
          <ac:spMkLst>
            <pc:docMk/>
            <pc:sldMk cId="802665665" sldId="733"/>
            <ac:spMk id="55" creationId="{BE5DB679-F78E-E39A-608B-06451C4E941C}"/>
          </ac:spMkLst>
        </pc:spChg>
        <pc:spChg chg="mod">
          <ac:chgData name="Josh Hug" userId="e2159f7335c131c2" providerId="LiveId" clId="{138F76F6-BDFE-43E7-A070-24B46DF0227F}" dt="2025-10-07T19:34:04.059" v="11411" actId="555"/>
          <ac:spMkLst>
            <pc:docMk/>
            <pc:sldMk cId="802665665" sldId="733"/>
            <ac:spMk id="56" creationId="{CDB7BAEE-6631-40EF-BD35-B7B8A9F86CA1}"/>
          </ac:spMkLst>
        </pc:spChg>
        <pc:spChg chg="mod">
          <ac:chgData name="Josh Hug" userId="e2159f7335c131c2" providerId="LiveId" clId="{138F76F6-BDFE-43E7-A070-24B46DF0227F}" dt="2025-10-07T19:43:19.747" v="12427" actId="20577"/>
          <ac:spMkLst>
            <pc:docMk/>
            <pc:sldMk cId="802665665" sldId="733"/>
            <ac:spMk id="57" creationId="{AF29A89E-FE49-315C-CFC2-58EF15AAD986}"/>
          </ac:spMkLst>
        </pc:spChg>
        <pc:spChg chg="mod">
          <ac:chgData name="Josh Hug" userId="e2159f7335c131c2" providerId="LiveId" clId="{138F76F6-BDFE-43E7-A070-24B46DF0227F}" dt="2025-10-02T16:39:31.751" v="1782"/>
          <ac:spMkLst>
            <pc:docMk/>
            <pc:sldMk cId="802665665" sldId="733"/>
            <ac:spMk id="66" creationId="{2E4446AB-B089-95B5-0586-385DBAF855A4}"/>
          </ac:spMkLst>
        </pc:spChg>
        <pc:spChg chg="mod">
          <ac:chgData name="Josh Hug" userId="e2159f7335c131c2" providerId="LiveId" clId="{138F76F6-BDFE-43E7-A070-24B46DF0227F}" dt="2025-10-02T16:39:31.751" v="1782"/>
          <ac:spMkLst>
            <pc:docMk/>
            <pc:sldMk cId="802665665" sldId="733"/>
            <ac:spMk id="82" creationId="{15AC6939-3B61-543C-A416-53428A39916F}"/>
          </ac:spMkLst>
        </pc:spChg>
        <pc:spChg chg="mod">
          <ac:chgData name="Josh Hug" userId="e2159f7335c131c2" providerId="LiveId" clId="{138F76F6-BDFE-43E7-A070-24B46DF0227F}" dt="2025-10-02T17:06:01.612" v="1907" actId="208"/>
          <ac:spMkLst>
            <pc:docMk/>
            <pc:sldMk cId="802665665" sldId="733"/>
            <ac:spMk id="85" creationId="{AFDE4280-8EB5-DFA1-8678-179FF779FD0F}"/>
          </ac:spMkLst>
        </pc:spChg>
        <pc:spChg chg="mod">
          <ac:chgData name="Josh Hug" userId="e2159f7335c131c2" providerId="LiveId" clId="{138F76F6-BDFE-43E7-A070-24B46DF0227F}" dt="2025-10-02T17:06:01.612" v="1907" actId="208"/>
          <ac:spMkLst>
            <pc:docMk/>
            <pc:sldMk cId="802665665" sldId="733"/>
            <ac:spMk id="86" creationId="{30B46A35-7B43-43CA-9CD6-2B828900B87B}"/>
          </ac:spMkLst>
        </pc:spChg>
        <pc:spChg chg="mod">
          <ac:chgData name="Josh Hug" userId="e2159f7335c131c2" providerId="LiveId" clId="{138F76F6-BDFE-43E7-A070-24B46DF0227F}" dt="2025-10-02T16:39:31.751" v="1782"/>
          <ac:spMkLst>
            <pc:docMk/>
            <pc:sldMk cId="802665665" sldId="733"/>
            <ac:spMk id="95" creationId="{97D1021C-598A-ED11-E9C3-F8ADB4D5315F}"/>
          </ac:spMkLst>
        </pc:spChg>
        <pc:spChg chg="mod">
          <ac:chgData name="Josh Hug" userId="e2159f7335c131c2" providerId="LiveId" clId="{138F76F6-BDFE-43E7-A070-24B46DF0227F}" dt="2025-10-02T16:39:31.751" v="1782"/>
          <ac:spMkLst>
            <pc:docMk/>
            <pc:sldMk cId="802665665" sldId="733"/>
            <ac:spMk id="97" creationId="{E7FF1DDC-A2C9-0862-00C5-5A2C0477900E}"/>
          </ac:spMkLst>
        </pc:spChg>
        <pc:spChg chg="mod">
          <ac:chgData name="Josh Hug" userId="e2159f7335c131c2" providerId="LiveId" clId="{138F76F6-BDFE-43E7-A070-24B46DF0227F}" dt="2025-10-02T17:06:01.612" v="1907" actId="208"/>
          <ac:spMkLst>
            <pc:docMk/>
            <pc:sldMk cId="802665665" sldId="733"/>
            <ac:spMk id="100" creationId="{AD373629-20DA-6CA3-AD8C-60734CB8F550}"/>
          </ac:spMkLst>
        </pc:spChg>
        <pc:spChg chg="mod">
          <ac:chgData name="Josh Hug" userId="e2159f7335c131c2" providerId="LiveId" clId="{138F76F6-BDFE-43E7-A070-24B46DF0227F}" dt="2025-10-07T19:43:24.238" v="12435" actId="20577"/>
          <ac:spMkLst>
            <pc:docMk/>
            <pc:sldMk cId="802665665" sldId="733"/>
            <ac:spMk id="104" creationId="{362C633F-329E-7C52-EB31-188540665D09}"/>
          </ac:spMkLst>
        </pc:spChg>
        <pc:spChg chg="add mod">
          <ac:chgData name="Josh Hug" userId="e2159f7335c131c2" providerId="LiveId" clId="{138F76F6-BDFE-43E7-A070-24B46DF0227F}" dt="2025-10-07T19:23:35.011" v="11333"/>
          <ac:spMkLst>
            <pc:docMk/>
            <pc:sldMk cId="802665665" sldId="733"/>
            <ac:spMk id="107" creationId="{3F1474FF-CDDD-DD93-E1C7-47C85424CB09}"/>
          </ac:spMkLst>
        </pc:spChg>
        <pc:spChg chg="add del mod">
          <ac:chgData name="Josh Hug" userId="e2159f7335c131c2" providerId="LiveId" clId="{138F76F6-BDFE-43E7-A070-24B46DF0227F}" dt="2025-10-07T19:43:05.715" v="12416" actId="478"/>
          <ac:spMkLst>
            <pc:docMk/>
            <pc:sldMk cId="802665665" sldId="733"/>
            <ac:spMk id="108" creationId="{EE07D75B-12D4-D908-3655-45151585EB22}"/>
          </ac:spMkLst>
        </pc:spChg>
        <pc:spChg chg="add del mod">
          <ac:chgData name="Josh Hug" userId="e2159f7335c131c2" providerId="LiveId" clId="{138F76F6-BDFE-43E7-A070-24B46DF0227F}" dt="2025-10-07T19:43:05.715" v="12416" actId="478"/>
          <ac:spMkLst>
            <pc:docMk/>
            <pc:sldMk cId="802665665" sldId="733"/>
            <ac:spMk id="109" creationId="{BDA59604-E694-7020-0A63-6AE117CDBC5D}"/>
          </ac:spMkLst>
        </pc:spChg>
        <pc:spChg chg="add mod">
          <ac:chgData name="Josh Hug" userId="e2159f7335c131c2" providerId="LiveId" clId="{138F76F6-BDFE-43E7-A070-24B46DF0227F}" dt="2025-10-07T19:43:05.862" v="12417"/>
          <ac:spMkLst>
            <pc:docMk/>
            <pc:sldMk cId="802665665" sldId="733"/>
            <ac:spMk id="111" creationId="{8F06F723-9452-F5F3-49C9-0197BF2370E3}"/>
          </ac:spMkLst>
        </pc:spChg>
        <pc:spChg chg="add mod">
          <ac:chgData name="Josh Hug" userId="e2159f7335c131c2" providerId="LiveId" clId="{138F76F6-BDFE-43E7-A070-24B46DF0227F}" dt="2025-10-07T19:43:05.862" v="12417"/>
          <ac:spMkLst>
            <pc:docMk/>
            <pc:sldMk cId="802665665" sldId="733"/>
            <ac:spMk id="112" creationId="{8034D876-61CB-4537-AE1C-8A86F778C3B7}"/>
          </ac:spMkLst>
        </pc:spChg>
        <pc:grpChg chg="mod ord">
          <ac:chgData name="Josh Hug" userId="e2159f7335c131c2" providerId="LiveId" clId="{138F76F6-BDFE-43E7-A070-24B46DF0227F}" dt="2025-10-07T19:33:54.538" v="11410" actId="164"/>
          <ac:grpSpMkLst>
            <pc:docMk/>
            <pc:sldMk cId="802665665" sldId="733"/>
            <ac:grpSpMk id="5" creationId="{424B3B08-9410-E346-66E6-6D8BB89E2009}"/>
          </ac:grpSpMkLst>
        </pc:grpChg>
        <pc:grpChg chg="mod">
          <ac:chgData name="Josh Hug" userId="e2159f7335c131c2" providerId="LiveId" clId="{138F76F6-BDFE-43E7-A070-24B46DF0227F}" dt="2025-10-02T17:05:17.715" v="1883" actId="1036"/>
          <ac:grpSpMkLst>
            <pc:docMk/>
            <pc:sldMk cId="802665665" sldId="733"/>
            <ac:grpSpMk id="58" creationId="{B6F2C05B-B118-493C-DCF9-AE8B97B4FFF7}"/>
          </ac:grpSpMkLst>
        </pc:grpChg>
        <pc:grpChg chg="add mod">
          <ac:chgData name="Josh Hug" userId="e2159f7335c131c2" providerId="LiveId" clId="{138F76F6-BDFE-43E7-A070-24B46DF0227F}" dt="2025-10-07T19:33:54.538" v="11410" actId="164"/>
          <ac:grpSpMkLst>
            <pc:docMk/>
            <pc:sldMk cId="802665665" sldId="733"/>
            <ac:grpSpMk id="110" creationId="{2F71C9B0-AD3C-8D0F-A164-95DE1AEB4DB7}"/>
          </ac:grpSpMkLst>
        </pc:grpChg>
        <pc:cxnChg chg="mod">
          <ac:chgData name="Josh Hug" userId="e2159f7335c131c2" providerId="LiveId" clId="{138F76F6-BDFE-43E7-A070-24B46DF0227F}" dt="2025-10-02T17:04:59.442" v="1875" actId="1076"/>
          <ac:cxnSpMkLst>
            <pc:docMk/>
            <pc:sldMk cId="802665665" sldId="733"/>
            <ac:cxnSpMk id="78" creationId="{A233D72B-C6AB-1367-EE60-C0A8CE766001}"/>
          </ac:cxnSpMkLst>
        </pc:cxnChg>
      </pc:sldChg>
      <pc:sldChg chg="modSp new del mod modAnim">
        <pc:chgData name="Josh Hug" userId="e2159f7335c131c2" providerId="LiveId" clId="{138F76F6-BDFE-43E7-A070-24B46DF0227F}" dt="2025-10-07T19:45:09.270" v="12531" actId="47"/>
        <pc:sldMkLst>
          <pc:docMk/>
          <pc:sldMk cId="2965508394" sldId="734"/>
        </pc:sldMkLst>
      </pc:sldChg>
      <pc:sldChg chg="addSp modSp mod modAnim">
        <pc:chgData name="Josh Hug" userId="e2159f7335c131c2" providerId="LiveId" clId="{138F76F6-BDFE-43E7-A070-24B46DF0227F}" dt="2025-10-07T19:51:15.305" v="12899" actId="20577"/>
        <pc:sldMkLst>
          <pc:docMk/>
          <pc:sldMk cId="2592377249" sldId="735"/>
        </pc:sldMkLst>
        <pc:spChg chg="mod">
          <ac:chgData name="Josh Hug" userId="e2159f7335c131c2" providerId="LiveId" clId="{138F76F6-BDFE-43E7-A070-24B46DF0227F}" dt="2025-10-07T19:51:15.305" v="12899" actId="20577"/>
          <ac:spMkLst>
            <pc:docMk/>
            <pc:sldMk cId="2592377249" sldId="735"/>
            <ac:spMk id="3" creationId="{D1C5170D-FCEE-3F88-0CF8-49F84500E5F4}"/>
          </ac:spMkLst>
        </pc:spChg>
        <pc:spChg chg="mod">
          <ac:chgData name="Josh Hug" userId="e2159f7335c131c2" providerId="LiveId" clId="{138F76F6-BDFE-43E7-A070-24B46DF0227F}" dt="2025-10-07T19:50:51.880" v="12898" actId="555"/>
          <ac:spMkLst>
            <pc:docMk/>
            <pc:sldMk cId="2592377249" sldId="735"/>
            <ac:spMk id="4" creationId="{96579E4F-A1E0-9359-88F4-889547D83490}"/>
          </ac:spMkLst>
        </pc:spChg>
        <pc:spChg chg="mod">
          <ac:chgData name="Josh Hug" userId="e2159f7335c131c2" providerId="LiveId" clId="{138F76F6-BDFE-43E7-A070-24B46DF0227F}" dt="2025-10-07T19:50:51.880" v="12898" actId="555"/>
          <ac:spMkLst>
            <pc:docMk/>
            <pc:sldMk cId="2592377249" sldId="735"/>
            <ac:spMk id="6" creationId="{BA5ED2B7-69B6-DDF0-E9B4-62F58DE61A31}"/>
          </ac:spMkLst>
        </pc:spChg>
        <pc:spChg chg="mod">
          <ac:chgData name="Josh Hug" userId="e2159f7335c131c2" providerId="LiveId" clId="{138F76F6-BDFE-43E7-A070-24B46DF0227F}" dt="2025-10-07T19:50:16.576" v="12893" actId="1076"/>
          <ac:spMkLst>
            <pc:docMk/>
            <pc:sldMk cId="2592377249" sldId="735"/>
            <ac:spMk id="33" creationId="{135B58B1-8AE3-B7FF-93B3-1E33A8B490D2}"/>
          </ac:spMkLst>
        </pc:spChg>
        <pc:spChg chg="mod">
          <ac:chgData name="Josh Hug" userId="e2159f7335c131c2" providerId="LiveId" clId="{138F76F6-BDFE-43E7-A070-24B46DF0227F}" dt="2025-10-07T19:50:19.859" v="12894" actId="1076"/>
          <ac:spMkLst>
            <pc:docMk/>
            <pc:sldMk cId="2592377249" sldId="735"/>
            <ac:spMk id="34" creationId="{56502D32-E3AF-4E52-214E-B7EFB3258330}"/>
          </ac:spMkLst>
        </pc:spChg>
        <pc:spChg chg="mod">
          <ac:chgData name="Josh Hug" userId="e2159f7335c131c2" providerId="LiveId" clId="{138F76F6-BDFE-43E7-A070-24B46DF0227F}" dt="2025-10-07T19:50:25.053" v="12895" actId="1076"/>
          <ac:spMkLst>
            <pc:docMk/>
            <pc:sldMk cId="2592377249" sldId="735"/>
            <ac:spMk id="48" creationId="{47DE7F41-B5D2-44A0-FF4D-A215AA949A8C}"/>
          </ac:spMkLst>
        </pc:spChg>
        <pc:spChg chg="mod">
          <ac:chgData name="Josh Hug" userId="e2159f7335c131c2" providerId="LiveId" clId="{138F76F6-BDFE-43E7-A070-24B46DF0227F}" dt="2025-10-07T19:50:51.880" v="12898" actId="555"/>
          <ac:spMkLst>
            <pc:docMk/>
            <pc:sldMk cId="2592377249" sldId="735"/>
            <ac:spMk id="49" creationId="{B5B5AD5C-6EFA-FDA6-AAEA-9F8D78B0E628}"/>
          </ac:spMkLst>
        </pc:spChg>
        <pc:spChg chg="mod">
          <ac:chgData name="Josh Hug" userId="e2159f7335c131c2" providerId="LiveId" clId="{138F76F6-BDFE-43E7-A070-24B46DF0227F}" dt="2025-10-07T19:50:07.419" v="12889" actId="20577"/>
          <ac:spMkLst>
            <pc:docMk/>
            <pc:sldMk cId="2592377249" sldId="735"/>
            <ac:spMk id="50" creationId="{67C58E54-6B41-55E8-C3F8-332DCCCFAAB6}"/>
          </ac:spMkLst>
        </pc:spChg>
        <pc:grpChg chg="mod">
          <ac:chgData name="Josh Hug" userId="e2159f7335c131c2" providerId="LiveId" clId="{138F76F6-BDFE-43E7-A070-24B46DF0227F}" dt="2025-10-07T19:50:42.477" v="12897" actId="164"/>
          <ac:grpSpMkLst>
            <pc:docMk/>
            <pc:sldMk cId="2592377249" sldId="735"/>
            <ac:grpSpMk id="5" creationId="{592EA4ED-FCBD-21C7-905F-5EA430F94695}"/>
          </ac:grpSpMkLst>
        </pc:grpChg>
        <pc:grpChg chg="add mod">
          <ac:chgData name="Josh Hug" userId="e2159f7335c131c2" providerId="LiveId" clId="{138F76F6-BDFE-43E7-A070-24B46DF0227F}" dt="2025-10-07T19:50:42.477" v="12897" actId="164"/>
          <ac:grpSpMkLst>
            <pc:docMk/>
            <pc:sldMk cId="2592377249" sldId="735"/>
            <ac:grpSpMk id="51" creationId="{09D54CEA-7A3D-6485-0723-24BDB47FBBA0}"/>
          </ac:grpSpMkLst>
        </pc:grpChg>
      </pc:sldChg>
      <pc:sldChg chg="del">
        <pc:chgData name="Josh Hug" userId="e2159f7335c131c2" providerId="LiveId" clId="{138F76F6-BDFE-43E7-A070-24B46DF0227F}" dt="2025-10-07T19:57:31.058" v="13320" actId="47"/>
        <pc:sldMkLst>
          <pc:docMk/>
          <pc:sldMk cId="4261721616" sldId="736"/>
        </pc:sldMkLst>
      </pc:sldChg>
      <pc:sldChg chg="del">
        <pc:chgData name="Josh Hug" userId="e2159f7335c131c2" providerId="LiveId" clId="{138F76F6-BDFE-43E7-A070-24B46DF0227F}" dt="2025-10-07T20:01:03.542" v="13378" actId="47"/>
        <pc:sldMkLst>
          <pc:docMk/>
          <pc:sldMk cId="33517238" sldId="737"/>
        </pc:sldMkLst>
      </pc:sldChg>
      <pc:sldChg chg="modSp mod modShow">
        <pc:chgData name="Josh Hug" userId="e2159f7335c131c2" providerId="LiveId" clId="{138F76F6-BDFE-43E7-A070-24B46DF0227F}" dt="2025-10-07T20:09:14.976" v="14291" actId="729"/>
        <pc:sldMkLst>
          <pc:docMk/>
          <pc:sldMk cId="419199790" sldId="738"/>
        </pc:sldMkLst>
        <pc:spChg chg="mod">
          <ac:chgData name="Josh Hug" userId="e2159f7335c131c2" providerId="LiveId" clId="{138F76F6-BDFE-43E7-A070-24B46DF0227F}" dt="2025-10-07T20:08:57.981" v="14290" actId="20577"/>
          <ac:spMkLst>
            <pc:docMk/>
            <pc:sldMk cId="419199790" sldId="738"/>
            <ac:spMk id="3" creationId="{AB5861A5-84BD-890A-1225-32BBEC8E9FA9}"/>
          </ac:spMkLst>
        </pc:spChg>
      </pc:sldChg>
      <pc:sldChg chg="del">
        <pc:chgData name="Josh Hug" userId="e2159f7335c131c2" providerId="LiveId" clId="{138F76F6-BDFE-43E7-A070-24B46DF0227F}" dt="2025-10-07T20:03:19.774" v="13672" actId="47"/>
        <pc:sldMkLst>
          <pc:docMk/>
          <pc:sldMk cId="1569849440" sldId="739"/>
        </pc:sldMkLst>
      </pc:sldChg>
      <pc:sldChg chg="addSp delSp modSp mod modAnim">
        <pc:chgData name="Josh Hug" userId="e2159f7335c131c2" providerId="LiveId" clId="{138F76F6-BDFE-43E7-A070-24B46DF0227F}" dt="2025-10-07T20:07:41.769" v="14205" actId="6549"/>
        <pc:sldMkLst>
          <pc:docMk/>
          <pc:sldMk cId="1067719347" sldId="740"/>
        </pc:sldMkLst>
        <pc:spChg chg="mod">
          <ac:chgData name="Josh Hug" userId="e2159f7335c131c2" providerId="LiveId" clId="{138F76F6-BDFE-43E7-A070-24B46DF0227F}" dt="2025-10-07T20:04:35.128" v="13735"/>
          <ac:spMkLst>
            <pc:docMk/>
            <pc:sldMk cId="1067719347" sldId="740"/>
            <ac:spMk id="2" creationId="{75D72624-FE90-A919-5143-E6D547A8833D}"/>
          </ac:spMkLst>
        </pc:spChg>
        <pc:spChg chg="mod">
          <ac:chgData name="Josh Hug" userId="e2159f7335c131c2" providerId="LiveId" clId="{138F76F6-BDFE-43E7-A070-24B46DF0227F}" dt="2025-10-07T20:07:41.769" v="14205" actId="6549"/>
          <ac:spMkLst>
            <pc:docMk/>
            <pc:sldMk cId="1067719347" sldId="740"/>
            <ac:spMk id="3" creationId="{0F31EBFF-5210-4778-61FA-A03D5DA37C4E}"/>
          </ac:spMkLst>
        </pc:spChg>
        <pc:spChg chg="add del mod">
          <ac:chgData name="Josh Hug" userId="e2159f7335c131c2" providerId="LiveId" clId="{138F76F6-BDFE-43E7-A070-24B46DF0227F}" dt="2025-10-07T19:42:24.446" v="12406" actId="478"/>
          <ac:spMkLst>
            <pc:docMk/>
            <pc:sldMk cId="1067719347" sldId="740"/>
            <ac:spMk id="4" creationId="{BA790620-64F2-C2F9-4386-4B364DEBCA44}"/>
          </ac:spMkLst>
        </pc:spChg>
        <pc:spChg chg="add del mod">
          <ac:chgData name="Josh Hug" userId="e2159f7335c131c2" providerId="LiveId" clId="{138F76F6-BDFE-43E7-A070-24B46DF0227F}" dt="2025-10-07T19:42:24.446" v="12406" actId="478"/>
          <ac:spMkLst>
            <pc:docMk/>
            <pc:sldMk cId="1067719347" sldId="740"/>
            <ac:spMk id="5" creationId="{D23FC7C3-A618-CA5E-1C87-7AE1A8E9E5C3}"/>
          </ac:spMkLst>
        </pc:spChg>
        <pc:spChg chg="add del mod">
          <ac:chgData name="Josh Hug" userId="e2159f7335c131c2" providerId="LiveId" clId="{138F76F6-BDFE-43E7-A070-24B46DF0227F}" dt="2025-10-07T19:42:24.446" v="12406" actId="478"/>
          <ac:spMkLst>
            <pc:docMk/>
            <pc:sldMk cId="1067719347" sldId="740"/>
            <ac:spMk id="6" creationId="{72AAF580-2FAE-0452-2B4D-DCD2288B2BD2}"/>
          </ac:spMkLst>
        </pc:spChg>
        <pc:spChg chg="add mod">
          <ac:chgData name="Josh Hug" userId="e2159f7335c131c2" providerId="LiveId" clId="{138F76F6-BDFE-43E7-A070-24B46DF0227F}" dt="2025-10-07T19:42:24.598" v="12407"/>
          <ac:spMkLst>
            <pc:docMk/>
            <pc:sldMk cId="1067719347" sldId="740"/>
            <ac:spMk id="7" creationId="{2C04C414-B6F9-1547-15C5-CCB827C0AFE2}"/>
          </ac:spMkLst>
        </pc:spChg>
        <pc:spChg chg="add mod">
          <ac:chgData name="Josh Hug" userId="e2159f7335c131c2" providerId="LiveId" clId="{138F76F6-BDFE-43E7-A070-24B46DF0227F}" dt="2025-10-07T19:42:24.598" v="12407"/>
          <ac:spMkLst>
            <pc:docMk/>
            <pc:sldMk cId="1067719347" sldId="740"/>
            <ac:spMk id="8" creationId="{02DA8A1C-4588-AF73-DA71-EFD99488C234}"/>
          </ac:spMkLst>
        </pc:spChg>
        <pc:spChg chg="add mod">
          <ac:chgData name="Josh Hug" userId="e2159f7335c131c2" providerId="LiveId" clId="{138F76F6-BDFE-43E7-A070-24B46DF0227F}" dt="2025-10-07T19:42:24.598" v="12407"/>
          <ac:spMkLst>
            <pc:docMk/>
            <pc:sldMk cId="1067719347" sldId="740"/>
            <ac:spMk id="9" creationId="{6772B37B-A49E-2BB2-A1D9-5021EFA303F4}"/>
          </ac:spMkLst>
        </pc:spChg>
        <pc:spChg chg="del">
          <ac:chgData name="Josh Hug" userId="e2159f7335c131c2" providerId="LiveId" clId="{138F76F6-BDFE-43E7-A070-24B46DF0227F}" dt="2025-10-07T19:22:36.363" v="11303" actId="478"/>
          <ac:spMkLst>
            <pc:docMk/>
            <pc:sldMk cId="1067719347" sldId="740"/>
            <ac:spMk id="17" creationId="{BE6D2308-D0B4-F116-65B5-76A29DAAF59B}"/>
          </ac:spMkLst>
        </pc:spChg>
        <pc:spChg chg="del">
          <ac:chgData name="Josh Hug" userId="e2159f7335c131c2" providerId="LiveId" clId="{138F76F6-BDFE-43E7-A070-24B46DF0227F}" dt="2025-10-07T19:22:36.363" v="11303" actId="478"/>
          <ac:spMkLst>
            <pc:docMk/>
            <pc:sldMk cId="1067719347" sldId="740"/>
            <ac:spMk id="18" creationId="{AE73D018-ABF1-FEE2-62DF-08C769A4B6EA}"/>
          </ac:spMkLst>
        </pc:spChg>
        <pc:spChg chg="del">
          <ac:chgData name="Josh Hug" userId="e2159f7335c131c2" providerId="LiveId" clId="{138F76F6-BDFE-43E7-A070-24B46DF0227F}" dt="2025-10-07T19:22:36.363" v="11303" actId="478"/>
          <ac:spMkLst>
            <pc:docMk/>
            <pc:sldMk cId="1067719347" sldId="740"/>
            <ac:spMk id="19" creationId="{50733D01-BD8C-E69F-17BE-3A3A12716648}"/>
          </ac:spMkLst>
        </pc:spChg>
      </pc:sldChg>
      <pc:sldChg chg="modSp mod">
        <pc:chgData name="Josh Hug" userId="e2159f7335c131c2" providerId="LiveId" clId="{138F76F6-BDFE-43E7-A070-24B46DF0227F}" dt="2025-10-07T20:09:41.335" v="14300" actId="20577"/>
        <pc:sldMkLst>
          <pc:docMk/>
          <pc:sldMk cId="3865835398" sldId="741"/>
        </pc:sldMkLst>
        <pc:spChg chg="mod">
          <ac:chgData name="Josh Hug" userId="e2159f7335c131c2" providerId="LiveId" clId="{138F76F6-BDFE-43E7-A070-24B46DF0227F}" dt="2025-10-07T20:09:41.335" v="14300" actId="20577"/>
          <ac:spMkLst>
            <pc:docMk/>
            <pc:sldMk cId="3865835398" sldId="741"/>
            <ac:spMk id="3" creationId="{22255993-9978-064B-779E-A9843979CF69}"/>
          </ac:spMkLst>
        </pc:spChg>
      </pc:sldChg>
      <pc:sldChg chg="modSp setBg">
        <pc:chgData name="Josh Hug" userId="e2159f7335c131c2" providerId="LiveId" clId="{138F76F6-BDFE-43E7-A070-24B46DF0227F}" dt="2025-10-07T20:18:53.240" v="14713"/>
        <pc:sldMkLst>
          <pc:docMk/>
          <pc:sldMk cId="831112962" sldId="742"/>
        </pc:sldMkLst>
        <pc:spChg chg="mod">
          <ac:chgData name="Josh Hug" userId="e2159f7335c131c2" providerId="LiveId" clId="{138F76F6-BDFE-43E7-A070-24B46DF0227F}" dt="2025-10-07T20:18:53.240" v="14713"/>
          <ac:spMkLst>
            <pc:docMk/>
            <pc:sldMk cId="831112962" sldId="742"/>
            <ac:spMk id="3" creationId="{6AB2394A-53F1-9666-6E05-F666D4FAF5B1}"/>
          </ac:spMkLst>
        </pc:spChg>
      </pc:sldChg>
      <pc:sldChg chg="addSp modSp mod setBg">
        <pc:chgData name="Josh Hug" userId="e2159f7335c131c2" providerId="LiveId" clId="{138F76F6-BDFE-43E7-A070-24B46DF0227F}" dt="2025-10-07T20:19:42.652" v="14795" actId="20577"/>
        <pc:sldMkLst>
          <pc:docMk/>
          <pc:sldMk cId="1795123276" sldId="743"/>
        </pc:sldMkLst>
        <pc:spChg chg="mod">
          <ac:chgData name="Josh Hug" userId="e2159f7335c131c2" providerId="LiveId" clId="{138F76F6-BDFE-43E7-A070-24B46DF0227F}" dt="2025-10-07T20:19:00.936" v="14716"/>
          <ac:spMkLst>
            <pc:docMk/>
            <pc:sldMk cId="1795123276" sldId="743"/>
            <ac:spMk id="3" creationId="{134D269C-994B-460B-A7FC-D2076B4D9094}"/>
          </ac:spMkLst>
        </pc:spChg>
        <pc:spChg chg="mod">
          <ac:chgData name="Josh Hug" userId="e2159f7335c131c2" providerId="LiveId" clId="{138F76F6-BDFE-43E7-A070-24B46DF0227F}" dt="2025-10-07T20:19:42.652" v="14795" actId="20577"/>
          <ac:spMkLst>
            <pc:docMk/>
            <pc:sldMk cId="1795123276" sldId="743"/>
            <ac:spMk id="4" creationId="{6919311E-F089-2DB4-B8DC-496C59122336}"/>
          </ac:spMkLst>
        </pc:spChg>
        <pc:spChg chg="add mod">
          <ac:chgData name="Josh Hug" userId="e2159f7335c131c2" providerId="LiveId" clId="{138F76F6-BDFE-43E7-A070-24B46DF0227F}" dt="2025-10-07T20:16:18.048" v="14698" actId="1076"/>
          <ac:spMkLst>
            <pc:docMk/>
            <pc:sldMk cId="1795123276" sldId="743"/>
            <ac:spMk id="5" creationId="{B4456AED-E325-B3E3-1B50-091DB2565F10}"/>
          </ac:spMkLst>
        </pc:spChg>
        <pc:picChg chg="add mod">
          <ac:chgData name="Josh Hug" userId="e2159f7335c131c2" providerId="LiveId" clId="{138F76F6-BDFE-43E7-A070-24B46DF0227F}" dt="2025-10-07T20:16:06.320" v="14696" actId="14100"/>
          <ac:picMkLst>
            <pc:docMk/>
            <pc:sldMk cId="1795123276" sldId="743"/>
            <ac:picMk id="15362" creationId="{8ABA7793-A655-6AD7-A6F8-A2DB6AF6DB1F}"/>
          </ac:picMkLst>
        </pc:picChg>
      </pc:sldChg>
      <pc:sldChg chg="del">
        <pc:chgData name="Josh Hug" userId="e2159f7335c131c2" providerId="LiveId" clId="{138F76F6-BDFE-43E7-A070-24B46DF0227F}" dt="2025-10-07T20:18:22.081" v="14710" actId="47"/>
        <pc:sldMkLst>
          <pc:docMk/>
          <pc:sldMk cId="3521923966" sldId="744"/>
        </pc:sldMkLst>
      </pc:sldChg>
      <pc:sldChg chg="modSp mod">
        <pc:chgData name="Josh Hug" userId="e2159f7335c131c2" providerId="LiveId" clId="{138F76F6-BDFE-43E7-A070-24B46DF0227F}" dt="2025-10-07T20:20:29.553" v="14810" actId="20577"/>
        <pc:sldMkLst>
          <pc:docMk/>
          <pc:sldMk cId="730779507" sldId="745"/>
        </pc:sldMkLst>
        <pc:spChg chg="mod">
          <ac:chgData name="Josh Hug" userId="e2159f7335c131c2" providerId="LiveId" clId="{138F76F6-BDFE-43E7-A070-24B46DF0227F}" dt="2025-10-07T20:20:29.553" v="14810" actId="20577"/>
          <ac:spMkLst>
            <pc:docMk/>
            <pc:sldMk cId="730779507" sldId="745"/>
            <ac:spMk id="2" creationId="{431BCB23-B798-56D3-DB0B-E84BFB1A3126}"/>
          </ac:spMkLst>
        </pc:spChg>
        <pc:spChg chg="mod">
          <ac:chgData name="Josh Hug" userId="e2159f7335c131c2" providerId="LiveId" clId="{138F76F6-BDFE-43E7-A070-24B46DF0227F}" dt="2025-10-07T20:20:23.939" v="14800"/>
          <ac:spMkLst>
            <pc:docMk/>
            <pc:sldMk cId="730779507" sldId="745"/>
            <ac:spMk id="3" creationId="{DBE6A21C-A033-08DC-7BEF-D79B3792D265}"/>
          </ac:spMkLst>
        </pc:spChg>
      </pc:sldChg>
      <pc:sldChg chg="modSp del mod modAnim">
        <pc:chgData name="Josh Hug" userId="e2159f7335c131c2" providerId="LiveId" clId="{138F76F6-BDFE-43E7-A070-24B46DF0227F}" dt="2025-10-07T20:24:40.687" v="15124" actId="47"/>
        <pc:sldMkLst>
          <pc:docMk/>
          <pc:sldMk cId="338544787" sldId="747"/>
        </pc:sldMkLst>
        <pc:spChg chg="mod">
          <ac:chgData name="Josh Hug" userId="e2159f7335c131c2" providerId="LiveId" clId="{138F76F6-BDFE-43E7-A070-24B46DF0227F}" dt="2025-10-07T20:23:30.528" v="15103" actId="255"/>
          <ac:spMkLst>
            <pc:docMk/>
            <pc:sldMk cId="338544787" sldId="747"/>
            <ac:spMk id="4" creationId="{6AA62173-13A5-C7D6-A224-D7954A21369B}"/>
          </ac:spMkLst>
        </pc:spChg>
      </pc:sldChg>
      <pc:sldChg chg="modSp del mod">
        <pc:chgData name="Josh Hug" userId="e2159f7335c131c2" providerId="LiveId" clId="{138F76F6-BDFE-43E7-A070-24B46DF0227F}" dt="2025-10-07T20:35:27.073" v="15773" actId="47"/>
        <pc:sldMkLst>
          <pc:docMk/>
          <pc:sldMk cId="4146430239" sldId="748"/>
        </pc:sldMkLst>
        <pc:spChg chg="mod">
          <ac:chgData name="Josh Hug" userId="e2159f7335c131c2" providerId="LiveId" clId="{138F76F6-BDFE-43E7-A070-24B46DF0227F}" dt="2025-10-07T20:24:53.108" v="15126" actId="20577"/>
          <ac:spMkLst>
            <pc:docMk/>
            <pc:sldMk cId="4146430239" sldId="748"/>
            <ac:spMk id="2" creationId="{8688527B-7061-258E-DF64-927A334E9BCC}"/>
          </ac:spMkLst>
        </pc:spChg>
        <pc:spChg chg="mod">
          <ac:chgData name="Josh Hug" userId="e2159f7335c131c2" providerId="LiveId" clId="{138F76F6-BDFE-43E7-A070-24B46DF0227F}" dt="2025-10-07T20:26:09.227" v="15200" actId="20577"/>
          <ac:spMkLst>
            <pc:docMk/>
            <pc:sldMk cId="4146430239" sldId="748"/>
            <ac:spMk id="4" creationId="{B6744FC7-68FE-39E4-02CD-56E137EBD164}"/>
          </ac:spMkLst>
        </pc:spChg>
        <pc:spChg chg="mod">
          <ac:chgData name="Josh Hug" userId="e2159f7335c131c2" providerId="LiveId" clId="{138F76F6-BDFE-43E7-A070-24B46DF0227F}" dt="2025-10-07T20:25:13.795" v="15141" actId="20577"/>
          <ac:spMkLst>
            <pc:docMk/>
            <pc:sldMk cId="4146430239" sldId="748"/>
            <ac:spMk id="9" creationId="{DDB7F95E-D44E-54CA-26D1-C28BDF5C50D8}"/>
          </ac:spMkLst>
        </pc:spChg>
        <pc:spChg chg="mod">
          <ac:chgData name="Josh Hug" userId="e2159f7335c131c2" providerId="LiveId" clId="{138F76F6-BDFE-43E7-A070-24B46DF0227F}" dt="2025-10-07T20:25:19.203" v="15149" actId="20577"/>
          <ac:spMkLst>
            <pc:docMk/>
            <pc:sldMk cId="4146430239" sldId="748"/>
            <ac:spMk id="10" creationId="{7964E77F-97D6-9DB7-AEE4-F219546A7DDE}"/>
          </ac:spMkLst>
        </pc:spChg>
        <pc:spChg chg="mod">
          <ac:chgData name="Josh Hug" userId="e2159f7335c131c2" providerId="LiveId" clId="{138F76F6-BDFE-43E7-A070-24B46DF0227F}" dt="2025-10-07T20:25:26.236" v="15171" actId="6549"/>
          <ac:spMkLst>
            <pc:docMk/>
            <pc:sldMk cId="4146430239" sldId="748"/>
            <ac:spMk id="11" creationId="{2B116DE4-66B2-544B-8DCE-C0D6ACE574D9}"/>
          </ac:spMkLst>
        </pc:spChg>
      </pc:sldChg>
      <pc:sldChg chg="modSp">
        <pc:chgData name="Josh Hug" userId="e2159f7335c131c2" providerId="LiveId" clId="{138F76F6-BDFE-43E7-A070-24B46DF0227F}" dt="2025-10-07T21:16:38.686" v="16629" actId="20577"/>
        <pc:sldMkLst>
          <pc:docMk/>
          <pc:sldMk cId="2205274443" sldId="749"/>
        </pc:sldMkLst>
        <pc:spChg chg="mod">
          <ac:chgData name="Josh Hug" userId="e2159f7335c131c2" providerId="LiveId" clId="{138F76F6-BDFE-43E7-A070-24B46DF0227F}" dt="2025-10-07T20:35:39.403" v="15778" actId="20577"/>
          <ac:spMkLst>
            <pc:docMk/>
            <pc:sldMk cId="2205274443" sldId="749"/>
            <ac:spMk id="2" creationId="{478E5A62-2835-0C0E-6A37-7DD1CE931DCA}"/>
          </ac:spMkLst>
        </pc:spChg>
        <pc:spChg chg="mod">
          <ac:chgData name="Josh Hug" userId="e2159f7335c131c2" providerId="LiveId" clId="{138F76F6-BDFE-43E7-A070-24B46DF0227F}" dt="2025-10-07T21:16:38.686" v="16629" actId="20577"/>
          <ac:spMkLst>
            <pc:docMk/>
            <pc:sldMk cId="2205274443" sldId="749"/>
            <ac:spMk id="4" creationId="{2715A70B-44C6-B567-B11B-A942B53DBED4}"/>
          </ac:spMkLst>
        </pc:spChg>
      </pc:sldChg>
      <pc:sldChg chg="del">
        <pc:chgData name="Josh Hug" userId="e2159f7335c131c2" providerId="LiveId" clId="{138F76F6-BDFE-43E7-A070-24B46DF0227F}" dt="2025-10-07T20:36:28.610" v="15825" actId="47"/>
        <pc:sldMkLst>
          <pc:docMk/>
          <pc:sldMk cId="4206227022" sldId="750"/>
        </pc:sldMkLst>
      </pc:sldChg>
      <pc:sldChg chg="del">
        <pc:chgData name="Josh Hug" userId="e2159f7335c131c2" providerId="LiveId" clId="{138F76F6-BDFE-43E7-A070-24B46DF0227F}" dt="2025-10-07T20:37:51.592" v="15921" actId="47"/>
        <pc:sldMkLst>
          <pc:docMk/>
          <pc:sldMk cId="1854860849" sldId="751"/>
        </pc:sldMkLst>
      </pc:sldChg>
      <pc:sldChg chg="modSp mod">
        <pc:chgData name="Josh Hug" userId="e2159f7335c131c2" providerId="LiveId" clId="{138F76F6-BDFE-43E7-A070-24B46DF0227F}" dt="2025-10-07T21:29:11.405" v="17183" actId="20577"/>
        <pc:sldMkLst>
          <pc:docMk/>
          <pc:sldMk cId="1968467961" sldId="752"/>
        </pc:sldMkLst>
        <pc:spChg chg="mod">
          <ac:chgData name="Josh Hug" userId="e2159f7335c131c2" providerId="LiveId" clId="{138F76F6-BDFE-43E7-A070-24B46DF0227F}" dt="2025-10-07T21:29:11.405" v="17183" actId="20577"/>
          <ac:spMkLst>
            <pc:docMk/>
            <pc:sldMk cId="1968467961" sldId="752"/>
            <ac:spMk id="3" creationId="{051FA7CD-25C7-B23A-C461-7FB5E885EB7B}"/>
          </ac:spMkLst>
        </pc:spChg>
      </pc:sldChg>
      <pc:sldChg chg="modSp modAnim">
        <pc:chgData name="Josh Hug" userId="e2159f7335c131c2" providerId="LiveId" clId="{138F76F6-BDFE-43E7-A070-24B46DF0227F}" dt="2025-10-07T20:39:38.278" v="15944" actId="20577"/>
        <pc:sldMkLst>
          <pc:docMk/>
          <pc:sldMk cId="743105586" sldId="753"/>
        </pc:sldMkLst>
        <pc:spChg chg="mod">
          <ac:chgData name="Josh Hug" userId="e2159f7335c131c2" providerId="LiveId" clId="{138F76F6-BDFE-43E7-A070-24B46DF0227F}" dt="2025-10-07T20:39:38.278" v="15944" actId="20577"/>
          <ac:spMkLst>
            <pc:docMk/>
            <pc:sldMk cId="743105586" sldId="753"/>
            <ac:spMk id="4" creationId="{AA552201-54D4-9408-CC4B-CDC4D935EFE6}"/>
          </ac:spMkLst>
        </pc:spChg>
      </pc:sldChg>
      <pc:sldChg chg="del">
        <pc:chgData name="Josh Hug" userId="e2159f7335c131c2" providerId="LiveId" clId="{138F76F6-BDFE-43E7-A070-24B46DF0227F}" dt="2025-10-07T20:39:51.094" v="15948" actId="47"/>
        <pc:sldMkLst>
          <pc:docMk/>
          <pc:sldMk cId="1448832907" sldId="754"/>
        </pc:sldMkLst>
      </pc:sldChg>
      <pc:sldChg chg="addSp modSp mod ord modAnim modShow">
        <pc:chgData name="Josh Hug" userId="e2159f7335c131c2" providerId="LiveId" clId="{138F76F6-BDFE-43E7-A070-24B46DF0227F}" dt="2025-10-07T21:34:44.701" v="17423" actId="729"/>
        <pc:sldMkLst>
          <pc:docMk/>
          <pc:sldMk cId="3759901962" sldId="755"/>
        </pc:sldMkLst>
        <pc:spChg chg="mod">
          <ac:chgData name="Josh Hug" userId="e2159f7335c131c2" providerId="LiveId" clId="{138F76F6-BDFE-43E7-A070-24B46DF0227F}" dt="2025-10-07T21:34:35.477" v="17420" actId="20577"/>
          <ac:spMkLst>
            <pc:docMk/>
            <pc:sldMk cId="3759901962" sldId="755"/>
            <ac:spMk id="4" creationId="{02D745C6-7078-6E6E-EF67-D53A62C1CC71}"/>
          </ac:spMkLst>
        </pc:spChg>
        <pc:spChg chg="add mod">
          <ac:chgData name="Josh Hug" userId="e2159f7335c131c2" providerId="LiveId" clId="{138F76F6-BDFE-43E7-A070-24B46DF0227F}" dt="2025-10-07T21:33:38.332" v="17348" actId="20577"/>
          <ac:spMkLst>
            <pc:docMk/>
            <pc:sldMk cId="3759901962" sldId="755"/>
            <ac:spMk id="5" creationId="{6C649181-0A3D-B2D4-90DF-D2ED89A6D6A2}"/>
          </ac:spMkLst>
        </pc:spChg>
        <pc:spChg chg="add mod">
          <ac:chgData name="Josh Hug" userId="e2159f7335c131c2" providerId="LiveId" clId="{138F76F6-BDFE-43E7-A070-24B46DF0227F}" dt="2025-10-07T21:34:17.297" v="17384" actId="1076"/>
          <ac:spMkLst>
            <pc:docMk/>
            <pc:sldMk cId="3759901962" sldId="755"/>
            <ac:spMk id="7" creationId="{97554BB8-36CB-BCD5-93AB-61ABFC66E63C}"/>
          </ac:spMkLst>
        </pc:spChg>
        <pc:spChg chg="add mod">
          <ac:chgData name="Josh Hug" userId="e2159f7335c131c2" providerId="LiveId" clId="{138F76F6-BDFE-43E7-A070-24B46DF0227F}" dt="2025-10-07T20:41:50.265" v="16060" actId="1076"/>
          <ac:spMkLst>
            <pc:docMk/>
            <pc:sldMk cId="3759901962" sldId="755"/>
            <ac:spMk id="8" creationId="{65D1DEFA-2965-0FBB-172A-66FD1EAE282D}"/>
          </ac:spMkLst>
        </pc:spChg>
        <pc:spChg chg="add mod">
          <ac:chgData name="Josh Hug" userId="e2159f7335c131c2" providerId="LiveId" clId="{138F76F6-BDFE-43E7-A070-24B46DF0227F}" dt="2025-10-07T21:33:44.481" v="17357" actId="20577"/>
          <ac:spMkLst>
            <pc:docMk/>
            <pc:sldMk cId="3759901962" sldId="755"/>
            <ac:spMk id="10" creationId="{CE7E6CB3-5A5D-8C35-D34A-471FE179CD26}"/>
          </ac:spMkLst>
        </pc:spChg>
        <pc:spChg chg="add mod">
          <ac:chgData name="Josh Hug" userId="e2159f7335c131c2" providerId="LiveId" clId="{138F76F6-BDFE-43E7-A070-24B46DF0227F}" dt="2025-10-07T21:34:19.592" v="17385" actId="1076"/>
          <ac:spMkLst>
            <pc:docMk/>
            <pc:sldMk cId="3759901962" sldId="755"/>
            <ac:spMk id="12" creationId="{428A32AD-3A2C-F0F6-8A76-FD5AA95C5AFA}"/>
          </ac:spMkLst>
        </pc:spChg>
      </pc:sldChg>
      <pc:sldChg chg="modSp del">
        <pc:chgData name="Josh Hug" userId="e2159f7335c131c2" providerId="LiveId" clId="{138F76F6-BDFE-43E7-A070-24B46DF0227F}" dt="2025-10-07T20:45:22.236" v="16093" actId="47"/>
        <pc:sldMkLst>
          <pc:docMk/>
          <pc:sldMk cId="1799684643" sldId="756"/>
        </pc:sldMkLst>
        <pc:spChg chg="mod">
          <ac:chgData name="Josh Hug" userId="e2159f7335c131c2" providerId="LiveId" clId="{138F76F6-BDFE-43E7-A070-24B46DF0227F}" dt="2025-10-07T20:43:39.946" v="16079"/>
          <ac:spMkLst>
            <pc:docMk/>
            <pc:sldMk cId="1799684643" sldId="756"/>
            <ac:spMk id="3" creationId="{894D1630-B07E-339B-007A-7CCDC18925DC}"/>
          </ac:spMkLst>
        </pc:spChg>
      </pc:sldChg>
      <pc:sldChg chg="modSp mod">
        <pc:chgData name="Josh Hug" userId="e2159f7335c131c2" providerId="LiveId" clId="{138F76F6-BDFE-43E7-A070-24B46DF0227F}" dt="2025-10-07T20:53:13.835" v="16544" actId="113"/>
        <pc:sldMkLst>
          <pc:docMk/>
          <pc:sldMk cId="3401736079" sldId="757"/>
        </pc:sldMkLst>
        <pc:spChg chg="mod">
          <ac:chgData name="Josh Hug" userId="e2159f7335c131c2" providerId="LiveId" clId="{138F76F6-BDFE-43E7-A070-24B46DF0227F}" dt="2025-10-07T20:53:13.835" v="16544" actId="113"/>
          <ac:spMkLst>
            <pc:docMk/>
            <pc:sldMk cId="3401736079" sldId="757"/>
            <ac:spMk id="6" creationId="{B27BA67B-B94B-99DC-CEAA-F07DDF804070}"/>
          </ac:spMkLst>
        </pc:spChg>
      </pc:sldChg>
      <pc:sldChg chg="modSp mod">
        <pc:chgData name="Josh Hug" userId="e2159f7335c131c2" providerId="LiveId" clId="{138F76F6-BDFE-43E7-A070-24B46DF0227F}" dt="2025-10-07T21:38:14.114" v="17793" actId="255"/>
        <pc:sldMkLst>
          <pc:docMk/>
          <pc:sldMk cId="835039483" sldId="758"/>
        </pc:sldMkLst>
        <pc:spChg chg="mod">
          <ac:chgData name="Josh Hug" userId="e2159f7335c131c2" providerId="LiveId" clId="{138F76F6-BDFE-43E7-A070-24B46DF0227F}" dt="2025-10-07T21:38:14.114" v="17793" actId="255"/>
          <ac:spMkLst>
            <pc:docMk/>
            <pc:sldMk cId="835039483" sldId="758"/>
            <ac:spMk id="3" creationId="{8D484C23-C32D-D1C4-221D-5B356FAD0BD3}"/>
          </ac:spMkLst>
        </pc:spChg>
      </pc:sldChg>
      <pc:sldChg chg="add del">
        <pc:chgData name="Josh Hug" userId="e2159f7335c131c2" providerId="LiveId" clId="{138F76F6-BDFE-43E7-A070-24B46DF0227F}" dt="2025-10-07T22:12:34.220" v="17815"/>
        <pc:sldMkLst>
          <pc:docMk/>
          <pc:sldMk cId="3936032463" sldId="759"/>
        </pc:sldMkLst>
      </pc:sldChg>
      <pc:sldChg chg="modSp new mod">
        <pc:chgData name="Josh Hug" userId="e2159f7335c131c2" providerId="LiveId" clId="{138F76F6-BDFE-43E7-A070-24B46DF0227F}" dt="2025-10-07T20:48:37.881" v="16487" actId="20577"/>
        <pc:sldMkLst>
          <pc:docMk/>
          <pc:sldMk cId="3942466474" sldId="760"/>
        </pc:sldMkLst>
        <pc:spChg chg="mod">
          <ac:chgData name="Josh Hug" userId="e2159f7335c131c2" providerId="LiveId" clId="{138F76F6-BDFE-43E7-A070-24B46DF0227F}" dt="2025-10-07T16:07:33.208" v="2799" actId="20577"/>
          <ac:spMkLst>
            <pc:docMk/>
            <pc:sldMk cId="3942466474" sldId="760"/>
            <ac:spMk id="2" creationId="{896B2D9B-350E-F882-FFC3-C5285BF49E13}"/>
          </ac:spMkLst>
        </pc:spChg>
        <pc:spChg chg="mod">
          <ac:chgData name="Josh Hug" userId="e2159f7335c131c2" providerId="LiveId" clId="{138F76F6-BDFE-43E7-A070-24B46DF0227F}" dt="2025-10-07T20:48:37.881" v="16487" actId="20577"/>
          <ac:spMkLst>
            <pc:docMk/>
            <pc:sldMk cId="3942466474" sldId="760"/>
            <ac:spMk id="3" creationId="{2EE2630F-9916-692E-1572-28622C4C3163}"/>
          </ac:spMkLst>
        </pc:spChg>
      </pc:sldChg>
      <pc:sldChg chg="add del">
        <pc:chgData name="Josh Hug" userId="e2159f7335c131c2" providerId="LiveId" clId="{138F76F6-BDFE-43E7-A070-24B46DF0227F}" dt="2025-10-07T16:44:46.159" v="4179"/>
        <pc:sldMkLst>
          <pc:docMk/>
          <pc:sldMk cId="228417253" sldId="761"/>
        </pc:sldMkLst>
      </pc:sldChg>
      <pc:sldChg chg="delSp modSp add del mod ord delAnim modAnim">
        <pc:chgData name="Josh Hug" userId="e2159f7335c131c2" providerId="LiveId" clId="{138F76F6-BDFE-43E7-A070-24B46DF0227F}" dt="2025-10-07T17:33:31.465" v="6371" actId="2696"/>
        <pc:sldMkLst>
          <pc:docMk/>
          <pc:sldMk cId="2415240212" sldId="761"/>
        </pc:sldMkLst>
        <pc:spChg chg="mod">
          <ac:chgData name="Josh Hug" userId="e2159f7335c131c2" providerId="LiveId" clId="{138F76F6-BDFE-43E7-A070-24B46DF0227F}" dt="2025-10-07T17:16:50.266" v="5189"/>
          <ac:spMkLst>
            <pc:docMk/>
            <pc:sldMk cId="2415240212" sldId="761"/>
            <ac:spMk id="2" creationId="{26474936-D904-01AC-5345-4E9BEC1034FD}"/>
          </ac:spMkLst>
        </pc:spChg>
        <pc:spChg chg="mod">
          <ac:chgData name="Josh Hug" userId="e2159f7335c131c2" providerId="LiveId" clId="{138F76F6-BDFE-43E7-A070-24B46DF0227F}" dt="2025-10-07T17:29:30.927" v="6149"/>
          <ac:spMkLst>
            <pc:docMk/>
            <pc:sldMk cId="2415240212" sldId="761"/>
            <ac:spMk id="3" creationId="{1624765D-1FA3-6F70-160B-D9F7CC190338}"/>
          </ac:spMkLst>
        </pc:spChg>
        <pc:spChg chg="mod">
          <ac:chgData name="Josh Hug" userId="e2159f7335c131c2" providerId="LiveId" clId="{138F76F6-BDFE-43E7-A070-24B46DF0227F}" dt="2025-10-07T17:18:09.936" v="5357" actId="20577"/>
          <ac:spMkLst>
            <pc:docMk/>
            <pc:sldMk cId="2415240212" sldId="761"/>
            <ac:spMk id="5" creationId="{572BBD76-36AE-9463-4D35-E20A587DF60A}"/>
          </ac:spMkLst>
        </pc:spChg>
        <pc:spChg chg="del">
          <ac:chgData name="Josh Hug" userId="e2159f7335c131c2" providerId="LiveId" clId="{138F76F6-BDFE-43E7-A070-24B46DF0227F}" dt="2025-10-07T16:56:58.224" v="4859" actId="478"/>
          <ac:spMkLst>
            <pc:docMk/>
            <pc:sldMk cId="2415240212" sldId="761"/>
            <ac:spMk id="7" creationId="{99F746D3-2E37-DF34-F5D6-4DE2276C46F7}"/>
          </ac:spMkLst>
        </pc:spChg>
      </pc:sldChg>
      <pc:sldChg chg="addSp modSp add mod setBg">
        <pc:chgData name="Josh Hug" userId="e2159f7335c131c2" providerId="LiveId" clId="{138F76F6-BDFE-43E7-A070-24B46DF0227F}" dt="2025-10-07T17:57:30.969" v="7286" actId="20577"/>
        <pc:sldMkLst>
          <pc:docMk/>
          <pc:sldMk cId="3599603484" sldId="761"/>
        </pc:sldMkLst>
        <pc:spChg chg="mod">
          <ac:chgData name="Josh Hug" userId="e2159f7335c131c2" providerId="LiveId" clId="{138F76F6-BDFE-43E7-A070-24B46DF0227F}" dt="2025-10-07T17:57:30.969" v="7286" actId="20577"/>
          <ac:spMkLst>
            <pc:docMk/>
            <pc:sldMk cId="3599603484" sldId="761"/>
            <ac:spMk id="3" creationId="{1624765D-1FA3-6F70-160B-D9F7CC190338}"/>
          </ac:spMkLst>
        </pc:spChg>
        <pc:picChg chg="add mod">
          <ac:chgData name="Josh Hug" userId="e2159f7335c131c2" providerId="LiveId" clId="{138F76F6-BDFE-43E7-A070-24B46DF0227F}" dt="2025-10-07T17:39:36.405" v="6631" actId="1076"/>
          <ac:picMkLst>
            <pc:docMk/>
            <pc:sldMk cId="3599603484" sldId="761"/>
            <ac:picMk id="2050" creationId="{700D9EDD-0A9B-FC27-3F03-F493E06136F5}"/>
          </ac:picMkLst>
        </pc:picChg>
      </pc:sldChg>
      <pc:sldChg chg="modSp add del mod modAnim">
        <pc:chgData name="Josh Hug" userId="e2159f7335c131c2" providerId="LiveId" clId="{138F76F6-BDFE-43E7-A070-24B46DF0227F}" dt="2025-10-07T17:42:38.277" v="6822" actId="47"/>
        <pc:sldMkLst>
          <pc:docMk/>
          <pc:sldMk cId="233730488" sldId="762"/>
        </pc:sldMkLst>
        <pc:spChg chg="mod">
          <ac:chgData name="Josh Hug" userId="e2159f7335c131c2" providerId="LiveId" clId="{138F76F6-BDFE-43E7-A070-24B46DF0227F}" dt="2025-10-07T17:25:55.266" v="5960" actId="20577"/>
          <ac:spMkLst>
            <pc:docMk/>
            <pc:sldMk cId="233730488" sldId="762"/>
            <ac:spMk id="3" creationId="{A734D7A7-2F49-173E-CB11-B279C19A3052}"/>
          </ac:spMkLst>
        </pc:spChg>
        <pc:spChg chg="mod">
          <ac:chgData name="Josh Hug" userId="e2159f7335c131c2" providerId="LiveId" clId="{138F76F6-BDFE-43E7-A070-24B46DF0227F}" dt="2025-10-07T17:25:21.026" v="5906" actId="20577"/>
          <ac:spMkLst>
            <pc:docMk/>
            <pc:sldMk cId="233730488" sldId="762"/>
            <ac:spMk id="5" creationId="{18104A2C-0953-1337-F686-4E472F89985C}"/>
          </ac:spMkLst>
        </pc:spChg>
        <pc:spChg chg="mod">
          <ac:chgData name="Josh Hug" userId="e2159f7335c131c2" providerId="LiveId" clId="{138F76F6-BDFE-43E7-A070-24B46DF0227F}" dt="2025-10-07T17:25:50.960" v="5952" actId="20577"/>
          <ac:spMkLst>
            <pc:docMk/>
            <pc:sldMk cId="233730488" sldId="762"/>
            <ac:spMk id="6" creationId="{5FB2F4BF-366F-E66E-8A80-E55B47D0889B}"/>
          </ac:spMkLst>
        </pc:spChg>
      </pc:sldChg>
      <pc:sldChg chg="modSp add del mod modAnim">
        <pc:chgData name="Josh Hug" userId="e2159f7335c131c2" providerId="LiveId" clId="{138F76F6-BDFE-43E7-A070-24B46DF0227F}" dt="2025-10-07T17:42:38.684" v="6823" actId="47"/>
        <pc:sldMkLst>
          <pc:docMk/>
          <pc:sldMk cId="1035810428" sldId="763"/>
        </pc:sldMkLst>
        <pc:spChg chg="mod">
          <ac:chgData name="Josh Hug" userId="e2159f7335c131c2" providerId="LiveId" clId="{138F76F6-BDFE-43E7-A070-24B46DF0227F}" dt="2025-10-07T17:27:54.229" v="6013" actId="20577"/>
          <ac:spMkLst>
            <pc:docMk/>
            <pc:sldMk cId="1035810428" sldId="763"/>
            <ac:spMk id="3" creationId="{5A177212-2CA8-EFF4-5D4E-B9ADD44E317B}"/>
          </ac:spMkLst>
        </pc:spChg>
      </pc:sldChg>
      <pc:sldChg chg="modSp add del mod">
        <pc:chgData name="Josh Hug" userId="e2159f7335c131c2" providerId="LiveId" clId="{138F76F6-BDFE-43E7-A070-24B46DF0227F}" dt="2025-10-07T17:42:39.061" v="6824" actId="47"/>
        <pc:sldMkLst>
          <pc:docMk/>
          <pc:sldMk cId="3092579534" sldId="764"/>
        </pc:sldMkLst>
        <pc:spChg chg="mod">
          <ac:chgData name="Josh Hug" userId="e2159f7335c131c2" providerId="LiveId" clId="{138F76F6-BDFE-43E7-A070-24B46DF0227F}" dt="2025-10-07T17:27:50.057" v="6001" actId="20577"/>
          <ac:spMkLst>
            <pc:docMk/>
            <pc:sldMk cId="3092579534" sldId="764"/>
            <ac:spMk id="3" creationId="{0F10C958-B720-94BF-4846-2F393EB677D4}"/>
          </ac:spMkLst>
        </pc:spChg>
      </pc:sldChg>
      <pc:sldChg chg="modSp add del mod modAnim">
        <pc:chgData name="Josh Hug" userId="e2159f7335c131c2" providerId="LiveId" clId="{138F76F6-BDFE-43E7-A070-24B46DF0227F}" dt="2025-10-07T17:42:39.927" v="6825" actId="47"/>
        <pc:sldMkLst>
          <pc:docMk/>
          <pc:sldMk cId="1190075130" sldId="765"/>
        </pc:sldMkLst>
        <pc:spChg chg="mod">
          <ac:chgData name="Josh Hug" userId="e2159f7335c131c2" providerId="LiveId" clId="{138F76F6-BDFE-43E7-A070-24B46DF0227F}" dt="2025-10-07T17:30:11.466" v="6196" actId="6549"/>
          <ac:spMkLst>
            <pc:docMk/>
            <pc:sldMk cId="1190075130" sldId="765"/>
            <ac:spMk id="3" creationId="{C36B0FBA-9BA4-9F94-4A36-09F23647390D}"/>
          </ac:spMkLst>
        </pc:spChg>
      </pc:sldChg>
      <pc:sldChg chg="add del">
        <pc:chgData name="Josh Hug" userId="e2159f7335c131c2" providerId="LiveId" clId="{138F76F6-BDFE-43E7-A070-24B46DF0227F}" dt="2025-10-07T17:21:35.445" v="5666"/>
        <pc:sldMkLst>
          <pc:docMk/>
          <pc:sldMk cId="2533165851" sldId="765"/>
        </pc:sldMkLst>
      </pc:sldChg>
      <pc:sldChg chg="modSp add mod modAnim">
        <pc:chgData name="Josh Hug" userId="e2159f7335c131c2" providerId="LiveId" clId="{138F76F6-BDFE-43E7-A070-24B46DF0227F}" dt="2025-10-07T17:37:31.921" v="6623"/>
        <pc:sldMkLst>
          <pc:docMk/>
          <pc:sldMk cId="3537785260" sldId="766"/>
        </pc:sldMkLst>
        <pc:spChg chg="mod">
          <ac:chgData name="Josh Hug" userId="e2159f7335c131c2" providerId="LiveId" clId="{138F76F6-BDFE-43E7-A070-24B46DF0227F}" dt="2025-10-07T17:33:46.663" v="6384" actId="5793"/>
          <ac:spMkLst>
            <pc:docMk/>
            <pc:sldMk cId="3537785260" sldId="766"/>
            <ac:spMk id="3" creationId="{7629ECBB-4368-9B24-2592-AE593BBC976A}"/>
          </ac:spMkLst>
        </pc:spChg>
      </pc:sldChg>
      <pc:sldChg chg="modSp add del mod">
        <pc:chgData name="Josh Hug" userId="e2159f7335c131c2" providerId="LiveId" clId="{138F76F6-BDFE-43E7-A070-24B46DF0227F}" dt="2025-10-07T17:42:37.736" v="6821" actId="47"/>
        <pc:sldMkLst>
          <pc:docMk/>
          <pc:sldMk cId="3176810041" sldId="767"/>
        </pc:sldMkLst>
        <pc:spChg chg="mod">
          <ac:chgData name="Josh Hug" userId="e2159f7335c131c2" providerId="LiveId" clId="{138F76F6-BDFE-43E7-A070-24B46DF0227F}" dt="2025-10-07T17:33:13.918" v="6370" actId="14100"/>
          <ac:spMkLst>
            <pc:docMk/>
            <pc:sldMk cId="3176810041" sldId="767"/>
            <ac:spMk id="3" creationId="{5E9D9B7C-E230-B993-2678-F30A42801D47}"/>
          </ac:spMkLst>
        </pc:spChg>
      </pc:sldChg>
      <pc:sldChg chg="modSp add mod modAnim">
        <pc:chgData name="Josh Hug" userId="e2159f7335c131c2" providerId="LiveId" clId="{138F76F6-BDFE-43E7-A070-24B46DF0227F}" dt="2025-10-07T19:15:28.026" v="11133" actId="20577"/>
        <pc:sldMkLst>
          <pc:docMk/>
          <pc:sldMk cId="2475029796" sldId="768"/>
        </pc:sldMkLst>
        <pc:spChg chg="mod">
          <ac:chgData name="Josh Hug" userId="e2159f7335c131c2" providerId="LiveId" clId="{138F76F6-BDFE-43E7-A070-24B46DF0227F}" dt="2025-10-07T19:15:28.026" v="11133" actId="20577"/>
          <ac:spMkLst>
            <pc:docMk/>
            <pc:sldMk cId="2475029796" sldId="768"/>
            <ac:spMk id="3" creationId="{9EEF55FB-0E85-A2DD-05C9-856A3ED318A2}"/>
          </ac:spMkLst>
        </pc:spChg>
      </pc:sldChg>
      <pc:sldChg chg="modSp add mod">
        <pc:chgData name="Josh Hug" userId="e2159f7335c131c2" providerId="LiveId" clId="{138F76F6-BDFE-43E7-A070-24B46DF0227F}" dt="2025-10-07T17:34:24.385" v="6426" actId="20577"/>
        <pc:sldMkLst>
          <pc:docMk/>
          <pc:sldMk cId="790705942" sldId="769"/>
        </pc:sldMkLst>
        <pc:spChg chg="mod">
          <ac:chgData name="Josh Hug" userId="e2159f7335c131c2" providerId="LiveId" clId="{138F76F6-BDFE-43E7-A070-24B46DF0227F}" dt="2025-10-07T17:34:24.385" v="6426" actId="20577"/>
          <ac:spMkLst>
            <pc:docMk/>
            <pc:sldMk cId="790705942" sldId="769"/>
            <ac:spMk id="3" creationId="{B26806E0-9BC1-5A8A-EF70-A686E2049609}"/>
          </ac:spMkLst>
        </pc:spChg>
      </pc:sldChg>
      <pc:sldChg chg="delSp modSp add setBg">
        <pc:chgData name="Josh Hug" userId="e2159f7335c131c2" providerId="LiveId" clId="{138F76F6-BDFE-43E7-A070-24B46DF0227F}" dt="2025-10-07T17:39:56.715" v="6660" actId="478"/>
        <pc:sldMkLst>
          <pc:docMk/>
          <pc:sldMk cId="1943629529" sldId="770"/>
        </pc:sldMkLst>
        <pc:spChg chg="mod">
          <ac:chgData name="Josh Hug" userId="e2159f7335c131c2" providerId="LiveId" clId="{138F76F6-BDFE-43E7-A070-24B46DF0227F}" dt="2025-10-07T17:39:55.088" v="6659" actId="20577"/>
          <ac:spMkLst>
            <pc:docMk/>
            <pc:sldMk cId="1943629529" sldId="770"/>
            <ac:spMk id="3" creationId="{608F3232-8AE7-D363-8907-1E3A07A21BB2}"/>
          </ac:spMkLst>
        </pc:spChg>
        <pc:picChg chg="del">
          <ac:chgData name="Josh Hug" userId="e2159f7335c131c2" providerId="LiveId" clId="{138F76F6-BDFE-43E7-A070-24B46DF0227F}" dt="2025-10-07T17:39:56.715" v="6660" actId="478"/>
          <ac:picMkLst>
            <pc:docMk/>
            <pc:sldMk cId="1943629529" sldId="770"/>
            <ac:picMk id="2050" creationId="{5AAD8757-4674-2695-0115-4A820CA98C51}"/>
          </ac:picMkLst>
        </pc:picChg>
      </pc:sldChg>
      <pc:sldChg chg="modSp add mod">
        <pc:chgData name="Josh Hug" userId="e2159f7335c131c2" providerId="LiveId" clId="{138F76F6-BDFE-43E7-A070-24B46DF0227F}" dt="2025-10-07T19:16:36.758" v="11151" actId="20577"/>
        <pc:sldMkLst>
          <pc:docMk/>
          <pc:sldMk cId="3028695174" sldId="771"/>
        </pc:sldMkLst>
        <pc:spChg chg="mod">
          <ac:chgData name="Josh Hug" userId="e2159f7335c131c2" providerId="LiveId" clId="{138F76F6-BDFE-43E7-A070-24B46DF0227F}" dt="2025-10-07T19:16:36.758" v="11151" actId="20577"/>
          <ac:spMkLst>
            <pc:docMk/>
            <pc:sldMk cId="3028695174" sldId="771"/>
            <ac:spMk id="3" creationId="{2606FDE0-9787-23DC-7C45-8A074386BAD0}"/>
          </ac:spMkLst>
        </pc:spChg>
      </pc:sldChg>
      <pc:sldChg chg="modSp add mod">
        <pc:chgData name="Josh Hug" userId="e2159f7335c131c2" providerId="LiveId" clId="{138F76F6-BDFE-43E7-A070-24B46DF0227F}" dt="2025-10-07T17:41:18.293" v="6764" actId="20577"/>
        <pc:sldMkLst>
          <pc:docMk/>
          <pc:sldMk cId="1940082895" sldId="772"/>
        </pc:sldMkLst>
        <pc:spChg chg="mod">
          <ac:chgData name="Josh Hug" userId="e2159f7335c131c2" providerId="LiveId" clId="{138F76F6-BDFE-43E7-A070-24B46DF0227F}" dt="2025-10-07T17:41:18.293" v="6764" actId="20577"/>
          <ac:spMkLst>
            <pc:docMk/>
            <pc:sldMk cId="1940082895" sldId="772"/>
            <ac:spMk id="3" creationId="{D46A396D-30A0-5767-C091-D3ED75DD54F7}"/>
          </ac:spMkLst>
        </pc:spChg>
      </pc:sldChg>
      <pc:sldChg chg="modSp add mod setBg">
        <pc:chgData name="Josh Hug" userId="e2159f7335c131c2" providerId="LiveId" clId="{138F76F6-BDFE-43E7-A070-24B46DF0227F}" dt="2025-10-07T17:42:17.012" v="6805" actId="20577"/>
        <pc:sldMkLst>
          <pc:docMk/>
          <pc:sldMk cId="676996192" sldId="773"/>
        </pc:sldMkLst>
        <pc:spChg chg="mod">
          <ac:chgData name="Josh Hug" userId="e2159f7335c131c2" providerId="LiveId" clId="{138F76F6-BDFE-43E7-A070-24B46DF0227F}" dt="2025-10-07T17:42:17.012" v="6805" actId="20577"/>
          <ac:spMkLst>
            <pc:docMk/>
            <pc:sldMk cId="676996192" sldId="773"/>
            <ac:spMk id="3" creationId="{A6C5459E-1C0C-B1BB-146E-EA8D61328294}"/>
          </ac:spMkLst>
        </pc:spChg>
      </pc:sldChg>
      <pc:sldChg chg="add del">
        <pc:chgData name="Josh Hug" userId="e2159f7335c131c2" providerId="LiveId" clId="{138F76F6-BDFE-43E7-A070-24B46DF0227F}" dt="2025-10-07T17:41:46.988" v="6783"/>
        <pc:sldMkLst>
          <pc:docMk/>
          <pc:sldMk cId="2707218429" sldId="774"/>
        </pc:sldMkLst>
      </pc:sldChg>
      <pc:sldChg chg="modSp add mod setBg">
        <pc:chgData name="Josh Hug" userId="e2159f7335c131c2" providerId="LiveId" clId="{138F76F6-BDFE-43E7-A070-24B46DF0227F}" dt="2025-10-07T17:42:20.634" v="6820" actId="20577"/>
        <pc:sldMkLst>
          <pc:docMk/>
          <pc:sldMk cId="4279717602" sldId="774"/>
        </pc:sldMkLst>
        <pc:spChg chg="mod">
          <ac:chgData name="Josh Hug" userId="e2159f7335c131c2" providerId="LiveId" clId="{138F76F6-BDFE-43E7-A070-24B46DF0227F}" dt="2025-10-07T17:42:20.634" v="6820" actId="20577"/>
          <ac:spMkLst>
            <pc:docMk/>
            <pc:sldMk cId="4279717602" sldId="774"/>
            <ac:spMk id="3" creationId="{500F256C-DB52-34B1-2497-5583BD0F98AB}"/>
          </ac:spMkLst>
        </pc:spChg>
      </pc:sldChg>
      <pc:sldChg chg="addSp modSp add del mod setBg">
        <pc:chgData name="Josh Hug" userId="e2159f7335c131c2" providerId="LiveId" clId="{138F76F6-BDFE-43E7-A070-24B46DF0227F}" dt="2025-10-07T18:10:45.385" v="8104" actId="47"/>
        <pc:sldMkLst>
          <pc:docMk/>
          <pc:sldMk cId="2124881563" sldId="775"/>
        </pc:sldMkLst>
        <pc:spChg chg="mod">
          <ac:chgData name="Josh Hug" userId="e2159f7335c131c2" providerId="LiveId" clId="{138F76F6-BDFE-43E7-A070-24B46DF0227F}" dt="2025-10-07T18:00:57.180" v="7329" actId="6549"/>
          <ac:spMkLst>
            <pc:docMk/>
            <pc:sldMk cId="2124881563" sldId="775"/>
            <ac:spMk id="3" creationId="{32B3330B-D717-B03F-D3F0-C97F6B825233}"/>
          </ac:spMkLst>
        </pc:spChg>
        <pc:picChg chg="add mod">
          <ac:chgData name="Josh Hug" userId="e2159f7335c131c2" providerId="LiveId" clId="{138F76F6-BDFE-43E7-A070-24B46DF0227F}" dt="2025-10-07T18:00:46.883" v="7293" actId="1076"/>
          <ac:picMkLst>
            <pc:docMk/>
            <pc:sldMk cId="2124881563" sldId="775"/>
            <ac:picMk id="3074" creationId="{244E3339-369C-7530-D58D-03D7E02F2677}"/>
          </ac:picMkLst>
        </pc:picChg>
      </pc:sldChg>
      <pc:sldChg chg="delSp modSp add mod setBg">
        <pc:chgData name="Josh Hug" userId="e2159f7335c131c2" providerId="LiveId" clId="{138F76F6-BDFE-43E7-A070-24B46DF0227F}" dt="2025-10-07T17:49:13.650" v="7140" actId="478"/>
        <pc:sldMkLst>
          <pc:docMk/>
          <pc:sldMk cId="193394846" sldId="776"/>
        </pc:sldMkLst>
        <pc:spChg chg="mod">
          <ac:chgData name="Josh Hug" userId="e2159f7335c131c2" providerId="LiveId" clId="{138F76F6-BDFE-43E7-A070-24B46DF0227F}" dt="2025-10-07T17:49:08.086" v="7139" actId="20577"/>
          <ac:spMkLst>
            <pc:docMk/>
            <pc:sldMk cId="193394846" sldId="776"/>
            <ac:spMk id="3" creationId="{28EF7D09-4B83-6800-9690-028D523B0A24}"/>
          </ac:spMkLst>
        </pc:spChg>
        <pc:picChg chg="del">
          <ac:chgData name="Josh Hug" userId="e2159f7335c131c2" providerId="LiveId" clId="{138F76F6-BDFE-43E7-A070-24B46DF0227F}" dt="2025-10-07T17:49:13.650" v="7140" actId="478"/>
          <ac:picMkLst>
            <pc:docMk/>
            <pc:sldMk cId="193394846" sldId="776"/>
            <ac:picMk id="2050" creationId="{0B011E56-FA8E-29D5-92E6-97AFC5B56AD6}"/>
          </ac:picMkLst>
        </pc:picChg>
      </pc:sldChg>
      <pc:sldChg chg="add del">
        <pc:chgData name="Josh Hug" userId="e2159f7335c131c2" providerId="LiveId" clId="{138F76F6-BDFE-43E7-A070-24B46DF0227F}" dt="2025-10-07T17:49:04.659" v="7137"/>
        <pc:sldMkLst>
          <pc:docMk/>
          <pc:sldMk cId="1672989181" sldId="776"/>
        </pc:sldMkLst>
      </pc:sldChg>
      <pc:sldChg chg="modSp add del setBg">
        <pc:chgData name="Josh Hug" userId="e2159f7335c131c2" providerId="LiveId" clId="{138F76F6-BDFE-43E7-A070-24B46DF0227F}" dt="2025-10-07T18:36:23.956" v="10779" actId="47"/>
        <pc:sldMkLst>
          <pc:docMk/>
          <pc:sldMk cId="931761220" sldId="777"/>
        </pc:sldMkLst>
        <pc:spChg chg="mod">
          <ac:chgData name="Josh Hug" userId="e2159f7335c131c2" providerId="LiveId" clId="{138F76F6-BDFE-43E7-A070-24B46DF0227F}" dt="2025-10-07T18:01:40.527" v="7395"/>
          <ac:spMkLst>
            <pc:docMk/>
            <pc:sldMk cId="931761220" sldId="777"/>
            <ac:spMk id="3" creationId="{C16F6FC7-276D-9530-141C-D6850BD7AA65}"/>
          </ac:spMkLst>
        </pc:spChg>
      </pc:sldChg>
      <pc:sldChg chg="modSp add del mod">
        <pc:chgData name="Josh Hug" userId="e2159f7335c131c2" providerId="LiveId" clId="{138F76F6-BDFE-43E7-A070-24B46DF0227F}" dt="2025-10-07T18:34:23.792" v="10601" actId="47"/>
        <pc:sldMkLst>
          <pc:docMk/>
          <pc:sldMk cId="8805959" sldId="778"/>
        </pc:sldMkLst>
        <pc:spChg chg="mod">
          <ac:chgData name="Josh Hug" userId="e2159f7335c131c2" providerId="LiveId" clId="{138F76F6-BDFE-43E7-A070-24B46DF0227F}" dt="2025-10-07T18:09:38.006" v="8059" actId="20577"/>
          <ac:spMkLst>
            <pc:docMk/>
            <pc:sldMk cId="8805959" sldId="778"/>
            <ac:spMk id="3" creationId="{35C2292E-7432-8A9A-D383-0B1765F7D5F0}"/>
          </ac:spMkLst>
        </pc:spChg>
      </pc:sldChg>
      <pc:sldChg chg="modSp add mod modShow">
        <pc:chgData name="Josh Hug" userId="e2159f7335c131c2" providerId="LiveId" clId="{138F76F6-BDFE-43E7-A070-24B46DF0227F}" dt="2025-10-07T18:34:19.747" v="10600" actId="20577"/>
        <pc:sldMkLst>
          <pc:docMk/>
          <pc:sldMk cId="48168744" sldId="779"/>
        </pc:sldMkLst>
        <pc:spChg chg="mod">
          <ac:chgData name="Josh Hug" userId="e2159f7335c131c2" providerId="LiveId" clId="{138F76F6-BDFE-43E7-A070-24B46DF0227F}" dt="2025-10-07T18:32:03.549" v="10345"/>
          <ac:spMkLst>
            <pc:docMk/>
            <pc:sldMk cId="48168744" sldId="779"/>
            <ac:spMk id="2" creationId="{411C678B-02E2-8191-7AF0-E5B52C5B5903}"/>
          </ac:spMkLst>
        </pc:spChg>
        <pc:spChg chg="mod">
          <ac:chgData name="Josh Hug" userId="e2159f7335c131c2" providerId="LiveId" clId="{138F76F6-BDFE-43E7-A070-24B46DF0227F}" dt="2025-10-07T18:34:19.747" v="10600" actId="20577"/>
          <ac:spMkLst>
            <pc:docMk/>
            <pc:sldMk cId="48168744" sldId="779"/>
            <ac:spMk id="3" creationId="{94EA3447-B35E-0C86-E87D-4506F7F002C0}"/>
          </ac:spMkLst>
        </pc:spChg>
      </pc:sldChg>
      <pc:sldChg chg="addSp modSp add setBg">
        <pc:chgData name="Josh Hug" userId="e2159f7335c131c2" providerId="LiveId" clId="{138F76F6-BDFE-43E7-A070-24B46DF0227F}" dt="2025-10-07T19:10:27.092" v="11101" actId="20577"/>
        <pc:sldMkLst>
          <pc:docMk/>
          <pc:sldMk cId="528862260" sldId="780"/>
        </pc:sldMkLst>
        <pc:spChg chg="mod">
          <ac:chgData name="Josh Hug" userId="e2159f7335c131c2" providerId="LiveId" clId="{138F76F6-BDFE-43E7-A070-24B46DF0227F}" dt="2025-10-07T19:10:27.092" v="11101" actId="20577"/>
          <ac:spMkLst>
            <pc:docMk/>
            <pc:sldMk cId="528862260" sldId="780"/>
            <ac:spMk id="3" creationId="{5D725378-CE97-31B0-BC4E-83BC468BC602}"/>
          </ac:spMkLst>
        </pc:spChg>
        <pc:spChg chg="add mod">
          <ac:chgData name="Josh Hug" userId="e2159f7335c131c2" providerId="LiveId" clId="{138F76F6-BDFE-43E7-A070-24B46DF0227F}" dt="2025-10-07T18:36:11.692" v="10777"/>
          <ac:spMkLst>
            <pc:docMk/>
            <pc:sldMk cId="528862260" sldId="780"/>
            <ac:spMk id="6" creationId="{61CF59A5-0F61-3BD3-118A-BCD9AAB5144A}"/>
          </ac:spMkLst>
        </pc:spChg>
        <pc:picChg chg="add mod">
          <ac:chgData name="Josh Hug" userId="e2159f7335c131c2" providerId="LiveId" clId="{138F76F6-BDFE-43E7-A070-24B46DF0227F}" dt="2025-10-07T19:10:16.793" v="11099" actId="14100"/>
          <ac:picMkLst>
            <pc:docMk/>
            <pc:sldMk cId="528862260" sldId="780"/>
            <ac:picMk id="7170" creationId="{EC0E60B9-15C2-C0C2-ED35-231D31A3A2BD}"/>
          </ac:picMkLst>
        </pc:picChg>
      </pc:sldChg>
      <pc:sldChg chg="modSp add setBg">
        <pc:chgData name="Josh Hug" userId="e2159f7335c131c2" providerId="LiveId" clId="{138F76F6-BDFE-43E7-A070-24B46DF0227F}" dt="2025-10-07T18:10:55.349" v="8107" actId="6549"/>
        <pc:sldMkLst>
          <pc:docMk/>
          <pc:sldMk cId="1067198753" sldId="781"/>
        </pc:sldMkLst>
        <pc:spChg chg="mod">
          <ac:chgData name="Josh Hug" userId="e2159f7335c131c2" providerId="LiveId" clId="{138F76F6-BDFE-43E7-A070-24B46DF0227F}" dt="2025-10-07T18:10:55.349" v="8107" actId="6549"/>
          <ac:spMkLst>
            <pc:docMk/>
            <pc:sldMk cId="1067198753" sldId="781"/>
            <ac:spMk id="3" creationId="{9183B505-A978-D044-2542-CC9849987F68}"/>
          </ac:spMkLst>
        </pc:spChg>
      </pc:sldChg>
      <pc:sldChg chg="addSp modSp add mod setBg">
        <pc:chgData name="Josh Hug" userId="e2159f7335c131c2" providerId="LiveId" clId="{138F76F6-BDFE-43E7-A070-24B46DF0227F}" dt="2025-10-07T19:13:30.696" v="11107" actId="1076"/>
        <pc:sldMkLst>
          <pc:docMk/>
          <pc:sldMk cId="3724512148" sldId="782"/>
        </pc:sldMkLst>
        <pc:spChg chg="mod">
          <ac:chgData name="Josh Hug" userId="e2159f7335c131c2" providerId="LiveId" clId="{138F76F6-BDFE-43E7-A070-24B46DF0227F}" dt="2025-10-07T18:12:49.494" v="8298" actId="20577"/>
          <ac:spMkLst>
            <pc:docMk/>
            <pc:sldMk cId="3724512148" sldId="782"/>
            <ac:spMk id="3" creationId="{3A69BE56-0EA0-12C3-1F37-B2086AD75283}"/>
          </ac:spMkLst>
        </pc:spChg>
        <pc:spChg chg="add mod">
          <ac:chgData name="Josh Hug" userId="e2159f7335c131c2" providerId="LiveId" clId="{138F76F6-BDFE-43E7-A070-24B46DF0227F}" dt="2025-10-07T18:36:14.017" v="10778"/>
          <ac:spMkLst>
            <pc:docMk/>
            <pc:sldMk cId="3724512148" sldId="782"/>
            <ac:spMk id="6" creationId="{2A7C23CD-1651-C868-EBC3-4EF967EFEAAD}"/>
          </ac:spMkLst>
        </pc:spChg>
        <pc:picChg chg="add mod">
          <ac:chgData name="Josh Hug" userId="e2159f7335c131c2" providerId="LiveId" clId="{138F76F6-BDFE-43E7-A070-24B46DF0227F}" dt="2025-10-07T19:13:30.696" v="11107" actId="1076"/>
          <ac:picMkLst>
            <pc:docMk/>
            <pc:sldMk cId="3724512148" sldId="782"/>
            <ac:picMk id="6146" creationId="{998358A0-27D3-687B-FE1D-170A2FA241BF}"/>
          </ac:picMkLst>
        </pc:picChg>
      </pc:sldChg>
      <pc:sldChg chg="modSp add mod setBg">
        <pc:chgData name="Josh Hug" userId="e2159f7335c131c2" providerId="LiveId" clId="{138F76F6-BDFE-43E7-A070-24B46DF0227F}" dt="2025-10-07T18:35:54.650" v="10776" actId="20577"/>
        <pc:sldMkLst>
          <pc:docMk/>
          <pc:sldMk cId="4119119148" sldId="783"/>
        </pc:sldMkLst>
        <pc:spChg chg="mod">
          <ac:chgData name="Josh Hug" userId="e2159f7335c131c2" providerId="LiveId" clId="{138F76F6-BDFE-43E7-A070-24B46DF0227F}" dt="2025-10-07T18:35:54.650" v="10776" actId="20577"/>
          <ac:spMkLst>
            <pc:docMk/>
            <pc:sldMk cId="4119119148" sldId="783"/>
            <ac:spMk id="3" creationId="{BCD026AC-9E49-18B7-5CE8-25776736FB45}"/>
          </ac:spMkLst>
        </pc:spChg>
      </pc:sldChg>
      <pc:sldChg chg="modSp new mod">
        <pc:chgData name="Josh Hug" userId="e2159f7335c131c2" providerId="LiveId" clId="{138F76F6-BDFE-43E7-A070-24B46DF0227F}" dt="2025-10-07T18:17:44.047" v="9021" actId="20577"/>
        <pc:sldMkLst>
          <pc:docMk/>
          <pc:sldMk cId="3573143928" sldId="784"/>
        </pc:sldMkLst>
        <pc:spChg chg="mod">
          <ac:chgData name="Josh Hug" userId="e2159f7335c131c2" providerId="LiveId" clId="{138F76F6-BDFE-43E7-A070-24B46DF0227F}" dt="2025-10-07T18:15:41.149" v="8763" actId="27636"/>
          <ac:spMkLst>
            <pc:docMk/>
            <pc:sldMk cId="3573143928" sldId="784"/>
            <ac:spMk id="2" creationId="{E3B1E0AD-35A3-3DF9-88D5-CB9AF641F097}"/>
          </ac:spMkLst>
        </pc:spChg>
        <pc:spChg chg="mod">
          <ac:chgData name="Josh Hug" userId="e2159f7335c131c2" providerId="LiveId" clId="{138F76F6-BDFE-43E7-A070-24B46DF0227F}" dt="2025-10-07T18:17:44.047" v="9021" actId="20577"/>
          <ac:spMkLst>
            <pc:docMk/>
            <pc:sldMk cId="3573143928" sldId="784"/>
            <ac:spMk id="3" creationId="{76D63C11-0081-6209-7F99-81887B786BB5}"/>
          </ac:spMkLst>
        </pc:spChg>
      </pc:sldChg>
      <pc:sldChg chg="modSp add mod setBg">
        <pc:chgData name="Josh Hug" userId="e2159f7335c131c2" providerId="LiveId" clId="{138F76F6-BDFE-43E7-A070-24B46DF0227F}" dt="2025-10-07T18:27:09.647" v="10051" actId="20577"/>
        <pc:sldMkLst>
          <pc:docMk/>
          <pc:sldMk cId="1428266894" sldId="785"/>
        </pc:sldMkLst>
        <pc:spChg chg="mod">
          <ac:chgData name="Josh Hug" userId="e2159f7335c131c2" providerId="LiveId" clId="{138F76F6-BDFE-43E7-A070-24B46DF0227F}" dt="2025-10-07T18:27:09.647" v="10051" actId="20577"/>
          <ac:spMkLst>
            <pc:docMk/>
            <pc:sldMk cId="1428266894" sldId="785"/>
            <ac:spMk id="3" creationId="{4A827F63-29AF-94F4-06C8-67221E4FA711}"/>
          </ac:spMkLst>
        </pc:spChg>
      </pc:sldChg>
      <pc:sldChg chg="add del">
        <pc:chgData name="Josh Hug" userId="e2159f7335c131c2" providerId="LiveId" clId="{138F76F6-BDFE-43E7-A070-24B46DF0227F}" dt="2025-10-07T18:16:34.007" v="8833"/>
        <pc:sldMkLst>
          <pc:docMk/>
          <pc:sldMk cId="3364213738" sldId="785"/>
        </pc:sldMkLst>
      </pc:sldChg>
      <pc:sldChg chg="modSp add mod setBg modAnim">
        <pc:chgData name="Josh Hug" userId="e2159f7335c131c2" providerId="LiveId" clId="{138F76F6-BDFE-43E7-A070-24B46DF0227F}" dt="2025-10-07T21:39:42.451" v="17814" actId="14100"/>
        <pc:sldMkLst>
          <pc:docMk/>
          <pc:sldMk cId="1428625132" sldId="786"/>
        </pc:sldMkLst>
        <pc:spChg chg="mod">
          <ac:chgData name="Josh Hug" userId="e2159f7335c131c2" providerId="LiveId" clId="{138F76F6-BDFE-43E7-A070-24B46DF0227F}" dt="2025-10-07T21:39:42.451" v="17814" actId="14100"/>
          <ac:spMkLst>
            <pc:docMk/>
            <pc:sldMk cId="1428625132" sldId="786"/>
            <ac:spMk id="3" creationId="{15FD744B-9EE2-B041-5E3A-0B225876D42B}"/>
          </ac:spMkLst>
        </pc:spChg>
      </pc:sldChg>
      <pc:sldChg chg="delSp modSp add mod modAnim">
        <pc:chgData name="Josh Hug" userId="e2159f7335c131c2" providerId="LiveId" clId="{138F76F6-BDFE-43E7-A070-24B46DF0227F}" dt="2025-10-07T18:24:26.760" v="9678" actId="20577"/>
        <pc:sldMkLst>
          <pc:docMk/>
          <pc:sldMk cId="551794092" sldId="787"/>
        </pc:sldMkLst>
        <pc:spChg chg="mod">
          <ac:chgData name="Josh Hug" userId="e2159f7335c131c2" providerId="LiveId" clId="{138F76F6-BDFE-43E7-A070-24B46DF0227F}" dt="2025-10-07T18:24:26.760" v="9678" actId="20577"/>
          <ac:spMkLst>
            <pc:docMk/>
            <pc:sldMk cId="551794092" sldId="787"/>
            <ac:spMk id="2" creationId="{803F3A56-670E-FA14-46AB-D60499F83780}"/>
          </ac:spMkLst>
        </pc:spChg>
        <pc:spChg chg="mod">
          <ac:chgData name="Josh Hug" userId="e2159f7335c131c2" providerId="LiveId" clId="{138F76F6-BDFE-43E7-A070-24B46DF0227F}" dt="2025-10-07T18:22:14.995" v="9616" actId="20577"/>
          <ac:spMkLst>
            <pc:docMk/>
            <pc:sldMk cId="551794092" sldId="787"/>
            <ac:spMk id="3" creationId="{BD0E8175-BCBF-343F-0B62-C5BD28B31E76}"/>
          </ac:spMkLst>
        </pc:spChg>
        <pc:spChg chg="del">
          <ac:chgData name="Josh Hug" userId="e2159f7335c131c2" providerId="LiveId" clId="{138F76F6-BDFE-43E7-A070-24B46DF0227F}" dt="2025-10-07T18:20:25.962" v="9422" actId="478"/>
          <ac:spMkLst>
            <pc:docMk/>
            <pc:sldMk cId="551794092" sldId="787"/>
            <ac:spMk id="13" creationId="{333A4AEE-4A55-56F2-0520-C21C9365F22A}"/>
          </ac:spMkLst>
        </pc:spChg>
        <pc:grpChg chg="del">
          <ac:chgData name="Josh Hug" userId="e2159f7335c131c2" providerId="LiveId" clId="{138F76F6-BDFE-43E7-A070-24B46DF0227F}" dt="2025-10-07T18:20:27.057" v="9424" actId="478"/>
          <ac:grpSpMkLst>
            <pc:docMk/>
            <pc:sldMk cId="551794092" sldId="787"/>
            <ac:grpSpMk id="9" creationId="{F47B843D-967A-A5FA-2DDD-A3F78F1BA6BA}"/>
          </ac:grpSpMkLst>
        </pc:grpChg>
        <pc:cxnChg chg="del">
          <ac:chgData name="Josh Hug" userId="e2159f7335c131c2" providerId="LiveId" clId="{138F76F6-BDFE-43E7-A070-24B46DF0227F}" dt="2025-10-07T18:20:26.307" v="9423" actId="478"/>
          <ac:cxnSpMkLst>
            <pc:docMk/>
            <pc:sldMk cId="551794092" sldId="787"/>
            <ac:cxnSpMk id="12" creationId="{008D3B47-265C-ED44-23EE-A178B3BCC0B4}"/>
          </ac:cxnSpMkLst>
        </pc:cxnChg>
      </pc:sldChg>
      <pc:sldChg chg="add del">
        <pc:chgData name="Josh Hug" userId="e2159f7335c131c2" providerId="LiveId" clId="{138F76F6-BDFE-43E7-A070-24B46DF0227F}" dt="2025-10-07T18:30:49.070" v="10280"/>
        <pc:sldMkLst>
          <pc:docMk/>
          <pc:sldMk cId="1555789882" sldId="788"/>
        </pc:sldMkLst>
      </pc:sldChg>
      <pc:sldChg chg="new del">
        <pc:chgData name="Josh Hug" userId="e2159f7335c131c2" providerId="LiveId" clId="{138F76F6-BDFE-43E7-A070-24B46DF0227F}" dt="2025-10-07T18:23:55.749" v="9624" actId="680"/>
        <pc:sldMkLst>
          <pc:docMk/>
          <pc:sldMk cId="3033696774" sldId="788"/>
        </pc:sldMkLst>
      </pc:sldChg>
      <pc:sldChg chg="modSp add mod">
        <pc:chgData name="Josh Hug" userId="e2159f7335c131c2" providerId="LiveId" clId="{138F76F6-BDFE-43E7-A070-24B46DF0227F}" dt="2025-10-07T18:33:42.171" v="10582" actId="20577"/>
        <pc:sldMkLst>
          <pc:docMk/>
          <pc:sldMk cId="4003871758" sldId="788"/>
        </pc:sldMkLst>
        <pc:spChg chg="mod">
          <ac:chgData name="Josh Hug" userId="e2159f7335c131c2" providerId="LiveId" clId="{138F76F6-BDFE-43E7-A070-24B46DF0227F}" dt="2025-10-07T18:33:42.171" v="10582" actId="20577"/>
          <ac:spMkLst>
            <pc:docMk/>
            <pc:sldMk cId="4003871758" sldId="788"/>
            <ac:spMk id="3" creationId="{67F3E9FC-CA73-12AC-0E8B-677C4B583149}"/>
          </ac:spMkLst>
        </pc:spChg>
      </pc:sldChg>
      <pc:sldChg chg="addSp delSp modSp add del mod">
        <pc:chgData name="Josh Hug" userId="e2159f7335c131c2" providerId="LiveId" clId="{138F76F6-BDFE-43E7-A070-24B46DF0227F}" dt="2025-10-07T19:53:42.265" v="13185" actId="47"/>
        <pc:sldMkLst>
          <pc:docMk/>
          <pc:sldMk cId="2037796948" sldId="789"/>
        </pc:sldMkLst>
        <pc:spChg chg="mod">
          <ac:chgData name="Josh Hug" userId="e2159f7335c131c2" providerId="LiveId" clId="{138F76F6-BDFE-43E7-A070-24B46DF0227F}" dt="2025-10-07T19:49:36.828" v="12848"/>
          <ac:spMkLst>
            <pc:docMk/>
            <pc:sldMk cId="2037796948" sldId="789"/>
            <ac:spMk id="3" creationId="{2266F351-15E9-9B5F-57A3-41666B49A333}"/>
          </ac:spMkLst>
        </pc:spChg>
        <pc:spChg chg="add del">
          <ac:chgData name="Josh Hug" userId="e2159f7335c131c2" providerId="LiveId" clId="{138F76F6-BDFE-43E7-A070-24B46DF0227F}" dt="2025-10-07T19:49:53.038" v="12850" actId="478"/>
          <ac:spMkLst>
            <pc:docMk/>
            <pc:sldMk cId="2037796948" sldId="789"/>
            <ac:spMk id="50" creationId="{850EF3F8-489D-2100-E206-7BE379484DC6}"/>
          </ac:spMkLst>
        </pc:spChg>
      </pc:sldChg>
      <pc:sldChg chg="new add del">
        <pc:chgData name="Josh Hug" userId="e2159f7335c131c2" providerId="LiveId" clId="{138F76F6-BDFE-43E7-A070-24B46DF0227F}" dt="2025-10-07T18:23:55.554" v="9623" actId="680"/>
        <pc:sldMkLst>
          <pc:docMk/>
          <pc:sldMk cId="2945259670" sldId="789"/>
        </pc:sldMkLst>
      </pc:sldChg>
      <pc:sldChg chg="modSp add del mod">
        <pc:chgData name="Josh Hug" userId="e2159f7335c131c2" providerId="LiveId" clId="{138F76F6-BDFE-43E7-A070-24B46DF0227F}" dt="2025-10-07T19:53:42.665" v="13186" actId="47"/>
        <pc:sldMkLst>
          <pc:docMk/>
          <pc:sldMk cId="144101910" sldId="790"/>
        </pc:sldMkLst>
        <pc:spChg chg="mod">
          <ac:chgData name="Josh Hug" userId="e2159f7335c131c2" providerId="LiveId" clId="{138F76F6-BDFE-43E7-A070-24B46DF0227F}" dt="2025-10-07T18:41:34.532" v="10904" actId="20577"/>
          <ac:spMkLst>
            <pc:docMk/>
            <pc:sldMk cId="144101910" sldId="790"/>
            <ac:spMk id="3" creationId="{0CC06012-970C-59CF-6085-520E08151D20}"/>
          </ac:spMkLst>
        </pc:spChg>
        <pc:spChg chg="mod">
          <ac:chgData name="Josh Hug" userId="e2159f7335c131c2" providerId="LiveId" clId="{138F76F6-BDFE-43E7-A070-24B46DF0227F}" dt="2025-10-07T18:41:39.156" v="10907" actId="1076"/>
          <ac:spMkLst>
            <pc:docMk/>
            <pc:sldMk cId="144101910" sldId="790"/>
            <ac:spMk id="33" creationId="{FD582C10-9A90-DD48-DB55-0A85F64D8C1B}"/>
          </ac:spMkLst>
        </pc:spChg>
        <pc:spChg chg="mod">
          <ac:chgData name="Josh Hug" userId="e2159f7335c131c2" providerId="LiveId" clId="{138F76F6-BDFE-43E7-A070-24B46DF0227F}" dt="2025-10-07T18:41:47.519" v="10908" actId="1076"/>
          <ac:spMkLst>
            <pc:docMk/>
            <pc:sldMk cId="144101910" sldId="790"/>
            <ac:spMk id="48" creationId="{96E1F8F4-58D7-2488-889E-0B2032B20179}"/>
          </ac:spMkLst>
        </pc:spChg>
        <pc:grpChg chg="mod">
          <ac:chgData name="Josh Hug" userId="e2159f7335c131c2" providerId="LiveId" clId="{138F76F6-BDFE-43E7-A070-24B46DF0227F}" dt="2025-10-07T18:41:36.768" v="10906" actId="1076"/>
          <ac:grpSpMkLst>
            <pc:docMk/>
            <pc:sldMk cId="144101910" sldId="790"/>
            <ac:grpSpMk id="5" creationId="{619AA146-4967-02AF-7CC1-A6B556DA4A60}"/>
          </ac:grpSpMkLst>
        </pc:grpChg>
      </pc:sldChg>
      <pc:sldChg chg="modSp add del mod">
        <pc:chgData name="Josh Hug" userId="e2159f7335c131c2" providerId="LiveId" clId="{138F76F6-BDFE-43E7-A070-24B46DF0227F}" dt="2025-10-07T19:53:43.055" v="13187" actId="47"/>
        <pc:sldMkLst>
          <pc:docMk/>
          <pc:sldMk cId="1518975826" sldId="791"/>
        </pc:sldMkLst>
        <pc:spChg chg="mod">
          <ac:chgData name="Josh Hug" userId="e2159f7335c131c2" providerId="LiveId" clId="{138F76F6-BDFE-43E7-A070-24B46DF0227F}" dt="2025-10-07T18:41:50.629" v="10911" actId="20577"/>
          <ac:spMkLst>
            <pc:docMk/>
            <pc:sldMk cId="1518975826" sldId="791"/>
            <ac:spMk id="3" creationId="{4926A6B0-7B86-CD15-66D3-2C7D36B6A7C4}"/>
          </ac:spMkLst>
        </pc:spChg>
      </pc:sldChg>
      <pc:sldChg chg="addSp modSp add del mod">
        <pc:chgData name="Josh Hug" userId="e2159f7335c131c2" providerId="LiveId" clId="{138F76F6-BDFE-43E7-A070-24B46DF0227F}" dt="2025-10-07T19:53:52.656" v="13190" actId="47"/>
        <pc:sldMkLst>
          <pc:docMk/>
          <pc:sldMk cId="164278195" sldId="792"/>
        </pc:sldMkLst>
        <pc:spChg chg="mod">
          <ac:chgData name="Josh Hug" userId="e2159f7335c131c2" providerId="LiveId" clId="{138F76F6-BDFE-43E7-A070-24B46DF0227F}" dt="2025-10-07T18:42:08.447" v="11014" actId="20577"/>
          <ac:spMkLst>
            <pc:docMk/>
            <pc:sldMk cId="164278195" sldId="792"/>
            <ac:spMk id="3" creationId="{7BBBB5B8-4AC3-7589-E13A-E3D679B4C4C3}"/>
          </ac:spMkLst>
        </pc:spChg>
        <pc:spChg chg="mod">
          <ac:chgData name="Josh Hug" userId="e2159f7335c131c2" providerId="LiveId" clId="{138F76F6-BDFE-43E7-A070-24B46DF0227F}" dt="2025-10-07T18:42:16.566" v="11015" actId="1076"/>
          <ac:spMkLst>
            <pc:docMk/>
            <pc:sldMk cId="164278195" sldId="792"/>
            <ac:spMk id="4" creationId="{A31B841F-766D-B037-44DB-BF913919BA6F}"/>
          </ac:spMkLst>
        </pc:spChg>
        <pc:spChg chg="add mod">
          <ac:chgData name="Josh Hug" userId="e2159f7335c131c2" providerId="LiveId" clId="{138F76F6-BDFE-43E7-A070-24B46DF0227F}" dt="2025-10-07T18:42:59.242" v="11083" actId="1076"/>
          <ac:spMkLst>
            <pc:docMk/>
            <pc:sldMk cId="164278195" sldId="792"/>
            <ac:spMk id="51" creationId="{295EC9F8-7186-79BB-4CC5-6F46E84DED99}"/>
          </ac:spMkLst>
        </pc:spChg>
        <pc:grpChg chg="mod">
          <ac:chgData name="Josh Hug" userId="e2159f7335c131c2" providerId="LiveId" clId="{138F76F6-BDFE-43E7-A070-24B46DF0227F}" dt="2025-10-07T18:42:16.566" v="11015" actId="1076"/>
          <ac:grpSpMkLst>
            <pc:docMk/>
            <pc:sldMk cId="164278195" sldId="792"/>
            <ac:grpSpMk id="5" creationId="{CD9CB587-03B8-9933-5AE5-0C3DBAC7E548}"/>
          </ac:grpSpMkLst>
        </pc:grpChg>
      </pc:sldChg>
      <pc:sldChg chg="addSp delSp modSp add mod setBg">
        <pc:chgData name="Josh Hug" userId="e2159f7335c131c2" providerId="LiveId" clId="{138F76F6-BDFE-43E7-A070-24B46DF0227F}" dt="2025-10-07T19:44:05.813" v="12457"/>
        <pc:sldMkLst>
          <pc:docMk/>
          <pc:sldMk cId="1175878759" sldId="793"/>
        </pc:sldMkLst>
        <pc:spChg chg="mod">
          <ac:chgData name="Josh Hug" userId="e2159f7335c131c2" providerId="LiveId" clId="{138F76F6-BDFE-43E7-A070-24B46DF0227F}" dt="2025-10-07T19:43:31.779" v="12445" actId="20577"/>
          <ac:spMkLst>
            <pc:docMk/>
            <pc:sldMk cId="1175878759" sldId="793"/>
            <ac:spMk id="3" creationId="{053185D9-0106-51C4-BA0D-095977E70ABC}"/>
          </ac:spMkLst>
        </pc:spChg>
        <pc:spChg chg="add mod">
          <ac:chgData name="Josh Hug" userId="e2159f7335c131c2" providerId="LiveId" clId="{138F76F6-BDFE-43E7-A070-24B46DF0227F}" dt="2025-10-07T19:43:34.700" v="12447"/>
          <ac:spMkLst>
            <pc:docMk/>
            <pc:sldMk cId="1175878759" sldId="793"/>
            <ac:spMk id="17" creationId="{8900AC55-C769-DA53-CD9E-84BB9802B2AE}"/>
          </ac:spMkLst>
        </pc:spChg>
        <pc:spChg chg="add mod">
          <ac:chgData name="Josh Hug" userId="e2159f7335c131c2" providerId="LiveId" clId="{138F76F6-BDFE-43E7-A070-24B46DF0227F}" dt="2025-10-07T19:43:34.700" v="12447"/>
          <ac:spMkLst>
            <pc:docMk/>
            <pc:sldMk cId="1175878759" sldId="793"/>
            <ac:spMk id="18" creationId="{8A866A27-BC44-2840-5FCC-9E7316C8AC9D}"/>
          </ac:spMkLst>
        </pc:spChg>
        <pc:spChg chg="mod">
          <ac:chgData name="Josh Hug" userId="e2159f7335c131c2" providerId="LiveId" clId="{138F76F6-BDFE-43E7-A070-24B46DF0227F}" dt="2025-10-07T19:43:43.560" v="12448" actId="1076"/>
          <ac:spMkLst>
            <pc:docMk/>
            <pc:sldMk cId="1175878759" sldId="793"/>
            <ac:spMk id="40" creationId="{E338C114-B415-390C-41CE-8DBCD7B3230F}"/>
          </ac:spMkLst>
        </pc:spChg>
        <pc:spChg chg="del">
          <ac:chgData name="Josh Hug" userId="e2159f7335c131c2" providerId="LiveId" clId="{138F76F6-BDFE-43E7-A070-24B46DF0227F}" dt="2025-10-07T19:35:04.216" v="11516" actId="478"/>
          <ac:spMkLst>
            <pc:docMk/>
            <pc:sldMk cId="1175878759" sldId="793"/>
            <ac:spMk id="57" creationId="{77163342-A3FE-E6FA-2E69-7F5900332145}"/>
          </ac:spMkLst>
        </pc:spChg>
        <pc:spChg chg="mod">
          <ac:chgData name="Josh Hug" userId="e2159f7335c131c2" providerId="LiveId" clId="{138F76F6-BDFE-43E7-A070-24B46DF0227F}" dt="2025-10-07T19:43:49.658" v="12451" actId="1076"/>
          <ac:spMkLst>
            <pc:docMk/>
            <pc:sldMk cId="1175878759" sldId="793"/>
            <ac:spMk id="85" creationId="{AB75E866-84DC-AB23-FBBF-31D68DD3C6C6}"/>
          </ac:spMkLst>
        </pc:spChg>
        <pc:spChg chg="mod">
          <ac:chgData name="Josh Hug" userId="e2159f7335c131c2" providerId="LiveId" clId="{138F76F6-BDFE-43E7-A070-24B46DF0227F}" dt="2025-10-07T19:43:59.936" v="12455" actId="1076"/>
          <ac:spMkLst>
            <pc:docMk/>
            <pc:sldMk cId="1175878759" sldId="793"/>
            <ac:spMk id="86" creationId="{8293B48D-A2D5-875D-FAEA-4E9900BDC529}"/>
          </ac:spMkLst>
        </pc:spChg>
        <pc:spChg chg="del mod">
          <ac:chgData name="Josh Hug" userId="e2159f7335c131c2" providerId="LiveId" clId="{138F76F6-BDFE-43E7-A070-24B46DF0227F}" dt="2025-10-07T19:35:08.606" v="11518" actId="478"/>
          <ac:spMkLst>
            <pc:docMk/>
            <pc:sldMk cId="1175878759" sldId="793"/>
            <ac:spMk id="104" creationId="{E31AF6DD-428F-EFA7-60DB-85361BF6BDBC}"/>
          </ac:spMkLst>
        </pc:spChg>
        <pc:spChg chg="del">
          <ac:chgData name="Josh Hug" userId="e2159f7335c131c2" providerId="LiveId" clId="{138F76F6-BDFE-43E7-A070-24B46DF0227F}" dt="2025-10-07T19:43:34.559" v="12446" actId="478"/>
          <ac:spMkLst>
            <pc:docMk/>
            <pc:sldMk cId="1175878759" sldId="793"/>
            <ac:spMk id="108" creationId="{9CEB5762-82D3-5C50-E1E0-16CD15CB0F46}"/>
          </ac:spMkLst>
        </pc:spChg>
        <pc:spChg chg="del">
          <ac:chgData name="Josh Hug" userId="e2159f7335c131c2" providerId="LiveId" clId="{138F76F6-BDFE-43E7-A070-24B46DF0227F}" dt="2025-10-07T19:43:34.559" v="12446" actId="478"/>
          <ac:spMkLst>
            <pc:docMk/>
            <pc:sldMk cId="1175878759" sldId="793"/>
            <ac:spMk id="109" creationId="{1BF53035-2A37-D091-63F9-A1FD4CD30E18}"/>
          </ac:spMkLst>
        </pc:spChg>
        <pc:grpChg chg="mod">
          <ac:chgData name="Josh Hug" userId="e2159f7335c131c2" providerId="LiveId" clId="{138F76F6-BDFE-43E7-A070-24B46DF0227F}" dt="2025-10-07T19:43:47.245" v="12450" actId="1076"/>
          <ac:grpSpMkLst>
            <pc:docMk/>
            <pc:sldMk cId="1175878759" sldId="793"/>
            <ac:grpSpMk id="58" creationId="{303520FB-EC36-45C9-D6D3-6AD4AB940AC9}"/>
          </ac:grpSpMkLst>
        </pc:grpChg>
      </pc:sldChg>
      <pc:sldChg chg="addSp delSp modSp add del mod">
        <pc:chgData name="Josh Hug" userId="e2159f7335c131c2" providerId="LiveId" clId="{138F76F6-BDFE-43E7-A070-24B46DF0227F}" dt="2025-10-07T19:48:07.305" v="12741" actId="47"/>
        <pc:sldMkLst>
          <pc:docMk/>
          <pc:sldMk cId="326735600" sldId="794"/>
        </pc:sldMkLst>
        <pc:spChg chg="mod">
          <ac:chgData name="Josh Hug" userId="e2159f7335c131c2" providerId="LiveId" clId="{138F76F6-BDFE-43E7-A070-24B46DF0227F}" dt="2025-10-07T19:36:46.841" v="11662" actId="20577"/>
          <ac:spMkLst>
            <pc:docMk/>
            <pc:sldMk cId="326735600" sldId="794"/>
            <ac:spMk id="3" creationId="{390F6ED6-9AC5-8DD3-A107-3BBB9258470A}"/>
          </ac:spMkLst>
        </pc:spChg>
        <pc:spChg chg="del">
          <ac:chgData name="Josh Hug" userId="e2159f7335c131c2" providerId="LiveId" clId="{138F76F6-BDFE-43E7-A070-24B46DF0227F}" dt="2025-10-07T19:43:00.427" v="12412" actId="478"/>
          <ac:spMkLst>
            <pc:docMk/>
            <pc:sldMk cId="326735600" sldId="794"/>
            <ac:spMk id="5" creationId="{012E9629-49E2-D963-6B9B-2F6F6583245C}"/>
          </ac:spMkLst>
        </pc:spChg>
        <pc:spChg chg="del">
          <ac:chgData name="Josh Hug" userId="e2159f7335c131c2" providerId="LiveId" clId="{138F76F6-BDFE-43E7-A070-24B46DF0227F}" dt="2025-10-07T19:43:00.427" v="12412" actId="478"/>
          <ac:spMkLst>
            <pc:docMk/>
            <pc:sldMk cId="326735600" sldId="794"/>
            <ac:spMk id="6" creationId="{3F81871A-2856-26C0-56D0-73FED4482957}"/>
          </ac:spMkLst>
        </pc:spChg>
        <pc:spChg chg="add mod">
          <ac:chgData name="Josh Hug" userId="e2159f7335c131c2" providerId="LiveId" clId="{138F76F6-BDFE-43E7-A070-24B46DF0227F}" dt="2025-10-07T19:43:00.608" v="12413"/>
          <ac:spMkLst>
            <pc:docMk/>
            <pc:sldMk cId="326735600" sldId="794"/>
            <ac:spMk id="7" creationId="{47BEB9C9-8AD3-A05B-74B6-8A9C9B08F6D2}"/>
          </ac:spMkLst>
        </pc:spChg>
        <pc:spChg chg="add mod">
          <ac:chgData name="Josh Hug" userId="e2159f7335c131c2" providerId="LiveId" clId="{138F76F6-BDFE-43E7-A070-24B46DF0227F}" dt="2025-10-07T19:43:00.608" v="12413"/>
          <ac:spMkLst>
            <pc:docMk/>
            <pc:sldMk cId="326735600" sldId="794"/>
            <ac:spMk id="8" creationId="{9459443A-AD14-0CC1-D1C0-2FA4F243CC27}"/>
          </ac:spMkLst>
        </pc:spChg>
      </pc:sldChg>
      <pc:sldChg chg="addSp delSp modSp add mod modAnim">
        <pc:chgData name="Josh Hug" userId="e2159f7335c131c2" providerId="LiveId" clId="{138F76F6-BDFE-43E7-A070-24B46DF0227F}" dt="2025-10-07T21:08:36.175" v="16590" actId="20577"/>
        <pc:sldMkLst>
          <pc:docMk/>
          <pc:sldMk cId="1539622787" sldId="795"/>
        </pc:sldMkLst>
        <pc:spChg chg="mod">
          <ac:chgData name="Josh Hug" userId="e2159f7335c131c2" providerId="LiveId" clId="{138F76F6-BDFE-43E7-A070-24B46DF0227F}" dt="2025-10-07T20:04:32.637" v="13734"/>
          <ac:spMkLst>
            <pc:docMk/>
            <pc:sldMk cId="1539622787" sldId="795"/>
            <ac:spMk id="2" creationId="{16461C32-131E-7BEC-0A0E-28747D21144A}"/>
          </ac:spMkLst>
        </pc:spChg>
        <pc:spChg chg="mod">
          <ac:chgData name="Josh Hug" userId="e2159f7335c131c2" providerId="LiveId" clId="{138F76F6-BDFE-43E7-A070-24B46DF0227F}" dt="2025-10-07T20:07:03.717" v="14161" actId="6549"/>
          <ac:spMkLst>
            <pc:docMk/>
            <pc:sldMk cId="1539622787" sldId="795"/>
            <ac:spMk id="3" creationId="{6BD12C81-01CD-41FA-806B-13AC756C1A27}"/>
          </ac:spMkLst>
        </pc:spChg>
        <pc:spChg chg="mod">
          <ac:chgData name="Josh Hug" userId="e2159f7335c131c2" providerId="LiveId" clId="{138F76F6-BDFE-43E7-A070-24B46DF0227F}" dt="2025-10-07T21:08:36.175" v="16590" actId="20577"/>
          <ac:spMkLst>
            <pc:docMk/>
            <pc:sldMk cId="1539622787" sldId="795"/>
            <ac:spMk id="20" creationId="{FC3251B0-8FFF-B219-BB38-7CE55E2423CF}"/>
          </ac:spMkLst>
        </pc:spChg>
        <pc:cxnChg chg="add del">
          <ac:chgData name="Josh Hug" userId="e2159f7335c131c2" providerId="LiveId" clId="{138F76F6-BDFE-43E7-A070-24B46DF0227F}" dt="2025-10-07T19:42:11.305" v="12367" actId="478"/>
          <ac:cxnSpMkLst>
            <pc:docMk/>
            <pc:sldMk cId="1539622787" sldId="795"/>
            <ac:cxnSpMk id="22" creationId="{0C054613-2542-2DE0-F943-D07D50971E59}"/>
          </ac:cxnSpMkLst>
        </pc:cxnChg>
      </pc:sldChg>
      <pc:sldChg chg="delSp modSp add mod modAnim">
        <pc:chgData name="Josh Hug" userId="e2159f7335c131c2" providerId="LiveId" clId="{138F76F6-BDFE-43E7-A070-24B46DF0227F}" dt="2025-10-07T20:05:56.119" v="13958" actId="20577"/>
        <pc:sldMkLst>
          <pc:docMk/>
          <pc:sldMk cId="3318127663" sldId="796"/>
        </pc:sldMkLst>
        <pc:spChg chg="mod">
          <ac:chgData name="Josh Hug" userId="e2159f7335c131c2" providerId="LiveId" clId="{138F76F6-BDFE-43E7-A070-24B46DF0227F}" dt="2025-10-07T20:05:56.119" v="13958" actId="20577"/>
          <ac:spMkLst>
            <pc:docMk/>
            <pc:sldMk cId="3318127663" sldId="796"/>
            <ac:spMk id="2" creationId="{DEFAE1A5-B5CD-BE3F-2168-655C8CB1E4B3}"/>
          </ac:spMkLst>
        </pc:spChg>
        <pc:spChg chg="mod">
          <ac:chgData name="Josh Hug" userId="e2159f7335c131c2" providerId="LiveId" clId="{138F76F6-BDFE-43E7-A070-24B46DF0227F}" dt="2025-10-07T20:05:30.001" v="13866"/>
          <ac:spMkLst>
            <pc:docMk/>
            <pc:sldMk cId="3318127663" sldId="796"/>
            <ac:spMk id="3" creationId="{2D9FD0F4-08BD-770D-E363-CB3FDDA1E612}"/>
          </ac:spMkLst>
        </pc:spChg>
        <pc:spChg chg="mod">
          <ac:chgData name="Josh Hug" userId="e2159f7335c131c2" providerId="LiveId" clId="{138F76F6-BDFE-43E7-A070-24B46DF0227F}" dt="2025-10-07T19:40:12.072" v="11853" actId="20577"/>
          <ac:spMkLst>
            <pc:docMk/>
            <pc:sldMk cId="3318127663" sldId="796"/>
            <ac:spMk id="17" creationId="{40E850D1-67E6-74B9-F8A9-F6D10B5066B2}"/>
          </ac:spMkLst>
        </pc:spChg>
        <pc:spChg chg="mod">
          <ac:chgData name="Josh Hug" userId="e2159f7335c131c2" providerId="LiveId" clId="{138F76F6-BDFE-43E7-A070-24B46DF0227F}" dt="2025-10-07T19:40:16.432" v="11869" actId="20577"/>
          <ac:spMkLst>
            <pc:docMk/>
            <pc:sldMk cId="3318127663" sldId="796"/>
            <ac:spMk id="18" creationId="{E4E52040-D113-6599-F3E0-80B9A4047E50}"/>
          </ac:spMkLst>
        </pc:spChg>
        <pc:spChg chg="mod">
          <ac:chgData name="Josh Hug" userId="e2159f7335c131c2" providerId="LiveId" clId="{138F76F6-BDFE-43E7-A070-24B46DF0227F}" dt="2025-10-07T19:40:21.242" v="11890" actId="20577"/>
          <ac:spMkLst>
            <pc:docMk/>
            <pc:sldMk cId="3318127663" sldId="796"/>
            <ac:spMk id="19" creationId="{6677490D-55F3-A601-A55A-B806CB3A03BA}"/>
          </ac:spMkLst>
        </pc:spChg>
        <pc:spChg chg="del">
          <ac:chgData name="Josh Hug" userId="e2159f7335c131c2" providerId="LiveId" clId="{138F76F6-BDFE-43E7-A070-24B46DF0227F}" dt="2025-10-07T19:40:08.278" v="11846" actId="478"/>
          <ac:spMkLst>
            <pc:docMk/>
            <pc:sldMk cId="3318127663" sldId="796"/>
            <ac:spMk id="20" creationId="{CE5BE589-4332-4510-6AAF-0E8A0CEE601D}"/>
          </ac:spMkLst>
        </pc:spChg>
        <pc:cxnChg chg="del">
          <ac:chgData name="Josh Hug" userId="e2159f7335c131c2" providerId="LiveId" clId="{138F76F6-BDFE-43E7-A070-24B46DF0227F}" dt="2025-10-07T19:40:08.604" v="11847" actId="478"/>
          <ac:cxnSpMkLst>
            <pc:docMk/>
            <pc:sldMk cId="3318127663" sldId="796"/>
            <ac:cxnSpMk id="22" creationId="{6902EC54-66BE-3D99-B6F0-8DA3BB4CD53C}"/>
          </ac:cxnSpMkLst>
        </pc:cxnChg>
      </pc:sldChg>
      <pc:sldChg chg="addSp delSp modSp add mod setBg">
        <pc:chgData name="Josh Hug" userId="e2159f7335c131c2" providerId="LiveId" clId="{138F76F6-BDFE-43E7-A070-24B46DF0227F}" dt="2025-10-07T19:44:44.401" v="12530" actId="13822"/>
        <pc:sldMkLst>
          <pc:docMk/>
          <pc:sldMk cId="133105207" sldId="797"/>
        </pc:sldMkLst>
        <pc:spChg chg="mod">
          <ac:chgData name="Josh Hug" userId="e2159f7335c131c2" providerId="LiveId" clId="{138F76F6-BDFE-43E7-A070-24B46DF0227F}" dt="2025-10-07T19:44:14.799" v="12513" actId="20577"/>
          <ac:spMkLst>
            <pc:docMk/>
            <pc:sldMk cId="133105207" sldId="797"/>
            <ac:spMk id="3" creationId="{2B82D1BB-C2E6-714D-0A6E-90E38D08E009}"/>
          </ac:spMkLst>
        </pc:spChg>
        <pc:cxnChg chg="add mod">
          <ac:chgData name="Josh Hug" userId="e2159f7335c131c2" providerId="LiveId" clId="{138F76F6-BDFE-43E7-A070-24B46DF0227F}" dt="2025-10-07T19:44:24.732" v="12518" actId="13822"/>
          <ac:cxnSpMkLst>
            <pc:docMk/>
            <pc:sldMk cId="133105207" sldId="797"/>
            <ac:cxnSpMk id="57" creationId="{C465C151-83A0-8619-1CF6-CE8AEBF2CA4F}"/>
          </ac:cxnSpMkLst>
        </pc:cxnChg>
        <pc:cxnChg chg="add mod">
          <ac:chgData name="Josh Hug" userId="e2159f7335c131c2" providerId="LiveId" clId="{138F76F6-BDFE-43E7-A070-24B46DF0227F}" dt="2025-10-07T19:44:24.732" v="12518" actId="13822"/>
          <ac:cxnSpMkLst>
            <pc:docMk/>
            <pc:sldMk cId="133105207" sldId="797"/>
            <ac:cxnSpMk id="104" creationId="{DA53A879-BC89-B21A-85AA-98DAA3AD9250}"/>
          </ac:cxnSpMkLst>
        </pc:cxnChg>
        <pc:cxnChg chg="add del mod">
          <ac:chgData name="Josh Hug" userId="e2159f7335c131c2" providerId="LiveId" clId="{138F76F6-BDFE-43E7-A070-24B46DF0227F}" dt="2025-10-07T19:44:28.979" v="12521" actId="478"/>
          <ac:cxnSpMkLst>
            <pc:docMk/>
            <pc:sldMk cId="133105207" sldId="797"/>
            <ac:cxnSpMk id="108" creationId="{B5630C58-9286-C82E-A24D-7B9020AF9536}"/>
          </ac:cxnSpMkLst>
        </pc:cxnChg>
        <pc:cxnChg chg="add del mod">
          <ac:chgData name="Josh Hug" userId="e2159f7335c131c2" providerId="LiveId" clId="{138F76F6-BDFE-43E7-A070-24B46DF0227F}" dt="2025-10-07T19:44:28.979" v="12521" actId="478"/>
          <ac:cxnSpMkLst>
            <pc:docMk/>
            <pc:sldMk cId="133105207" sldId="797"/>
            <ac:cxnSpMk id="109" creationId="{C1FC7E0D-8363-A51B-F2FD-A1C2BA46ABEF}"/>
          </ac:cxnSpMkLst>
        </pc:cxnChg>
        <pc:cxnChg chg="add mod">
          <ac:chgData name="Josh Hug" userId="e2159f7335c131c2" providerId="LiveId" clId="{138F76F6-BDFE-43E7-A070-24B46DF0227F}" dt="2025-10-07T19:44:44.401" v="12530" actId="13822"/>
          <ac:cxnSpMkLst>
            <pc:docMk/>
            <pc:sldMk cId="133105207" sldId="797"/>
            <ac:cxnSpMk id="111" creationId="{C62D338F-75BD-2487-6AA6-245D17913017}"/>
          </ac:cxnSpMkLst>
        </pc:cxnChg>
        <pc:cxnChg chg="add mod">
          <ac:chgData name="Josh Hug" userId="e2159f7335c131c2" providerId="LiveId" clId="{138F76F6-BDFE-43E7-A070-24B46DF0227F}" dt="2025-10-07T19:44:44.401" v="12530" actId="13822"/>
          <ac:cxnSpMkLst>
            <pc:docMk/>
            <pc:sldMk cId="133105207" sldId="797"/>
            <ac:cxnSpMk id="113" creationId="{6B68DE35-85BB-4D26-82E2-BCFC2A3CCB5A}"/>
          </ac:cxnSpMkLst>
        </pc:cxnChg>
      </pc:sldChg>
      <pc:sldChg chg="add del">
        <pc:chgData name="Josh Hug" userId="e2159f7335c131c2" providerId="LiveId" clId="{138F76F6-BDFE-43E7-A070-24B46DF0227F}" dt="2025-10-07T19:43:54.353" v="12454"/>
        <pc:sldMkLst>
          <pc:docMk/>
          <pc:sldMk cId="4115898404" sldId="797"/>
        </pc:sldMkLst>
      </pc:sldChg>
      <pc:sldChg chg="delSp modSp add mod">
        <pc:chgData name="Josh Hug" userId="e2159f7335c131c2" providerId="LiveId" clId="{138F76F6-BDFE-43E7-A070-24B46DF0227F}" dt="2025-10-07T19:51:40.058" v="12912" actId="1076"/>
        <pc:sldMkLst>
          <pc:docMk/>
          <pc:sldMk cId="3161733568" sldId="798"/>
        </pc:sldMkLst>
        <pc:spChg chg="mod">
          <ac:chgData name="Josh Hug" userId="e2159f7335c131c2" providerId="LiveId" clId="{138F76F6-BDFE-43E7-A070-24B46DF0227F}" dt="2025-10-07T19:51:27.076" v="12907" actId="20577"/>
          <ac:spMkLst>
            <pc:docMk/>
            <pc:sldMk cId="3161733568" sldId="798"/>
            <ac:spMk id="3" creationId="{23941685-D67D-4039-A344-54AD17F8C690}"/>
          </ac:spMkLst>
        </pc:spChg>
        <pc:spChg chg="mod">
          <ac:chgData name="Josh Hug" userId="e2159f7335c131c2" providerId="LiveId" clId="{138F76F6-BDFE-43E7-A070-24B46DF0227F}" dt="2025-10-07T19:51:40.058" v="12912" actId="1076"/>
          <ac:spMkLst>
            <pc:docMk/>
            <pc:sldMk cId="3161733568" sldId="798"/>
            <ac:spMk id="33" creationId="{2559A6BC-395B-0CAF-86CA-C967DAE1CFEF}"/>
          </ac:spMkLst>
        </pc:spChg>
        <pc:spChg chg="del">
          <ac:chgData name="Josh Hug" userId="e2159f7335c131c2" providerId="LiveId" clId="{138F76F6-BDFE-43E7-A070-24B46DF0227F}" dt="2025-10-07T19:51:33.074" v="12910" actId="478"/>
          <ac:spMkLst>
            <pc:docMk/>
            <pc:sldMk cId="3161733568" sldId="798"/>
            <ac:spMk id="34" creationId="{3D4E7BD4-BA4E-F8F9-572F-B823D7CEE4FB}"/>
          </ac:spMkLst>
        </pc:spChg>
        <pc:spChg chg="del">
          <ac:chgData name="Josh Hug" userId="e2159f7335c131c2" providerId="LiveId" clId="{138F76F6-BDFE-43E7-A070-24B46DF0227F}" dt="2025-10-07T19:51:35.611" v="12911" actId="478"/>
          <ac:spMkLst>
            <pc:docMk/>
            <pc:sldMk cId="3161733568" sldId="798"/>
            <ac:spMk id="48" creationId="{EADE0301-EF1E-4261-0CC9-8AE8D55FD957}"/>
          </ac:spMkLst>
        </pc:spChg>
        <pc:spChg chg="del mod">
          <ac:chgData name="Josh Hug" userId="e2159f7335c131c2" providerId="LiveId" clId="{138F76F6-BDFE-43E7-A070-24B46DF0227F}" dt="2025-10-07T19:51:31.401" v="12909" actId="478"/>
          <ac:spMkLst>
            <pc:docMk/>
            <pc:sldMk cId="3161733568" sldId="798"/>
            <ac:spMk id="50" creationId="{60615A8F-9CD6-D644-312A-54BC82052EC2}"/>
          </ac:spMkLst>
        </pc:spChg>
      </pc:sldChg>
      <pc:sldChg chg="add del">
        <pc:chgData name="Josh Hug" userId="e2159f7335c131c2" providerId="LiveId" clId="{138F76F6-BDFE-43E7-A070-24B46DF0227F}" dt="2025-10-07T19:53:41.817" v="13184" actId="47"/>
        <pc:sldMkLst>
          <pc:docMk/>
          <pc:sldMk cId="547416592" sldId="799"/>
        </pc:sldMkLst>
      </pc:sldChg>
      <pc:sldChg chg="modSp add mod modAnim">
        <pc:chgData name="Josh Hug" userId="e2159f7335c131c2" providerId="LiveId" clId="{138F76F6-BDFE-43E7-A070-24B46DF0227F}" dt="2025-10-07T19:52:18.214" v="13009"/>
        <pc:sldMkLst>
          <pc:docMk/>
          <pc:sldMk cId="2339843717" sldId="800"/>
        </pc:sldMkLst>
        <pc:spChg chg="mod">
          <ac:chgData name="Josh Hug" userId="e2159f7335c131c2" providerId="LiveId" clId="{138F76F6-BDFE-43E7-A070-24B46DF0227F}" dt="2025-10-07T19:52:01.880" v="13007" actId="20577"/>
          <ac:spMkLst>
            <pc:docMk/>
            <pc:sldMk cId="2339843717" sldId="800"/>
            <ac:spMk id="3" creationId="{D47DA581-6C9D-BC2B-3E77-9E81FA29A383}"/>
          </ac:spMkLst>
        </pc:spChg>
      </pc:sldChg>
      <pc:sldChg chg="modSp add mod modAnim">
        <pc:chgData name="Josh Hug" userId="e2159f7335c131c2" providerId="LiveId" clId="{138F76F6-BDFE-43E7-A070-24B46DF0227F}" dt="2025-10-07T19:52:39.897" v="13060" actId="1076"/>
        <pc:sldMkLst>
          <pc:docMk/>
          <pc:sldMk cId="1511697518" sldId="801"/>
        </pc:sldMkLst>
        <pc:spChg chg="mod">
          <ac:chgData name="Josh Hug" userId="e2159f7335c131c2" providerId="LiveId" clId="{138F76F6-BDFE-43E7-A070-24B46DF0227F}" dt="2025-10-07T19:52:34.713" v="13059" actId="20577"/>
          <ac:spMkLst>
            <pc:docMk/>
            <pc:sldMk cId="1511697518" sldId="801"/>
            <ac:spMk id="3" creationId="{AAEDA1D7-44D2-DF4B-106B-8995E168A2C2}"/>
          </ac:spMkLst>
        </pc:spChg>
        <pc:spChg chg="mod">
          <ac:chgData name="Josh Hug" userId="e2159f7335c131c2" providerId="LiveId" clId="{138F76F6-BDFE-43E7-A070-24B46DF0227F}" dt="2025-10-07T19:52:39.897" v="13060" actId="1076"/>
          <ac:spMkLst>
            <pc:docMk/>
            <pc:sldMk cId="1511697518" sldId="801"/>
            <ac:spMk id="33" creationId="{C3F1847E-0741-FC3D-3B62-F9213078976D}"/>
          </ac:spMkLst>
        </pc:spChg>
      </pc:sldChg>
      <pc:sldChg chg="modSp add mod">
        <pc:chgData name="Josh Hug" userId="e2159f7335c131c2" providerId="LiveId" clId="{138F76F6-BDFE-43E7-A070-24B46DF0227F}" dt="2025-10-07T19:53:09.554" v="13116" actId="20577"/>
        <pc:sldMkLst>
          <pc:docMk/>
          <pc:sldMk cId="3267799401" sldId="802"/>
        </pc:sldMkLst>
        <pc:spChg chg="mod">
          <ac:chgData name="Josh Hug" userId="e2159f7335c131c2" providerId="LiveId" clId="{138F76F6-BDFE-43E7-A070-24B46DF0227F}" dt="2025-10-07T19:53:09.554" v="13116" actId="20577"/>
          <ac:spMkLst>
            <pc:docMk/>
            <pc:sldMk cId="3267799401" sldId="802"/>
            <ac:spMk id="3" creationId="{100BCA29-B0C4-3677-E678-064DC73094B0}"/>
          </ac:spMkLst>
        </pc:spChg>
        <pc:spChg chg="mod">
          <ac:chgData name="Josh Hug" userId="e2159f7335c131c2" providerId="LiveId" clId="{138F76F6-BDFE-43E7-A070-24B46DF0227F}" dt="2025-10-07T19:52:47.087" v="13064" actId="1076"/>
          <ac:spMkLst>
            <pc:docMk/>
            <pc:sldMk cId="3267799401" sldId="802"/>
            <ac:spMk id="33" creationId="{638686ED-8BFC-8E70-B9C1-386EED8C368A}"/>
          </ac:spMkLst>
        </pc:spChg>
      </pc:sldChg>
      <pc:sldChg chg="modSp add modAnim">
        <pc:chgData name="Josh Hug" userId="e2159f7335c131c2" providerId="LiveId" clId="{138F76F6-BDFE-43E7-A070-24B46DF0227F}" dt="2025-10-07T19:53:04.108" v="13115" actId="20577"/>
        <pc:sldMkLst>
          <pc:docMk/>
          <pc:sldMk cId="3822490924" sldId="803"/>
        </pc:sldMkLst>
        <pc:spChg chg="mod">
          <ac:chgData name="Josh Hug" userId="e2159f7335c131c2" providerId="LiveId" clId="{138F76F6-BDFE-43E7-A070-24B46DF0227F}" dt="2025-10-07T19:53:04.108" v="13115" actId="20577"/>
          <ac:spMkLst>
            <pc:docMk/>
            <pc:sldMk cId="3822490924" sldId="803"/>
            <ac:spMk id="3" creationId="{20526C3A-7366-3850-276A-B8F78E64C347}"/>
          </ac:spMkLst>
        </pc:spChg>
      </pc:sldChg>
      <pc:sldChg chg="modSp add mod">
        <pc:chgData name="Josh Hug" userId="e2159f7335c131c2" providerId="LiveId" clId="{138F76F6-BDFE-43E7-A070-24B46DF0227F}" dt="2025-10-07T19:53:28.209" v="13176" actId="1076"/>
        <pc:sldMkLst>
          <pc:docMk/>
          <pc:sldMk cId="4195750355" sldId="804"/>
        </pc:sldMkLst>
        <pc:spChg chg="mod">
          <ac:chgData name="Josh Hug" userId="e2159f7335c131c2" providerId="LiveId" clId="{138F76F6-BDFE-43E7-A070-24B46DF0227F}" dt="2025-10-07T19:53:24.064" v="13175" actId="20577"/>
          <ac:spMkLst>
            <pc:docMk/>
            <pc:sldMk cId="4195750355" sldId="804"/>
            <ac:spMk id="3" creationId="{21FDABA5-ACB9-D075-560B-0EFAD04019A8}"/>
          </ac:spMkLst>
        </pc:spChg>
        <pc:spChg chg="mod">
          <ac:chgData name="Josh Hug" userId="e2159f7335c131c2" providerId="LiveId" clId="{138F76F6-BDFE-43E7-A070-24B46DF0227F}" dt="2025-10-07T19:53:28.209" v="13176" actId="1076"/>
          <ac:spMkLst>
            <pc:docMk/>
            <pc:sldMk cId="4195750355" sldId="804"/>
            <ac:spMk id="33" creationId="{F4D4CA56-128F-F267-DC22-D105DCE4606C}"/>
          </ac:spMkLst>
        </pc:spChg>
      </pc:sldChg>
      <pc:sldChg chg="addSp modSp add mod">
        <pc:chgData name="Josh Hug" userId="e2159f7335c131c2" providerId="LiveId" clId="{138F76F6-BDFE-43E7-A070-24B46DF0227F}" dt="2025-10-07T19:53:50.771" v="13189"/>
        <pc:sldMkLst>
          <pc:docMk/>
          <pc:sldMk cId="3999693723" sldId="805"/>
        </pc:sldMkLst>
        <pc:spChg chg="mod">
          <ac:chgData name="Josh Hug" userId="e2159f7335c131c2" providerId="LiveId" clId="{138F76F6-BDFE-43E7-A070-24B46DF0227F}" dt="2025-10-07T19:53:29.825" v="13179" actId="20577"/>
          <ac:spMkLst>
            <pc:docMk/>
            <pc:sldMk cId="3999693723" sldId="805"/>
            <ac:spMk id="3" creationId="{86DA9C24-A84A-A935-D4E1-B74C55E41142}"/>
          </ac:spMkLst>
        </pc:spChg>
        <pc:spChg chg="add mod">
          <ac:chgData name="Josh Hug" userId="e2159f7335c131c2" providerId="LiveId" clId="{138F76F6-BDFE-43E7-A070-24B46DF0227F}" dt="2025-10-07T19:53:36.533" v="13181" actId="1076"/>
          <ac:spMkLst>
            <pc:docMk/>
            <pc:sldMk cId="3999693723" sldId="805"/>
            <ac:spMk id="34" creationId="{EE99C08C-FD1F-EB56-5D19-CBD86A612BED}"/>
          </ac:spMkLst>
        </pc:spChg>
        <pc:spChg chg="add mod">
          <ac:chgData name="Josh Hug" userId="e2159f7335c131c2" providerId="LiveId" clId="{138F76F6-BDFE-43E7-A070-24B46DF0227F}" dt="2025-10-07T19:53:39.230" v="13183" actId="1076"/>
          <ac:spMkLst>
            <pc:docMk/>
            <pc:sldMk cId="3999693723" sldId="805"/>
            <ac:spMk id="48" creationId="{A2A21C9A-30CA-C07F-3275-907933935941}"/>
          </ac:spMkLst>
        </pc:spChg>
        <pc:spChg chg="add mod">
          <ac:chgData name="Josh Hug" userId="e2159f7335c131c2" providerId="LiveId" clId="{138F76F6-BDFE-43E7-A070-24B46DF0227F}" dt="2025-10-07T19:53:47.125" v="13188"/>
          <ac:spMkLst>
            <pc:docMk/>
            <pc:sldMk cId="3999693723" sldId="805"/>
            <ac:spMk id="50" creationId="{4F3F92FC-D1FD-BE6C-96A4-341CD495AEB2}"/>
          </ac:spMkLst>
        </pc:spChg>
        <pc:spChg chg="add mod">
          <ac:chgData name="Josh Hug" userId="e2159f7335c131c2" providerId="LiveId" clId="{138F76F6-BDFE-43E7-A070-24B46DF0227F}" dt="2025-10-07T19:53:50.771" v="13189"/>
          <ac:spMkLst>
            <pc:docMk/>
            <pc:sldMk cId="3999693723" sldId="805"/>
            <ac:spMk id="52" creationId="{95452697-B750-FF37-1B8D-3F1F97712E1C}"/>
          </ac:spMkLst>
        </pc:spChg>
      </pc:sldChg>
      <pc:sldChg chg="addSp delSp modSp add mod modAnim">
        <pc:chgData name="Josh Hug" userId="e2159f7335c131c2" providerId="LiveId" clId="{138F76F6-BDFE-43E7-A070-24B46DF0227F}" dt="2025-10-07T20:02:52.835" v="13613" actId="20577"/>
        <pc:sldMkLst>
          <pc:docMk/>
          <pc:sldMk cId="1085470311" sldId="806"/>
        </pc:sldMkLst>
        <pc:spChg chg="mod">
          <ac:chgData name="Josh Hug" userId="e2159f7335c131c2" providerId="LiveId" clId="{138F76F6-BDFE-43E7-A070-24B46DF0227F}" dt="2025-10-07T20:02:52.835" v="13613" actId="20577"/>
          <ac:spMkLst>
            <pc:docMk/>
            <pc:sldMk cId="1085470311" sldId="806"/>
            <ac:spMk id="3" creationId="{ED94C9AC-8CA6-3351-B5AF-A45DC67725AA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5" creationId="{9744B815-C808-3AF3-749C-DE227DEF76DF}"/>
          </ac:spMkLst>
        </pc:spChg>
        <pc:spChg chg="add mod">
          <ac:chgData name="Josh Hug" userId="e2159f7335c131c2" providerId="LiveId" clId="{138F76F6-BDFE-43E7-A070-24B46DF0227F}" dt="2025-10-07T19:57:49.718" v="13323" actId="1076"/>
          <ac:spMkLst>
            <pc:docMk/>
            <pc:sldMk cId="1085470311" sldId="806"/>
            <ac:spMk id="6" creationId="{5221A8C2-C216-B73C-D7A5-0EEFAB2234D1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7" creationId="{C025F373-BAAD-9D06-8BE4-D967DF70A751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8" creationId="{470330CE-C96D-1FA5-D069-A7B88E1D0005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9" creationId="{87132FF1-00C5-F455-321D-AAAE2908CB12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10" creationId="{FD49B783-14A7-74A5-88D6-D45E31A76FCF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11" creationId="{637A1D2B-60FA-5888-6896-CE06EF06DAB4}"/>
          </ac:spMkLst>
        </pc:spChg>
        <pc:spChg chg="del">
          <ac:chgData name="Josh Hug" userId="e2159f7335c131c2" providerId="LiveId" clId="{138F76F6-BDFE-43E7-A070-24B46DF0227F}" dt="2025-10-07T19:55:17.768" v="13265" actId="478"/>
          <ac:spMkLst>
            <pc:docMk/>
            <pc:sldMk cId="1085470311" sldId="806"/>
            <ac:spMk id="20" creationId="{7905D31C-A853-C32C-4783-B472CEF44373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21" creationId="{5FA7DA4D-C162-FE21-9FBF-2303834579E0}"/>
          </ac:spMkLst>
        </pc:spChg>
        <pc:spChg chg="add mod">
          <ac:chgData name="Josh Hug" userId="e2159f7335c131c2" providerId="LiveId" clId="{138F76F6-BDFE-43E7-A070-24B46DF0227F}" dt="2025-10-07T19:57:49.718" v="13323" actId="1076"/>
          <ac:spMkLst>
            <pc:docMk/>
            <pc:sldMk cId="1085470311" sldId="806"/>
            <ac:spMk id="23" creationId="{39475D10-0D18-FD2D-B744-12FE52854CE0}"/>
          </ac:spMkLst>
        </pc:spChg>
        <pc:spChg chg="add mod">
          <ac:chgData name="Josh Hug" userId="e2159f7335c131c2" providerId="LiveId" clId="{138F76F6-BDFE-43E7-A070-24B46DF0227F}" dt="2025-10-07T19:57:49.718" v="13323" actId="1076"/>
          <ac:spMkLst>
            <pc:docMk/>
            <pc:sldMk cId="1085470311" sldId="806"/>
            <ac:spMk id="24" creationId="{D5F7E717-B94E-7C11-2F8C-946B4EAAE0C9}"/>
          </ac:spMkLst>
        </pc:spChg>
        <pc:spChg chg="add mod">
          <ac:chgData name="Josh Hug" userId="e2159f7335c131c2" providerId="LiveId" clId="{138F76F6-BDFE-43E7-A070-24B46DF0227F}" dt="2025-10-07T19:56:51.535" v="13295"/>
          <ac:spMkLst>
            <pc:docMk/>
            <pc:sldMk cId="1085470311" sldId="806"/>
            <ac:spMk id="25" creationId="{90781190-080A-F48F-A050-5011A4208DFF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26" creationId="{835BB3B1-DBA7-DBC6-22E8-3F0540E68718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27" creationId="{D8FE922A-2D8C-E75C-3D11-43FDC817767C}"/>
          </ac:spMkLst>
        </pc:spChg>
        <pc:spChg chg="add mod">
          <ac:chgData name="Josh Hug" userId="e2159f7335c131c2" providerId="LiveId" clId="{138F76F6-BDFE-43E7-A070-24B46DF0227F}" dt="2025-10-07T19:57:51.718" v="13324" actId="1076"/>
          <ac:spMkLst>
            <pc:docMk/>
            <pc:sldMk cId="1085470311" sldId="806"/>
            <ac:spMk id="28" creationId="{9856A292-82F7-62E7-8F4E-AF997DA13064}"/>
          </ac:spMkLst>
        </pc:spChg>
        <pc:cxnChg chg="del">
          <ac:chgData name="Josh Hug" userId="e2159f7335c131c2" providerId="LiveId" clId="{138F76F6-BDFE-43E7-A070-24B46DF0227F}" dt="2025-10-07T19:55:18.568" v="13266" actId="478"/>
          <ac:cxnSpMkLst>
            <pc:docMk/>
            <pc:sldMk cId="1085470311" sldId="806"/>
            <ac:cxnSpMk id="22" creationId="{7258FD63-DDDE-82E1-525C-353170034532}"/>
          </ac:cxnSpMkLst>
        </pc:cxnChg>
      </pc:sldChg>
      <pc:sldChg chg="addSp delSp modSp add mod setBg modAnim">
        <pc:chgData name="Josh Hug" userId="e2159f7335c131c2" providerId="LiveId" clId="{138F76F6-BDFE-43E7-A070-24B46DF0227F}" dt="2025-10-07T20:02:58.976" v="13621" actId="20577"/>
        <pc:sldMkLst>
          <pc:docMk/>
          <pc:sldMk cId="1896337834" sldId="807"/>
        </pc:sldMkLst>
        <pc:spChg chg="mod">
          <ac:chgData name="Josh Hug" userId="e2159f7335c131c2" providerId="LiveId" clId="{138F76F6-BDFE-43E7-A070-24B46DF0227F}" dt="2025-10-07T20:02:58.976" v="13621" actId="20577"/>
          <ac:spMkLst>
            <pc:docMk/>
            <pc:sldMk cId="1896337834" sldId="807"/>
            <ac:spMk id="3" creationId="{766941D9-C31E-6A8E-E3AB-E0DCA61E9A58}"/>
          </ac:spMkLst>
        </pc:spChg>
        <pc:spChg chg="add mod">
          <ac:chgData name="Josh Hug" userId="e2159f7335c131c2" providerId="LiveId" clId="{138F76F6-BDFE-43E7-A070-24B46DF0227F}" dt="2025-10-07T19:58:07.610" v="13331"/>
          <ac:spMkLst>
            <pc:docMk/>
            <pc:sldMk cId="1896337834" sldId="807"/>
            <ac:spMk id="4" creationId="{15739413-C16D-8E0A-5959-3B444BC1EF1E}"/>
          </ac:spMkLst>
        </pc:spChg>
        <pc:spChg chg="add mod">
          <ac:chgData name="Josh Hug" userId="e2159f7335c131c2" providerId="LiveId" clId="{138F76F6-BDFE-43E7-A070-24B46DF0227F}" dt="2025-10-07T19:58:07.610" v="13331"/>
          <ac:spMkLst>
            <pc:docMk/>
            <pc:sldMk cId="1896337834" sldId="807"/>
            <ac:spMk id="12" creationId="{9E638462-6545-D9C9-35D4-8665FA4CF217}"/>
          </ac:spMkLst>
        </pc:spChg>
        <pc:spChg chg="add mod">
          <ac:chgData name="Josh Hug" userId="e2159f7335c131c2" providerId="LiveId" clId="{138F76F6-BDFE-43E7-A070-24B46DF0227F}" dt="2025-10-07T19:58:07.610" v="13331"/>
          <ac:spMkLst>
            <pc:docMk/>
            <pc:sldMk cId="1896337834" sldId="807"/>
            <ac:spMk id="20" creationId="{EF7DBD53-043D-794F-72E7-C2975B4F5E1D}"/>
          </ac:spMkLst>
        </pc:spChg>
        <pc:spChg chg="add mod">
          <ac:chgData name="Josh Hug" userId="e2159f7335c131c2" providerId="LiveId" clId="{138F76F6-BDFE-43E7-A070-24B46DF0227F}" dt="2025-10-07T19:58:07.610" v="13331"/>
          <ac:spMkLst>
            <pc:docMk/>
            <pc:sldMk cId="1896337834" sldId="807"/>
            <ac:spMk id="22" creationId="{8830B1F2-1A97-7A30-3C35-62A75AD64A88}"/>
          </ac:spMkLst>
        </pc:spChg>
        <pc:spChg chg="add mod">
          <ac:chgData name="Josh Hug" userId="e2159f7335c131c2" providerId="LiveId" clId="{138F76F6-BDFE-43E7-A070-24B46DF0227F}" dt="2025-10-07T19:58:07.610" v="13331"/>
          <ac:spMkLst>
            <pc:docMk/>
            <pc:sldMk cId="1896337834" sldId="807"/>
            <ac:spMk id="25" creationId="{5863302B-311E-64C8-AE4E-F9FD0942E340}"/>
          </ac:spMkLst>
        </pc:spChg>
        <pc:spChg chg="add del mod">
          <ac:chgData name="Josh Hug" userId="e2159f7335c131c2" providerId="LiveId" clId="{138F76F6-BDFE-43E7-A070-24B46DF0227F}" dt="2025-10-07T19:58:31.104" v="13354" actId="20577"/>
          <ac:spMkLst>
            <pc:docMk/>
            <pc:sldMk cId="1896337834" sldId="807"/>
            <ac:spMk id="29" creationId="{82A1478E-AF4E-3D22-2909-3E4065609653}"/>
          </ac:spMkLst>
        </pc:spChg>
        <pc:spChg chg="add del mod">
          <ac:chgData name="Josh Hug" userId="e2159f7335c131c2" providerId="LiveId" clId="{138F76F6-BDFE-43E7-A070-24B46DF0227F}" dt="2025-10-07T19:58:25.739" v="13343" actId="478"/>
          <ac:spMkLst>
            <pc:docMk/>
            <pc:sldMk cId="1896337834" sldId="807"/>
            <ac:spMk id="30" creationId="{47F70643-5DF8-DB7B-63EA-AB038299359C}"/>
          </ac:spMkLst>
        </pc:spChg>
        <pc:spChg chg="add del mod">
          <ac:chgData name="Josh Hug" userId="e2159f7335c131c2" providerId="LiveId" clId="{138F76F6-BDFE-43E7-A070-24B46DF0227F}" dt="2025-10-07T19:58:28.471" v="13347" actId="478"/>
          <ac:spMkLst>
            <pc:docMk/>
            <pc:sldMk cId="1896337834" sldId="807"/>
            <ac:spMk id="31" creationId="{A44DAA6F-5877-F135-28B7-C5F433D1B139}"/>
          </ac:spMkLst>
        </pc:spChg>
        <pc:spChg chg="add del mod">
          <ac:chgData name="Josh Hug" userId="e2159f7335c131c2" providerId="LiveId" clId="{138F76F6-BDFE-43E7-A070-24B46DF0227F}" dt="2025-10-07T19:58:25.242" v="13342" actId="478"/>
          <ac:spMkLst>
            <pc:docMk/>
            <pc:sldMk cId="1896337834" sldId="807"/>
            <ac:spMk id="32" creationId="{DED564D6-C621-2236-08EC-E279C1F8CB83}"/>
          </ac:spMkLst>
        </pc:spChg>
        <pc:spChg chg="add del mod">
          <ac:chgData name="Josh Hug" userId="e2159f7335c131c2" providerId="LiveId" clId="{138F76F6-BDFE-43E7-A070-24B46DF0227F}" dt="2025-10-07T19:58:24.076" v="13339" actId="478"/>
          <ac:spMkLst>
            <pc:docMk/>
            <pc:sldMk cId="1896337834" sldId="807"/>
            <ac:spMk id="33" creationId="{094019A6-A45D-B1E2-BB76-AF3F1DFD13FD}"/>
          </ac:spMkLst>
        </pc:spChg>
        <pc:spChg chg="add del mod">
          <ac:chgData name="Josh Hug" userId="e2159f7335c131c2" providerId="LiveId" clId="{138F76F6-BDFE-43E7-A070-24B46DF0227F}" dt="2025-10-07T19:58:27.747" v="13346" actId="478"/>
          <ac:spMkLst>
            <pc:docMk/>
            <pc:sldMk cId="1896337834" sldId="807"/>
            <ac:spMk id="34" creationId="{8C6F3734-5351-F000-B2F5-B194D5C57771}"/>
          </ac:spMkLst>
        </pc:spChg>
        <pc:spChg chg="add mod">
          <ac:chgData name="Josh Hug" userId="e2159f7335c131c2" providerId="LiveId" clId="{138F76F6-BDFE-43E7-A070-24B46DF0227F}" dt="2025-10-07T20:00:23.116" v="13361"/>
          <ac:spMkLst>
            <pc:docMk/>
            <pc:sldMk cId="1896337834" sldId="807"/>
            <ac:spMk id="36" creationId="{78A16B4A-7BD9-2EF9-8C79-EBFD64052F49}"/>
          </ac:spMkLst>
        </pc:spChg>
        <pc:picChg chg="add del mod">
          <ac:chgData name="Josh Hug" userId="e2159f7335c131c2" providerId="LiveId" clId="{138F76F6-BDFE-43E7-A070-24B46DF0227F}" dt="2025-10-07T20:00:36.907" v="13362" actId="478"/>
          <ac:picMkLst>
            <pc:docMk/>
            <pc:sldMk cId="1896337834" sldId="807"/>
            <ac:picMk id="35" creationId="{3277DF2D-7AC3-FAFD-5AB9-B400CB4B3FD3}"/>
          </ac:picMkLst>
        </pc:picChg>
        <pc:picChg chg="add mod">
          <ac:chgData name="Josh Hug" userId="e2159f7335c131c2" providerId="LiveId" clId="{138F76F6-BDFE-43E7-A070-24B46DF0227F}" dt="2025-10-07T20:00:40.747" v="13365" actId="1076"/>
          <ac:picMkLst>
            <pc:docMk/>
            <pc:sldMk cId="1896337834" sldId="807"/>
            <ac:picMk id="9218" creationId="{61B66C6A-A632-CC56-7847-34C972AF4F5B}"/>
          </ac:picMkLst>
        </pc:picChg>
      </pc:sldChg>
      <pc:sldChg chg="delSp modSp add mod setBg">
        <pc:chgData name="Josh Hug" userId="e2159f7335c131c2" providerId="LiveId" clId="{138F76F6-BDFE-43E7-A070-24B46DF0227F}" dt="2025-10-07T20:03:03.163" v="13631" actId="20577"/>
        <pc:sldMkLst>
          <pc:docMk/>
          <pc:sldMk cId="3602617911" sldId="808"/>
        </pc:sldMkLst>
        <pc:spChg chg="mod">
          <ac:chgData name="Josh Hug" userId="e2159f7335c131c2" providerId="LiveId" clId="{138F76F6-BDFE-43E7-A070-24B46DF0227F}" dt="2025-10-07T20:03:03.163" v="13631" actId="20577"/>
          <ac:spMkLst>
            <pc:docMk/>
            <pc:sldMk cId="3602617911" sldId="808"/>
            <ac:spMk id="3" creationId="{05C35079-ECF7-0B2C-EDF3-BB2CF59E2E53}"/>
          </ac:spMkLst>
        </pc:spChg>
        <pc:spChg chg="mod">
          <ac:chgData name="Josh Hug" userId="e2159f7335c131c2" providerId="LiveId" clId="{138F76F6-BDFE-43E7-A070-24B46DF0227F}" dt="2025-10-07T20:00:53.300" v="13375" actId="20577"/>
          <ac:spMkLst>
            <pc:docMk/>
            <pc:sldMk cId="3602617911" sldId="808"/>
            <ac:spMk id="29" creationId="{3496291D-865A-BD8B-F224-3F79D8CD0368}"/>
          </ac:spMkLst>
        </pc:spChg>
        <pc:spChg chg="del">
          <ac:chgData name="Josh Hug" userId="e2159f7335c131c2" providerId="LiveId" clId="{138F76F6-BDFE-43E7-A070-24B46DF0227F}" dt="2025-10-07T20:00:55.906" v="13377" actId="478"/>
          <ac:spMkLst>
            <pc:docMk/>
            <pc:sldMk cId="3602617911" sldId="808"/>
            <ac:spMk id="36" creationId="{3BED4D5E-FB6B-948B-E1B8-567895D3C567}"/>
          </ac:spMkLst>
        </pc:spChg>
        <pc:picChg chg="del">
          <ac:chgData name="Josh Hug" userId="e2159f7335c131c2" providerId="LiveId" clId="{138F76F6-BDFE-43E7-A070-24B46DF0227F}" dt="2025-10-07T20:00:55.339" v="13376" actId="478"/>
          <ac:picMkLst>
            <pc:docMk/>
            <pc:sldMk cId="3602617911" sldId="808"/>
            <ac:picMk id="9218" creationId="{9C65C8C9-3E48-8465-1648-C60F8F065A63}"/>
          </ac:picMkLst>
        </pc:picChg>
      </pc:sldChg>
      <pc:sldChg chg="modSp add mod">
        <pc:chgData name="Josh Hug" userId="e2159f7335c131c2" providerId="LiveId" clId="{138F76F6-BDFE-43E7-A070-24B46DF0227F}" dt="2025-10-07T20:03:13.950" v="13671" actId="20577"/>
        <pc:sldMkLst>
          <pc:docMk/>
          <pc:sldMk cId="2884120079" sldId="809"/>
        </pc:sldMkLst>
        <pc:spChg chg="mod">
          <ac:chgData name="Josh Hug" userId="e2159f7335c131c2" providerId="LiveId" clId="{138F76F6-BDFE-43E7-A070-24B46DF0227F}" dt="2025-10-07T20:03:13.950" v="13671" actId="20577"/>
          <ac:spMkLst>
            <pc:docMk/>
            <pc:sldMk cId="2884120079" sldId="809"/>
            <ac:spMk id="3" creationId="{BC23A105-28F1-652F-B6D9-C097648F5443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5" creationId="{F11E1183-B379-6109-E0D9-3293FCE0D648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9" creationId="{7A854B52-5420-E168-6A3A-25CA7789B24E}"/>
          </ac:spMkLst>
        </pc:spChg>
        <pc:spChg chg="mod">
          <ac:chgData name="Josh Hug" userId="e2159f7335c131c2" providerId="LiveId" clId="{138F76F6-BDFE-43E7-A070-24B46DF0227F}" dt="2025-10-07T20:01:24.430" v="13381" actId="1076"/>
          <ac:spMkLst>
            <pc:docMk/>
            <pc:sldMk cId="2884120079" sldId="809"/>
            <ac:spMk id="10" creationId="{4D180AEC-8912-4E9A-D8F0-BB633FB889FD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11" creationId="{7C9E749E-09C3-1EA1-5C14-291732C8DE07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21" creationId="{C87F43F5-1057-CA6C-5398-D561789B1EB4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23" creationId="{C275C824-7048-B139-3358-A93DB6160858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24" creationId="{7E215855-4E6D-EC8C-E7D7-618DB728D585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26" creationId="{8B23E0EA-00BD-0429-BB3C-A3AD18954866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27" creationId="{2ECAE6F9-B76D-6FB2-34E8-FD508128ACD4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28" creationId="{8B26BDFD-C311-74F8-862C-922A2C577428}"/>
          </ac:spMkLst>
        </pc:spChg>
        <pc:spChg chg="mod">
          <ac:chgData name="Josh Hug" userId="e2159f7335c131c2" providerId="LiveId" clId="{138F76F6-BDFE-43E7-A070-24B46DF0227F}" dt="2025-10-07T20:01:28.562" v="13382" actId="1076"/>
          <ac:spMkLst>
            <pc:docMk/>
            <pc:sldMk cId="2884120079" sldId="809"/>
            <ac:spMk id="29" creationId="{09BA15A5-0E14-158B-39A9-A816FB3673E1}"/>
          </ac:spMkLst>
        </pc:spChg>
      </pc:sldChg>
      <pc:sldChg chg="add">
        <pc:chgData name="Josh Hug" userId="e2159f7335c131c2" providerId="LiveId" clId="{138F76F6-BDFE-43E7-A070-24B46DF0227F}" dt="2025-10-07T20:09:16.544" v="14292"/>
        <pc:sldMkLst>
          <pc:docMk/>
          <pc:sldMk cId="2076927450" sldId="810"/>
        </pc:sldMkLst>
      </pc:sldChg>
      <pc:sldChg chg="add setBg">
        <pc:chgData name="Josh Hug" userId="e2159f7335c131c2" providerId="LiveId" clId="{138F76F6-BDFE-43E7-A070-24B46DF0227F}" dt="2025-10-07T20:09:49.332" v="14301"/>
        <pc:sldMkLst>
          <pc:docMk/>
          <pc:sldMk cId="588134710" sldId="811"/>
        </pc:sldMkLst>
      </pc:sldChg>
      <pc:sldChg chg="modSp add mod setBg">
        <pc:chgData name="Josh Hug" userId="e2159f7335c131c2" providerId="LiveId" clId="{138F76F6-BDFE-43E7-A070-24B46DF0227F}" dt="2025-10-07T20:18:51.370" v="14712"/>
        <pc:sldMkLst>
          <pc:docMk/>
          <pc:sldMk cId="2531994606" sldId="812"/>
        </pc:sldMkLst>
        <pc:spChg chg="mod">
          <ac:chgData name="Josh Hug" userId="e2159f7335c131c2" providerId="LiveId" clId="{138F76F6-BDFE-43E7-A070-24B46DF0227F}" dt="2025-10-07T20:18:51.370" v="14712"/>
          <ac:spMkLst>
            <pc:docMk/>
            <pc:sldMk cId="2531994606" sldId="812"/>
            <ac:spMk id="3" creationId="{F2A1DA28-6825-B0F3-28D4-4D9FAD73D755}"/>
          </ac:spMkLst>
        </pc:spChg>
      </pc:sldChg>
      <pc:sldChg chg="delSp modSp add del mod">
        <pc:chgData name="Josh Hug" userId="e2159f7335c131c2" providerId="LiveId" clId="{138F76F6-BDFE-43E7-A070-24B46DF0227F}" dt="2025-10-07T20:18:21.702" v="14709" actId="47"/>
        <pc:sldMkLst>
          <pc:docMk/>
          <pc:sldMk cId="2489968485" sldId="813"/>
        </pc:sldMkLst>
        <pc:spChg chg="mod">
          <ac:chgData name="Josh Hug" userId="e2159f7335c131c2" providerId="LiveId" clId="{138F76F6-BDFE-43E7-A070-24B46DF0227F}" dt="2025-10-07T20:11:01.885" v="14306" actId="20577"/>
          <ac:spMkLst>
            <pc:docMk/>
            <pc:sldMk cId="2489968485" sldId="813"/>
            <ac:spMk id="3" creationId="{96977868-185C-84E1-01B7-CC8E37EDF2F1}"/>
          </ac:spMkLst>
        </pc:spChg>
        <pc:spChg chg="del">
          <ac:chgData name="Josh Hug" userId="e2159f7335c131c2" providerId="LiveId" clId="{138F76F6-BDFE-43E7-A070-24B46DF0227F}" dt="2025-10-07T20:11:05.020" v="14307" actId="478"/>
          <ac:spMkLst>
            <pc:docMk/>
            <pc:sldMk cId="2489968485" sldId="813"/>
            <ac:spMk id="4" creationId="{283D8177-1501-CD60-18DD-5779C89D7AE3}"/>
          </ac:spMkLst>
        </pc:spChg>
      </pc:sldChg>
      <pc:sldChg chg="add del">
        <pc:chgData name="Josh Hug" userId="e2159f7335c131c2" providerId="LiveId" clId="{138F76F6-BDFE-43E7-A070-24B46DF0227F}" dt="2025-10-07T20:11:15.187" v="14309"/>
        <pc:sldMkLst>
          <pc:docMk/>
          <pc:sldMk cId="1058220654" sldId="814"/>
        </pc:sldMkLst>
      </pc:sldChg>
      <pc:sldChg chg="modSp add">
        <pc:chgData name="Josh Hug" userId="e2159f7335c131c2" providerId="LiveId" clId="{138F76F6-BDFE-43E7-A070-24B46DF0227F}" dt="2025-10-07T20:18:58.581" v="14715"/>
        <pc:sldMkLst>
          <pc:docMk/>
          <pc:sldMk cId="3107273841" sldId="814"/>
        </pc:sldMkLst>
        <pc:spChg chg="mod">
          <ac:chgData name="Josh Hug" userId="e2159f7335c131c2" providerId="LiveId" clId="{138F76F6-BDFE-43E7-A070-24B46DF0227F}" dt="2025-10-07T20:18:58.581" v="14715"/>
          <ac:spMkLst>
            <pc:docMk/>
            <pc:sldMk cId="3107273841" sldId="814"/>
            <ac:spMk id="3" creationId="{871C2D0F-E0AD-BC0A-4C3F-0574C085F107}"/>
          </ac:spMkLst>
        </pc:spChg>
      </pc:sldChg>
      <pc:sldChg chg="modSp add mod ord">
        <pc:chgData name="Josh Hug" userId="e2159f7335c131c2" providerId="LiveId" clId="{138F76F6-BDFE-43E7-A070-24B46DF0227F}" dt="2025-10-07T20:18:56.722" v="14714"/>
        <pc:sldMkLst>
          <pc:docMk/>
          <pc:sldMk cId="2729649968" sldId="815"/>
        </pc:sldMkLst>
        <pc:spChg chg="mod">
          <ac:chgData name="Josh Hug" userId="e2159f7335c131c2" providerId="LiveId" clId="{138F76F6-BDFE-43E7-A070-24B46DF0227F}" dt="2025-10-07T20:18:56.722" v="14714"/>
          <ac:spMkLst>
            <pc:docMk/>
            <pc:sldMk cId="2729649968" sldId="815"/>
            <ac:spMk id="3" creationId="{B2EA4EDD-6CCA-9E48-4F89-8624117AFE8B}"/>
          </ac:spMkLst>
        </pc:spChg>
      </pc:sldChg>
      <pc:sldChg chg="modSp add mod setBg">
        <pc:chgData name="Josh Hug" userId="e2159f7335c131c2" providerId="LiveId" clId="{138F76F6-BDFE-43E7-A070-24B46DF0227F}" dt="2025-10-07T20:19:45.849" v="14796"/>
        <pc:sldMkLst>
          <pc:docMk/>
          <pc:sldMk cId="3090864872" sldId="816"/>
        </pc:sldMkLst>
        <pc:spChg chg="mod">
          <ac:chgData name="Josh Hug" userId="e2159f7335c131c2" providerId="LiveId" clId="{138F76F6-BDFE-43E7-A070-24B46DF0227F}" dt="2025-10-07T20:19:02.201" v="14717"/>
          <ac:spMkLst>
            <pc:docMk/>
            <pc:sldMk cId="3090864872" sldId="816"/>
            <ac:spMk id="3" creationId="{898E8D4E-1EB1-9781-9206-AEDDB26B7E71}"/>
          </ac:spMkLst>
        </pc:spChg>
        <pc:spChg chg="mod">
          <ac:chgData name="Josh Hug" userId="e2159f7335c131c2" providerId="LiveId" clId="{138F76F6-BDFE-43E7-A070-24B46DF0227F}" dt="2025-10-07T20:19:45.849" v="14796"/>
          <ac:spMkLst>
            <pc:docMk/>
            <pc:sldMk cId="3090864872" sldId="816"/>
            <ac:spMk id="4" creationId="{0A1AB638-9228-2E6E-DFE1-1CEFC7A44709}"/>
          </ac:spMkLst>
        </pc:spChg>
      </pc:sldChg>
      <pc:sldChg chg="addSp delSp modSp add mod setBg">
        <pc:chgData name="Josh Hug" userId="e2159f7335c131c2" providerId="LiveId" clId="{138F76F6-BDFE-43E7-A070-24B46DF0227F}" dt="2025-10-07T20:19:47.037" v="14797"/>
        <pc:sldMkLst>
          <pc:docMk/>
          <pc:sldMk cId="4139660972" sldId="817"/>
        </pc:sldMkLst>
        <pc:spChg chg="mod">
          <ac:chgData name="Josh Hug" userId="e2159f7335c131c2" providerId="LiveId" clId="{138F76F6-BDFE-43E7-A070-24B46DF0227F}" dt="2025-10-07T20:19:04.086" v="14718"/>
          <ac:spMkLst>
            <pc:docMk/>
            <pc:sldMk cId="4139660972" sldId="817"/>
            <ac:spMk id="3" creationId="{A9E01322-24E3-A1C4-B52A-353E28919405}"/>
          </ac:spMkLst>
        </pc:spChg>
        <pc:spChg chg="mod">
          <ac:chgData name="Josh Hug" userId="e2159f7335c131c2" providerId="LiveId" clId="{138F76F6-BDFE-43E7-A070-24B46DF0227F}" dt="2025-10-07T20:19:47.037" v="14797"/>
          <ac:spMkLst>
            <pc:docMk/>
            <pc:sldMk cId="4139660972" sldId="817"/>
            <ac:spMk id="4" creationId="{71650FB1-F25C-86F5-81B1-4C7A06220D1B}"/>
          </ac:spMkLst>
        </pc:spChg>
        <pc:spChg chg="add mod">
          <ac:chgData name="Josh Hug" userId="e2159f7335c131c2" providerId="LiveId" clId="{138F76F6-BDFE-43E7-A070-24B46DF0227F}" dt="2025-10-07T20:17:50.003" v="14702" actId="1076"/>
          <ac:spMkLst>
            <pc:docMk/>
            <pc:sldMk cId="4139660972" sldId="817"/>
            <ac:spMk id="6" creationId="{4E1699D6-B402-FAE7-D211-9220CB01ECF7}"/>
          </ac:spMkLst>
        </pc:spChg>
        <pc:picChg chg="add mod">
          <ac:chgData name="Josh Hug" userId="e2159f7335c131c2" providerId="LiveId" clId="{138F76F6-BDFE-43E7-A070-24B46DF0227F}" dt="2025-10-07T20:18:00.924" v="14704" actId="14826"/>
          <ac:picMkLst>
            <pc:docMk/>
            <pc:sldMk cId="4139660972" sldId="817"/>
            <ac:picMk id="5" creationId="{EA25D4DC-A8E0-A055-3700-5CF7E83EBD1D}"/>
          </ac:picMkLst>
        </pc:picChg>
        <pc:picChg chg="add del mod">
          <ac:chgData name="Josh Hug" userId="e2159f7335c131c2" providerId="LiveId" clId="{138F76F6-BDFE-43E7-A070-24B46DF0227F}" dt="2025-10-07T20:17:51.424" v="14703" actId="478"/>
          <ac:picMkLst>
            <pc:docMk/>
            <pc:sldMk cId="4139660972" sldId="817"/>
            <ac:picMk id="19458" creationId="{BD726004-8EF6-E088-43D5-6F51819B6EB4}"/>
          </ac:picMkLst>
        </pc:picChg>
      </pc:sldChg>
      <pc:sldChg chg="modSp add mod setBg">
        <pc:chgData name="Josh Hug" userId="e2159f7335c131c2" providerId="LiveId" clId="{138F76F6-BDFE-43E7-A070-24B46DF0227F}" dt="2025-10-07T20:20:32.803" v="14811"/>
        <pc:sldMkLst>
          <pc:docMk/>
          <pc:sldMk cId="4089590149" sldId="818"/>
        </pc:sldMkLst>
        <pc:spChg chg="mod">
          <ac:chgData name="Josh Hug" userId="e2159f7335c131c2" providerId="LiveId" clId="{138F76F6-BDFE-43E7-A070-24B46DF0227F}" dt="2025-10-07T20:20:32.803" v="14811"/>
          <ac:spMkLst>
            <pc:docMk/>
            <pc:sldMk cId="4089590149" sldId="818"/>
            <ac:spMk id="2" creationId="{BF3AD4A3-D001-579D-701B-05517B288F7D}"/>
          </ac:spMkLst>
        </pc:spChg>
        <pc:spChg chg="mod">
          <ac:chgData name="Josh Hug" userId="e2159f7335c131c2" providerId="LiveId" clId="{138F76F6-BDFE-43E7-A070-24B46DF0227F}" dt="2025-10-07T20:19:05.891" v="14719"/>
          <ac:spMkLst>
            <pc:docMk/>
            <pc:sldMk cId="4089590149" sldId="818"/>
            <ac:spMk id="3" creationId="{2A7CC6B5-79EE-F481-FEB7-C8BFC966CF11}"/>
          </ac:spMkLst>
        </pc:spChg>
        <pc:spChg chg="mod">
          <ac:chgData name="Josh Hug" userId="e2159f7335c131c2" providerId="LiveId" clId="{138F76F6-BDFE-43E7-A070-24B46DF0227F}" dt="2025-10-07T20:19:49.270" v="14799" actId="113"/>
          <ac:spMkLst>
            <pc:docMk/>
            <pc:sldMk cId="4089590149" sldId="818"/>
            <ac:spMk id="4" creationId="{558B6BBA-2000-D236-5CCA-9ED745673077}"/>
          </ac:spMkLst>
        </pc:spChg>
      </pc:sldChg>
      <pc:sldChg chg="addSp modSp add mod modAnim">
        <pc:chgData name="Josh Hug" userId="e2159f7335c131c2" providerId="LiveId" clId="{138F76F6-BDFE-43E7-A070-24B46DF0227F}" dt="2025-10-07T21:08:08.284" v="16585" actId="20577"/>
        <pc:sldMkLst>
          <pc:docMk/>
          <pc:sldMk cId="1093840636" sldId="819"/>
        </pc:sldMkLst>
        <pc:spChg chg="mod">
          <ac:chgData name="Josh Hug" userId="e2159f7335c131c2" providerId="LiveId" clId="{138F76F6-BDFE-43E7-A070-24B46DF0227F}" dt="2025-10-07T20:27:25.175" v="15210" actId="20577"/>
          <ac:spMkLst>
            <pc:docMk/>
            <pc:sldMk cId="1093840636" sldId="819"/>
            <ac:spMk id="2" creationId="{70C75A8D-EF7C-80B7-0647-6CB82A130159}"/>
          </ac:spMkLst>
        </pc:spChg>
        <pc:spChg chg="mod">
          <ac:chgData name="Josh Hug" userId="e2159f7335c131c2" providerId="LiveId" clId="{138F76F6-BDFE-43E7-A070-24B46DF0227F}" dt="2025-10-07T21:08:08.284" v="16585" actId="20577"/>
          <ac:spMkLst>
            <pc:docMk/>
            <pc:sldMk cId="1093840636" sldId="819"/>
            <ac:spMk id="4" creationId="{2FC2CD66-91A9-F308-659D-0EAACB1D7A3A}"/>
          </ac:spMkLst>
        </pc:spChg>
        <pc:spChg chg="add mod">
          <ac:chgData name="Josh Hug" userId="e2159f7335c131c2" providerId="LiveId" clId="{138F76F6-BDFE-43E7-A070-24B46DF0227F}" dt="2025-10-07T20:23:43.377" v="15105" actId="1076"/>
          <ac:spMkLst>
            <pc:docMk/>
            <pc:sldMk cId="1093840636" sldId="819"/>
            <ac:spMk id="12" creationId="{51FE7E6F-14B3-7D55-4229-DA4C59CBFDC6}"/>
          </ac:spMkLst>
        </pc:spChg>
        <pc:spChg chg="add mod">
          <ac:chgData name="Josh Hug" userId="e2159f7335c131c2" providerId="LiveId" clId="{138F76F6-BDFE-43E7-A070-24B46DF0227F}" dt="2025-10-07T20:23:55.602" v="15109" actId="1076"/>
          <ac:spMkLst>
            <pc:docMk/>
            <pc:sldMk cId="1093840636" sldId="819"/>
            <ac:spMk id="14" creationId="{07B787CB-ABFE-50A1-A615-857A624EB4BF}"/>
          </ac:spMkLst>
        </pc:spChg>
        <pc:spChg chg="add mod">
          <ac:chgData name="Josh Hug" userId="e2159f7335c131c2" providerId="LiveId" clId="{138F76F6-BDFE-43E7-A070-24B46DF0227F}" dt="2025-10-07T20:24:10.791" v="15115" actId="1076"/>
          <ac:spMkLst>
            <pc:docMk/>
            <pc:sldMk cId="1093840636" sldId="819"/>
            <ac:spMk id="16" creationId="{4F55043E-AC9A-4304-D6CA-123DF2456976}"/>
          </ac:spMkLst>
        </pc:spChg>
        <pc:spChg chg="add mod">
          <ac:chgData name="Josh Hug" userId="e2159f7335c131c2" providerId="LiveId" clId="{138F76F6-BDFE-43E7-A070-24B46DF0227F}" dt="2025-10-07T20:24:25.012" v="15119" actId="1076"/>
          <ac:spMkLst>
            <pc:docMk/>
            <pc:sldMk cId="1093840636" sldId="819"/>
            <ac:spMk id="18" creationId="{188EF166-7240-169E-53FE-C9F0DECBF54D}"/>
          </ac:spMkLst>
        </pc:spChg>
      </pc:sldChg>
      <pc:sldChg chg="add del">
        <pc:chgData name="Josh Hug" userId="e2159f7335c131c2" providerId="LiveId" clId="{138F76F6-BDFE-43E7-A070-24B46DF0227F}" dt="2025-10-07T20:35:35.964" v="15776" actId="47"/>
        <pc:sldMkLst>
          <pc:docMk/>
          <pc:sldMk cId="1702733558" sldId="820"/>
        </pc:sldMkLst>
      </pc:sldChg>
      <pc:sldChg chg="modSp add">
        <pc:chgData name="Josh Hug" userId="e2159f7335c131c2" providerId="LiveId" clId="{138F76F6-BDFE-43E7-A070-24B46DF0227F}" dt="2025-10-07T21:17:05.564" v="16636" actId="114"/>
        <pc:sldMkLst>
          <pc:docMk/>
          <pc:sldMk cId="146605842" sldId="821"/>
        </pc:sldMkLst>
        <pc:spChg chg="mod">
          <ac:chgData name="Josh Hug" userId="e2159f7335c131c2" providerId="LiveId" clId="{138F76F6-BDFE-43E7-A070-24B46DF0227F}" dt="2025-10-07T20:27:51.776" v="15243" actId="20577"/>
          <ac:spMkLst>
            <pc:docMk/>
            <pc:sldMk cId="146605842" sldId="821"/>
            <ac:spMk id="2" creationId="{54B39077-6709-2E16-B1A8-7B7B8CAA47F9}"/>
          </ac:spMkLst>
        </pc:spChg>
        <pc:spChg chg="mod">
          <ac:chgData name="Josh Hug" userId="e2159f7335c131c2" providerId="LiveId" clId="{138F76F6-BDFE-43E7-A070-24B46DF0227F}" dt="2025-10-07T21:17:05.564" v="16636" actId="114"/>
          <ac:spMkLst>
            <pc:docMk/>
            <pc:sldMk cId="146605842" sldId="821"/>
            <ac:spMk id="4" creationId="{55493A89-61E2-4344-FA70-8128AFAA2AB1}"/>
          </ac:spMkLst>
        </pc:spChg>
      </pc:sldChg>
      <pc:sldChg chg="addSp modSp add setBg">
        <pc:chgData name="Josh Hug" userId="e2159f7335c131c2" providerId="LiveId" clId="{138F76F6-BDFE-43E7-A070-24B46DF0227F}" dt="2025-10-07T21:17:00.655" v="16635" actId="114"/>
        <pc:sldMkLst>
          <pc:docMk/>
          <pc:sldMk cId="217782236" sldId="822"/>
        </pc:sldMkLst>
        <pc:spChg chg="mod">
          <ac:chgData name="Josh Hug" userId="e2159f7335c131c2" providerId="LiveId" clId="{138F76F6-BDFE-43E7-A070-24B46DF0227F}" dt="2025-10-07T21:17:00.655" v="16635" actId="114"/>
          <ac:spMkLst>
            <pc:docMk/>
            <pc:sldMk cId="217782236" sldId="822"/>
            <ac:spMk id="4" creationId="{565F4943-5ECC-A09E-C4B1-4F6DCD542B4C}"/>
          </ac:spMkLst>
        </pc:spChg>
        <pc:spChg chg="add mod">
          <ac:chgData name="Josh Hug" userId="e2159f7335c131c2" providerId="LiveId" clId="{138F76F6-BDFE-43E7-A070-24B46DF0227F}" dt="2025-10-07T20:30:59.647" v="15258" actId="1076"/>
          <ac:spMkLst>
            <pc:docMk/>
            <pc:sldMk cId="217782236" sldId="822"/>
            <ac:spMk id="13" creationId="{E0601978-4A1D-31F0-A374-BA72A4B5388A}"/>
          </ac:spMkLst>
        </pc:spChg>
        <pc:picChg chg="add mod">
          <ac:chgData name="Josh Hug" userId="e2159f7335c131c2" providerId="LiveId" clId="{138F76F6-BDFE-43E7-A070-24B46DF0227F}" dt="2025-10-07T20:30:59.647" v="15258" actId="1076"/>
          <ac:picMkLst>
            <pc:docMk/>
            <pc:sldMk cId="217782236" sldId="822"/>
            <ac:picMk id="12" creationId="{803BE374-FE4A-704C-059B-6EA80B2AA77F}"/>
          </ac:picMkLst>
        </pc:picChg>
      </pc:sldChg>
      <pc:sldChg chg="add del">
        <pc:chgData name="Josh Hug" userId="e2159f7335c131c2" providerId="LiveId" clId="{138F76F6-BDFE-43E7-A070-24B46DF0227F}" dt="2025-10-07T20:28:19.941" v="15245"/>
        <pc:sldMkLst>
          <pc:docMk/>
          <pc:sldMk cId="1738277990" sldId="822"/>
        </pc:sldMkLst>
      </pc:sldChg>
      <pc:sldChg chg="addSp delSp modSp add mod setBg">
        <pc:chgData name="Josh Hug" userId="e2159f7335c131c2" providerId="LiveId" clId="{138F76F6-BDFE-43E7-A070-24B46DF0227F}" dt="2025-10-07T21:16:56.105" v="16634" actId="20577"/>
        <pc:sldMkLst>
          <pc:docMk/>
          <pc:sldMk cId="1891884627" sldId="823"/>
        </pc:sldMkLst>
        <pc:spChg chg="mod">
          <ac:chgData name="Josh Hug" userId="e2159f7335c131c2" providerId="LiveId" clId="{138F76F6-BDFE-43E7-A070-24B46DF0227F}" dt="2025-10-07T21:16:56.105" v="16634" actId="20577"/>
          <ac:spMkLst>
            <pc:docMk/>
            <pc:sldMk cId="1891884627" sldId="823"/>
            <ac:spMk id="4" creationId="{033FDD7D-FAA8-C5CB-D57A-CC994828AE99}"/>
          </ac:spMkLst>
        </pc:spChg>
        <pc:spChg chg="del">
          <ac:chgData name="Josh Hug" userId="e2159f7335c131c2" providerId="LiveId" clId="{138F76F6-BDFE-43E7-A070-24B46DF0227F}" dt="2025-10-07T20:31:39.469" v="15263" actId="478"/>
          <ac:spMkLst>
            <pc:docMk/>
            <pc:sldMk cId="1891884627" sldId="823"/>
            <ac:spMk id="13" creationId="{E9FA2A24-525D-CA9A-9BB7-B8C54525844D}"/>
          </ac:spMkLst>
        </pc:spChg>
        <pc:spChg chg="add mod">
          <ac:chgData name="Josh Hug" userId="e2159f7335c131c2" providerId="LiveId" clId="{138F76F6-BDFE-43E7-A070-24B46DF0227F}" dt="2025-10-07T20:33:48.472" v="15583" actId="20577"/>
          <ac:spMkLst>
            <pc:docMk/>
            <pc:sldMk cId="1891884627" sldId="823"/>
            <ac:spMk id="15" creationId="{CF6583C6-4460-9AEC-3F5E-445B92DB906C}"/>
          </ac:spMkLst>
        </pc:spChg>
        <pc:picChg chg="del">
          <ac:chgData name="Josh Hug" userId="e2159f7335c131c2" providerId="LiveId" clId="{138F76F6-BDFE-43E7-A070-24B46DF0227F}" dt="2025-10-07T20:31:38.562" v="15262" actId="478"/>
          <ac:picMkLst>
            <pc:docMk/>
            <pc:sldMk cId="1891884627" sldId="823"/>
            <ac:picMk id="12" creationId="{D9FD48D2-09B6-FA46-D570-E89E5DA569E2}"/>
          </ac:picMkLst>
        </pc:picChg>
      </pc:sldChg>
      <pc:sldChg chg="modSp add setBg">
        <pc:chgData name="Josh Hug" userId="e2159f7335c131c2" providerId="LiveId" clId="{138F76F6-BDFE-43E7-A070-24B46DF0227F}" dt="2025-10-07T21:27:55.103" v="17165" actId="20577"/>
        <pc:sldMkLst>
          <pc:docMk/>
          <pc:sldMk cId="1869887832" sldId="824"/>
        </pc:sldMkLst>
        <pc:spChg chg="mod">
          <ac:chgData name="Josh Hug" userId="e2159f7335c131c2" providerId="LiveId" clId="{138F76F6-BDFE-43E7-A070-24B46DF0227F}" dt="2025-10-07T21:27:55.103" v="17165" actId="20577"/>
          <ac:spMkLst>
            <pc:docMk/>
            <pc:sldMk cId="1869887832" sldId="824"/>
            <ac:spMk id="4" creationId="{012C5DEF-C98A-0721-D87A-F558BC63AB8A}"/>
          </ac:spMkLst>
        </pc:spChg>
      </pc:sldChg>
      <pc:sldChg chg="addSp modSp add mod setBg">
        <pc:chgData name="Josh Hug" userId="e2159f7335c131c2" providerId="LiveId" clId="{138F76F6-BDFE-43E7-A070-24B46DF0227F}" dt="2025-10-07T21:31:53.939" v="17304" actId="20577"/>
        <pc:sldMkLst>
          <pc:docMk/>
          <pc:sldMk cId="3120883485" sldId="825"/>
        </pc:sldMkLst>
        <pc:spChg chg="mod">
          <ac:chgData name="Josh Hug" userId="e2159f7335c131c2" providerId="LiveId" clId="{138F76F6-BDFE-43E7-A070-24B46DF0227F}" dt="2025-10-07T21:31:53.939" v="17304" actId="20577"/>
          <ac:spMkLst>
            <pc:docMk/>
            <pc:sldMk cId="3120883485" sldId="825"/>
            <ac:spMk id="4" creationId="{68A82089-9D11-07E7-A6AD-13AF8CBA8F93}"/>
          </ac:spMkLst>
        </pc:spChg>
        <pc:spChg chg="add mod">
          <ac:chgData name="Josh Hug" userId="e2159f7335c131c2" providerId="LiveId" clId="{138F76F6-BDFE-43E7-A070-24B46DF0227F}" dt="2025-10-07T20:37:50.217" v="15920" actId="1076"/>
          <ac:spMkLst>
            <pc:docMk/>
            <pc:sldMk cId="3120883485" sldId="825"/>
            <ac:spMk id="12" creationId="{8E061538-CB26-79AB-F86E-60505609746D}"/>
          </ac:spMkLst>
        </pc:spChg>
      </pc:sldChg>
      <pc:sldChg chg="modSp add del mod">
        <pc:chgData name="Josh Hug" userId="e2159f7335c131c2" providerId="LiveId" clId="{138F76F6-BDFE-43E7-A070-24B46DF0227F}" dt="2025-10-07T20:38:40.470" v="15932" actId="47"/>
        <pc:sldMkLst>
          <pc:docMk/>
          <pc:sldMk cId="1559987440" sldId="826"/>
        </pc:sldMkLst>
        <pc:spChg chg="mod">
          <ac:chgData name="Josh Hug" userId="e2159f7335c131c2" providerId="LiveId" clId="{138F76F6-BDFE-43E7-A070-24B46DF0227F}" dt="2025-10-07T20:38:18.749" v="15930" actId="20577"/>
          <ac:spMkLst>
            <pc:docMk/>
            <pc:sldMk cId="1559987440" sldId="826"/>
            <ac:spMk id="2" creationId="{A6E0FE5D-84F1-A6A0-5689-512EE2142E83}"/>
          </ac:spMkLst>
        </pc:spChg>
        <pc:spChg chg="mod">
          <ac:chgData name="Josh Hug" userId="e2159f7335c131c2" providerId="LiveId" clId="{138F76F6-BDFE-43E7-A070-24B46DF0227F}" dt="2025-10-07T20:38:16.480" v="15923"/>
          <ac:spMkLst>
            <pc:docMk/>
            <pc:sldMk cId="1559987440" sldId="826"/>
            <ac:spMk id="3" creationId="{E08998DD-DD7E-EBD0-5FCD-635DFEBCA8F5}"/>
          </ac:spMkLst>
        </pc:spChg>
      </pc:sldChg>
      <pc:sldChg chg="addSp modSp add mod">
        <pc:chgData name="Josh Hug" userId="e2159f7335c131c2" providerId="LiveId" clId="{138F76F6-BDFE-43E7-A070-24B46DF0227F}" dt="2025-10-07T21:35:40.873" v="17551" actId="1076"/>
        <pc:sldMkLst>
          <pc:docMk/>
          <pc:sldMk cId="3413953939" sldId="826"/>
        </pc:sldMkLst>
        <pc:spChg chg="add mod">
          <ac:chgData name="Josh Hug" userId="e2159f7335c131c2" providerId="LiveId" clId="{138F76F6-BDFE-43E7-A070-24B46DF0227F}" dt="2025-10-07T21:35:40.873" v="17551" actId="1076"/>
          <ac:spMkLst>
            <pc:docMk/>
            <pc:sldMk cId="3413953939" sldId="826"/>
            <ac:spMk id="3" creationId="{65AB2E9F-9ADD-05EB-8405-F48B6B4DD9F6}"/>
          </ac:spMkLst>
        </pc:spChg>
        <pc:spChg chg="mod">
          <ac:chgData name="Josh Hug" userId="e2159f7335c131c2" providerId="LiveId" clId="{138F76F6-BDFE-43E7-A070-24B46DF0227F}" dt="2025-10-07T21:27:28.174" v="17155" actId="20577"/>
          <ac:spMkLst>
            <pc:docMk/>
            <pc:sldMk cId="3413953939" sldId="826"/>
            <ac:spMk id="4" creationId="{61247929-E1FC-21B4-B277-39B7707CCDFF}"/>
          </ac:spMkLst>
        </pc:spChg>
        <pc:cxnChg chg="add mod">
          <ac:chgData name="Josh Hug" userId="e2159f7335c131c2" providerId="LiveId" clId="{138F76F6-BDFE-43E7-A070-24B46DF0227F}" dt="2025-10-07T21:35:38.699" v="17550" actId="13822"/>
          <ac:cxnSpMkLst>
            <pc:docMk/>
            <pc:sldMk cId="3413953939" sldId="826"/>
            <ac:cxnSpMk id="6" creationId="{DEEEC3D9-0197-96FF-F442-A40CEB4C93B0}"/>
          </ac:cxnSpMkLst>
        </pc:cxnChg>
      </pc:sldChg>
      <pc:sldChg chg="addSp modSp add mod ord">
        <pc:chgData name="Josh Hug" userId="e2159f7335c131c2" providerId="LiveId" clId="{138F76F6-BDFE-43E7-A070-24B46DF0227F}" dt="2025-10-07T21:37:34.243" v="17657" actId="1076"/>
        <pc:sldMkLst>
          <pc:docMk/>
          <pc:sldMk cId="2064379828" sldId="827"/>
        </pc:sldMkLst>
        <pc:spChg chg="mod">
          <ac:chgData name="Josh Hug" userId="e2159f7335c131c2" providerId="LiveId" clId="{138F76F6-BDFE-43E7-A070-24B46DF0227F}" dt="2025-10-07T21:20:57.749" v="16672" actId="20577"/>
          <ac:spMkLst>
            <pc:docMk/>
            <pc:sldMk cId="2064379828" sldId="827"/>
            <ac:spMk id="3" creationId="{D519C029-6C8B-6E96-CBB4-91BE87D28E21}"/>
          </ac:spMkLst>
        </pc:spChg>
        <pc:spChg chg="add mod">
          <ac:chgData name="Josh Hug" userId="e2159f7335c131c2" providerId="LiveId" clId="{138F76F6-BDFE-43E7-A070-24B46DF0227F}" dt="2025-10-07T21:36:40.022" v="17587" actId="1076"/>
          <ac:spMkLst>
            <pc:docMk/>
            <pc:sldMk cId="2064379828" sldId="827"/>
            <ac:spMk id="4" creationId="{07183DFB-C25D-A776-4187-2859495839D0}"/>
          </ac:spMkLst>
        </pc:spChg>
        <pc:spChg chg="add mod">
          <ac:chgData name="Josh Hug" userId="e2159f7335c131c2" providerId="LiveId" clId="{138F76F6-BDFE-43E7-A070-24B46DF0227F}" dt="2025-10-07T20:45:04.771" v="16088" actId="1076"/>
          <ac:spMkLst>
            <pc:docMk/>
            <pc:sldMk cId="2064379828" sldId="827"/>
            <ac:spMk id="5" creationId="{48ECF761-7CE1-833B-CF91-A868DBD86563}"/>
          </ac:spMkLst>
        </pc:spChg>
        <pc:spChg chg="add mod">
          <ac:chgData name="Josh Hug" userId="e2159f7335c131c2" providerId="LiveId" clId="{138F76F6-BDFE-43E7-A070-24B46DF0227F}" dt="2025-10-07T21:36:21.346" v="17564" actId="20577"/>
          <ac:spMkLst>
            <pc:docMk/>
            <pc:sldMk cId="2064379828" sldId="827"/>
            <ac:spMk id="6" creationId="{A33285D2-3A1E-0182-85AD-A445BF5F4DF6}"/>
          </ac:spMkLst>
        </pc:spChg>
        <pc:spChg chg="add mod">
          <ac:chgData name="Josh Hug" userId="e2159f7335c131c2" providerId="LiveId" clId="{138F76F6-BDFE-43E7-A070-24B46DF0227F}" dt="2025-10-07T21:37:34.243" v="17657" actId="1076"/>
          <ac:spMkLst>
            <pc:docMk/>
            <pc:sldMk cId="2064379828" sldId="827"/>
            <ac:spMk id="7" creationId="{B15DB605-0D92-DCD9-8212-BF96CDE50A34}"/>
          </ac:spMkLst>
        </pc:spChg>
        <pc:spChg chg="add mod">
          <ac:chgData name="Josh Hug" userId="e2159f7335c131c2" providerId="LiveId" clId="{138F76F6-BDFE-43E7-A070-24B46DF0227F}" dt="2025-10-07T21:37:29.902" v="17655" actId="1076"/>
          <ac:spMkLst>
            <pc:docMk/>
            <pc:sldMk cId="2064379828" sldId="827"/>
            <ac:spMk id="8" creationId="{B1FFC340-0362-2F0E-F522-AE6E046F9766}"/>
          </ac:spMkLst>
        </pc:spChg>
      </pc:sldChg>
      <pc:sldChg chg="add del">
        <pc:chgData name="Josh Hug" userId="e2159f7335c131c2" providerId="LiveId" clId="{138F76F6-BDFE-43E7-A070-24B46DF0227F}" dt="2025-10-07T20:45:21.136" v="16092" actId="47"/>
        <pc:sldMkLst>
          <pc:docMk/>
          <pc:sldMk cId="47931324" sldId="828"/>
        </pc:sldMkLst>
      </pc:sldChg>
      <pc:sldChg chg="addSp delSp modSp add del mod delAnim">
        <pc:chgData name="Josh Hug" userId="e2159f7335c131c2" providerId="LiveId" clId="{138F76F6-BDFE-43E7-A070-24B46DF0227F}" dt="2025-10-07T21:36:44.754" v="17588" actId="47"/>
        <pc:sldMkLst>
          <pc:docMk/>
          <pc:sldMk cId="1798797073" sldId="828"/>
        </pc:sldMkLst>
        <pc:spChg chg="mod">
          <ac:chgData name="Josh Hug" userId="e2159f7335c131c2" providerId="LiveId" clId="{138F76F6-BDFE-43E7-A070-24B46DF0227F}" dt="2025-10-07T21:23:35.179" v="16846" actId="20577"/>
          <ac:spMkLst>
            <pc:docMk/>
            <pc:sldMk cId="1798797073" sldId="828"/>
            <ac:spMk id="2" creationId="{E57FA03E-D1C0-EC83-D5CC-A421E8D75673}"/>
          </ac:spMkLst>
        </pc:spChg>
        <pc:spChg chg="mod">
          <ac:chgData name="Josh Hug" userId="e2159f7335c131c2" providerId="LiveId" clId="{138F76F6-BDFE-43E7-A070-24B46DF0227F}" dt="2025-10-07T21:23:50.035" v="16882" actId="20577"/>
          <ac:spMkLst>
            <pc:docMk/>
            <pc:sldMk cId="1798797073" sldId="828"/>
            <ac:spMk id="4" creationId="{EA43FD1D-BA38-1102-BC1C-8C8703F55FA2}"/>
          </ac:spMkLst>
        </pc:spChg>
        <pc:spChg chg="del">
          <ac:chgData name="Josh Hug" userId="e2159f7335c131c2" providerId="LiveId" clId="{138F76F6-BDFE-43E7-A070-24B46DF0227F}" dt="2025-10-07T21:23:31.891" v="16830" actId="478"/>
          <ac:spMkLst>
            <pc:docMk/>
            <pc:sldMk cId="1798797073" sldId="828"/>
            <ac:spMk id="5" creationId="{88659221-9475-0319-E9AE-3EE8E399397E}"/>
          </ac:spMkLst>
        </pc:spChg>
        <pc:spChg chg="add mod">
          <ac:chgData name="Josh Hug" userId="e2159f7335c131c2" providerId="LiveId" clId="{138F76F6-BDFE-43E7-A070-24B46DF0227F}" dt="2025-10-07T21:23:46.995" v="16866" actId="1076"/>
          <ac:spMkLst>
            <pc:docMk/>
            <pc:sldMk cId="1798797073" sldId="828"/>
            <ac:spMk id="6" creationId="{CF5417CA-BD3C-7BD3-8818-4727E13B3596}"/>
          </ac:spMkLst>
        </pc:spChg>
        <pc:spChg chg="del">
          <ac:chgData name="Josh Hug" userId="e2159f7335c131c2" providerId="LiveId" clId="{138F76F6-BDFE-43E7-A070-24B46DF0227F}" dt="2025-10-07T21:23:54.225" v="16883" actId="478"/>
          <ac:spMkLst>
            <pc:docMk/>
            <pc:sldMk cId="1798797073" sldId="828"/>
            <ac:spMk id="7" creationId="{F4206E3C-6E0B-D17F-6598-19A9A46046AA}"/>
          </ac:spMkLst>
        </pc:spChg>
        <pc:spChg chg="del">
          <ac:chgData name="Josh Hug" userId="e2159f7335c131c2" providerId="LiveId" clId="{138F76F6-BDFE-43E7-A070-24B46DF0227F}" dt="2025-10-07T21:23:56.204" v="16885" actId="478"/>
          <ac:spMkLst>
            <pc:docMk/>
            <pc:sldMk cId="1798797073" sldId="828"/>
            <ac:spMk id="8" creationId="{5E0CFDBA-FF63-E404-D8FB-704E969139D9}"/>
          </ac:spMkLst>
        </pc:spChg>
        <pc:spChg chg="del">
          <ac:chgData name="Josh Hug" userId="e2159f7335c131c2" providerId="LiveId" clId="{138F76F6-BDFE-43E7-A070-24B46DF0227F}" dt="2025-10-07T21:23:57.236" v="16886" actId="478"/>
          <ac:spMkLst>
            <pc:docMk/>
            <pc:sldMk cId="1798797073" sldId="828"/>
            <ac:spMk id="10" creationId="{9D85DE09-5A42-556A-1C3F-190D6A18416F}"/>
          </ac:spMkLst>
        </pc:spChg>
        <pc:spChg chg="add del mod">
          <ac:chgData name="Josh Hug" userId="e2159f7335c131c2" providerId="LiveId" clId="{138F76F6-BDFE-43E7-A070-24B46DF0227F}" dt="2025-10-07T21:24:09.777" v="16889" actId="478"/>
          <ac:spMkLst>
            <pc:docMk/>
            <pc:sldMk cId="1798797073" sldId="828"/>
            <ac:spMk id="11" creationId="{8CC57598-F7A2-CB2F-E570-9B12C020F06F}"/>
          </ac:spMkLst>
        </pc:spChg>
        <pc:spChg chg="del">
          <ac:chgData name="Josh Hug" userId="e2159f7335c131c2" providerId="LiveId" clId="{138F76F6-BDFE-43E7-A070-24B46DF0227F}" dt="2025-10-07T21:23:55.466" v="16884" actId="478"/>
          <ac:spMkLst>
            <pc:docMk/>
            <pc:sldMk cId="1798797073" sldId="828"/>
            <ac:spMk id="12" creationId="{AE8D24D3-02D0-435E-9E58-EC0F423EF24C}"/>
          </ac:spMkLst>
        </pc:spChg>
        <pc:spChg chg="add mod">
          <ac:chgData name="Josh Hug" userId="e2159f7335c131c2" providerId="LiveId" clId="{138F76F6-BDFE-43E7-A070-24B46DF0227F}" dt="2025-10-07T21:24:38.509" v="16903" actId="6549"/>
          <ac:spMkLst>
            <pc:docMk/>
            <pc:sldMk cId="1798797073" sldId="828"/>
            <ac:spMk id="14" creationId="{41EDBB09-5E79-7B38-22DA-DEA464983BB9}"/>
          </ac:spMkLst>
        </pc:spChg>
      </pc:sldChg>
      <pc:sldChg chg="add del">
        <pc:chgData name="Josh Hug" userId="e2159f7335c131c2" providerId="LiveId" clId="{138F76F6-BDFE-43E7-A070-24B46DF0227F}" dt="2025-10-07T21:26:50.771" v="16979"/>
        <pc:sldMkLst>
          <pc:docMk/>
          <pc:sldMk cId="3343448266" sldId="829"/>
        </pc:sldMkLst>
      </pc:sldChg>
      <pc:sldChg chg="delSp modSp add mod">
        <pc:chgData name="Josh Hug" userId="e2159f7335c131c2" providerId="LiveId" clId="{138F76F6-BDFE-43E7-A070-24B46DF0227F}" dt="2025-10-07T21:32:29.275" v="17316" actId="20577"/>
        <pc:sldMkLst>
          <pc:docMk/>
          <pc:sldMk cId="3417069845" sldId="829"/>
        </pc:sldMkLst>
        <pc:spChg chg="mod">
          <ac:chgData name="Josh Hug" userId="e2159f7335c131c2" providerId="LiveId" clId="{138F76F6-BDFE-43E7-A070-24B46DF0227F}" dt="2025-10-07T21:32:29.275" v="17316" actId="20577"/>
          <ac:spMkLst>
            <pc:docMk/>
            <pc:sldMk cId="3417069845" sldId="829"/>
            <ac:spMk id="4" creationId="{7B5D7D4B-77E0-9E67-1551-5E1C757A3534}"/>
          </ac:spMkLst>
        </pc:spChg>
        <pc:spChg chg="del mod">
          <ac:chgData name="Josh Hug" userId="e2159f7335c131c2" providerId="LiveId" clId="{138F76F6-BDFE-43E7-A070-24B46DF0227F}" dt="2025-10-07T21:29:58.776" v="17192" actId="478"/>
          <ac:spMkLst>
            <pc:docMk/>
            <pc:sldMk cId="3417069845" sldId="829"/>
            <ac:spMk id="12" creationId="{0318C273-3520-E7C6-2C81-1C5756D55D3E}"/>
          </ac:spMkLst>
        </pc:spChg>
      </pc:sldChg>
      <pc:sldChg chg="add">
        <pc:chgData name="Josh Hug" userId="e2159f7335c131c2" providerId="LiveId" clId="{138F76F6-BDFE-43E7-A070-24B46DF0227F}" dt="2025-10-07T22:12:34.220" v="17815"/>
        <pc:sldMkLst>
          <pc:docMk/>
          <pc:sldMk cId="1659990095" sldId="830"/>
        </pc:sldMkLst>
      </pc:sldChg>
      <pc:sldChg chg="add">
        <pc:chgData name="Josh Hug" userId="e2159f7335c131c2" providerId="LiveId" clId="{138F76F6-BDFE-43E7-A070-24B46DF0227F}" dt="2025-10-07T22:12:34.220" v="17815"/>
        <pc:sldMkLst>
          <pc:docMk/>
          <pc:sldMk cId="338492502" sldId="831"/>
        </pc:sldMkLst>
      </pc:sldChg>
      <pc:sldChg chg="add">
        <pc:chgData name="Josh Hug" userId="e2159f7335c131c2" providerId="LiveId" clId="{138F76F6-BDFE-43E7-A070-24B46DF0227F}" dt="2025-10-07T22:12:34.220" v="17815"/>
        <pc:sldMkLst>
          <pc:docMk/>
          <pc:sldMk cId="2696718800" sldId="833"/>
        </pc:sldMkLst>
      </pc:sldChg>
      <pc:sldChg chg="add">
        <pc:chgData name="Josh Hug" userId="e2159f7335c131c2" providerId="LiveId" clId="{138F76F6-BDFE-43E7-A070-24B46DF0227F}" dt="2025-10-07T22:12:34.220" v="17815"/>
        <pc:sldMkLst>
          <pc:docMk/>
          <pc:sldMk cId="2603835359" sldId="834"/>
        </pc:sldMkLst>
      </pc:sldChg>
      <pc:sldMasterChg chg="modSldLayout">
        <pc:chgData name="Josh Hug" userId="e2159f7335c131c2" providerId="LiveId" clId="{138F76F6-BDFE-43E7-A070-24B46DF0227F}" dt="2025-09-23T20:37:33.778" v="640" actId="12"/>
        <pc:sldMasterMkLst>
          <pc:docMk/>
          <pc:sldMasterMk cId="583393115" sldId="2147483648"/>
        </pc:sldMasterMkLst>
        <pc:sldLayoutChg chg="modSp">
          <pc:chgData name="Josh Hug" userId="e2159f7335c131c2" providerId="LiveId" clId="{138F76F6-BDFE-43E7-A070-24B46DF0227F}" dt="2025-09-23T20:37:33.778" v="640" actId="12"/>
          <pc:sldLayoutMkLst>
            <pc:docMk/>
            <pc:sldMasterMk cId="583393115" sldId="2147483648"/>
            <pc:sldLayoutMk cId="1008068221" sldId="2147483650"/>
          </pc:sldLayoutMkLst>
          <pc:spChg chg="mod">
            <ac:chgData name="Josh Hug" userId="e2159f7335c131c2" providerId="LiveId" clId="{138F76F6-BDFE-43E7-A070-24B46DF0227F}" dt="2025-09-23T20:37:33.778" v="640" actId="12"/>
            <ac:spMkLst>
              <pc:docMk/>
              <pc:sldMasterMk cId="583393115" sldId="2147483648"/>
              <pc:sldLayoutMk cId="1008068221" sldId="2147483650"/>
              <ac:spMk id="3" creationId="{F0602A28-2CC0-D2A6-A218-DE8C7CFEF9F9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1503D0-B2A1-404A-4E4F-55A3EA65CD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BCFC8-C0DE-311A-C5A6-26DC8B4883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069414A-D032-1A4D-90CB-BC259D65F813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85B715-74B6-5B23-9A47-FF3BA0B532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0CE52-9100-415C-39A2-C29FBF018B6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E4A23A8-7B1F-7746-ACE0-490D0656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74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A569E78D-A8C0-480E-889F-8EC1F2071405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4A6D8E4-4389-4BDB-844A-A58F014B29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67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729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244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998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023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50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980F1-A22D-77DA-C3A3-12DA7BA77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2CAAC-7D14-2D94-C7A5-7FDE6B1ADD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B83AD-C135-15DB-8CDA-70A39DF9B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B79B7-FB2D-A7F2-9DCC-A6811D9BC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76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C70B3-D365-420E-ABF3-0F204BFA7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51EC54-A3A2-AD66-299F-B1215E284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19AFA-5B66-AA89-A48B-F1DBFEB42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45CED5-A55B-C9B2-941A-C435328023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797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E655B-B5CD-FCAA-1BEB-084D46269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78A79-0E73-61D7-613B-5550E46D7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33FE-BB49-F5D4-6C00-6178BE7F5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619D81-4B4D-D6FE-CEC7-5FEBA6E739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8507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1F00F-262B-F0A9-940D-4B5EAA275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37428-2541-F86C-E331-4D2127B13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3733E-BF62-E295-ED0B-9FD94A59A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4DF78-31DC-935A-6778-33AEFDBA5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A6D8E4-4389-4BDB-844A-A58F014B2926}" type="slidenum">
              <a:rPr lang="en-US" smtClean="0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428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6;p5">
            <a:extLst>
              <a:ext uri="{FF2B5EF4-FFF2-40B4-BE49-F238E27FC236}">
                <a16:creationId xmlns:a16="http://schemas.microsoft.com/office/drawing/2014/main" id="{54018777-5825-1DD9-F0F1-CB39782E2522}"/>
              </a:ext>
            </a:extLst>
          </p:cNvPr>
          <p:cNvSpPr/>
          <p:nvPr userDrawn="1"/>
        </p:nvSpPr>
        <p:spPr>
          <a:xfrm>
            <a:off x="7883" y="10251"/>
            <a:ext cx="6019800" cy="6858125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9C4DB-FE1C-AFF9-6D3D-BE4C2F5EB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483" y="2878327"/>
            <a:ext cx="4716517" cy="2387601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228E1-E086-EB78-46DA-64561B133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857" y="5430837"/>
            <a:ext cx="4719145" cy="6096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1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oogle Shape;29;p5">
            <a:extLst>
              <a:ext uri="{FF2B5EF4-FFF2-40B4-BE49-F238E27FC236}">
                <a16:creationId xmlns:a16="http://schemas.microsoft.com/office/drawing/2014/main" id="{A126BCB9-91F0-D815-1454-67C972B79D9D}"/>
              </a:ext>
            </a:extLst>
          </p:cNvPr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" name="Google Shape;21;p4">
            <a:extLst>
              <a:ext uri="{FF2B5EF4-FFF2-40B4-BE49-F238E27FC236}">
                <a16:creationId xmlns:a16="http://schemas.microsoft.com/office/drawing/2014/main" id="{0517905A-48BB-F8DB-1DE9-61D6A041865B}"/>
              </a:ext>
            </a:extLst>
          </p:cNvPr>
          <p:cNvCxnSpPr>
            <a:cxnSpLocks/>
          </p:cNvCxnSpPr>
          <p:nvPr userDrawn="1"/>
        </p:nvCxnSpPr>
        <p:spPr>
          <a:xfrm>
            <a:off x="223344" y="5311596"/>
            <a:ext cx="4882056" cy="0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BE7FE5-5841-F18C-6EA7-DAFDA72B17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650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algn="l">
              <a:buSzPct val="125000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algn="l"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7212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30F85-F851-4F4D-E2E6-07F71CABE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02A28-2CC0-D2A6-A218-DE8C7CFEF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7" y="533400"/>
            <a:ext cx="11488745" cy="563873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>
              <a:buFont typeface="Calibri" panose="020F0502020204030204" pitchFamily="34" charset="0"/>
              <a:buChar char="●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>
              <a:buSzPct val="100000"/>
              <a:buFont typeface="Courier New" panose="02070309020205020404" pitchFamily="49" charset="0"/>
              <a:buChar char="o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>
              <a:buFont typeface="Wingdings" pitchFamily="2" charset="2"/>
              <a:buChar char="§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>
              <a:buFont typeface="Arial" panose="020B0604020202020204" pitchFamily="34" charset="0"/>
              <a:buChar char="•"/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>
              <a:defRPr sz="2400" b="0" i="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DC90-05B5-A90A-60DC-914CE36E0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Google Shape;21;p4">
            <a:extLst>
              <a:ext uri="{FF2B5EF4-FFF2-40B4-BE49-F238E27FC236}">
                <a16:creationId xmlns:a16="http://schemas.microsoft.com/office/drawing/2014/main" id="{B141A41B-8850-A20F-A868-FF9415A83C2E}"/>
              </a:ext>
            </a:extLst>
          </p:cNvPr>
          <p:cNvCxnSpPr>
            <a:cxnSpLocks/>
          </p:cNvCxnSpPr>
          <p:nvPr userDrawn="1"/>
        </p:nvCxnSpPr>
        <p:spPr>
          <a:xfrm flipV="1">
            <a:off x="88284" y="457202"/>
            <a:ext cx="10439400" cy="1"/>
          </a:xfrm>
          <a:prstGeom prst="straightConnector1">
            <a:avLst/>
          </a:prstGeom>
          <a:noFill/>
          <a:ln w="19050" cap="flat" cmpd="sng">
            <a:solidFill>
              <a:srgbClr val="BF9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0806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FD4A60-6C16-80BA-4FEA-981785C72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6B9CB-D30E-202E-2F40-9EBE6ACE78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6E4CF-373C-401B-BBC8-66AC3A72A4A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29;p5">
            <a:extLst>
              <a:ext uri="{FF2B5EF4-FFF2-40B4-BE49-F238E27FC236}">
                <a16:creationId xmlns:a16="http://schemas.microsoft.com/office/drawing/2014/main" id="{7A750F8F-3D3A-3346-1992-68E79F83A01D}"/>
              </a:ext>
            </a:extLst>
          </p:cNvPr>
          <p:cNvPicPr preferRelativeResize="0"/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5" y="6687727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39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rgbClr val="0B5394"/>
          </a:solidFill>
          <a:latin typeface="Inter Medium" panose="02000603000000020004" pitchFamily="2" charset="0"/>
          <a:ea typeface="Inter Medium" panose="02000603000000020004" pitchFamily="2" charset="0"/>
          <a:cs typeface="Inter Medium" panose="02000603000000020004" pitchFamily="2" charset="0"/>
        </a:defRPr>
      </a:lvl1pPr>
    </p:titleStyle>
    <p:bodyStyle>
      <a:lvl1pPr marL="0" indent="0" algn="l" defTabSz="914377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Inter Light" panose="02000403000000020004" pitchFamily="2" charset="0"/>
          <a:ea typeface="Inter Light" panose="02000403000000020004" pitchFamily="2" charset="0"/>
          <a:cs typeface="Inter Light" panose="02000403000000020004" pitchFamily="2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joshh.ug/cs70/cp1_demo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joshh.ug/A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hyperlink" Target="https://joshh.ug/B" TargetMode="Externa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hyperlink" Target="https://joshh.ug/C" TargetMode="External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26.png"/><Relationship Id="rId4" Type="http://schemas.openxmlformats.org/officeDocument/2006/relationships/image" Target="../media/image37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joshh.ug/D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joshh.ug/E" TargetMode="Externa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shh.ug/F" TargetMode="Externa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shh.ug/F" TargetMode="Externa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shh.ug/F" TargetMode="Externa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oshh.ug/H" TargetMode="External"/><Relationship Id="rId4" Type="http://schemas.openxmlformats.org/officeDocument/2006/relationships/image" Target="../media/image7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6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116B0-B826-AB8B-8699-476F3AFB1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DC92F-1B15-2504-71D3-5BD1FE8CE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Quick lecture note: These slides cover the topics in a slightly different order than in the Fall 2025 notes.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Also note: These slides render differently depending on operating system. Sorry if things look wonky. Blame Microsoft.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00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2D9B-350E-F882-FFC3-C5285BF4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2630F-9916-692E-1572-28622C4C3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I’m Josh Hug!</a:t>
            </a:r>
          </a:p>
          <a:p>
            <a:r>
              <a:rPr lang="en-US"/>
              <a:t>I’ll be teaching the second half of the class (starting after the midterm) on probability.</a:t>
            </a:r>
          </a:p>
          <a:p>
            <a:r>
              <a:rPr lang="en-US"/>
              <a:t>Today and part of Thursday: Lectures covering material from the first half.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I like slides, sorry if you like the board.</a:t>
            </a:r>
          </a:p>
          <a:p>
            <a:r>
              <a:rPr lang="en-US"/>
              <a:t>Pros: Clear visuals. Easier to look back at exactly what we did.</a:t>
            </a:r>
          </a:p>
          <a:p>
            <a:r>
              <a:rPr lang="en-US"/>
              <a:t>Cons: Lecture feels less dynamic, responsive, and alive.</a:t>
            </a:r>
          </a:p>
          <a:p>
            <a:pPr lvl="1"/>
            <a:r>
              <a:rPr lang="en-US"/>
              <a:t>But I’ll have questions for you to answer throughout (using a Google form).</a:t>
            </a:r>
          </a:p>
          <a:p>
            <a:pPr marL="457189" lvl="1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We’ll spend today covering four counting problems: CP1, CP2, CP3, and CP4.</a:t>
            </a:r>
          </a:p>
          <a:p>
            <a:r>
              <a:rPr lang="en-US"/>
              <a:t>Time permitting, we’ll also do a bit on combinatorial proofs.</a:t>
            </a:r>
          </a:p>
        </p:txBody>
      </p:sp>
    </p:spTree>
    <p:extLst>
      <p:ext uri="{BB962C8B-B14F-4D97-AF65-F5344CB8AC3E}">
        <p14:creationId xmlns:p14="http://schemas.microsoft.com/office/powerpoint/2010/main" val="3942466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3CB-945F-F860-CDFF-AF1388F70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57346-44B0-AEF1-0367-DE9B44A479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3"/>
                </a:solidFill>
              </a:rPr>
              <a:t>CP1: Ordered Sampling without Replacement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41DDA-A6A1-B216-2DC9-B32E760D22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12,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7D808E-88A2-F090-B52A-A0B7F871275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/>
              </a:rPr>
              <a:t>Counting 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  <a:latin typeface="Inter" panose="02000503000000020004"/>
              </a:rPr>
              <a:t>CP1: 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CP2: Ordered Sampling with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CP3: Unordered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CP4: Unordered Sampling with Replacement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Combinatorial Proofs (time permitting)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C75EB60F-8398-1A88-5EAC-8F69BCBB83DD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330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E3222-6FBD-6CFC-EFCE-CE63AF68E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4B417-AD8F-112E-40AF-F57C6B8BD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 1: Ordered Sampling without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8CDF5-80B8-DFC6-2552-2E1CDA7C0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600"/>
              </a:spcBef>
              <a:buNone/>
            </a:pPr>
            <a:r>
              <a:rPr lang="en-US"/>
              <a:t>Suppose we have 15 balls numbered 1 through 15 and we place them in a bag.</a:t>
            </a:r>
          </a:p>
          <a:p>
            <a:pPr lvl="0">
              <a:spcBef>
                <a:spcPts val="600"/>
              </a:spcBef>
            </a:pPr>
            <a:endParaRPr lang="en-US"/>
          </a:p>
          <a:p>
            <a:pPr lvl="0">
              <a:spcBef>
                <a:spcPts val="600"/>
              </a:spcBef>
            </a:pPr>
            <a:endParaRPr lang="en-US"/>
          </a:p>
          <a:p>
            <a:pPr lvl="0">
              <a:spcBef>
                <a:spcPts val="600"/>
              </a:spcBef>
            </a:pPr>
            <a:endParaRPr lang="en-US"/>
          </a:p>
          <a:p>
            <a:pPr lvl="0">
              <a:spcBef>
                <a:spcPts val="600"/>
              </a:spcBef>
            </a:pPr>
            <a:endParaRPr lang="en-US"/>
          </a:p>
          <a:p>
            <a:pPr lvl="0">
              <a:spcBef>
                <a:spcPts val="600"/>
              </a:spcBef>
            </a:pPr>
            <a:endParaRPr lang="en-US"/>
          </a:p>
          <a:p>
            <a:pPr lvl="0">
              <a:spcBef>
                <a:spcPts val="600"/>
              </a:spcBef>
            </a:pPr>
            <a:endParaRPr lang="en-US"/>
          </a:p>
          <a:p>
            <a:pPr lvl="0">
              <a:spcBef>
                <a:spcPts val="600"/>
              </a:spcBef>
            </a:pPr>
            <a:endParaRPr lang="en-US"/>
          </a:p>
          <a:p>
            <a:pPr lvl="0">
              <a:spcBef>
                <a:spcPts val="600"/>
              </a:spcBef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Suppose we draw a ball from the bag at random and get 5.</a:t>
            </a:r>
          </a:p>
          <a:p>
            <a:pPr>
              <a:spcBef>
                <a:spcPts val="600"/>
              </a:spcBef>
            </a:pPr>
            <a:r>
              <a:rPr lang="en-US"/>
              <a:t>Then we draw again and get 1.</a:t>
            </a:r>
          </a:p>
          <a:p>
            <a:pPr>
              <a:spcBef>
                <a:spcPts val="600"/>
              </a:spcBef>
            </a:pPr>
            <a:r>
              <a:rPr lang="en-US"/>
              <a:t>Then 3, then 7, then 15.</a:t>
            </a:r>
          </a:p>
          <a:p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D78B0EF-3ECF-F7E0-DEAB-662DFB035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9575" y="1466495"/>
            <a:ext cx="3007847" cy="3007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D613E58-5608-DADE-2F51-3CD4ACA12595}"/>
              </a:ext>
            </a:extLst>
          </p:cNvPr>
          <p:cNvSpPr/>
          <p:nvPr/>
        </p:nvSpPr>
        <p:spPr>
          <a:xfrm>
            <a:off x="5985543" y="1572937"/>
            <a:ext cx="780178" cy="772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765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A179-F0ED-08CB-9BDD-F209A4E7F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 1: Ordered Sampling without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F8CECD-D567-FBC3-E17C-DD54FF3B6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have a bag of 15 balls numbered 1 through 15, and we draw 5 in a row.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is one possible outcome. CP1 asks "How many total outcomes are there?”</a:t>
            </a:r>
          </a:p>
          <a:p>
            <a:r>
              <a:rPr lang="en-US"/>
              <a:t>Enumerating them we’d get: [[1, 2, 3, 4, 5], [1, 2, 3, 4, 6], [1, 2, 3, 4, 7], … [5, 4, 3, 2, 1], …, [15, 14, 13, 12, 11]]. Far too many to count this way.</a:t>
            </a:r>
          </a:p>
          <a:p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49D24D3-73E3-CA3E-A2B9-479AEAB92409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6224C92B-57B5-F61D-10A2-42DF432B8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239868E-DEFD-FAD1-6976-768E8824E9F1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87DD9E-9EC0-1776-55F5-043ED45AEA79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D5D24EC-D918-A636-8F2B-9AECA4A527DD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5, 1, 3, 7, 15</a:t>
            </a:r>
          </a:p>
        </p:txBody>
      </p:sp>
    </p:spTree>
    <p:extLst>
      <p:ext uri="{BB962C8B-B14F-4D97-AF65-F5344CB8AC3E}">
        <p14:creationId xmlns:p14="http://schemas.microsoft.com/office/powerpoint/2010/main" val="3598963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0168B-0B92-DDAF-81CE-A92A4D18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6E2AE1-A88D-9201-0116-1C1F60D9E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 1: Ordered Sampling without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96DBA-A511-A23A-2E45-0F840712C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have a bag of 15 balls numbered 1 through 15, and we draw 5 in a row.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This is one possible outcome. CP1 asks "How many total outcomes are there?”</a:t>
            </a:r>
          </a:p>
          <a:p>
            <a:r>
              <a:rPr lang="en-US"/>
              <a:t>Number of possible balls we can draw first: 15.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242312-3FA6-A9B9-43DD-168A27D1629D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C26DFF0E-0FA2-E91A-549D-D83E93285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05824FA-1AB7-ECC9-0AA8-A954F309B672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149EE8-0ED7-DCDC-3F6C-802F38BE34ED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6C47FB5-0E75-2EBA-0407-81DBB2F69C8F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5, 1, 3, 7, 15</a:t>
            </a:r>
          </a:p>
        </p:txBody>
      </p:sp>
    </p:spTree>
    <p:extLst>
      <p:ext uri="{BB962C8B-B14F-4D97-AF65-F5344CB8AC3E}">
        <p14:creationId xmlns:p14="http://schemas.microsoft.com/office/powerpoint/2010/main" val="1850531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14EF-616A-6BF0-3248-2855D808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425AA-9137-1578-8A10-17871FFEB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 1: Ordered Sampling without Replacement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7071B-DC0E-F3F7-A7BB-D96F1C3D97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 a bag of 15 balls numbered 1 through 15, and we draw 5 in a row.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This is one possible outcome. CP1 asks "How many total outcomes are there?”</a:t>
                </a:r>
              </a:p>
              <a:p>
                <a:r>
                  <a:rPr lang="en-US"/>
                  <a:t>Number of possible balls we can draw first: 15.</a:t>
                </a:r>
              </a:p>
              <a:p>
                <a:r>
                  <a:rPr lang="en-US"/>
                  <a:t>Number of possible balls we can draw next:</a:t>
                </a:r>
              </a:p>
              <a:p>
                <a:r>
                  <a:rPr lang="en-US"/>
                  <a:t>Then 13, then 12, then 11.</a:t>
                </a:r>
              </a:p>
              <a:p>
                <a:r>
                  <a:rPr lang="en-US"/>
                  <a:t>Total number of possible outcomes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15×14×13×12×11=360,360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E7071B-DC0E-F3F7-A7BB-D96F1C3D97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5447969-AECA-D5B2-086D-947227F6777C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CF3CF32E-BBD0-D498-4972-0E610A95A98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0E5D985-7306-BB76-7404-39AD373CD130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23BD21B-9C94-B17F-AF9B-A402A8D7B850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032942E-A53D-1574-E9F8-F5882E2ACECC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5, 1, 3, 7, 15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2932E36-4580-D10C-F8D1-CD196C988B28}"/>
              </a:ext>
            </a:extLst>
          </p:cNvPr>
          <p:cNvGrpSpPr/>
          <p:nvPr/>
        </p:nvGrpSpPr>
        <p:grpSpPr>
          <a:xfrm>
            <a:off x="7772557" y="4984140"/>
            <a:ext cx="4045502" cy="693499"/>
            <a:chOff x="7767678" y="4589029"/>
            <a:chExt cx="4045502" cy="693499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95D9159F-BDD3-564D-F233-8F7170E940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67678" y="4992384"/>
              <a:ext cx="1022350" cy="290144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6F72657-20DC-8269-5C23-10549613B851}"/>
                    </a:ext>
                  </a:extLst>
                </p:cNvPr>
                <p:cNvSpPr txBox="1"/>
                <p:nvPr/>
              </p:nvSpPr>
              <p:spPr>
                <a:xfrm>
                  <a:off x="8944335" y="4589029"/>
                  <a:ext cx="2868845" cy="5802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200" b="0">
                      <a:solidFill>
                        <a:srgbClr val="C00000"/>
                      </a:solidFill>
                      <a:latin typeface="Inter Light" panose="02000403000000020004"/>
                      <a:cs typeface="Calibri" panose="020F0502020204030204" pitchFamily="34" charset="0"/>
                    </a:rPr>
                    <a:t>Can also write as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15!</m:t>
                          </m:r>
                        </m:num>
                        <m:den>
                          <m:r>
                            <a:rPr lang="en-US" sz="2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10!</m:t>
                          </m:r>
                        </m:den>
                      </m:f>
                    </m:oMath>
                  </a14:m>
                  <a:endParaRPr lang="en-US" sz="2200">
                    <a:solidFill>
                      <a:srgbClr val="C0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6F72657-20DC-8269-5C23-10549613B8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4335" y="4589029"/>
                  <a:ext cx="2868845" cy="580287"/>
                </a:xfrm>
                <a:prstGeom prst="rect">
                  <a:avLst/>
                </a:prstGeom>
                <a:blipFill>
                  <a:blip r:embed="rId4"/>
                  <a:stretch>
                    <a:fillRect l="-2760" b="-84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87819CB-92BA-5599-F5B5-E3B3E695E57E}"/>
              </a:ext>
            </a:extLst>
          </p:cNvPr>
          <p:cNvSpPr txBox="1"/>
          <p:nvPr/>
        </p:nvSpPr>
        <p:spPr>
          <a:xfrm>
            <a:off x="6821900" y="4677110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Inter Light" panose="02000403000000020004"/>
              </a:rPr>
              <a:t>14 (because one ball is gone).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6ED2CB-D846-C1B1-9946-7079B538ED71}"/>
              </a:ext>
            </a:extLst>
          </p:cNvPr>
          <p:cNvSpPr txBox="1"/>
          <p:nvPr/>
        </p:nvSpPr>
        <p:spPr>
          <a:xfrm>
            <a:off x="7405511" y="124178"/>
            <a:ext cx="30141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800">
                <a:latin typeface="Inter Light" panose="02000403000000020004"/>
              </a:rPr>
              <a:t>Note: This slide renders differently on different operating systems. Sorry if it looks bad. Microsoft’s fault.</a:t>
            </a:r>
          </a:p>
        </p:txBody>
      </p:sp>
    </p:spTree>
    <p:extLst>
      <p:ext uri="{BB962C8B-B14F-4D97-AF65-F5344CB8AC3E}">
        <p14:creationId xmlns:p14="http://schemas.microsoft.com/office/powerpoint/2010/main" val="2588517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A62A3-9FE9-3F67-2F04-DDDFDCC47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96FA9-521E-9AD1-B673-12EB1D401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 1: Ordered Sampling without Replacement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B7A6F2-4A4B-20F7-1C66-359095F320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 a bag of 15 balls numbered 1 through 15, and we draw 5 in a row.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en-US"/>
                  <a:t>Number of total outcomes: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15×14×13×12×11=360,360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/>
                  <a:t>[1,2,3,4,5], [1,2,3,4,6], [1,2,3,4,7], …, [15,14,13,12,11]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=360,360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 b="1"/>
                  <a:t>First rule of counting</a:t>
                </a:r>
                <a:r>
                  <a:rPr lang="en-US"/>
                  <a:t>: If an object can be built from k consecutive choices, where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ways of making the first choice,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for the second choice,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/>
                  <a:t> for the final choice, then the number of distinct objects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B7A6F2-4A4B-20F7-1C66-359095F320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1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5A8E818F-8594-5628-5923-2F7D4927C31E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8D5A01D6-B203-5A58-328E-992863C93B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0F89410-8CCF-1F75-DF2F-59741961E013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07DE5E-9A6F-C23A-061E-4409307EA9EC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4858708-01BD-45A3-FBE7-12C22B040D69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5, 1, 3, 7, 15</a:t>
            </a:r>
          </a:p>
        </p:txBody>
      </p:sp>
    </p:spTree>
    <p:extLst>
      <p:ext uri="{BB962C8B-B14F-4D97-AF65-F5344CB8AC3E}">
        <p14:creationId xmlns:p14="http://schemas.microsoft.com/office/powerpoint/2010/main" val="113675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E5962-314D-5F0D-AC40-9A22D484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Tree Diagram for the First Rule of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4AD2A-49A2-7352-96AF-B528E7F6DA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/>
                  <a:t>First rule of counting</a:t>
                </a:r>
                <a:r>
                  <a:rPr lang="en-US"/>
                  <a:t>: If an object can be built from k consecutive choices, where there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/>
                  <a:t> ways of making the first choice,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/>
                  <a:t> for the second choice,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/>
                  <a:t> for the final choice, then the number of distinct objects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Example: </a:t>
                </a:r>
              </a:p>
              <a:p>
                <a:r>
                  <a:rPr lang="en-US"/>
                  <a:t>First choice: Orc, Human</a:t>
                </a:r>
              </a:p>
              <a:p>
                <a:r>
                  <a:rPr lang="en-US"/>
                  <a:t>Second choice: Good, Evil</a:t>
                </a:r>
              </a:p>
              <a:p>
                <a:r>
                  <a:rPr lang="en-US"/>
                  <a:t>Third choice: Mage, Thief, Fighter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Total number of possibilities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2×2×3=12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Tree for CP1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: </a:t>
                </a:r>
                <a:r>
                  <a:rPr lang="en-US">
                    <a:hlinkClick r:id="rId2"/>
                  </a:rPr>
                  <a:t>https://joshh.ug/cs70/cp1_demo.html</a:t>
                </a: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4AD2A-49A2-7352-96AF-B528E7F6DA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 r="-1273" b="-101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8F07A48-56F1-FA94-740B-799C50CE8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0970" y="3490403"/>
            <a:ext cx="4521432" cy="253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429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12859-74CF-5DC4-5485-42BE20B10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3A56-670E-FA14-46AB-D60499F8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 1: General Formula for Counting Outcomes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E8175-BCBF-343F-0B62-C5BD28B31E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 a bag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balls numbered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 through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and we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in a row.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en-US"/>
                  <a:t>Number of total outcomes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−2)×…×(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/>
                  <a:t>Example: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, we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=15×14×…×11</m:t>
                    </m:r>
                  </m:oMath>
                </a14:m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en-US"/>
                  <a:t>Can rewrite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 </m:t>
                        </m:r>
                      </m:den>
                    </m:f>
                  </m:oMath>
                </a14:m>
                <a:endParaRPr lang="en-US"/>
              </a:p>
              <a:p>
                <a:pPr>
                  <a:spcBef>
                    <a:spcPts val="600"/>
                  </a:spcBef>
                </a:pPr>
                <a:r>
                  <a:rPr lang="en-US"/>
                  <a:t>Example: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15!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10!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D0E8175-BCBF-343F-0B62-C5BD28B31E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179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ABA57-843C-23AC-A69F-CC85955B4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15D01-B663-D668-9B1B-737FE05E0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 1: Ordered Sampling without Replacement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46C296-3FB8-9206-111A-45ADCF806C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04333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have a bag of 15 balls numbered 1 through 15, and we draw 5 in a row.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en-US"/>
                  <a:t>CP1 is also known as “</a:t>
                </a:r>
                <a:r>
                  <a:rPr lang="en-US" b="1"/>
                  <a:t>Ordered</a:t>
                </a:r>
                <a:r>
                  <a:rPr lang="en-US"/>
                  <a:t> </a:t>
                </a:r>
                <a:r>
                  <a:rPr lang="en-US" b="1"/>
                  <a:t>Sampling Without Replacement</a:t>
                </a:r>
                <a:r>
                  <a:rPr lang="en-US"/>
                  <a:t>”.</a:t>
                </a:r>
              </a:p>
              <a:p>
                <a:r>
                  <a:rPr lang="en-US"/>
                  <a:t>Each ball drawn is a “sample”. The entire sequence is called an “outcome”.</a:t>
                </a:r>
              </a:p>
              <a:p>
                <a:r>
                  <a:rPr lang="en-US"/>
                  <a:t>“ordered” means we care about the order, i.e. [1, 2, 3, 4, 5] is different from [5, 4, 3, 2, 1].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“</m:t>
                    </m:r>
                    <m:r>
                      <m:rPr>
                        <m:nor/>
                      </m:rPr>
                      <a:rPr lang="en-US" dirty="0"/>
                      <m:t>without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replacement</m:t>
                    </m:r>
                    <m:r>
                      <m:rPr>
                        <m:nor/>
                      </m:rPr>
                      <a:rPr lang="en-US" dirty="0"/>
                      <m:t>” </m:t>
                    </m:r>
                    <m:r>
                      <m:rPr>
                        <m:nor/>
                      </m:rPr>
                      <a:rPr lang="en-US" dirty="0"/>
                      <m:t>means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we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don</m:t>
                    </m:r>
                    <m:r>
                      <m:rPr>
                        <m:nor/>
                      </m:rPr>
                      <a:rPr lang="en-US" dirty="0"/>
                      <m:t>’</m:t>
                    </m:r>
                    <m:r>
                      <m:rPr>
                        <m:nor/>
                      </m:rPr>
                      <a:rPr lang="en-US" dirty="0"/>
                      <m:t>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put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balls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back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bag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between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samples</m:t>
                    </m:r>
                    <m:r>
                      <m:rPr>
                        <m:nor/>
                      </m:rPr>
                      <a:rPr lang="en-US" dirty="0"/>
                      <m:t>, </m:t>
                    </m:r>
                    <m:r>
                      <m:rPr>
                        <m:nor/>
                      </m:rPr>
                      <a:rPr lang="en-US" dirty="0"/>
                      <m:t>i</m:t>
                    </m:r>
                    <m:r>
                      <m:rPr>
                        <m:nor/>
                      </m:rPr>
                      <a:rPr lang="en-US" dirty="0"/>
                      <m:t>.</m:t>
                    </m:r>
                    <m:r>
                      <m:rPr>
                        <m:nor/>
                      </m:rPr>
                      <a:rPr lang="en-US" dirty="0"/>
                      <m:t>e</m:t>
                    </m:r>
                    <m:r>
                      <m:rPr>
                        <m:nor/>
                      </m:rPr>
                      <a:rPr lang="en-US" dirty="0"/>
                      <m:t>. </m:t>
                    </m:r>
                    <m:r>
                      <m:rPr>
                        <m:nor/>
                      </m:rPr>
                      <a:rPr lang="en-US" dirty="0"/>
                      <m:t>not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possible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to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get</m:t>
                    </m:r>
                    <m:r>
                      <m:rPr>
                        <m:nor/>
                      </m:rPr>
                      <a:rPr lang="en-US" dirty="0"/>
                      <m:t> [5, 1, 5, 6, 3], </m:t>
                    </m:r>
                    <m:r>
                      <m:rPr>
                        <m:nor/>
                      </m:rPr>
                      <a:rPr lang="en-US" dirty="0"/>
                      <m:t>since</m:t>
                    </m:r>
                    <m:r>
                      <m:rPr>
                        <m:nor/>
                      </m:rPr>
                      <a:rPr lang="en-US" dirty="0"/>
                      <m:t> 5 </m:t>
                    </m:r>
                    <m:r>
                      <m:rPr>
                        <m:nor/>
                      </m:rPr>
                      <a:rPr lang="en-US" dirty="0"/>
                      <m:t>is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not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put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back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in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the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bag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The number of possible outcomes for CP1 is given by the first rule of counting,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15×14×13×12×11</m:t>
                    </m:r>
                  </m:oMath>
                </a14:m>
                <a:r>
                  <a:rPr lang="en-US"/>
                  <a:t> or more generally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46C296-3FB8-9206-111A-45ADCF806C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04333" cy="5638732"/>
              </a:xfrm>
              <a:blipFill>
                <a:blip r:embed="rId2"/>
                <a:stretch>
                  <a:fillRect l="-833" t="-541" b="-10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BA335B24-2FE4-6E7F-4034-24410DFBBF89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5EE3874F-F843-28FB-BDA3-A2919D28E3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D74996A-AED0-E497-16A6-238F1B0DC22B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685E04A-B602-942A-2A19-11741DBA6F34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C8F34BE-425B-4AF7-7A95-9A043EB06846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5, 1, 3, 7, 15</a:t>
            </a:r>
          </a:p>
        </p:txBody>
      </p:sp>
    </p:spTree>
    <p:extLst>
      <p:ext uri="{BB962C8B-B14F-4D97-AF65-F5344CB8AC3E}">
        <p14:creationId xmlns:p14="http://schemas.microsoft.com/office/powerpoint/2010/main" val="1565836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1E0AD-35A3-3DF9-88D5-CB9AF641F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Permutations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63C11-0081-6209-7F99-81887B786B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Let’s consider another counting problem. Suppose we have five letters ABCDE. Let A be the set of all permutations,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{ABCDE, ABCED, ABDCE, …, EDCBA}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D63C11-0081-6209-7F99-81887B786B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 r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3143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3DCB6-4B29-CB38-812D-FF965988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2DDE9-9424-9B50-C663-C68EFBF0D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Permutations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827F63-29AF-94F4-06C8-67221E4FA7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Let’s consider another counting problem. Suppose we have five letters ABCDE. Let A be the set of all permutations,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{ABCDE, ABCED, ABDCE, …, EDCBA}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Take a minute to think about this.</a:t>
                </a:r>
              </a:p>
              <a:p>
                <a:r>
                  <a:rPr lang="en-US"/>
                  <a:t>Hint: You can solve this using the first rule of counting.</a:t>
                </a:r>
              </a:p>
              <a:p>
                <a:r>
                  <a:rPr lang="en-US"/>
                  <a:t>Hint: You can solve this using the general formula for CP1.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827F63-29AF-94F4-06C8-67221E4FA7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26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2DF0D-D62F-B98C-AD51-330C5BE7B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DE3FB-F016-BDEB-A97F-4C7E381E8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Permutations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FD744B-9EE2-B041-5E3A-0B225876D4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68143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Let’s consider another counting problem. Suppose we have five letters ABCDE. Let A be the set of all permutations,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/>
                  <a:t> {ABCDE, ABCED, ABDCE, …, EDCBA}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Using the first rule of counting:</a:t>
                </a:r>
              </a:p>
              <a:p>
                <a:pPr lvl="1"/>
                <a:r>
                  <a:rPr lang="en-US"/>
                  <a:t>We have 5 choices of the first letter.</a:t>
                </a:r>
              </a:p>
              <a:p>
                <a:pPr lvl="1"/>
                <a:r>
                  <a:rPr lang="en-US"/>
                  <a:t>Then 4 choices for the second letter.</a:t>
                </a:r>
              </a:p>
              <a:p>
                <a:pPr lvl="1"/>
                <a:r>
                  <a:rPr lang="en-US"/>
                  <a:t>…</a:t>
                </a:r>
              </a:p>
              <a:p>
                <a:pPr lvl="1"/>
                <a:r>
                  <a:rPr lang="en-US"/>
                  <a:t>Then 1 choice for the 5</a:t>
                </a:r>
                <a:r>
                  <a:rPr lang="en-US" baseline="30000"/>
                  <a:t>th</a:t>
                </a:r>
                <a:r>
                  <a:rPr lang="en-US"/>
                  <a:t> letter.</a:t>
                </a:r>
              </a:p>
              <a:p>
                <a:pPr lvl="1"/>
                <a:r>
                  <a:rPr lang="en-US"/>
                  <a:t>Total number of permutations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5×4×3×2×1=120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This is also just a special case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Using our general formula for CP1, we have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5−5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=5!=120</m:t>
                    </m:r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FD744B-9EE2-B041-5E3A-0B225876D4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68143" cy="5638732"/>
              </a:xfrm>
              <a:blipFill>
                <a:blip r:embed="rId2"/>
                <a:stretch>
                  <a:fillRect l="-82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8625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CB546-C9D4-18B7-384F-95F2EF85E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C5C1-BEB4-4153-BCEA-30840584E1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chemeClr val="accent3"/>
                </a:solidFill>
              </a:rPr>
              <a:t>CP2: Ordered Sampling with Replacement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38B1F9-AA75-0B78-8234-FB77824A11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12,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5DFEEB-DD06-ADDC-58CB-DB42D888A08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/>
              </a:rPr>
              <a:t>Counting 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  <a:latin typeface="Inter Light" panose="02000403000000020004"/>
              </a:rPr>
              <a:t>CP1: 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  <a:latin typeface="Inter" panose="02000503000000020004"/>
              </a:rPr>
              <a:t>CP2: Ordered Sampling with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CP3: Unordered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CP4: Unordered Sampling with Replacement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Combinatorial Proofs (time permitting)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5B9FE8D-8692-11DE-3662-F64B39F13FC7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3816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42180-CA01-DF76-2B4C-C60A602E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A460-CCFC-9470-31D3-3DE6C6E9E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CP2: Ordered Sampling with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697D5-80A3-AC2B-3F2C-902C59C06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15 balls numbered 1 through 15, then draw 5 in a row, </a:t>
            </a:r>
            <a:r>
              <a:rPr lang="en-US" b="1"/>
              <a:t>putting the drawn ball back in the bag each time.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How many outcomes are there?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CD3121-5E1C-1531-C772-CFF8CECF319C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AB98E2FC-9F0F-8DE7-B48E-1DB11B937E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A9D27DC-27CF-B5A0-1372-41FCB483FDE4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1AC1252-9D1A-F402-33D5-324F1B7661C7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BCCD26A-DE11-DF41-CB3B-2717918DFAC3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1, 1, 1, 1, 1</a:t>
            </a:r>
          </a:p>
        </p:txBody>
      </p:sp>
    </p:spTree>
    <p:extLst>
      <p:ext uri="{BB962C8B-B14F-4D97-AF65-F5344CB8AC3E}">
        <p14:creationId xmlns:p14="http://schemas.microsoft.com/office/powerpoint/2010/main" val="4276675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020FF-5E6D-C93E-4DCA-3AE134E33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702B-93D3-666F-BE75-8ACB2AA8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CP2: Ordered Sampling with Replacement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C150E-FFFA-8B0B-D9D9-ECC272B05A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15 balls numbered 1 through 15, then draw 5 in a row, </a:t>
                </a:r>
                <a:r>
                  <a:rPr lang="en-US" b="1">
                    <a:latin typeface="Inter SemiBold" panose="02000503000000020004" pitchFamily="2" charset="0"/>
                    <a:ea typeface="Inter SemiBold" panose="02000503000000020004" pitchFamily="2" charset="0"/>
                    <a:cs typeface="Inter SemiBold" panose="02000503000000020004" pitchFamily="2" charset="0"/>
                  </a:rPr>
                  <a:t>putting the drawn ball back in the bag each time</a:t>
                </a:r>
                <a:r>
                  <a:rPr lang="en-US" b="1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How many outcomes are there?</a:t>
                </a:r>
              </a:p>
              <a:p>
                <a:r>
                  <a:rPr lang="en-US"/>
                  <a:t>We can just use our </a:t>
                </a: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first rule of counting </a:t>
                </a:r>
                <a:r>
                  <a:rPr lang="en-US"/>
                  <a:t>again. 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for all 5 choices.</a:t>
                </a:r>
              </a:p>
              <a:p>
                <a:r>
                  <a:rPr lang="en-US"/>
                  <a:t>That is, there are 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=759,375</m:t>
                    </m:r>
                  </m:oMath>
                </a14:m>
                <a:r>
                  <a:rPr lang="en-US"/>
                  <a:t> outcomes.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={</m:t>
                    </m:r>
                  </m:oMath>
                </a14:m>
                <a:r>
                  <a:rPr lang="en-US"/>
                  <a:t>[1,1,1,1,1], [1,1,1,1,2], [1,1,1,1,3], …, [15,15,15,15,15]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0CC150E-FFFA-8B0B-D9D9-ECC272B05A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2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82F6983-5FD8-E13C-A692-464D41DEB5B0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3D5F49F0-92AD-D54C-D85F-CEB9DCF28D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339978-1E80-3FE1-DEE2-7B7771E45A22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B2F8116-B4DD-B8D9-1C55-A12D57C805F1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BB2152-CB76-CABF-4CD2-EA6846DCFFEA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1, 1, 1, 1, 1</a:t>
            </a:r>
          </a:p>
        </p:txBody>
      </p:sp>
    </p:spTree>
    <p:extLst>
      <p:ext uri="{BB962C8B-B14F-4D97-AF65-F5344CB8AC3E}">
        <p14:creationId xmlns:p14="http://schemas.microsoft.com/office/powerpoint/2010/main" val="329766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C2996-3C9F-390C-4CB5-85E84DFA0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E10B8-44E2-EB1D-2728-742CC885B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CP2: Ordered Sampling with Replacement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7D88E-ABF9-C72F-54AC-2D4F3279F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15 balls numbered 1 through 15, then draw 5 in a row, </a:t>
            </a:r>
            <a:r>
              <a:rPr lang="en-US" b="1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putting the drawn ball back in the bag each time</a:t>
            </a:r>
            <a:r>
              <a:rPr lang="en-US" b="1"/>
              <a:t>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This process is also known as “</a:t>
            </a:r>
            <a:r>
              <a:rPr lang="en-US" b="1"/>
              <a:t>Ordered </a:t>
            </a:r>
            <a:r>
              <a:rPr lang="en-US" b="1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Sampling With Replacement</a:t>
            </a:r>
            <a:r>
              <a:rPr lang="en-US"/>
              <a:t>”.</a:t>
            </a:r>
          </a:p>
          <a:p>
            <a:r>
              <a:rPr lang="en-US"/>
              <a:t>“with replacement” means we put the balls back in the bag between samples, i.e. we can get [1, 2, 1, 10, 2] since balls go back in the bag after being drawn.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173E5D-C130-3D47-51F0-6479B3E0C225}"/>
              </a:ext>
            </a:extLst>
          </p:cNvPr>
          <p:cNvGrpSpPr/>
          <p:nvPr/>
        </p:nvGrpSpPr>
        <p:grpSpPr>
          <a:xfrm>
            <a:off x="2013360" y="1550386"/>
            <a:ext cx="1373178" cy="1373178"/>
            <a:chOff x="3829575" y="1466495"/>
            <a:chExt cx="3007847" cy="3007847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96A0BA25-5B1B-CF06-6ACA-F22C039BAD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9575" y="1466495"/>
              <a:ext cx="3007847" cy="30078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CC69AC0-AD72-466A-B1C4-22CEA12C0D99}"/>
                </a:ext>
              </a:extLst>
            </p:cNvPr>
            <p:cNvSpPr/>
            <p:nvPr/>
          </p:nvSpPr>
          <p:spPr>
            <a:xfrm>
              <a:off x="5985543" y="1572937"/>
              <a:ext cx="780178" cy="7724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F3CA3D-7FAB-9957-8378-9494B75CFC08}"/>
              </a:ext>
            </a:extLst>
          </p:cNvPr>
          <p:cNvCxnSpPr>
            <a:cxnSpLocks/>
          </p:cNvCxnSpPr>
          <p:nvPr/>
        </p:nvCxnSpPr>
        <p:spPr>
          <a:xfrm>
            <a:off x="4314724" y="223697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9DFE55-49E0-FF03-436C-8FA86E21EFDC}"/>
              </a:ext>
            </a:extLst>
          </p:cNvPr>
          <p:cNvSpPr txBox="1"/>
          <p:nvPr/>
        </p:nvSpPr>
        <p:spPr>
          <a:xfrm>
            <a:off x="6821900" y="2006143"/>
            <a:ext cx="1827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1, 1, 1, 1, 1</a:t>
            </a:r>
          </a:p>
        </p:txBody>
      </p:sp>
    </p:spTree>
    <p:extLst>
      <p:ext uri="{BB962C8B-B14F-4D97-AF65-F5344CB8AC3E}">
        <p14:creationId xmlns:p14="http://schemas.microsoft.com/office/powerpoint/2010/main" val="19546525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E991-A275-A315-DB75-51CF1A311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7705-3720-1327-E3DF-F44ACDBD0F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3"/>
                </a:solidFill>
              </a:rPr>
              <a:t>CP3: Unordered Sampling without Replacement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346299-A07C-EC08-833B-1EA614B298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12,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C372C1-CBD3-E6F1-434F-3674B7B134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/>
              </a:rPr>
              <a:t>Counting 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/>
              </a:rPr>
              <a:t>CP1: 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CP2: Ordered Sampling with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</a:rPr>
              <a:t>CP3: Unordered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CP4: Unordered Sampling with Replacement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Combinatorial Proofs (time permitting)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83B1F40F-3DD5-8886-E768-250270E0D588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193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827C2-B24B-C2C3-0128-46AAD00C5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E31091-3ED3-B9D8-B024-DFC8DC4711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2E31091-3ED3-B9D8-B024-DFC8DC4711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9ECBB-4368-9B24-2592-AE593BBC9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the letters A, B, C, and D in a bag. Suppose we draw 3 in a row. Assume we do NOT put the letters back between draws.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Suppose we don’t care about the order, i.e. we treat {B, D, A} the same as if we had drawn {A, B, D}. How many different ways are there to draw 3 letters?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To solve:</a:t>
            </a:r>
          </a:p>
          <a:p>
            <a:r>
              <a:rPr lang="en-US"/>
              <a:t>First temporarily pretend that order matters, i.e. consider CP1.</a:t>
            </a:r>
          </a:p>
          <a:p>
            <a:r>
              <a:rPr lang="en-US"/>
              <a:t>Then group together permutations, e.g. treat ABC the same as CBA.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5BC0645-BCD9-7A87-A14F-B518AD079CDA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8C4BE40-8039-3466-6732-1629C1BAD94F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EAEA9-2701-AD2E-50D5-FF62FE940E54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3537785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D7844-D70C-1F10-8425-1F586D02E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4CA4AC-695A-20DB-73EA-62A5B86AC33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94CA4AC-695A-20DB-73EA-62A5B86AC3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EF55FB-0E85-A2DD-05C9-856A3ED318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the letters A, B, C, and D in a bag. Suppose we draw 3 in a row.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Suppose we don’t care about the order, i.e. we treat {B, D, A} the same as if we had drawn {A, B, D}. How many different ways are there to draw 3 letters?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Temporarily consider the set out of ordered outcomes: [ABC, ABD, ACB, ACD, ADB, ADC, BAC, BAD, BCA, BCD, BDA, BDC, CAB, CAD, CBA, CBD, CDA, CDB, DAB, DAC, DBA, DBC, DCA, DCB]</a:t>
                </a:r>
              </a:p>
              <a:p>
                <a:r>
                  <a:rPr lang="en-US"/>
                  <a:t>Note, this is just CP1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=4×3×2=24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To get CP3, we’re going to lump group together permutations. So let’s do that next.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EEF55FB-0E85-A2DD-05C9-856A3ED318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 b="-14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0616B38-C6B7-598E-E870-72FD7640DEFA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E6050D3-5754-D2D0-A3D1-B80CA09FF938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DE97C-D386-91E2-8FE5-8C3EB0267F1D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247502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DC5BF-B07D-BC77-5F72-2A8FA4BA2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1198AF-7A0F-3D59-5D94-45CF946A7BA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01198AF-7A0F-3D59-5D94-45CF946A7B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806E0-9BC1-5A8A-EF70-A686E2049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the letters A, B, C, and D in a bag. Suppose we draw 3 in a row. Assume we do NOT put the letters back between draws.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Suppose we don’t care about the order, i.e. we treat {B, D, A} the same as if we had drawn {A, B, D}. How many different ways are there to draw 3 letters?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Temporarily consider the set out of ordered outcomes, then group together permutations: ABC, ABD, ACB, ACD, ADB, ADC, BAC, BAD, BCA, BCD, BDA, BDC, CAB, CAD, CBA, CBD, CDA, CDB, DAB, DAC, DBA, DBC, DCA, DCB</a:t>
            </a:r>
          </a:p>
          <a:p>
            <a:pPr marL="0" indent="0">
              <a:buNone/>
            </a:pP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54041A-4D91-68E4-4763-F58712ED2FF5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A9534EA-792B-7C3F-A496-5657E5CD7CCC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4D8A21-F40C-3B68-AC02-8739824EC133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7907059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4A6BA-E103-6D9F-B06B-904BD59E1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7D8854-97D8-91E1-1D99-1A60E7AB49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27D8854-97D8-91E1-1D99-1A60E7AB49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2B550-7969-0D42-DA4A-7C6151BCA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the letters A, B, C, and D in a bag. Suppose we draw 3 in a row. Assume we do NOT put the letters back between draws.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Suppose we don’t care about the order, i.e. we treat {B, D, A} the same as if we had drawn {A, B, D}. How many different ways are there to draw 3 letters?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Temporarily consider the set out of ordered outcomes, then group together permutations: </a:t>
            </a:r>
            <a:r>
              <a:rPr lang="en-US">
                <a:solidFill>
                  <a:srgbClr val="FF0000"/>
                </a:solidFill>
              </a:rPr>
              <a:t>ABC</a:t>
            </a:r>
            <a:r>
              <a:rPr lang="en-US"/>
              <a:t>, ABD, </a:t>
            </a:r>
            <a:r>
              <a:rPr lang="en-US">
                <a:solidFill>
                  <a:srgbClr val="FF0000"/>
                </a:solidFill>
              </a:rPr>
              <a:t>ACB</a:t>
            </a:r>
            <a:r>
              <a:rPr lang="en-US"/>
              <a:t>, ACD, ADB, ADC, </a:t>
            </a:r>
            <a:r>
              <a:rPr lang="en-US">
                <a:solidFill>
                  <a:srgbClr val="FF0000"/>
                </a:solidFill>
              </a:rPr>
              <a:t>BAC</a:t>
            </a:r>
            <a:r>
              <a:rPr lang="en-US"/>
              <a:t>, BAD, </a:t>
            </a:r>
            <a:r>
              <a:rPr lang="en-US">
                <a:solidFill>
                  <a:srgbClr val="FF0000"/>
                </a:solidFill>
              </a:rPr>
              <a:t>BCA</a:t>
            </a:r>
            <a:r>
              <a:rPr lang="en-US"/>
              <a:t>, BCD, BDA, BDC, </a:t>
            </a:r>
            <a:r>
              <a:rPr lang="en-US">
                <a:solidFill>
                  <a:srgbClr val="FF0000"/>
                </a:solidFill>
              </a:rPr>
              <a:t>CAB</a:t>
            </a:r>
            <a:r>
              <a:rPr lang="en-US"/>
              <a:t>, CAD, </a:t>
            </a:r>
            <a:r>
              <a:rPr lang="en-US">
                <a:solidFill>
                  <a:srgbClr val="FF0000"/>
                </a:solidFill>
              </a:rPr>
              <a:t>CBA</a:t>
            </a:r>
            <a:r>
              <a:rPr lang="en-US"/>
              <a:t>, CBD, CDA, CDB, DAB, DAC, DBA, DBC, DCA, DCB</a:t>
            </a:r>
          </a:p>
          <a:p>
            <a:pPr marL="0" indent="0">
              <a:buNone/>
            </a:pP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008DD5D-DC38-0DFB-D887-AB6BB49FCC2E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0484AD9-6BD7-A001-D87E-66262BDA7047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CC711C-8468-F84B-A1B3-BA7847132AE0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34999727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E3CC4-7292-0B97-CBF0-4D8A676A7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ED1A89-6480-DEA2-B646-31F24A138A8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8ED1A89-6480-DEA2-B646-31F24A138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C7CD4B-2959-4AE9-F975-6B828F309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the letters A, B, C, and D in a bag. Suppose we draw 3 in a row. Assume we do NOT put the letters back between draws.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Suppose we don’t care about the order, i.e. we treat {B, D, A} the same as if we had drawn {A, B, D}. How many different ways are there to draw 3 letters?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Temporarily consider the set out of ordered outcomes, then group together permutations: </a:t>
            </a:r>
            <a:r>
              <a:rPr lang="en-US">
                <a:solidFill>
                  <a:srgbClr val="FF0000"/>
                </a:solidFill>
              </a:rPr>
              <a:t>ABC</a:t>
            </a:r>
            <a:r>
              <a:rPr lang="en-US"/>
              <a:t>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ABD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ACB</a:t>
            </a:r>
            <a:r>
              <a:rPr lang="en-US"/>
              <a:t>, ACD,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ADB</a:t>
            </a:r>
            <a:r>
              <a:rPr lang="en-US"/>
              <a:t>, ADC, </a:t>
            </a:r>
            <a:r>
              <a:rPr lang="en-US">
                <a:solidFill>
                  <a:srgbClr val="FF0000"/>
                </a:solidFill>
              </a:rPr>
              <a:t>BAC</a:t>
            </a:r>
            <a:r>
              <a:rPr lang="en-US"/>
              <a:t>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BAD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BCA</a:t>
            </a:r>
            <a:r>
              <a:rPr lang="en-US"/>
              <a:t>, BCD,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BDA</a:t>
            </a:r>
            <a:r>
              <a:rPr lang="en-US"/>
              <a:t>, BDC, </a:t>
            </a:r>
            <a:r>
              <a:rPr lang="en-US">
                <a:solidFill>
                  <a:srgbClr val="FF0000"/>
                </a:solidFill>
              </a:rPr>
              <a:t>CAB</a:t>
            </a:r>
            <a:r>
              <a:rPr lang="en-US"/>
              <a:t>, CAD, </a:t>
            </a:r>
            <a:r>
              <a:rPr lang="en-US">
                <a:solidFill>
                  <a:srgbClr val="FF0000"/>
                </a:solidFill>
              </a:rPr>
              <a:t>CBA</a:t>
            </a:r>
            <a:r>
              <a:rPr lang="en-US"/>
              <a:t>, CBD, CDA, CDB,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DAB</a:t>
            </a:r>
            <a:r>
              <a:rPr lang="en-US"/>
              <a:t>, DAC,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DBA</a:t>
            </a:r>
            <a:r>
              <a:rPr lang="en-US"/>
              <a:t>, DBC, DCA, DCB</a:t>
            </a:r>
          </a:p>
          <a:p>
            <a:pPr marL="0" indent="0">
              <a:buNone/>
            </a:pP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0B8CCB-AE5C-4DCA-C564-CF89F754EFEE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189550F-2716-4C6D-B621-47F4654D7CF9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6080EE-40FE-7397-2C00-D3F2C13FD35A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23011355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E3059-2923-0E07-76A9-1EA4ADDC2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C374D5-E98C-1187-6B8B-7582B0D3675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C374D5-E98C-1187-6B8B-7582B0D367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1C811-AD3B-BBB1-1372-EF334C3E15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the letters A, B, C, and D in a bag. Suppose we draw 3 in a row. Assume we do NOT put the letters back between draws.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Suppose we don’t care about the order, i.e. we treat {B, D, A} the same as if we had drawn {A, B, D}. How many different ways are there to draw 3 letters?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Temporarily consider the set out of ordered outcomes, then group together permutations: </a:t>
            </a:r>
            <a:r>
              <a:rPr lang="en-US">
                <a:solidFill>
                  <a:srgbClr val="FF0000"/>
                </a:solidFill>
              </a:rPr>
              <a:t>ABC</a:t>
            </a:r>
            <a:r>
              <a:rPr lang="en-US"/>
              <a:t>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ABD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ACB</a:t>
            </a:r>
            <a:r>
              <a:rPr lang="en-US"/>
              <a:t>, </a:t>
            </a:r>
            <a:r>
              <a:rPr lang="en-US">
                <a:solidFill>
                  <a:schemeClr val="accent5"/>
                </a:solidFill>
              </a:rPr>
              <a:t>ACD</a:t>
            </a:r>
            <a:r>
              <a:rPr lang="en-US"/>
              <a:t>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ADB</a:t>
            </a:r>
            <a:r>
              <a:rPr lang="en-US"/>
              <a:t>, </a:t>
            </a:r>
            <a:r>
              <a:rPr lang="en-US">
                <a:solidFill>
                  <a:schemeClr val="accent5"/>
                </a:solidFill>
              </a:rPr>
              <a:t>ADC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BAC</a:t>
            </a:r>
            <a:r>
              <a:rPr lang="en-US"/>
              <a:t>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BAD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BCA</a:t>
            </a:r>
            <a:r>
              <a:rPr lang="en-US"/>
              <a:t>, BCD,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BDA</a:t>
            </a:r>
            <a:r>
              <a:rPr lang="en-US"/>
              <a:t>, BDC, </a:t>
            </a:r>
            <a:r>
              <a:rPr lang="en-US">
                <a:solidFill>
                  <a:srgbClr val="FF0000"/>
                </a:solidFill>
              </a:rPr>
              <a:t>CAB</a:t>
            </a:r>
            <a:r>
              <a:rPr lang="en-US"/>
              <a:t>, </a:t>
            </a:r>
            <a:r>
              <a:rPr lang="en-US">
                <a:solidFill>
                  <a:schemeClr val="accent5"/>
                </a:solidFill>
              </a:rPr>
              <a:t>CAD</a:t>
            </a:r>
            <a:r>
              <a:rPr lang="en-US"/>
              <a:t>, </a:t>
            </a:r>
            <a:r>
              <a:rPr lang="en-US">
                <a:solidFill>
                  <a:srgbClr val="FF0000"/>
                </a:solidFill>
              </a:rPr>
              <a:t>CBA</a:t>
            </a:r>
            <a:r>
              <a:rPr lang="en-US"/>
              <a:t>, CBD, </a:t>
            </a:r>
            <a:r>
              <a:rPr lang="en-US">
                <a:solidFill>
                  <a:schemeClr val="accent5"/>
                </a:solidFill>
              </a:rPr>
              <a:t>CDA</a:t>
            </a:r>
            <a:r>
              <a:rPr lang="en-US"/>
              <a:t>, CDB,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DAB</a:t>
            </a:r>
            <a:r>
              <a:rPr lang="en-US"/>
              <a:t>, </a:t>
            </a:r>
            <a:r>
              <a:rPr lang="en-US">
                <a:solidFill>
                  <a:schemeClr val="accent5"/>
                </a:solidFill>
              </a:rPr>
              <a:t>DAC</a:t>
            </a:r>
            <a:r>
              <a:rPr lang="en-US"/>
              <a:t>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DBA</a:t>
            </a:r>
            <a:r>
              <a:rPr lang="en-US"/>
              <a:t>, DBC, </a:t>
            </a:r>
            <a:r>
              <a:rPr lang="en-US">
                <a:solidFill>
                  <a:schemeClr val="accent5"/>
                </a:solidFill>
              </a:rPr>
              <a:t>DCA</a:t>
            </a:r>
            <a:r>
              <a:rPr lang="en-US"/>
              <a:t>, DCB</a:t>
            </a:r>
          </a:p>
          <a:p>
            <a:pPr marL="0" indent="0">
              <a:buNone/>
            </a:pPr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FECF5E0-C6F5-E2AC-BEF0-2A855610C29C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B246E40-67BD-608D-AA44-10E694575133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820C60-C291-D6B4-8E4D-C0CAB2719F7A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440541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C8D4D-71D8-2D74-A21D-FC67A9745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D43EBF-3A75-9030-692E-EED83A9F0A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AD43EBF-3A75-9030-692E-EED83A9F0A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F7D09-4B83-6800-9690-028D523B0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the letters A, B, C, and D in a bag. Suppose we draw 3 in a row. Assume we do NOT put the letters back between draws.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Suppose we don’t care about the order, i.e. we treat {B, D, A} the same as if we had drawn {A, B, D}. How many different ways are there to draw 3 letters?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Temporarily consider the set out of ordered outcomes, then group together permutations: </a:t>
            </a:r>
            <a:r>
              <a:rPr lang="en-US">
                <a:solidFill>
                  <a:srgbClr val="FF0000"/>
                </a:solidFill>
              </a:rPr>
              <a:t>ABC, ACB, BAC, BCA, CAB, CBA,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ABD, ADB, BAD, BDA, DAB, DBA,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accent5"/>
                </a:solidFill>
              </a:rPr>
              <a:t>ACD, ADC, CAD, CDA, DAC, DCA,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lang="en-US"/>
              <a:t>BCD, BDC, CBD, CDB, DBC, DCB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1A2FED75-450D-166A-5E2D-7C1F38902587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DCA999B-3792-AE9C-6691-53661047F629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8B21ED-CD71-5384-87FA-A05FFD004153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193394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35514A-A9B9-D2A4-1764-6F54E1DAF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74936-D904-01AC-5345-4E9BEC1034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74936-D904-01AC-5345-4E9BEC1034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4765D-1FA3-6F70-160B-D9F7CC1903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the letters A, B, C, and D in a bag. Suppose we draw 3 in a row.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Suppose we don’t care about the order, i.e. we treat {B, D, A} the same as if we had drawn {A, B, D}. How many different ways are there to draw 3 letters?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Temporarily consider the set out of ordered outcomes, then group together permutations: </a:t>
                </a:r>
                <a:r>
                  <a:rPr lang="en-US">
                    <a:solidFill>
                      <a:srgbClr val="FF0000"/>
                    </a:solidFill>
                  </a:rPr>
                  <a:t>ABC, ACB, BAC, BCA, CAB, CBA, </a:t>
                </a:r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</a:rPr>
                  <a:t>ABD, ADB, BAD, BDA, DAB, DBA,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>
                    <a:solidFill>
                      <a:schemeClr val="accent5"/>
                    </a:solidFill>
                  </a:rPr>
                  <a:t>ACD, ADC, CAD, CDA, DAC, DCA,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/>
                  <a:t>BCD, BDC, CBD, CDB, DBC, DCB</a:t>
                </a:r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</a:t>
                </a:r>
                <a:r>
                  <a:rPr lang="en-US" b="1"/>
                  <a:t>unordered</a:t>
                </a:r>
                <a:r>
                  <a:rPr lang="en-US"/>
                  <a:t> outcomes. What is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Answer at </a:t>
                </a:r>
                <a:r>
                  <a:rPr lang="en-US">
                    <a:hlinkClick r:id="rId4"/>
                  </a:rPr>
                  <a:t>https://joshh.ug/A</a:t>
                </a:r>
                <a:r>
                  <a:rPr lang="en-US"/>
                  <a:t> 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24765D-1FA3-6F70-160B-D9F7CC1903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849" t="-541" r="-53" b="-14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3DE2921-5E95-18F5-6920-92F5D727D2BF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72BBD76-36AE-9463-4D35-E20A587DF60A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D49861-D370-F8D7-06F0-E8E173027452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00D9EDD-0A9B-FC27-3F03-F493E0613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433" y="5485342"/>
            <a:ext cx="1218141" cy="121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603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0AA20-D6B1-1C98-2E69-12879C5DF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D01D1AC-A080-5A0C-DDAE-7E7998ACE6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CP3: Unordered Sampling without Replacement 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example)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D01D1AC-A080-5A0C-DDAE-7E7998ACE6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8F3232-8AE7-D363-8907-1E3A07A21B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the letters A, B, C, and D in a bag. Suppose we draw 3 in a row.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Suppose we don’t care about the order, i.e. we treat {B, D, A} the same as if we had drawn {A, B, D}. How many different ways are there to draw 3 letters?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Temporarily consider the set out of ordered outcomes, then group together permutations: </a:t>
                </a:r>
                <a:r>
                  <a:rPr lang="en-US">
                    <a:solidFill>
                      <a:srgbClr val="FF0000"/>
                    </a:solidFill>
                  </a:rPr>
                  <a:t>ABC, ACB, BAC, BCA, CAB, CBA, </a:t>
                </a:r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</a:rPr>
                  <a:t>ABD, ADB, BAD, BDA, DAB, DBA,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>
                    <a:solidFill>
                      <a:schemeClr val="accent5"/>
                    </a:solidFill>
                  </a:rPr>
                  <a:t>ACD, ADC, CAD, CDA, DAC, DCA,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/>
                  <a:t>BCD, BDC, CBD, CDB, DBC, DCB</a:t>
                </a:r>
              </a:p>
              <a:p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</a:t>
                </a:r>
                <a:r>
                  <a:rPr lang="en-US" b="1"/>
                  <a:t>unordered</a:t>
                </a:r>
                <a:r>
                  <a:rPr lang="en-US"/>
                  <a:t> outcomes. What is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 4, one for each color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8F3232-8AE7-D363-8907-1E3A07A21B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 r="-53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EEDD764-E6E0-9A1B-19BB-AC7AC8A89145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CE88370-25B1-579E-2AB5-EB7FBA3548B7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518B3C-4063-DDAB-1D4E-5910873E4500}"/>
              </a:ext>
            </a:extLst>
          </p:cNvPr>
          <p:cNvSpPr/>
          <p:nvPr/>
        </p:nvSpPr>
        <p:spPr>
          <a:xfrm>
            <a:off x="2029178" y="1682044"/>
            <a:ext cx="1854200" cy="9934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  B  C  D</a:t>
            </a:r>
          </a:p>
        </p:txBody>
      </p:sp>
    </p:spTree>
    <p:extLst>
      <p:ext uri="{BB962C8B-B14F-4D97-AF65-F5344CB8AC3E}">
        <p14:creationId xmlns:p14="http://schemas.microsoft.com/office/powerpoint/2010/main" val="1943629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B5872-7789-FA60-DB10-EF99E6A8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875A0-3C49-A168-B1CF-7FE017D96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Second Rule of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6FDE0-9787-23DC-7C45-8A074386BA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For CP1 and CP2, where we considered order, we used the first rule of counting.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ignore order, we have another rule.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The Second Rule of Counting</a:t>
                </a:r>
                <a:r>
                  <a:rPr lang="en-US"/>
                  <a:t>: Assume we have an outcome made by a succession of choices and the order in which they are made does not matter.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ordered objects,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unordered objects. If we have an m-to-1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that maps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 is the size of the set if we temporarily pretend to care about order.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>
                    <a:solidFill>
                      <a:schemeClr val="accent4"/>
                    </a:solidFill>
                  </a:rPr>
                  <a:t> </a:t>
                </a:r>
                <a:r>
                  <a:rPr lang="en-US"/>
                  <a:t>is the size of the set we’re trying to find, i.e. ignoring order.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06FDE0-9787-23DC-7C45-8A074386BA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86951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56B67-8C62-BEC8-31D5-63771D057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066EC-D53F-F498-4F8D-94C307E0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Second Rule of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A396D-30A0-5767-C091-D3ED75DD54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The Second Rule of Counting</a:t>
                </a:r>
                <a:r>
                  <a:rPr lang="en-US"/>
                  <a:t>: Assume we have an outcome made by a succession of choices and the order in which they are made does not matter.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ordered objects,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unordered objects. If we have an m-to-1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that maps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 is the size of the set if we temporarily pretend to care about order.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>
                    <a:solidFill>
                      <a:schemeClr val="accent4"/>
                    </a:solidFill>
                  </a:rPr>
                  <a:t> </a:t>
                </a:r>
                <a:r>
                  <a:rPr lang="en-US"/>
                  <a:t>is the size of the set we’re trying to find, i.e. ignoring order.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You should be thinking “What? When did we create an m-to-1 function?”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6A396D-30A0-5767-C091-D3ED75DD54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00828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15C819-ADF4-D982-683A-1F80B2D3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CB9D-1E64-B635-5D67-7599D510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Second Rule of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5459E-1C0C-B1BB-146E-EA8D613282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The Second Rule of Counting</a:t>
                </a:r>
                <a:r>
                  <a:rPr lang="en-US"/>
                  <a:t>: Assume we have an outcome made by a succession of choices and the order in which they are made does not matter.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ordered objects,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unordered objects. If we have an m-to-1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that maps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 is the size of the set if we temporarily pretend to care about order.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>
                    <a:solidFill>
                      <a:schemeClr val="accent4"/>
                    </a:solidFill>
                  </a:rPr>
                  <a:t> </a:t>
                </a:r>
                <a:r>
                  <a:rPr lang="en-US"/>
                  <a:t>is the size of the set we’re trying to find, i.e. ignoring order.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What? When did we create an m-to-1 function?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Hint: </a:t>
                </a:r>
                <a:r>
                  <a:rPr lang="en-US">
                    <a:solidFill>
                      <a:srgbClr val="FF0000"/>
                    </a:solidFill>
                  </a:rPr>
                  <a:t>ABC, ACB, BAC, BCA, CAB, CBA, </a:t>
                </a:r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</a:rPr>
                  <a:t>ABD, ADB, BAD, BDA, DAB, DBA,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>
                    <a:solidFill>
                      <a:schemeClr val="accent5"/>
                    </a:solidFill>
                  </a:rPr>
                  <a:t>ACD, ADC, CAD, CDA, DAC, DCA,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/>
                  <a:t>BCD, BDC, CBD, CDB, DBC, DCB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C5459E-1C0C-B1BB-146E-EA8D613282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53" b="-8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69961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ED5A6-7751-EE28-D4D3-B623C68D2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19F9A-5986-EE2B-CDF0-0EDF089E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Second Rule of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0F256C-DB52-34B1-2497-5583BD0F98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The Second Rule of Counting</a:t>
                </a:r>
                <a:r>
                  <a:rPr lang="en-US"/>
                  <a:t>: Assume we have an outcome made by a succession of choices and the order in which they are made does not matter.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ordered objects,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unordered objects. If we have an m-to-1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that maps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 is the size of the set if we temporarily pretend to care about order.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>
                    <a:solidFill>
                      <a:schemeClr val="accent4"/>
                    </a:solidFill>
                  </a:rPr>
                  <a:t> </a:t>
                </a:r>
                <a:r>
                  <a:rPr lang="en-US"/>
                  <a:t>is the size of the set we’re trying to find, i.e. ignoring order.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What? When did we create an m-to-1 function?</a:t>
                </a:r>
              </a:p>
              <a:p>
                <a:r>
                  <a:rPr lang="en-US"/>
                  <a:t>Your answer: 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Hint: </a:t>
                </a:r>
                <a:r>
                  <a:rPr lang="en-US">
                    <a:solidFill>
                      <a:srgbClr val="FF0000"/>
                    </a:solidFill>
                  </a:rPr>
                  <a:t>ABC, ACB, BAC, BCA, CAB, CBA, </a:t>
                </a:r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</a:rPr>
                  <a:t>ABD, ADB, BAD, BDA, DAB, DBA,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>
                    <a:solidFill>
                      <a:schemeClr val="accent5"/>
                    </a:solidFill>
                  </a:rPr>
                  <a:t>ACD, ADC, CAD, CDA, DAC, DCA,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/>
                  <a:t>BCD, BDC, CBD, CDB, DBC, DCB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0F256C-DB52-34B1-2497-5583BD0F98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53" b="-8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717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B67BD-1764-5127-FFDF-23C4D0CD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F8761-042C-D35C-2D2A-92C0DA7C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Second Rule of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3E9FC-CA73-12AC-0E8B-677C4B5831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The Second Rule of Counting</a:t>
                </a:r>
                <a:r>
                  <a:rPr lang="en-US"/>
                  <a:t>: Assume we have an outcome made by a succession of choices and the order in which they are made does not matter. 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ordered objects,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unordered objects. If we have an m-to-1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/>
                  <a:t> that maps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 is the size of the set if we temporarily pretend to care about order.</a:t>
                </a:r>
              </a:p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>
                    <a:solidFill>
                      <a:schemeClr val="accent4"/>
                    </a:solidFill>
                  </a:rPr>
                  <a:t> </a:t>
                </a:r>
                <a:r>
                  <a:rPr lang="en-US"/>
                  <a:t>is the size of the set we’re trying to find, i.e. ignoring order.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What? When did we create an 6-to-1 function?</a:t>
                </a:r>
              </a:p>
              <a:p>
                <a:r>
                  <a:rPr lang="en-US"/>
                  <a:t>My answer: When we grouped together permutations into “</a:t>
                </a:r>
                <a:r>
                  <a:rPr lang="en-US" b="1"/>
                  <a:t>bins</a:t>
                </a:r>
                <a:r>
                  <a:rPr lang="en-US"/>
                  <a:t>”, i.e. colors. Each bin consists of exactly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3!=6</m:t>
                    </m:r>
                  </m:oMath>
                </a14:m>
                <a:r>
                  <a:rPr lang="en-US"/>
                  <a:t> permutations possible for each letter combination.</a:t>
                </a:r>
              </a:p>
              <a:p>
                <a:pPr marL="0" indent="0">
                  <a:buNone/>
                </a:pPr>
                <a:r>
                  <a:rPr lang="en-US"/>
                  <a:t>Hint: </a:t>
                </a:r>
                <a:r>
                  <a:rPr lang="en-US">
                    <a:solidFill>
                      <a:srgbClr val="FF0000"/>
                    </a:solidFill>
                  </a:rPr>
                  <a:t>ABC, ACB, BAC, BCA, CAB, CBA, </a:t>
                </a:r>
                <a:r>
                  <a:rPr lang="en-US">
                    <a:solidFill>
                      <a:schemeClr val="bg2">
                        <a:lumMod val="50000"/>
                      </a:schemeClr>
                    </a:solidFill>
                  </a:rPr>
                  <a:t>ABD, ADB, BAD, BDA, DAB, DBA,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>
                    <a:solidFill>
                      <a:schemeClr val="accent5"/>
                    </a:solidFill>
                  </a:rPr>
                  <a:t>ACD, ADC, CAD, CDA, DAC, DCA,</a:t>
                </a:r>
                <a:r>
                  <a:rPr lang="en-US">
                    <a:solidFill>
                      <a:srgbClr val="FF0000"/>
                    </a:solidFill>
                  </a:rPr>
                  <a:t> </a:t>
                </a:r>
                <a:r>
                  <a:rPr lang="en-US"/>
                  <a:t>BCD, BDC, CBD, CDB, DBC, DCB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F3E9FC-CA73-12AC-0E8B-677C4B5831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53" b="-6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3871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55C3B29-3634-F5DC-9892-F70FB5DA1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4E200D-3B90-0264-9322-1F6DA1CAAC4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Example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[not covered in lecture, slides only]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4E200D-3B90-0264-9322-1F6DA1CAA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D3FF0-9D3B-3A28-7AAC-33DEF3F82B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the 26 letters A through Z in a bag. Suppose we draw 3 in a row.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unordered outcomes {{A, B, C}, {A, B, D}, …}, 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Can’t enumerate all ordered outcomes and then find colors for each: ABC, ABD, ABE, ABF, ABI, …, ZYW, ZYX. However:</a:t>
                </a:r>
              </a:p>
              <a:p>
                <a:r>
                  <a:rPr lang="en-US"/>
                  <a:t>We can compute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using first rule of counting: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26×25×24=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15,600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Figuring 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also relatively straightforward.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ED3FF0-9D3B-3A28-7AAC-33DEF3F82B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3"/>
                <a:stretch>
                  <a:fillRect l="-832" t="-541" b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7C99BE7-9070-09F7-4380-7A03D41BF502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2731AF5-7109-8E0C-0B46-AD6E86473F26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CEB3BA-73B7-0EF0-A15F-B5A0EF20C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215600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400B74-AFDA-6AF0-6ED9-C6572194066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Example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[not covered in lecture, slides only]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2400B74-AFDA-6AF0-6ED9-C65721940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0C59F-DC0C-60B6-30C2-094B09A80A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Can’t reasonably enumerate all 15,600 outcomes: ABC, ABD, ABE, …, ZYW, ZYX</a:t>
                </a:r>
              </a:p>
              <a:p>
                <a:r>
                  <a:rPr lang="en-US"/>
                  <a:t>But we do know there are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26×25×24=15,600</m:t>
                    </m:r>
                  </m:oMath>
                </a14:m>
                <a:r>
                  <a:rPr lang="en-US"/>
                  <a:t> ordered outcomes.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Observation: No matter which 3 letters we’re considering </a:t>
                </a:r>
                <a:r>
                  <a:rPr lang="ja-JP" altLang="en-US" sz="24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一二三</a:t>
                </a:r>
                <a:r>
                  <a:rPr lang="en-US"/>
                  <a:t>, there are always 6 that are equivalent if we ignore order:</a:t>
                </a:r>
                <a:r>
                  <a:rPr lang="ja-JP" altLang="en-US" sz="24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一二三</a:t>
                </a:r>
                <a:r>
                  <a:rPr lang="en-US" altLang="ja-JP" sz="2400" b="0" i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ja-JP" altLang="en-US" sz="24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一三二</a:t>
                </a:r>
                <a:r>
                  <a:rPr lang="en-US" altLang="ja-JP" sz="2400" b="0" i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ja-JP" altLang="en-US" sz="24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二一三</a:t>
                </a:r>
                <a:r>
                  <a:rPr lang="en-US" altLang="ja-JP" sz="2400" b="0" i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ja-JP" altLang="en-US" sz="24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二三一</a:t>
                </a:r>
                <a:r>
                  <a:rPr lang="en-US" altLang="ja-JP" sz="2400" b="0" i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ja-JP" altLang="en-US" sz="24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三一二</a:t>
                </a:r>
                <a:r>
                  <a:rPr lang="en-US" altLang="ja-JP" sz="2400" b="0" i="0">
                    <a:solidFill>
                      <a:srgbClr val="00000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</a:t>
                </a:r>
                <a:r>
                  <a:rPr lang="ja-JP" altLang="en-US" sz="2400" b="0" i="0">
                    <a:solidFill>
                      <a:srgbClr val="000000"/>
                    </a:solidFill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三二一</a:t>
                </a:r>
                <a:r>
                  <a:rPr lang="en-US"/>
                  <a:t>. We call these equivalence classes a “</a:t>
                </a:r>
                <a:r>
                  <a:rPr lang="en-US" b="1"/>
                  <a:t>bin</a:t>
                </a:r>
                <a:r>
                  <a:rPr lang="en-US"/>
                  <a:t>”.</a:t>
                </a:r>
              </a:p>
              <a:p>
                <a:r>
                  <a:rPr lang="en-US"/>
                  <a:t>Or we can simply say 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3!=6</m:t>
                    </m:r>
                  </m:oMath>
                </a14:m>
                <a:r>
                  <a:rPr lang="en-US"/>
                  <a:t> possible permutations of 3 items.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Since there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15,600</m:t>
                    </m:r>
                  </m:oMath>
                </a14:m>
                <a:r>
                  <a:rPr lang="en-US"/>
                  <a:t> ordered outcomes, each of which belongs to exactly one bin containing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/>
                  <a:t> draws, the number of bins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15,600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=2600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Since each bin represents an outcome, there are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2600</m:t>
                    </m:r>
                  </m:oMath>
                </a14:m>
                <a:r>
                  <a:rPr lang="en-US"/>
                  <a:t> total outcomes.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A0C59F-DC0C-60B6-30C2-094B09A80A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 b="-10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537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1C33C4-1F2F-0AA5-E730-58C5A9B95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1C678B-02E2-8191-7AF0-E5B52C5B590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Example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 [not covered in lecture, slides only]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1C678B-02E2-8191-7AF0-E5B52C5B59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A3447-B35E-0C86-E87D-4506F7F002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the 26 letters A through Z in a bag. Suppose we draw 3 in a row.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unordered outcomes {{A, B, C}, {A, B, D}, …}, 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 sz="600"/>
              </a:p>
              <a:p>
                <a:pPr marL="0" indent="0">
                  <a:buNone/>
                </a:pPr>
                <a:r>
                  <a:rPr lang="en-US"/>
                  <a:t>Can’t enumerate all ordered outcomes and then find colors for each: ABC, ABD, ABE, ABF, ABI, …, ZYW, ZYX. However:</a:t>
                </a:r>
              </a:p>
              <a:p>
                <a:r>
                  <a:rPr lang="en-US"/>
                  <a:t>We can compute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using first rule of counting: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26×25×24=15,600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Figuring out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also relatively straightforward.</a:t>
                </a:r>
              </a:p>
              <a:p>
                <a:pPr lvl="1"/>
                <a:r>
                  <a:rPr lang="en-US"/>
                  <a:t>For 3 items,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US"/>
                  <a:t>, i.e. there are 6 permutations possible.</a:t>
                </a:r>
              </a:p>
              <a:p>
                <a:r>
                  <a:rPr lang="en-US"/>
                  <a:t>Thus,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=15,600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/6=2600</m:t>
                    </m:r>
                  </m:oMath>
                </a14:m>
                <a:endParaRPr lang="en-US"/>
              </a:p>
              <a:p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4EA3447-B35E-0C86-E87D-4506F7F00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3"/>
                <a:stretch>
                  <a:fillRect l="-832" t="-541" b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C94FE11-3674-99A4-1375-EE408AF8467A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62D0083-D9FC-FE63-8320-6D1BD07B7161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{B, D, A}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979731-56B7-E59C-E1F7-1B73587F8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81687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D51E0-838D-749C-D74D-E8D5AEFB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349357-A965-0F18-7E54-0D1DA366635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Unordered Sampling without Replacement,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8349357-A965-0F18-7E54-0D1DA36663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9909F-EB8F-B05B-77C1-758301E56C9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 letters A through Z in a bag. Suppose we </a:t>
                </a:r>
                <a:r>
                  <a:rPr lang="en-US" b="1"/>
                  <a:t>draw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 in a row</a:t>
                </a:r>
                <a:r>
                  <a:rPr lang="en-US"/>
                  <a:t>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B be the set of unordered outcomes {{A, B, C, D, E}, {A, B, C, D, F}, …}, 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B9909F-EB8F-B05B-77C1-758301E56C9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3"/>
                <a:stretch>
                  <a:fillRect l="-780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369976E-F9ED-A62A-70E3-2AE40C4A5EBB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A964780-6481-61B8-0238-DB21014B0C83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{E, Z, X, Y, B}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78B1C87-99B4-3FD6-8A11-940AFD076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3398561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C165FB-0805-D440-9AC5-BD3E53A3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9E1F79C-7FC3-E313-BD7C-9E25AB13E98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Unordered Sampling without Replacement,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9E1F79C-7FC3-E313-BD7C-9E25AB13E9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25378-CE97-31B0-BC4E-83BC468BC6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 letters A through Z in a bag. Suppose we </a:t>
                </a:r>
                <a:r>
                  <a:rPr lang="en-US" b="1"/>
                  <a:t>draw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 in a row</a:t>
                </a:r>
                <a:r>
                  <a:rPr lang="en-US"/>
                  <a:t>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B be the set of unordered outcomes {{A, B, C, D, E}, {A, B, C, D, F}, …}, 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First, we compute number of ordered outcomes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using first rule of counting. </a:t>
                </a:r>
              </a:p>
              <a:p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725378-CE97-31B0-BC4E-83BC468BC6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3"/>
                <a:stretch>
                  <a:fillRect l="-832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D1F1B1D-53AB-DD48-555F-75E9E7897BBF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924ECDA-37D7-FD24-867A-5D122F8EF1CD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{E, Z, X, Y, B}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F45C4C-CD7F-2134-3819-291D37EB4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CF59A5-0F61-3BD3-118A-BCD9AAB5144A}"/>
              </a:ext>
            </a:extLst>
          </p:cNvPr>
          <p:cNvSpPr txBox="1"/>
          <p:nvPr/>
        </p:nvSpPr>
        <p:spPr>
          <a:xfrm>
            <a:off x="9794963" y="4359420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5"/>
              </a:rPr>
              <a:t>https://joshh.ug/B</a:t>
            </a:r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C0E60B9-15C2-C0C2-ED35-231D31A3A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466" y="4705350"/>
            <a:ext cx="1727199" cy="172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8622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256D7-1335-BBC1-474C-4AAFEFE9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52B961-F9B8-431D-47FF-895337E4EF1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Unordered Sampling without Replacement,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852B961-F9B8-431D-47FF-895337E4EF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3B505-A978-D044-2542-CC9849987F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 letters A through Z in a bag. Suppose we </a:t>
                </a:r>
                <a:r>
                  <a:rPr lang="en-US" b="1"/>
                  <a:t>draw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 in a row</a:t>
                </a:r>
                <a:r>
                  <a:rPr lang="en-US"/>
                  <a:t>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B be the set of unordered outcomes {{A, B, C, D, E}, {A, B, C, D, F}, …}, 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First, we compute number of ordered outcomes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using first rule of counting. </a:t>
                </a:r>
              </a:p>
              <a:p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26!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21!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=26×25×24×23×22=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7,893,600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3B505-A978-D044-2542-CC9849987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3"/>
                <a:stretch>
                  <a:fillRect l="-832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19ADF68-83B8-6DF0-F56E-AFA469AFDA26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3A2345A-ECAE-2EAE-1897-47BED358AE5D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{E, Z, X, Y, B}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35EB2D-BA97-A4CB-36FE-915E59CA79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0671987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C6037-D8A7-076E-56DE-ECB85CCEF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A81B7E-EB08-02E0-B3E9-551F5EE1B1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Unordered Sampling without Replacement,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7A81B7E-EB08-02E0-B3E9-551F5EE1B1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9BE56-0EA0-12C3-1F37-B2086AD752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 letters A through Z in a bag. Suppose we </a:t>
                </a:r>
                <a:r>
                  <a:rPr lang="en-US" b="1"/>
                  <a:t>draw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 in a row</a:t>
                </a:r>
                <a:r>
                  <a:rPr lang="en-US"/>
                  <a:t>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B be the set of unordered outcomes {{A, B, C, D, E}, {A, B, C, D, F}, …}, 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First, we compute number of ordered outcomes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using first rule of counting.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26!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21!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=26×25×24×23×22=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7,893,600</m:t>
                    </m:r>
                  </m:oMath>
                </a14:m>
                <a:endParaRPr lang="en-US"/>
              </a:p>
              <a:p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9BE56-0EA0-12C3-1F37-B2086AD752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3"/>
                <a:stretch>
                  <a:fillRect l="-832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3AE1D25-5041-8C9D-73DB-DB094705CFE3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B9E9AFB-C77C-2C31-9B84-3AB9F6F2AE16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{E, Z, X, Y, B}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2BE230-6469-AA32-98DE-E188171285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7C23CD-1651-C868-EBC3-4EF967EFEAAD}"/>
              </a:ext>
            </a:extLst>
          </p:cNvPr>
          <p:cNvSpPr txBox="1"/>
          <p:nvPr/>
        </p:nvSpPr>
        <p:spPr>
          <a:xfrm>
            <a:off x="9794963" y="4359420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5"/>
              </a:rPr>
              <a:t>https://joshh.ug/C</a:t>
            </a:r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998358A0-27D3-687B-FE1D-170A2FA24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7924" y="4728752"/>
            <a:ext cx="1815709" cy="1815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45121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AF941-7139-9459-430C-9592E9B51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01047DE-B8E7-2125-BB2F-57A25395243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Unordered Sampling without Replacement,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01047DE-B8E7-2125-BB2F-57A2539524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026AC-9E49-18B7-5CE8-25776736FB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 letters A through Z in a bag. Suppose we </a:t>
                </a:r>
                <a:r>
                  <a:rPr lang="en-US" b="1"/>
                  <a:t>draw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r>
                  <a:rPr lang="en-US" b="1"/>
                  <a:t> in a row</a:t>
                </a:r>
                <a:r>
                  <a:rPr lang="en-US"/>
                  <a:t>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B be the set of unordered outcomes {{A, B, C, D, E}, {A, B, C, D, F}, …}, 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First, we compute number of ordered outcomes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using first rule of counting. 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26!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21!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=26×25×24×23×22=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7,893,600</m:t>
                    </m:r>
                  </m:oMath>
                </a14:m>
                <a:endParaRPr lang="en-US"/>
              </a:p>
              <a:p>
                <a:r>
                  <a:rPr lang="en-US"/>
                  <a:t>What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i="1" dirty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pPr lvl="1"/>
                <a:r>
                  <a:rPr lang="en-US"/>
                  <a:t>We know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 is the number of permutations per bin.</a:t>
                </a:r>
              </a:p>
              <a:p>
                <a:pPr lvl="1"/>
                <a:r>
                  <a:rPr lang="en-US"/>
                  <a:t>There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5!=120</m:t>
                    </m:r>
                  </m:oMath>
                </a14:m>
                <a:r>
                  <a:rPr lang="en-US"/>
                  <a:t> permutations if we have 5 letters.</a:t>
                </a:r>
              </a:p>
              <a:p>
                <a:pPr lvl="1"/>
                <a:r>
                  <a:rPr lang="en-US"/>
                  <a:t>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7,893,600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/120=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65,780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D026AC-9E49-18B7-5CE8-25776736FB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3"/>
                <a:stretch>
                  <a:fillRect l="-832" t="-541" b="-5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98C0DE1-D217-4A33-5E72-CC72D016C1C0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B7879D5-5211-E30A-56C2-5349FB154D4C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{E, Z, X, Y, B}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E0270C-FABB-E1B5-0186-4F01342E26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119119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027CC-10B4-888D-60B8-68C450134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6A3FE9-418E-08A5-88CB-D92F83EC54A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Unordered Sampling without Replacement,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96A3FE9-418E-08A5-88CB-D92F83EC54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666F0B-7164-FE4F-D6ED-E2BD662FE7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=26</m:t>
                    </m:r>
                  </m:oMath>
                </a14:m>
                <a:r>
                  <a:rPr lang="en-US"/>
                  <a:t> letters A through Z in a bag. Suppose we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 in a row. Assume we do NOT put the letters back between draws.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en-US"/>
                  <a:t>How many total outcomes are there if we ignore order?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65,780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26×25×24×23×22</m:t>
                    </m:r>
                    <m:r>
                      <m:rPr>
                        <m:lit/>
                      </m:rPr>
                      <a:rPr lang="en-US" i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5!</m:t>
                    </m:r>
                  </m:oMath>
                </a14:m>
                <a:endParaRPr lang="en-US"/>
              </a:p>
              <a:p>
                <a:r>
                  <a:rPr lang="en-US"/>
                  <a:t> This quantity is so important there is a special name and notation for it. This number is also known as “</a:t>
                </a:r>
                <a:r>
                  <a:rPr lang="en-US">
                    <a:solidFill>
                      <a:schemeClr val="accent4"/>
                    </a:solidFill>
                  </a:rPr>
                  <a:t>26 choose 5</a:t>
                </a:r>
                <a:r>
                  <a:rPr lang="en-US"/>
                  <a:t>”, or in the special notation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666F0B-7164-FE4F-D6ED-E2BD662FE7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24095" cy="5638732"/>
              </a:xfrm>
              <a:blipFill>
                <a:blip r:embed="rId4"/>
                <a:stretch>
                  <a:fillRect l="-832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761AC03-175F-D11E-BE1A-816356B4D4C4}"/>
              </a:ext>
            </a:extLst>
          </p:cNvPr>
          <p:cNvCxnSpPr/>
          <p:nvPr/>
        </p:nvCxnSpPr>
        <p:spPr>
          <a:xfrm>
            <a:off x="4340170" y="2128602"/>
            <a:ext cx="157899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15EC556-CD3B-20FE-0480-12EC7956809D}"/>
              </a:ext>
            </a:extLst>
          </p:cNvPr>
          <p:cNvSpPr txBox="1"/>
          <p:nvPr/>
        </p:nvSpPr>
        <p:spPr>
          <a:xfrm>
            <a:off x="6375952" y="1897769"/>
            <a:ext cx="5934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{E, Z, X, Y, B} </a:t>
            </a:r>
            <a:r>
              <a:rPr lang="en-US" sz="2400"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rPr>
              <a:t>(don’t care about order)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DEFED3-65BA-C555-E932-3C81E8AB4B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6529" y="1482795"/>
            <a:ext cx="2110479" cy="12916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399B5A-FF2E-1092-A0E1-DE0FEA4FB278}"/>
                  </a:ext>
                </a:extLst>
              </p:cNvPr>
              <p:cNvSpPr txBox="1"/>
              <p:nvPr/>
            </p:nvSpPr>
            <p:spPr>
              <a:xfrm>
                <a:off x="4050174" y="5429491"/>
                <a:ext cx="6465426" cy="8107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600"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rPr>
                  <a:t>Example: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8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26</m:t>
                              </m:r>
                            </m:e>
                          </m:mr>
                          <m:mr>
                            <m:e>
                              <m:r>
                                <a:rPr lang="en-US" sz="2800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26!</m:t>
                        </m:r>
                      </m:num>
                      <m:den>
                        <m:d>
                          <m:dPr>
                            <m:ctrlP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26−5</m:t>
                            </m:r>
                          </m:e>
                        </m:d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den>
                    </m:f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600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26×25×24×23×22</m:t>
                        </m:r>
                      </m:num>
                      <m:den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den>
                    </m:f>
                  </m:oMath>
                </a14:m>
                <a:endParaRPr lang="en-US" sz="2600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E399B5A-FF2E-1092-A0E1-DE0FEA4FB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174" y="5429491"/>
                <a:ext cx="6465426" cy="810799"/>
              </a:xfrm>
              <a:prstGeom prst="rect">
                <a:avLst/>
              </a:prstGeom>
              <a:blipFill>
                <a:blip r:embed="rId6"/>
                <a:stretch>
                  <a:fillRect l="-1697" b="-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B03B92-8A28-955B-10AA-AF9C9FB65DE4}"/>
              </a:ext>
            </a:extLst>
          </p:cNvPr>
          <p:cNvCxnSpPr/>
          <p:nvPr/>
        </p:nvCxnSpPr>
        <p:spPr>
          <a:xfrm flipH="1">
            <a:off x="10171441" y="5316994"/>
            <a:ext cx="270933" cy="156634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E1B09D9-ACBD-F65D-4353-3FB9E3E706EB}"/>
              </a:ext>
            </a:extLst>
          </p:cNvPr>
          <p:cNvSpPr txBox="1"/>
          <p:nvPr/>
        </p:nvSpPr>
        <p:spPr>
          <a:xfrm>
            <a:off x="10418233" y="5084233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solidFill>
                  <a:srgbClr val="7030A0"/>
                </a:solidFill>
                <a:latin typeface="Inter Light" panose="02000403000000020004"/>
              </a:rPr>
              <a:t># ordered outcomes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DCA8C02-59A5-B594-F237-AA36C831B127}"/>
              </a:ext>
            </a:extLst>
          </p:cNvPr>
          <p:cNvCxnSpPr>
            <a:cxnSpLocks/>
          </p:cNvCxnSpPr>
          <p:nvPr/>
        </p:nvCxnSpPr>
        <p:spPr>
          <a:xfrm flipH="1" flipV="1">
            <a:off x="9343433" y="6172132"/>
            <a:ext cx="300100" cy="1124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5B14DD5-786C-BFFF-AC20-16A8DD31AD08}"/>
              </a:ext>
            </a:extLst>
          </p:cNvPr>
          <p:cNvSpPr txBox="1"/>
          <p:nvPr/>
        </p:nvSpPr>
        <p:spPr>
          <a:xfrm>
            <a:off x="9774767" y="6210300"/>
            <a:ext cx="23029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Inter Light" panose="02000403000000020004"/>
              </a:rPr>
              <a:t># ordered outcomes per bin (a.k.a. permutations)</a:t>
            </a:r>
          </a:p>
        </p:txBody>
      </p:sp>
    </p:spTree>
    <p:extLst>
      <p:ext uri="{BB962C8B-B14F-4D97-AF65-F5344CB8AC3E}">
        <p14:creationId xmlns:p14="http://schemas.microsoft.com/office/powerpoint/2010/main" val="200635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339C8-224A-469A-A418-B707DE650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Problems So Far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216FF-34A5-CEC4-AA33-51EB61B407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We’ve discussed the following counting problems:</a:t>
                </a:r>
              </a:p>
              <a:p>
                <a:r>
                  <a:rPr lang="en-US"/>
                  <a:t>CP1: Ordered Sampling without Replacement </a:t>
                </a:r>
              </a:p>
              <a:p>
                <a:r>
                  <a:rPr lang="en-US"/>
                  <a:t>CP2: Ordered Sampling with Replacement</a:t>
                </a:r>
              </a:p>
              <a:p>
                <a:r>
                  <a:rPr lang="en-US"/>
                  <a:t>CP3: Unordered Sampling without Replacement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The number of possible samples if we draw k items from N possibilities is: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×…×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/>
                  <a:t>	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𝐶𝑃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/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That leaves us with one more natural counting problem.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5216FF-34A5-CEC4-AA33-51EB61B407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124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214404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39901-EC94-1D74-DE0D-D0AAF9D05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57A73-A576-068B-A4C3-21BF67E6F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>
                <a:solidFill>
                  <a:schemeClr val="accent3"/>
                </a:solidFill>
              </a:rPr>
              <a:t>CP4: Unordered Sampling with Replacement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0ED0C-6843-3494-2EE3-FD7A213C80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12,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86B02B-8E2B-9A74-305C-A5202EE8FCF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>
                <a:solidFill>
                  <a:schemeClr val="accent3"/>
                </a:solidFill>
                <a:latin typeface="Inter" panose="02000503000000020004"/>
              </a:rPr>
              <a:t>Counting 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/>
              </a:rPr>
              <a:t>CP1: 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CP2: Ordered Sampling with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CP3: Unordered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>
                <a:solidFill>
                  <a:schemeClr val="accent3"/>
                </a:solidFill>
              </a:rPr>
              <a:t>CP4: Unordered Sampling with Replacement</a:t>
            </a:r>
          </a:p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Combinatorial Proofs (time permitting)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96B1F3AE-D57A-BEEC-7030-5D6CCC2F6435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6823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C4028-2179-EA02-BF6B-114D36AC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CP4: 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F4370-CE09-F912-6E19-5DA8EAC236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Let’s call this CP4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F4370-CE09-F912-6E19-5DA8EAC236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A385AA2D-7E85-46DE-26DF-976B52DD1C00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CB47E51-A932-2AA0-0043-ACE8272D4673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6268E4E-3E09-5648-7E74-EA8578D118F1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65BB257-14E9-F176-8C18-F185DC5603CE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5F93C40-E47B-3969-8292-8743BFC4BD08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9B9FF7-84AA-81D2-A4BD-A884D1EA8CAA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49D996-6CC6-BB93-0B35-E9410675E207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7EEF5D-7E0E-2A15-BC63-6BCC059E02DC}"/>
              </a:ext>
            </a:extLst>
          </p:cNvPr>
          <p:cNvSpPr txBox="1"/>
          <p:nvPr/>
        </p:nvSpPr>
        <p:spPr>
          <a:xfrm>
            <a:off x="8178801" y="3657600"/>
            <a:ext cx="35164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>
                <a:latin typeface="Inter Light" panose="02000403000000020004"/>
              </a:rPr>
              <a:t>Note: These are “multisets”. They allow duplicates but order doesn’t matter.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46DFE5-39F2-8F0C-5372-98F5FD0B0719}"/>
              </a:ext>
            </a:extLst>
          </p:cNvPr>
          <p:cNvCxnSpPr>
            <a:cxnSpLocks/>
          </p:cNvCxnSpPr>
          <p:nvPr/>
        </p:nvCxnSpPr>
        <p:spPr>
          <a:xfrm flipH="1" flipV="1">
            <a:off x="8970433" y="3204630"/>
            <a:ext cx="347133" cy="452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98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1E4AD-ABCB-8BA5-C649-1A455EAF4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AE1A5-B5CD-BE3F-2168-655C8CB1E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CP4: Unordered Sampling with Replacement (Quick Aside)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FD0F4-08BD-770D-E363-CB3FDDA1E61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Let’s call this CP4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Rather than representing an outcome in multiset notation {X, X, Y, Y, Z}, can also represent in other ways, e.g. </a:t>
                </a:r>
                <a:r>
                  <a:rPr lang="en-US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2 </a:t>
                </a:r>
                <a:r>
                  <a:rPr lang="en-US" err="1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Xs</a:t>
                </a:r>
                <a:r>
                  <a:rPr lang="en-US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, 2 Ys, 1 Z.</a:t>
                </a:r>
                <a:endParaRPr lang="en-US"/>
              </a:p>
              <a:p>
                <a:r>
                  <a:rPr lang="en-US"/>
                  <a:t>That would be fine, but I’m going to stick with multiset notation.</a:t>
                </a:r>
              </a:p>
              <a:p>
                <a:r>
                  <a:rPr lang="en-US"/>
                  <a:t>I’ll always list multiset components in alphabetical order, i.e. {X, X, Y, Y, Z} rather than {X, Y, X, Y, Z}, even though these are the same object.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9FD0F4-08BD-770D-E363-CB3FDDA1E61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53" b="-73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69D0491A-DE79-1B94-61E1-475AEF840D28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E5DCF10-D4BB-2E8B-1D12-19104CE8B33C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BBC1ECC-36F2-E336-0E55-902A4FDD24B4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BABF393-BBE8-205C-E5FA-C9C706478798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0E850D1-67E6-74B9-F8A9-F6D10B5066B2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5 </a:t>
            </a:r>
            <a:r>
              <a:rPr lang="en-US" sz="2400" err="1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Xs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4E52040-D113-6599-F3E0-80B9A4047E50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4 </a:t>
            </a:r>
            <a:r>
              <a:rPr lang="en-US" sz="2400" err="1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Xs</a:t>
            </a:r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 and 1 Y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77490D-55F3-A601-A55A-B806CB3A03BA}"/>
              </a:ext>
            </a:extLst>
          </p:cNvPr>
          <p:cNvSpPr txBox="1"/>
          <p:nvPr/>
        </p:nvSpPr>
        <p:spPr>
          <a:xfrm>
            <a:off x="7389340" y="2611297"/>
            <a:ext cx="2885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2 </a:t>
            </a:r>
            <a:r>
              <a:rPr lang="en-US" sz="2400" err="1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Xs</a:t>
            </a:r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, 2 Ys, 1 Z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1276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9635B-038B-FC1A-DC31-B5225465C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1C32-131E-7BEC-0A0E-28747D21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CP4: 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D12C81-01CD-41FA-806B-13AC756C1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Let’s call this CP4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Define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as the set of all possible outcomes, i.e. the set of multisets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CP4 is the question of finding the size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/>
                  <a:t> of this set.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D12C81-01CD-41FA-806B-13AC756C1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0CB96EF-79B3-494D-A403-73B246F13361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1B823FF-9955-A0D0-C6D5-211E19A824E6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2DCC4A-2978-ECBC-0112-BD4D2CAB1379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7233690-0FDA-E023-482E-40332BDDEC18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290AB79-F2C3-8D04-DE26-F499F1B6F430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EDD8C0-6CCA-4F63-C452-60EBAC1CBE26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C62EE0-12BE-B585-B70F-D391C933C7B6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3251B0-8FFF-B219-BB38-7CE55E2423CF}"/>
              </a:ext>
            </a:extLst>
          </p:cNvPr>
          <p:cNvSpPr txBox="1"/>
          <p:nvPr/>
        </p:nvSpPr>
        <p:spPr>
          <a:xfrm>
            <a:off x="8178802" y="3657600"/>
            <a:ext cx="35277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>
                <a:latin typeface="Inter Light" panose="02000403000000020004"/>
              </a:rPr>
              <a:t>Note: These are “multisets”. They allow duplicates but order doesn’t matter.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C054613-2542-2DE0-F943-D07D50971E59}"/>
              </a:ext>
            </a:extLst>
          </p:cNvPr>
          <p:cNvCxnSpPr>
            <a:cxnSpLocks/>
          </p:cNvCxnSpPr>
          <p:nvPr/>
        </p:nvCxnSpPr>
        <p:spPr>
          <a:xfrm flipH="1" flipV="1">
            <a:off x="8970433" y="3204630"/>
            <a:ext cx="347133" cy="452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96227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6E659-AE42-4C2E-74B2-6F1BF8FA1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72624-FE90-A919-5143-E6D547A88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CP4: 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1EBFF-5210-4778-61FA-A03D5DA37C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en-US"/>
                  <a:t>CP4: How many multisets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 exist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Suppose we try to use the second rule of counting.</a:t>
                </a:r>
              </a:p>
              <a:p>
                <a:r>
                  <a:rPr lang="en-US"/>
                  <a:t>First find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, which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=243</m:t>
                    </m:r>
                  </m:oMath>
                </a14:m>
                <a:r>
                  <a:rPr lang="en-US"/>
                  <a:t>, then find an m-to-1 function.</a:t>
                </a:r>
              </a:p>
              <a:p>
                <a:r>
                  <a:rPr lang="en-US"/>
                  <a:t>Turns out to be a losing approach. Let’s see why.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31EBFF-5210-4778-61FA-A03D5DA37C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024060F3-0C8E-6DAD-325E-355BB19A82F2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7903E70-B69F-E6A2-BB8A-A49D00277ECB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D752D98-F0D6-7E1F-CF85-B88294953611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CDAC69-3A2E-DAC1-02A0-9780AEB7580C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C04C414-B6F9-1547-15C5-CCB827C0AFE2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A8A1C-4588-AF73-DA71-EFD99488C234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2B37B-A49E-2BB2-A1D9-5021EFA303F4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77193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03A73-4ED7-91FB-821F-DB2F80400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FEF35-3E04-C0F8-D98C-E803D664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32031-408A-1FAF-E2AA-5DE08E78B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3 balls with the letters X through Z on them, then draw 5 in a row, putting the drawn ball back in the bag each time.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How many ordered outcomes are in the bin corresponding to {X, X, X, X, X}?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How many ordered outcomes are in the bin corresponding to {X, X, X, X, Y}?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16FB52-A590-B9DC-C775-F738660511AE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BD46C4-5252-4BEC-B611-13DF66886BDE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D18684-4A2A-8A34-E8CB-5456D2D49F29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A1638BC-B2FD-68D6-E2CB-7AEC4D0BC1C0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194" name="Picture 2">
            <a:extLst>
              <a:ext uri="{FF2B5EF4-FFF2-40B4-BE49-F238E27FC236}">
                <a16:creationId xmlns:a16="http://schemas.microsoft.com/office/drawing/2014/main" id="{C497DABB-C59A-91E7-89A9-B84476AC0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0752" y="1531240"/>
            <a:ext cx="161925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878A55-160A-FE81-94D4-7BE700322F6E}"/>
              </a:ext>
            </a:extLst>
          </p:cNvPr>
          <p:cNvSpPr txBox="1"/>
          <p:nvPr/>
        </p:nvSpPr>
        <p:spPr>
          <a:xfrm>
            <a:off x="9802809" y="1161908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https://joshh.ug/D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28083-F38D-04A5-B59F-B7B28883A00F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C6769-E0B8-ED56-1B51-A3445CB381B5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05F9EE-7F15-BFAB-A1C4-58DE97D9F57A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13758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B1D44-AD7A-081A-68A7-17B72134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2ACD9-CE34-F2DE-B665-407074730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A53ED-5E7F-D17B-9D62-E9CCE9D54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3 balls with the letters X through Z on them, then draw 5 in a row, putting the drawn ball back in the bag each time.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How many ordered outcomes are in the bin corresponding to {X, X, X, X, X}?</a:t>
            </a:r>
          </a:p>
          <a:p>
            <a:r>
              <a:rPr lang="en-US"/>
              <a:t>Just 1, the sequence itself.</a:t>
            </a:r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How many ordered outcomes are in the bin corresponding to {X, X, X, X, Y}?</a:t>
            </a:r>
          </a:p>
          <a:p>
            <a:r>
              <a:rPr lang="en-US"/>
              <a:t>There are 5: XXXXY, XXXYX, XXYXX, XYXXX, YXXXX.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4561BC-D9F3-38FE-E921-1FC6DDFD4D46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2DB4153-8020-C10E-E164-17B8827AF2B3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599139-7097-7007-BAAC-9D532DE65416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1B5F6A8-7E6C-28FA-6BB7-72A9D32EF4D4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2090C32-DFA1-96D6-EBC8-DCC5F79B7B32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6C6D3F-3082-0081-14A0-16EF00E7B916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91FE81-D5E6-C2EF-22EB-A398FAAC6B31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887573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4920A-8EFC-332A-A0C6-839DB712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3DA8-E5B7-602D-AE33-EF55AF033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C90DF3-FEAA-6FC6-0EBE-6A8714F960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lvl="0" indent="0">
                  <a:spcBef>
                    <a:spcPts val="600"/>
                  </a:spcBef>
                  <a:buNone/>
                </a:pPr>
                <a:r>
                  <a:rPr lang="en-US"/>
                  <a:t>How many total outcomes are there? Suppose we try to use the second rule of counting.</a:t>
                </a:r>
              </a:p>
              <a:p>
                <a:r>
                  <a:rPr lang="en-US"/>
                  <a:t>First find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, which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/>
                  <a:t>, then find an m-to-1 function.</a:t>
                </a:r>
              </a:p>
              <a:p>
                <a:r>
                  <a:rPr lang="en-US"/>
                  <a:t>But this is a losing approach, there is no obvious m-to-1 function that we can use to lump different draws into outcomes.</a:t>
                </a:r>
              </a:p>
              <a:p>
                <a:r>
                  <a:rPr lang="en-US"/>
                  <a:t>Need to be more clever. Many possible approaches.</a:t>
                </a:r>
              </a:p>
              <a:p>
                <a:pPr lvl="1"/>
                <a:r>
                  <a:rPr lang="en-US"/>
                  <a:t>Our goal: Map our problem into a domain we can more easily analyze.</a:t>
                </a:r>
              </a:p>
              <a:p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C90DF3-FEAA-6FC6-0EBE-6A8714F960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7FD6EC2A-C097-3392-E983-38ED9F0E77CC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5C4A1E1-5E07-C92A-1B07-001E846F8675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4BF7149-A9D3-723C-AE41-E86BF4BC7412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FB66968-03FE-3B70-0C4B-074C2A99EBC2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010D2D4-20C8-EE29-33CA-3A31C6EA7961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D3853-B81C-0E0B-B946-93306B52EB3D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3B32DF-DA41-201A-459B-5E96C4066CE9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60428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3AE18-1957-83B1-9525-EC01E22CE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1CA4A-620F-2986-8FE6-11A607B0B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451B59-A270-8BE0-292E-1B346FF81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3 balls with the letters X through Z on them, then draw 5 in a row, putting the drawn ball back in the bag each time.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One approach: Imagine we have 3 different “sliders” that go from 0 to 5.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A8DE825-7AC3-FC16-B3E0-60BE5D1CB207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388D3A2-365A-8FF3-0784-53A194B1E145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61B58AA-AB32-2B3D-01A2-8037B66F7186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235274-FDFE-4FEC-8DBD-A717E0BAEB8F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F71C9B0-AD3C-8D0F-A164-95DE1AEB4DB7}"/>
              </a:ext>
            </a:extLst>
          </p:cNvPr>
          <p:cNvGrpSpPr/>
          <p:nvPr/>
        </p:nvGrpSpPr>
        <p:grpSpPr>
          <a:xfrm>
            <a:off x="958941" y="4213640"/>
            <a:ext cx="4514396" cy="2321510"/>
            <a:chOff x="958941" y="4213640"/>
            <a:chExt cx="4514396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070720-52D1-59D8-2997-0DB51BD85105}"/>
                </a:ext>
              </a:extLst>
            </p:cNvPr>
            <p:cNvSpPr txBox="1"/>
            <p:nvPr/>
          </p:nvSpPr>
          <p:spPr>
            <a:xfrm>
              <a:off x="3052731" y="6227373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24B3B08-9410-E346-66E6-6D8BB89E2009}"/>
                </a:ext>
              </a:extLst>
            </p:cNvPr>
            <p:cNvGrpSpPr/>
            <p:nvPr/>
          </p:nvGrpSpPr>
          <p:grpSpPr>
            <a:xfrm>
              <a:off x="958941" y="4213640"/>
              <a:ext cx="4514396" cy="2321510"/>
              <a:chOff x="384177" y="2839350"/>
              <a:chExt cx="4514396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B85E8C0-81E9-6D99-786B-60785AAF3812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2AC5E19-FC0D-B1A0-C746-CEBC845823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094DCA6D-873D-9746-9D44-89B5B44104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E16CB956-FDAB-E5BC-8EA3-6666772F58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8731742A-B362-C923-D560-17325A64E9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012C6BB5-47AF-618F-6331-5662F7315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B595CB2-F1F3-E1E1-5E09-D929D2F769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9E81284B-A280-0C0A-AF68-C84F211B43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F03FB7-7274-74A2-7E1C-08A0CB3690F4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455700A-8824-DBD9-29D0-56E9BB60779E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68FC05D-1C59-D6E9-D948-B3BAC9BB8B9F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C43AA81-8F65-0AAA-4418-4560FD47CF02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11A5B58-4A41-6868-5EC0-2857DDBACDF0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EF8BA3-2127-FA4F-B4FF-B435FBA63214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A8AF2113-2419-4ACB-0029-CCF0A2D4B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E4DEF731-E1AC-7C12-DC52-8B744257F7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A02E6593-3524-0BCC-C4CF-639CC704E5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6A287804-91A5-B85C-F280-539A0E300F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6EEADE8-184E-1096-78A7-311CB826CE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4B364CC-D26E-E183-95CD-331BBE8BDA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1C3586-3F62-0B16-589E-10A9908CB5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47660BF-387E-B1B1-1276-F114FC080A6C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132354D-E6B2-0E31-EA9C-1C79B60E02B3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E1380F1-4289-7FD8-F626-428AF0E73CDE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E2EB739-7029-0DA5-39C8-C1F601EE7B34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F4DBFE-F1F2-E657-E048-531442C0B73A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CDE9BB-D6FE-C3F7-51DF-E298CCDD87F7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6BF95557-3B7F-6871-A8A8-6B1AE38808EF}"/>
                  </a:ext>
                </a:extLst>
              </p:cNvPr>
              <p:cNvSpPr/>
              <p:nvPr/>
            </p:nvSpPr>
            <p:spPr>
              <a:xfrm>
                <a:off x="730250" y="3301910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1A5ED16-D2C7-38B7-74C7-DBE528DB6C43}"/>
                  </a:ext>
                </a:extLst>
              </p:cNvPr>
              <p:cNvSpPr/>
              <p:nvPr/>
            </p:nvSpPr>
            <p:spPr>
              <a:xfrm>
                <a:off x="1752596" y="4380735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337E88BA-B612-1230-125A-760C565B6B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561949DC-9408-3176-9B52-C294F6BC97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911D542A-1550-4451-E1F5-EEC0E8998C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4FFADFFB-2D44-845F-FB77-23E3266140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D3285EEB-73BA-CDA1-5D1A-12F968600F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8691B530-A2B3-624C-D51D-2B105E7206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7390D516-E804-837F-CBF7-3B3A9D3660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E47EB9-5D0A-9553-7F18-380E266F7236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45141DE-1F95-4604-81BB-D5D06C2D6357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FF7E459-68E7-A8B6-48A7-9D123FE65065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2E670820-7451-0F2A-227D-47B02A47C420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EED6FAB4-B8C4-8447-BD32-1D36A629A744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90AF1E7-537A-4690-A265-70F3713A50BE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BE5DB679-F78E-E39A-608B-06451C4E941C}"/>
                  </a:ext>
                </a:extLst>
              </p:cNvPr>
              <p:cNvSpPr/>
              <p:nvPr/>
            </p:nvSpPr>
            <p:spPr>
              <a:xfrm>
                <a:off x="2662226" y="4723705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DB7BAEE-6631-40EF-BD35-B7B8A9F86CA1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F29A89E-FE49-315C-CFC2-58EF15AAD986}"/>
                  </a:ext>
                </a:extLst>
              </p:cNvPr>
              <p:cNvSpPr txBox="1"/>
              <p:nvPr/>
            </p:nvSpPr>
            <p:spPr>
              <a:xfrm>
                <a:off x="3014617" y="3762781"/>
                <a:ext cx="1883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ß"/>
                </a:pPr>
                <a:r>
                  <a:rPr lang="en-US">
                    <a:sym typeface="Wingdings" panose="05000000000000000000" pitchFamily="2" charset="2"/>
                  </a:rPr>
                  <a:t>{X, X, X, X, Y}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6F2C05B-B118-493C-DCF9-AE8B97B4FFF7}"/>
              </a:ext>
            </a:extLst>
          </p:cNvPr>
          <p:cNvGrpSpPr/>
          <p:nvPr/>
        </p:nvGrpSpPr>
        <p:grpSpPr>
          <a:xfrm>
            <a:off x="6027607" y="4216812"/>
            <a:ext cx="4931497" cy="2294388"/>
            <a:chOff x="3509764" y="2872803"/>
            <a:chExt cx="4931497" cy="229438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6965A5F-E1FA-7DCA-75EB-26D17BAE0D3C}"/>
                </a:ext>
              </a:extLst>
            </p:cNvPr>
            <p:cNvCxnSpPr>
              <a:cxnSpLocks/>
            </p:cNvCxnSpPr>
            <p:nvPr/>
          </p:nvCxnSpPr>
          <p:spPr>
            <a:xfrm>
              <a:off x="5695058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460ED36-159D-FD97-CD83-1BF8674D26A9}"/>
                </a:ext>
              </a:extLst>
            </p:cNvPr>
            <p:cNvCxnSpPr>
              <a:cxnSpLocks/>
            </p:cNvCxnSpPr>
            <p:nvPr/>
          </p:nvCxnSpPr>
          <p:spPr>
            <a:xfrm>
              <a:off x="5695058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8CC4E39-90D9-B733-D4FE-94E098C52A0E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FF51C2F-BDA5-BF8C-75CC-83CFA0D8C7CC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5DC16871-0262-38C5-1A0B-14EDD981985B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3C1A113-1004-28C9-4957-28330B3EB0A4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D11D5D3-3326-778C-A3BF-68CFF7DBC0B0}"/>
                </a:ext>
              </a:extLst>
            </p:cNvPr>
            <p:cNvCxnSpPr>
              <a:cxnSpLocks/>
            </p:cNvCxnSpPr>
            <p:nvPr/>
          </p:nvCxnSpPr>
          <p:spPr>
            <a:xfrm>
              <a:off x="5847458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E4446AB-B089-95B5-0586-385DBAF855A4}"/>
                </a:ext>
              </a:extLst>
            </p:cNvPr>
            <p:cNvSpPr txBox="1"/>
            <p:nvPr/>
          </p:nvSpPr>
          <p:spPr>
            <a:xfrm>
              <a:off x="5380735" y="4655750"/>
              <a:ext cx="307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3A8434D-33B9-6EEB-B05C-B3849F378761}"/>
                </a:ext>
              </a:extLst>
            </p:cNvPr>
            <p:cNvSpPr txBox="1"/>
            <p:nvPr/>
          </p:nvSpPr>
          <p:spPr>
            <a:xfrm>
              <a:off x="5393434" y="2872803"/>
              <a:ext cx="307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CF6035E-2B23-92B7-23FF-1A0751E9F6C3}"/>
                </a:ext>
              </a:extLst>
            </p:cNvPr>
            <p:cNvSpPr txBox="1"/>
            <p:nvPr/>
          </p:nvSpPr>
          <p:spPr>
            <a:xfrm>
              <a:off x="5456934" y="3233350"/>
              <a:ext cx="307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B8D2DF0-5C2A-60CC-4717-8790E7503FF9}"/>
                </a:ext>
              </a:extLst>
            </p:cNvPr>
            <p:cNvSpPr txBox="1"/>
            <p:nvPr/>
          </p:nvSpPr>
          <p:spPr>
            <a:xfrm>
              <a:off x="5463284" y="3608719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A8CD114B-0D3A-E2F2-21E3-1CC1CF201C7D}"/>
                </a:ext>
              </a:extLst>
            </p:cNvPr>
            <p:cNvSpPr txBox="1"/>
            <p:nvPr/>
          </p:nvSpPr>
          <p:spPr>
            <a:xfrm>
              <a:off x="5463284" y="3958688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6F1779B-99F8-0D52-E277-A0A229548C2E}"/>
                </a:ext>
              </a:extLst>
            </p:cNvPr>
            <p:cNvSpPr txBox="1"/>
            <p:nvPr/>
          </p:nvSpPr>
          <p:spPr>
            <a:xfrm>
              <a:off x="5463284" y="4318900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C5AF347-CEBF-814A-940B-3A90121C4F96}"/>
                </a:ext>
              </a:extLst>
            </p:cNvPr>
            <p:cNvCxnSpPr>
              <a:cxnSpLocks/>
            </p:cNvCxnSpPr>
            <p:nvPr/>
          </p:nvCxnSpPr>
          <p:spPr>
            <a:xfrm>
              <a:off x="6714229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5563A374-1A3E-4020-4C72-46D26596E38C}"/>
                </a:ext>
              </a:extLst>
            </p:cNvPr>
            <p:cNvCxnSpPr>
              <a:cxnSpLocks/>
            </p:cNvCxnSpPr>
            <p:nvPr/>
          </p:nvCxnSpPr>
          <p:spPr>
            <a:xfrm>
              <a:off x="6714229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13831E0-B718-ED72-243A-548059F16D51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92E49F7-ADBC-04BA-D220-5667D3130264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FB9CE8A-242A-93D0-EE57-424698C3F6BE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1D8A16D-8E24-FC19-8E96-B41F1E246808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233D72B-C6AB-1367-EE60-C0A8CE766001}"/>
                </a:ext>
              </a:extLst>
            </p:cNvPr>
            <p:cNvCxnSpPr>
              <a:cxnSpLocks/>
            </p:cNvCxnSpPr>
            <p:nvPr/>
          </p:nvCxnSpPr>
          <p:spPr>
            <a:xfrm>
              <a:off x="6866629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261DC571-613A-A86B-4FA5-F8ED7BA37741}"/>
                </a:ext>
              </a:extLst>
            </p:cNvPr>
            <p:cNvSpPr txBox="1"/>
            <p:nvPr/>
          </p:nvSpPr>
          <p:spPr>
            <a:xfrm>
              <a:off x="6399906" y="4655750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37DD0B8-2968-C8ED-F4E7-3E427866374E}"/>
                </a:ext>
              </a:extLst>
            </p:cNvPr>
            <p:cNvSpPr txBox="1"/>
            <p:nvPr/>
          </p:nvSpPr>
          <p:spPr>
            <a:xfrm>
              <a:off x="6412605" y="2872803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B87886-A611-6060-A385-5A23FBC9F132}"/>
                </a:ext>
              </a:extLst>
            </p:cNvPr>
            <p:cNvSpPr txBox="1"/>
            <p:nvPr/>
          </p:nvSpPr>
          <p:spPr>
            <a:xfrm>
              <a:off x="6476105" y="323335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5AC6939-3B61-543C-A416-53428A39916F}"/>
                </a:ext>
              </a:extLst>
            </p:cNvPr>
            <p:cNvSpPr txBox="1"/>
            <p:nvPr/>
          </p:nvSpPr>
          <p:spPr>
            <a:xfrm>
              <a:off x="6482455" y="3608719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4010472-680C-1E08-4AB9-AD682AD3B955}"/>
                </a:ext>
              </a:extLst>
            </p:cNvPr>
            <p:cNvSpPr txBox="1"/>
            <p:nvPr/>
          </p:nvSpPr>
          <p:spPr>
            <a:xfrm>
              <a:off x="6482455" y="3958688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BDD7972-A3A3-C022-75BB-AF9B47BDF9B0}"/>
                </a:ext>
              </a:extLst>
            </p:cNvPr>
            <p:cNvSpPr txBox="1"/>
            <p:nvPr/>
          </p:nvSpPr>
          <p:spPr>
            <a:xfrm>
              <a:off x="6482455" y="431890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FDE4280-8EB5-DFA1-8678-179FF779FD0F}"/>
                </a:ext>
              </a:extLst>
            </p:cNvPr>
            <p:cNvSpPr/>
            <p:nvPr/>
          </p:nvSpPr>
          <p:spPr>
            <a:xfrm>
              <a:off x="5739513" y="4037902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30B46A35-7B43-43CA-9CD6-2B828900B87B}"/>
                </a:ext>
              </a:extLst>
            </p:cNvPr>
            <p:cNvSpPr/>
            <p:nvPr/>
          </p:nvSpPr>
          <p:spPr>
            <a:xfrm>
              <a:off x="6741893" y="4045957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A7079EE-6F55-E4EC-FA18-0D2D97180F42}"/>
                </a:ext>
              </a:extLst>
            </p:cNvPr>
            <p:cNvCxnSpPr>
              <a:cxnSpLocks/>
            </p:cNvCxnSpPr>
            <p:nvPr/>
          </p:nvCxnSpPr>
          <p:spPr>
            <a:xfrm>
              <a:off x="7619096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AE9869-AB00-3E46-6F52-61617A162224}"/>
                </a:ext>
              </a:extLst>
            </p:cNvPr>
            <p:cNvCxnSpPr>
              <a:cxnSpLocks/>
            </p:cNvCxnSpPr>
            <p:nvPr/>
          </p:nvCxnSpPr>
          <p:spPr>
            <a:xfrm>
              <a:off x="7619096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C316FB2C-9465-9885-6493-F403DAC14358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19F66DE-1C5C-0E45-65F9-51EB8049494E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BF41ED0-69D7-A109-E47B-323D57B62F9F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80A34179-8085-4903-A4B1-8D0696ADAB1B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4D65656-3849-043B-D1A0-9B9E505381D4}"/>
                </a:ext>
              </a:extLst>
            </p:cNvPr>
            <p:cNvCxnSpPr>
              <a:cxnSpLocks/>
            </p:cNvCxnSpPr>
            <p:nvPr/>
          </p:nvCxnSpPr>
          <p:spPr>
            <a:xfrm>
              <a:off x="7771496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B0626EAA-6B19-6266-64C3-7F9CBC509C48}"/>
                </a:ext>
              </a:extLst>
            </p:cNvPr>
            <p:cNvSpPr txBox="1"/>
            <p:nvPr/>
          </p:nvSpPr>
          <p:spPr>
            <a:xfrm>
              <a:off x="7304773" y="4655750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97D1021C-598A-ED11-E9C3-F8ADB4D5315F}"/>
                </a:ext>
              </a:extLst>
            </p:cNvPr>
            <p:cNvSpPr txBox="1"/>
            <p:nvPr/>
          </p:nvSpPr>
          <p:spPr>
            <a:xfrm>
              <a:off x="7317472" y="2872803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BE1FB56-A861-917F-52C8-6A722F6EF78D}"/>
                </a:ext>
              </a:extLst>
            </p:cNvPr>
            <p:cNvSpPr txBox="1"/>
            <p:nvPr/>
          </p:nvSpPr>
          <p:spPr>
            <a:xfrm>
              <a:off x="7380972" y="323335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7FF1DDC-A2C9-0862-00C5-5A2C0477900E}"/>
                </a:ext>
              </a:extLst>
            </p:cNvPr>
            <p:cNvSpPr txBox="1"/>
            <p:nvPr/>
          </p:nvSpPr>
          <p:spPr>
            <a:xfrm>
              <a:off x="7387322" y="3608719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E5DDD2A-B91D-F66F-D0A7-5660AE87DD77}"/>
                </a:ext>
              </a:extLst>
            </p:cNvPr>
            <p:cNvSpPr txBox="1"/>
            <p:nvPr/>
          </p:nvSpPr>
          <p:spPr>
            <a:xfrm>
              <a:off x="7387322" y="3958688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26541DF-4F95-F185-EC66-C596F922EFC9}"/>
                </a:ext>
              </a:extLst>
            </p:cNvPr>
            <p:cNvSpPr txBox="1"/>
            <p:nvPr/>
          </p:nvSpPr>
          <p:spPr>
            <a:xfrm>
              <a:off x="7387322" y="431890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AD373629-20DA-6CA3-AD8C-60734CB8F550}"/>
                </a:ext>
              </a:extLst>
            </p:cNvPr>
            <p:cNvSpPr/>
            <p:nvPr/>
          </p:nvSpPr>
          <p:spPr>
            <a:xfrm>
              <a:off x="7666722" y="4395926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0F80300-18C3-9C35-C734-022D57361B82}"/>
                </a:ext>
              </a:extLst>
            </p:cNvPr>
            <p:cNvSpPr txBox="1"/>
            <p:nvPr/>
          </p:nvSpPr>
          <p:spPr>
            <a:xfrm>
              <a:off x="5554155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Xs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C782FF95-0F5C-B3EA-522E-EAF27737E46C}"/>
                </a:ext>
              </a:extLst>
            </p:cNvPr>
            <p:cNvSpPr txBox="1"/>
            <p:nvPr/>
          </p:nvSpPr>
          <p:spPr>
            <a:xfrm>
              <a:off x="6568129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Ys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36BBC18-D783-FBF7-97FF-EF5D4174A9B1}"/>
                </a:ext>
              </a:extLst>
            </p:cNvPr>
            <p:cNvSpPr txBox="1"/>
            <p:nvPr/>
          </p:nvSpPr>
          <p:spPr>
            <a:xfrm>
              <a:off x="7498290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62C633F-329E-7C52-EB31-188540665D09}"/>
                </a:ext>
              </a:extLst>
            </p:cNvPr>
            <p:cNvSpPr/>
            <p:nvPr/>
          </p:nvSpPr>
          <p:spPr>
            <a:xfrm>
              <a:off x="3509764" y="3797062"/>
              <a:ext cx="16126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{X, X, Y, Y, Z} </a:t>
              </a:r>
              <a:r>
                <a:rPr lang="en-US">
                  <a:sym typeface="Wingdings" panose="05000000000000000000" pitchFamily="2" charset="2"/>
                </a:rPr>
                <a:t></a:t>
              </a:r>
              <a:endParaRPr lang="en-US"/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3F1474FF-CDDD-DD93-E1C7-47C85424CB09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8F06F723-9452-F5F3-49C9-0197BF2370E3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8034D876-61CB-4537-AE1C-8A86F778C3B7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66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30225-4F33-E55A-1A4A-E80B70CFB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B1C5-7897-6D43-89D8-61BD44852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185D9-0106-51C4-BA0D-095977E70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3 balls with the letters X through Z on them, then draw 5 in a row, putting the drawn ball back in the bag each time.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Which of the slider settings below is “valid”?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C66B7DE-78B9-C800-A58A-CEB1E6390660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73119E-41B3-4D09-9ECF-6701810DB99C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1B79CEE-2C86-DD27-AA09-CE5F58BE71FC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6F2B6D-44D2-EAB3-B8A2-D681DFCCF5B8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B2D734A-A2F3-E909-4DA7-45727B20C056}"/>
              </a:ext>
            </a:extLst>
          </p:cNvPr>
          <p:cNvGrpSpPr/>
          <p:nvPr/>
        </p:nvGrpSpPr>
        <p:grpSpPr>
          <a:xfrm>
            <a:off x="958941" y="4213640"/>
            <a:ext cx="3036761" cy="2321510"/>
            <a:chOff x="958941" y="4213640"/>
            <a:chExt cx="303676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E15D443-E38C-E015-666E-2C1125623543}"/>
                </a:ext>
              </a:extLst>
            </p:cNvPr>
            <p:cNvSpPr txBox="1"/>
            <p:nvPr/>
          </p:nvSpPr>
          <p:spPr>
            <a:xfrm>
              <a:off x="3052731" y="6227373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2D4FD1F-61AB-ACCE-7915-F610DB9EA3DF}"/>
                </a:ext>
              </a:extLst>
            </p:cNvPr>
            <p:cNvGrpSpPr/>
            <p:nvPr/>
          </p:nvGrpSpPr>
          <p:grpSpPr>
            <a:xfrm>
              <a:off x="958941" y="4213640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0D6129D-3F2E-754C-5F8A-EF64AB4BAA9E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E352E1DB-C636-AF73-690D-3F40EC779A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3AD2A2B-9E48-CEB1-9D76-3710437742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7FBAD40F-494E-A1FD-F93A-F083A849B1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298920C-9D5E-9649-8EB7-D112E9CF7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A63262C-E8AE-28F5-4220-42F2931668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D1795C5-C365-615C-5CA3-0DD5E673E9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57F62A5-AFCA-306F-7973-03C680BF1E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E2249CA-9936-64C8-C20B-8E70F5836B73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4ABDE7-32ED-2C08-19C1-725DF776223C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39F226F-DA28-2263-A8E7-EAA1332B3727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650CC8-3976-7815-A4E7-2AA52CCC4EC3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1154E74-83E2-1B4A-0BD9-E0DD32C3EA92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DD18A97-FC6E-CAAF-35CB-4D80939F80E3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50DD7DD-0C3C-A30B-0387-D586D8A8BA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C2B2F665-CB5F-3312-B412-9A670D16F9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69FA408-9C9A-7300-CE35-7D8DB20D04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BAB6C83-EEC4-DDD6-ACAB-11AA74752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468502B-72EE-009E-A000-ABAD26F9E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BEA3F3A-13DF-5E0A-BB9B-30E5197EDD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59747F98-06B9-A01C-D271-A887B18A72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B274DA-51B9-B4B1-C408-ADE35334D8F6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FF5A2E4-C5E5-5120-FBFC-CE367F69ED02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75C4F6D-6367-0F5F-02E4-54D6A5FD40F2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2EFFBE72-9499-BB4C-C5E2-0B7C32C1AAC8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49CE4AA-C0D7-A7AE-F0AD-BDB8B3F0E4EE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A08308F-6698-D555-EEC8-918C9C93D3C5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E338C114-B415-390C-41CE-8DBCD7B3230F}"/>
                  </a:ext>
                </a:extLst>
              </p:cNvPr>
              <p:cNvSpPr/>
              <p:nvPr/>
            </p:nvSpPr>
            <p:spPr>
              <a:xfrm>
                <a:off x="751416" y="4007621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094D341-E760-F7E2-D3D7-DD62C0254955}"/>
                  </a:ext>
                </a:extLst>
              </p:cNvPr>
              <p:cNvSpPr/>
              <p:nvPr/>
            </p:nvSpPr>
            <p:spPr>
              <a:xfrm>
                <a:off x="1752596" y="4380735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7FA39F2-F045-8AB6-70FA-5035904FE7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3DCEBC8-D454-5F2C-3040-243286B372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3195F146-661E-5DF7-9310-D264B61292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91D6A7F-1E48-7F85-6CE3-0C942BE18D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905F53DC-C65E-120F-47E9-83CA9C129D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D777F131-C0A6-DC4F-3A18-BF16A379C6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C55DD833-7A64-AFFA-E2CD-1D0824518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DCF5B8B-E0ED-3D96-CB61-0B7CC27BBC0C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448CB1B-B62C-6B44-BFB6-6F1BFA83546D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62D7297-B7D0-E0E6-1E51-EC180A5A7FC0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81DE615-8DEB-0F35-4176-B637F701B496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637C76-2D65-D40E-0190-1C4C66CDEEFE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F41A8AA-35CF-E902-B3B0-95306E53A34C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125794F-F0CA-27DD-D4E4-62C9254F98D4}"/>
                  </a:ext>
                </a:extLst>
              </p:cNvPr>
              <p:cNvSpPr/>
              <p:nvPr/>
            </p:nvSpPr>
            <p:spPr>
              <a:xfrm>
                <a:off x="2662226" y="4723705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6E38BFC-80C2-89EE-7472-D3274E13BACF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03520FB-EC36-45C9-D6D3-6AD4AB940AC9}"/>
              </a:ext>
            </a:extLst>
          </p:cNvPr>
          <p:cNvGrpSpPr/>
          <p:nvPr/>
        </p:nvGrpSpPr>
        <p:grpSpPr>
          <a:xfrm>
            <a:off x="7898578" y="4216812"/>
            <a:ext cx="3060526" cy="2294388"/>
            <a:chOff x="5380735" y="2872803"/>
            <a:chExt cx="3060526" cy="229438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98D97F6A-57F4-D66F-73E4-542C8F3B758B}"/>
                </a:ext>
              </a:extLst>
            </p:cNvPr>
            <p:cNvCxnSpPr>
              <a:cxnSpLocks/>
            </p:cNvCxnSpPr>
            <p:nvPr/>
          </p:nvCxnSpPr>
          <p:spPr>
            <a:xfrm>
              <a:off x="5695058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84DDCA0F-5B94-1255-68BA-07FC216E8D2F}"/>
                </a:ext>
              </a:extLst>
            </p:cNvPr>
            <p:cNvCxnSpPr>
              <a:cxnSpLocks/>
            </p:cNvCxnSpPr>
            <p:nvPr/>
          </p:nvCxnSpPr>
          <p:spPr>
            <a:xfrm>
              <a:off x="5695058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7C9B368-3F9A-C65A-66F9-0096AD87A608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F9ACD1F-DDAA-5CB3-D196-0EAF49413740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E8EA600-4135-3079-463A-5BB535BB3DC8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DB1C060E-6D64-7B6D-786E-5DE0E94DF446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C21FE661-826D-5E3F-E30B-F9E8EA654C5C}"/>
                </a:ext>
              </a:extLst>
            </p:cNvPr>
            <p:cNvCxnSpPr>
              <a:cxnSpLocks/>
            </p:cNvCxnSpPr>
            <p:nvPr/>
          </p:nvCxnSpPr>
          <p:spPr>
            <a:xfrm>
              <a:off x="5847458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A3AB8944-BBA5-6448-F20A-3CD8009F406F}"/>
                </a:ext>
              </a:extLst>
            </p:cNvPr>
            <p:cNvSpPr txBox="1"/>
            <p:nvPr/>
          </p:nvSpPr>
          <p:spPr>
            <a:xfrm>
              <a:off x="5380735" y="4655750"/>
              <a:ext cx="307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E9A3AF5D-BEBC-B91B-F0CF-9BF6BC4AF561}"/>
                </a:ext>
              </a:extLst>
            </p:cNvPr>
            <p:cNvSpPr txBox="1"/>
            <p:nvPr/>
          </p:nvSpPr>
          <p:spPr>
            <a:xfrm>
              <a:off x="5393434" y="2872803"/>
              <a:ext cx="307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FB314C3-5EFB-7E35-FD43-1EC31988B9D4}"/>
                </a:ext>
              </a:extLst>
            </p:cNvPr>
            <p:cNvSpPr txBox="1"/>
            <p:nvPr/>
          </p:nvSpPr>
          <p:spPr>
            <a:xfrm>
              <a:off x="5456934" y="3233350"/>
              <a:ext cx="307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E2A7A342-1F79-AE21-6D43-9042026BAB97}"/>
                </a:ext>
              </a:extLst>
            </p:cNvPr>
            <p:cNvSpPr txBox="1"/>
            <p:nvPr/>
          </p:nvSpPr>
          <p:spPr>
            <a:xfrm>
              <a:off x="5463284" y="3608719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B3AA3B9-C6A7-BAA6-1B7C-78442D69BCE3}"/>
                </a:ext>
              </a:extLst>
            </p:cNvPr>
            <p:cNvSpPr txBox="1"/>
            <p:nvPr/>
          </p:nvSpPr>
          <p:spPr>
            <a:xfrm>
              <a:off x="5463284" y="3958688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CE15F0E-C547-6F65-C007-2D58243ED7B2}"/>
                </a:ext>
              </a:extLst>
            </p:cNvPr>
            <p:cNvSpPr txBox="1"/>
            <p:nvPr/>
          </p:nvSpPr>
          <p:spPr>
            <a:xfrm>
              <a:off x="5463284" y="4318900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3E3BE6FD-BDE5-730D-C5E5-841965D3BCCD}"/>
                </a:ext>
              </a:extLst>
            </p:cNvPr>
            <p:cNvCxnSpPr>
              <a:cxnSpLocks/>
            </p:cNvCxnSpPr>
            <p:nvPr/>
          </p:nvCxnSpPr>
          <p:spPr>
            <a:xfrm>
              <a:off x="6714229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C546945C-107E-27B3-DBEE-5B650D4AFBDC}"/>
                </a:ext>
              </a:extLst>
            </p:cNvPr>
            <p:cNvCxnSpPr>
              <a:cxnSpLocks/>
            </p:cNvCxnSpPr>
            <p:nvPr/>
          </p:nvCxnSpPr>
          <p:spPr>
            <a:xfrm>
              <a:off x="6714229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E90FAA66-3D1C-22C8-9F75-132E23F7A492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29822C7-D9FB-9B2D-3E1F-5734E63094E1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611BA88-D18D-45E3-0535-9FD2A7728D71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39E13D4-AC44-9C74-ABEA-B5938F2BEDD3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1FC46F01-3853-CD40-5F51-D9BC7673897E}"/>
                </a:ext>
              </a:extLst>
            </p:cNvPr>
            <p:cNvCxnSpPr>
              <a:cxnSpLocks/>
            </p:cNvCxnSpPr>
            <p:nvPr/>
          </p:nvCxnSpPr>
          <p:spPr>
            <a:xfrm>
              <a:off x="6866629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755E599-41CE-88EA-3346-72FA8A43E570}"/>
                </a:ext>
              </a:extLst>
            </p:cNvPr>
            <p:cNvSpPr txBox="1"/>
            <p:nvPr/>
          </p:nvSpPr>
          <p:spPr>
            <a:xfrm>
              <a:off x="6399906" y="4655750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A4CE974-4E4E-4A6D-A1CA-1AD10191CAA1}"/>
                </a:ext>
              </a:extLst>
            </p:cNvPr>
            <p:cNvSpPr txBox="1"/>
            <p:nvPr/>
          </p:nvSpPr>
          <p:spPr>
            <a:xfrm>
              <a:off x="6412605" y="2872803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30BE197-E600-26E7-A9E3-CDD2348B3E4D}"/>
                </a:ext>
              </a:extLst>
            </p:cNvPr>
            <p:cNvSpPr txBox="1"/>
            <p:nvPr/>
          </p:nvSpPr>
          <p:spPr>
            <a:xfrm>
              <a:off x="6476105" y="323335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FEFBBC3-9335-A325-2435-B7C8D5520991}"/>
                </a:ext>
              </a:extLst>
            </p:cNvPr>
            <p:cNvSpPr txBox="1"/>
            <p:nvPr/>
          </p:nvSpPr>
          <p:spPr>
            <a:xfrm>
              <a:off x="6482455" y="3608719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0BD40E7-EC56-5936-A6B9-AEFDCB2EF27A}"/>
                </a:ext>
              </a:extLst>
            </p:cNvPr>
            <p:cNvSpPr txBox="1"/>
            <p:nvPr/>
          </p:nvSpPr>
          <p:spPr>
            <a:xfrm>
              <a:off x="6482455" y="3958688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EDE3D3F-E65B-D2C6-DBFE-7A467D83F4D2}"/>
                </a:ext>
              </a:extLst>
            </p:cNvPr>
            <p:cNvSpPr txBox="1"/>
            <p:nvPr/>
          </p:nvSpPr>
          <p:spPr>
            <a:xfrm>
              <a:off x="6482455" y="431890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AB75E866-84DC-AB23-FBBF-31D68DD3C6C6}"/>
                </a:ext>
              </a:extLst>
            </p:cNvPr>
            <p:cNvSpPr/>
            <p:nvPr/>
          </p:nvSpPr>
          <p:spPr>
            <a:xfrm>
              <a:off x="5734523" y="3679322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8293B48D-A2D5-875D-FAEA-4E9900BDC529}"/>
                </a:ext>
              </a:extLst>
            </p:cNvPr>
            <p:cNvSpPr/>
            <p:nvPr/>
          </p:nvSpPr>
          <p:spPr>
            <a:xfrm>
              <a:off x="6752325" y="4386853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B604CFE6-A68E-2F9B-668F-9BF51E788585}"/>
                </a:ext>
              </a:extLst>
            </p:cNvPr>
            <p:cNvCxnSpPr>
              <a:cxnSpLocks/>
            </p:cNvCxnSpPr>
            <p:nvPr/>
          </p:nvCxnSpPr>
          <p:spPr>
            <a:xfrm>
              <a:off x="7619096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24127DB-E922-F90E-F6CA-3DD13730A7CB}"/>
                </a:ext>
              </a:extLst>
            </p:cNvPr>
            <p:cNvCxnSpPr>
              <a:cxnSpLocks/>
            </p:cNvCxnSpPr>
            <p:nvPr/>
          </p:nvCxnSpPr>
          <p:spPr>
            <a:xfrm>
              <a:off x="7619096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3C4B48D-742D-BA15-275E-39F1C0469B22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84F82A3D-5410-2309-916D-A1E1F1DF7895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742E98CF-42D2-8092-4750-49D0A02382C4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F353EC44-9F54-8D59-5232-3AA7FB4FC599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92003AB-4D92-1C95-C563-76A6BDFF46EF}"/>
                </a:ext>
              </a:extLst>
            </p:cNvPr>
            <p:cNvCxnSpPr>
              <a:cxnSpLocks/>
            </p:cNvCxnSpPr>
            <p:nvPr/>
          </p:nvCxnSpPr>
          <p:spPr>
            <a:xfrm>
              <a:off x="7771496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5160AD6D-D78D-3FA8-B568-FF3458CB9493}"/>
                </a:ext>
              </a:extLst>
            </p:cNvPr>
            <p:cNvSpPr txBox="1"/>
            <p:nvPr/>
          </p:nvSpPr>
          <p:spPr>
            <a:xfrm>
              <a:off x="7304773" y="4655750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BAC4AEA-2FB4-B673-0CE4-97071D6AC4C8}"/>
                </a:ext>
              </a:extLst>
            </p:cNvPr>
            <p:cNvSpPr txBox="1"/>
            <p:nvPr/>
          </p:nvSpPr>
          <p:spPr>
            <a:xfrm>
              <a:off x="7317472" y="2872803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355BB8F-F860-D35B-3776-E4F203ED4AB4}"/>
                </a:ext>
              </a:extLst>
            </p:cNvPr>
            <p:cNvSpPr txBox="1"/>
            <p:nvPr/>
          </p:nvSpPr>
          <p:spPr>
            <a:xfrm>
              <a:off x="7380972" y="323335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0B989C91-117A-C24A-0C09-7CF91090AF5F}"/>
                </a:ext>
              </a:extLst>
            </p:cNvPr>
            <p:cNvSpPr txBox="1"/>
            <p:nvPr/>
          </p:nvSpPr>
          <p:spPr>
            <a:xfrm>
              <a:off x="7387322" y="3608719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A4530E64-C475-B159-436C-523BAF1B946F}"/>
                </a:ext>
              </a:extLst>
            </p:cNvPr>
            <p:cNvSpPr txBox="1"/>
            <p:nvPr/>
          </p:nvSpPr>
          <p:spPr>
            <a:xfrm>
              <a:off x="7387322" y="3958688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1F7E992-E53E-B18A-9BE6-5C7A38501C6C}"/>
                </a:ext>
              </a:extLst>
            </p:cNvPr>
            <p:cNvSpPr txBox="1"/>
            <p:nvPr/>
          </p:nvSpPr>
          <p:spPr>
            <a:xfrm>
              <a:off x="7387322" y="431890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0BC2B1C0-F78A-7780-4FD2-4879EA138BCE}"/>
                </a:ext>
              </a:extLst>
            </p:cNvPr>
            <p:cNvSpPr/>
            <p:nvPr/>
          </p:nvSpPr>
          <p:spPr>
            <a:xfrm>
              <a:off x="7666722" y="4395926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3989381D-736C-AC0E-75A1-7FFFFBFD9F7B}"/>
                </a:ext>
              </a:extLst>
            </p:cNvPr>
            <p:cNvSpPr txBox="1"/>
            <p:nvPr/>
          </p:nvSpPr>
          <p:spPr>
            <a:xfrm>
              <a:off x="5554155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Xs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87778F61-603A-FDF3-EC92-BE7C9E49772A}"/>
                </a:ext>
              </a:extLst>
            </p:cNvPr>
            <p:cNvSpPr txBox="1"/>
            <p:nvPr/>
          </p:nvSpPr>
          <p:spPr>
            <a:xfrm>
              <a:off x="6568129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Ys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C248E6F9-8D44-767E-7A5B-D2C6A8DCE80B}"/>
                </a:ext>
              </a:extLst>
            </p:cNvPr>
            <p:cNvSpPr txBox="1"/>
            <p:nvPr/>
          </p:nvSpPr>
          <p:spPr>
            <a:xfrm>
              <a:off x="7498290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AEAFB8A1-A5FC-70D2-2507-F2336E77B062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00AC55-C769-DA53-CD9E-84BB9802B2AE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866A27-BC44-2840-5FCC-9E7316C8AC9D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587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6962-07F0-A714-AAF7-D1BE1C3F3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6B02F-EA6C-B0B7-9220-705B435F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2D1BB-C2E6-714D-0A6E-90E38D08E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Suppose we place 3 balls with the letters X through Z on them, then draw 5 in a row, putting the drawn ball back in the bag each time.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lvl="0" indent="0">
              <a:spcBef>
                <a:spcPts val="600"/>
              </a:spcBef>
              <a:buNone/>
            </a:pPr>
            <a:r>
              <a:rPr lang="en-US"/>
              <a:t>Which of the slider settings below is “valid”? Must sum to 5!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8FD84FB-1A76-5E2D-C326-A72AD5A6693E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1BB4E3B-D8B3-1414-269D-FE4EE9067668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800EFDD-953E-B072-0A22-A2F6442051A3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CE878E1-30BD-AC68-9B09-803A36B250EE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16EF3445-7765-AC48-20AC-60EEFB8AF314}"/>
              </a:ext>
            </a:extLst>
          </p:cNvPr>
          <p:cNvGrpSpPr/>
          <p:nvPr/>
        </p:nvGrpSpPr>
        <p:grpSpPr>
          <a:xfrm>
            <a:off x="958941" y="4213640"/>
            <a:ext cx="3036761" cy="2321510"/>
            <a:chOff x="958941" y="4213640"/>
            <a:chExt cx="303676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7B20B4A-5914-D13A-9347-B3AC3D7D6DF8}"/>
                </a:ext>
              </a:extLst>
            </p:cNvPr>
            <p:cNvSpPr txBox="1"/>
            <p:nvPr/>
          </p:nvSpPr>
          <p:spPr>
            <a:xfrm>
              <a:off x="3052731" y="6227373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CE8C51B-A032-CB31-B105-B97A9156D6F2}"/>
                </a:ext>
              </a:extLst>
            </p:cNvPr>
            <p:cNvGrpSpPr/>
            <p:nvPr/>
          </p:nvGrpSpPr>
          <p:grpSpPr>
            <a:xfrm>
              <a:off x="958941" y="4213640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B90815-9FF2-1490-02AA-23B9BBBDCF32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AAD2AFD1-B78A-D18C-1D6A-4643D19661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33CCDB2-AAE7-D55A-7F53-C4F7985321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9D00AAC-7341-6558-E9AF-A58D45FEE3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75A49AD5-10AB-C9D2-CE70-AEE012FFD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6677EE0-11EC-6CCE-970D-008BF7C636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5141DCD8-1374-AF10-7EAA-CAB0F746CC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21FA24B-4BEC-59F9-B0A5-6017F195DB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435A20E-F6A7-1E64-2A16-2A5440719010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DB43895-8EAC-3AE1-C9F7-1F44EF30CFEE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AAEBFBC-F7F8-C47D-6361-10A77C05526A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5596D34-0604-36B9-44CE-A46591EB5096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B7BA692-00B3-348C-47F0-D04F305B24C2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852DAB-3141-977D-8DF0-E9006E8691E9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9197B642-7068-B816-C7C7-FDDDD5532F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34F6D6CD-777A-2CF7-C5BA-DE78047D4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4126F037-BA3F-39C8-78BB-6026A9A3F2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7D23B51A-131E-4A5F-A3E8-546BC7E9A3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CDADFE56-6709-579F-DEE8-B0E5219E7B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801FE585-A6D0-AFDF-B740-BAAB62B8BA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AAEBC959-1D9F-BFCA-6E7C-DD60E023FE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4F9E11C-C989-35B7-C2DA-00E01DB052E4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3DA5E0C-83C0-1760-A791-A216E3529C59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0E42DFA-8BF0-F334-EA85-AB5B85FCEEA3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EE35FB6-7646-2B68-E7A5-9F341B34F0A9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16CD85F-A29A-17D9-FB5F-A11124265E37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1F31FAF-2962-27F0-3CC9-00692796441B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3A6BBE71-0FC9-1953-AD3D-B4FF9DD7F8A1}"/>
                  </a:ext>
                </a:extLst>
              </p:cNvPr>
              <p:cNvSpPr/>
              <p:nvPr/>
            </p:nvSpPr>
            <p:spPr>
              <a:xfrm>
                <a:off x="751416" y="4007621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3BF19B3B-3B2A-E427-EF5E-253B886776DA}"/>
                  </a:ext>
                </a:extLst>
              </p:cNvPr>
              <p:cNvSpPr/>
              <p:nvPr/>
            </p:nvSpPr>
            <p:spPr>
              <a:xfrm>
                <a:off x="1752596" y="4380735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2AEFD4DC-55F7-F53C-B5B8-58BF1AF3AB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9ADED2D8-859F-A0A9-381A-DC3EC69DB6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4434C99-3E5D-51C6-CAB9-84C14B141E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37B3D2A6-9F98-453E-D4CB-717DC4856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350793AE-0B24-3528-A081-5F554BA453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2A166544-BAEE-467B-6F77-F41E92CC2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90E0C8E7-1EE5-2E99-4AA9-DCE29490A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1AEF03B-F271-1DE4-EE6B-20C8F03B7876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4B0F157-23F2-768C-EAB7-24BFAF2F6A36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7FCCDCB-A1F8-D76D-4CF0-5BB4085321AF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878E088-23AA-F495-9601-6E09E7A663AF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9B4C8CC-0AB3-A9D4-4F49-AB06C1AEB847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3F8E59D-4AD4-6379-446A-8C55B875FA4A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3D7A5FD-1C3C-84EA-3D7B-8CDB43DDBBDB}"/>
                  </a:ext>
                </a:extLst>
              </p:cNvPr>
              <p:cNvSpPr/>
              <p:nvPr/>
            </p:nvSpPr>
            <p:spPr>
              <a:xfrm>
                <a:off x="2662226" y="4723705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12D92AB-470B-59C8-DEA6-F59CB5355997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155E7EA-2C8B-F4C4-3831-533F5C4F4F12}"/>
              </a:ext>
            </a:extLst>
          </p:cNvPr>
          <p:cNvGrpSpPr/>
          <p:nvPr/>
        </p:nvGrpSpPr>
        <p:grpSpPr>
          <a:xfrm>
            <a:off x="7898578" y="4216812"/>
            <a:ext cx="3060526" cy="2294388"/>
            <a:chOff x="5380735" y="2872803"/>
            <a:chExt cx="3060526" cy="2294388"/>
          </a:xfrm>
        </p:grpSpPr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6A16774D-F1D2-0730-535D-DEDB9094BE4E}"/>
                </a:ext>
              </a:extLst>
            </p:cNvPr>
            <p:cNvCxnSpPr>
              <a:cxnSpLocks/>
            </p:cNvCxnSpPr>
            <p:nvPr/>
          </p:nvCxnSpPr>
          <p:spPr>
            <a:xfrm>
              <a:off x="5695058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EEC206D-B276-A8DD-1FC4-58DBC87EE02D}"/>
                </a:ext>
              </a:extLst>
            </p:cNvPr>
            <p:cNvCxnSpPr>
              <a:cxnSpLocks/>
            </p:cNvCxnSpPr>
            <p:nvPr/>
          </p:nvCxnSpPr>
          <p:spPr>
            <a:xfrm>
              <a:off x="5695058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9FFFB67B-D8DB-C863-7746-0029CF0CF758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30CD0175-2F78-24F4-6AF0-D7AC74D08B36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9713694D-3CED-3B98-79C9-3FA7B70FBC36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62431204-C694-BB47-F2A6-4E43EF5F11EB}"/>
                </a:ext>
              </a:extLst>
            </p:cNvPr>
            <p:cNvCxnSpPr>
              <a:cxnSpLocks/>
            </p:cNvCxnSpPr>
            <p:nvPr/>
          </p:nvCxnSpPr>
          <p:spPr>
            <a:xfrm>
              <a:off x="5764908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85DA1F0-1FC9-DFCE-0071-42D6852B791C}"/>
                </a:ext>
              </a:extLst>
            </p:cNvPr>
            <p:cNvCxnSpPr>
              <a:cxnSpLocks/>
            </p:cNvCxnSpPr>
            <p:nvPr/>
          </p:nvCxnSpPr>
          <p:spPr>
            <a:xfrm>
              <a:off x="5847458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774486E-A174-3768-A1CA-ACD27D29899A}"/>
                </a:ext>
              </a:extLst>
            </p:cNvPr>
            <p:cNvSpPr txBox="1"/>
            <p:nvPr/>
          </p:nvSpPr>
          <p:spPr>
            <a:xfrm>
              <a:off x="5380735" y="4655750"/>
              <a:ext cx="307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00F210D-2322-8A59-55D9-5519F93A7B39}"/>
                </a:ext>
              </a:extLst>
            </p:cNvPr>
            <p:cNvSpPr txBox="1"/>
            <p:nvPr/>
          </p:nvSpPr>
          <p:spPr>
            <a:xfrm>
              <a:off x="5393434" y="2872803"/>
              <a:ext cx="3079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C8E86B7-B8EF-0567-9C44-9B962E00E301}"/>
                </a:ext>
              </a:extLst>
            </p:cNvPr>
            <p:cNvSpPr txBox="1"/>
            <p:nvPr/>
          </p:nvSpPr>
          <p:spPr>
            <a:xfrm>
              <a:off x="5456934" y="3233350"/>
              <a:ext cx="3079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D5288CCC-1BD5-1A55-0CB8-6357C7B054C3}"/>
                </a:ext>
              </a:extLst>
            </p:cNvPr>
            <p:cNvSpPr txBox="1"/>
            <p:nvPr/>
          </p:nvSpPr>
          <p:spPr>
            <a:xfrm>
              <a:off x="5463284" y="3608719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000E46C-E25B-E4E1-96FB-BEF4D91469FA}"/>
                </a:ext>
              </a:extLst>
            </p:cNvPr>
            <p:cNvSpPr txBox="1"/>
            <p:nvPr/>
          </p:nvSpPr>
          <p:spPr>
            <a:xfrm>
              <a:off x="5463284" y="3958688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58CED40-120B-446E-F3E3-741D7D43898B}"/>
                </a:ext>
              </a:extLst>
            </p:cNvPr>
            <p:cNvSpPr txBox="1"/>
            <p:nvPr/>
          </p:nvSpPr>
          <p:spPr>
            <a:xfrm>
              <a:off x="5463284" y="4318900"/>
              <a:ext cx="3079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6D7D2FF-6D9C-468E-71CD-560BD7012388}"/>
                </a:ext>
              </a:extLst>
            </p:cNvPr>
            <p:cNvCxnSpPr>
              <a:cxnSpLocks/>
            </p:cNvCxnSpPr>
            <p:nvPr/>
          </p:nvCxnSpPr>
          <p:spPr>
            <a:xfrm>
              <a:off x="6714229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5EA99FA-020C-AD07-C7E6-0998C7D85A97}"/>
                </a:ext>
              </a:extLst>
            </p:cNvPr>
            <p:cNvCxnSpPr>
              <a:cxnSpLocks/>
            </p:cNvCxnSpPr>
            <p:nvPr/>
          </p:nvCxnSpPr>
          <p:spPr>
            <a:xfrm>
              <a:off x="6714229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3454951F-C2D3-1B6B-D0A8-DC17D6AFD5BC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DECE549-63EC-7254-9E43-DF33DC0BC0BB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20013DD-A439-6477-8BB8-980F32BB6A6D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90E5B00-145F-AFF5-1D81-1BAE7493522D}"/>
                </a:ext>
              </a:extLst>
            </p:cNvPr>
            <p:cNvCxnSpPr>
              <a:cxnSpLocks/>
            </p:cNvCxnSpPr>
            <p:nvPr/>
          </p:nvCxnSpPr>
          <p:spPr>
            <a:xfrm>
              <a:off x="6784079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4C0563D-5D52-F404-CE8B-7F24CD9B2F08}"/>
                </a:ext>
              </a:extLst>
            </p:cNvPr>
            <p:cNvCxnSpPr>
              <a:cxnSpLocks/>
            </p:cNvCxnSpPr>
            <p:nvPr/>
          </p:nvCxnSpPr>
          <p:spPr>
            <a:xfrm>
              <a:off x="6866629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607C58E8-691D-637C-CC48-A148A7FDBA83}"/>
                </a:ext>
              </a:extLst>
            </p:cNvPr>
            <p:cNvSpPr txBox="1"/>
            <p:nvPr/>
          </p:nvSpPr>
          <p:spPr>
            <a:xfrm>
              <a:off x="6399906" y="4655750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23286403-15B5-C01C-6B90-E9B217698F74}"/>
                </a:ext>
              </a:extLst>
            </p:cNvPr>
            <p:cNvSpPr txBox="1"/>
            <p:nvPr/>
          </p:nvSpPr>
          <p:spPr>
            <a:xfrm>
              <a:off x="6412605" y="2872803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75A8B16-0458-F24E-29A1-9F16AD343608}"/>
                </a:ext>
              </a:extLst>
            </p:cNvPr>
            <p:cNvSpPr txBox="1"/>
            <p:nvPr/>
          </p:nvSpPr>
          <p:spPr>
            <a:xfrm>
              <a:off x="6476105" y="323335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600D572-7B70-1960-76B6-E1330246EBF4}"/>
                </a:ext>
              </a:extLst>
            </p:cNvPr>
            <p:cNvSpPr txBox="1"/>
            <p:nvPr/>
          </p:nvSpPr>
          <p:spPr>
            <a:xfrm>
              <a:off x="6482455" y="3608719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17FAFFC-E607-7BF7-3CF7-2A7DD7368C89}"/>
                </a:ext>
              </a:extLst>
            </p:cNvPr>
            <p:cNvSpPr txBox="1"/>
            <p:nvPr/>
          </p:nvSpPr>
          <p:spPr>
            <a:xfrm>
              <a:off x="6482455" y="3958688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8965605D-9A4C-8D91-36C1-62B8B934883A}"/>
                </a:ext>
              </a:extLst>
            </p:cNvPr>
            <p:cNvSpPr txBox="1"/>
            <p:nvPr/>
          </p:nvSpPr>
          <p:spPr>
            <a:xfrm>
              <a:off x="6482455" y="431890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2662BEFC-20D0-9CD7-B1B9-376BC1B23DD8}"/>
                </a:ext>
              </a:extLst>
            </p:cNvPr>
            <p:cNvSpPr/>
            <p:nvPr/>
          </p:nvSpPr>
          <p:spPr>
            <a:xfrm>
              <a:off x="5734523" y="3679322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78EEF8C3-8159-82DA-E347-9DF986626086}"/>
                </a:ext>
              </a:extLst>
            </p:cNvPr>
            <p:cNvSpPr/>
            <p:nvPr/>
          </p:nvSpPr>
          <p:spPr>
            <a:xfrm>
              <a:off x="6752325" y="4386853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0BCB6CB2-78EB-9CC4-0044-3487E5B41611}"/>
                </a:ext>
              </a:extLst>
            </p:cNvPr>
            <p:cNvCxnSpPr>
              <a:cxnSpLocks/>
            </p:cNvCxnSpPr>
            <p:nvPr/>
          </p:nvCxnSpPr>
          <p:spPr>
            <a:xfrm>
              <a:off x="7619096" y="4827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9737D39-A909-BEE9-B0BC-16A2459D7356}"/>
                </a:ext>
              </a:extLst>
            </p:cNvPr>
            <p:cNvCxnSpPr>
              <a:cxnSpLocks/>
            </p:cNvCxnSpPr>
            <p:nvPr/>
          </p:nvCxnSpPr>
          <p:spPr>
            <a:xfrm>
              <a:off x="7619096" y="3049703"/>
              <a:ext cx="2984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FEA1BBD-E9DC-7CD4-6FAD-AB3659786357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34053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751FC24-A760-CD3D-D7FD-4F56B53E6087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37609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A6DCFD78-9609-81EF-42AA-D5E8F47A9304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41165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658B0F41-7FFF-8844-A359-DCB192722490}"/>
                </a:ext>
              </a:extLst>
            </p:cNvPr>
            <p:cNvCxnSpPr>
              <a:cxnSpLocks/>
            </p:cNvCxnSpPr>
            <p:nvPr/>
          </p:nvCxnSpPr>
          <p:spPr>
            <a:xfrm>
              <a:off x="7688946" y="4472103"/>
              <a:ext cx="15875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91B198F-8FEF-4EFB-772B-BF66FD066B42}"/>
                </a:ext>
              </a:extLst>
            </p:cNvPr>
            <p:cNvCxnSpPr>
              <a:cxnSpLocks/>
            </p:cNvCxnSpPr>
            <p:nvPr/>
          </p:nvCxnSpPr>
          <p:spPr>
            <a:xfrm>
              <a:off x="7771496" y="3049703"/>
              <a:ext cx="0" cy="17780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12D66DE-CE61-CADD-E013-9A776481CE8C}"/>
                </a:ext>
              </a:extLst>
            </p:cNvPr>
            <p:cNvSpPr txBox="1"/>
            <p:nvPr/>
          </p:nvSpPr>
          <p:spPr>
            <a:xfrm>
              <a:off x="7304773" y="4655750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0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0365F3F-9B3F-56DA-8EFD-41613B7DC9AA}"/>
                </a:ext>
              </a:extLst>
            </p:cNvPr>
            <p:cNvSpPr txBox="1"/>
            <p:nvPr/>
          </p:nvSpPr>
          <p:spPr>
            <a:xfrm>
              <a:off x="7317472" y="2872803"/>
              <a:ext cx="3238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32825CE1-1941-0EC7-BB61-8731D4ACCABE}"/>
                </a:ext>
              </a:extLst>
            </p:cNvPr>
            <p:cNvSpPr txBox="1"/>
            <p:nvPr/>
          </p:nvSpPr>
          <p:spPr>
            <a:xfrm>
              <a:off x="7380972" y="323335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4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5B754E3-A21F-72E0-B231-BF35299504BD}"/>
                </a:ext>
              </a:extLst>
            </p:cNvPr>
            <p:cNvSpPr txBox="1"/>
            <p:nvPr/>
          </p:nvSpPr>
          <p:spPr>
            <a:xfrm>
              <a:off x="7387322" y="3608719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3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0F0191FD-1659-0009-BC42-2577AA79C627}"/>
                </a:ext>
              </a:extLst>
            </p:cNvPr>
            <p:cNvSpPr txBox="1"/>
            <p:nvPr/>
          </p:nvSpPr>
          <p:spPr>
            <a:xfrm>
              <a:off x="7387322" y="3958688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2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A6D6C37-869F-43B2-FCC4-12C71ECFA00E}"/>
                </a:ext>
              </a:extLst>
            </p:cNvPr>
            <p:cNvSpPr txBox="1"/>
            <p:nvPr/>
          </p:nvSpPr>
          <p:spPr>
            <a:xfrm>
              <a:off x="7387322" y="4318900"/>
              <a:ext cx="3238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/>
                <a:t>1</a:t>
              </a: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B03A523-4F2C-4BA2-8425-56606850943B}"/>
                </a:ext>
              </a:extLst>
            </p:cNvPr>
            <p:cNvSpPr/>
            <p:nvPr/>
          </p:nvSpPr>
          <p:spPr>
            <a:xfrm>
              <a:off x="7666722" y="4395926"/>
              <a:ext cx="228600" cy="1410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50000"/>
                    </a:schemeClr>
                  </a:solidFill>
                </a:ln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0C93266D-3BEB-A0E1-44D8-59AFF675479A}"/>
                </a:ext>
              </a:extLst>
            </p:cNvPr>
            <p:cNvSpPr txBox="1"/>
            <p:nvPr/>
          </p:nvSpPr>
          <p:spPr>
            <a:xfrm>
              <a:off x="5554155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Xs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6648AFA-95EF-F218-FB19-03E7D5781AD6}"/>
                </a:ext>
              </a:extLst>
            </p:cNvPr>
            <p:cNvSpPr txBox="1"/>
            <p:nvPr/>
          </p:nvSpPr>
          <p:spPr>
            <a:xfrm>
              <a:off x="6568129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Ys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9882FE6D-CEC5-7C5F-E90D-10A28711C425}"/>
                </a:ext>
              </a:extLst>
            </p:cNvPr>
            <p:cNvSpPr txBox="1"/>
            <p:nvPr/>
          </p:nvSpPr>
          <p:spPr>
            <a:xfrm>
              <a:off x="7498290" y="4859414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9644211A-A86B-6A9B-0029-38CB71C91221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719122-9DB7-CBC2-6397-D2D15E0CE0E4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60A381-4018-9CED-98FF-7832F7A51DA8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465C151-83A0-8619-1CF6-CE8AEBF2CA4F}"/>
              </a:ext>
            </a:extLst>
          </p:cNvPr>
          <p:cNvCxnSpPr/>
          <p:nvPr/>
        </p:nvCxnSpPr>
        <p:spPr>
          <a:xfrm>
            <a:off x="660152" y="4357897"/>
            <a:ext cx="3131263" cy="210088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DA53A879-BC89-B21A-85AA-98DAA3AD9250}"/>
              </a:ext>
            </a:extLst>
          </p:cNvPr>
          <p:cNvCxnSpPr>
            <a:cxnSpLocks/>
          </p:cNvCxnSpPr>
          <p:nvPr/>
        </p:nvCxnSpPr>
        <p:spPr>
          <a:xfrm flipV="1">
            <a:off x="660152" y="4357897"/>
            <a:ext cx="2957304" cy="201614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C62D338F-75BD-2487-6AA6-245D17913017}"/>
              </a:ext>
            </a:extLst>
          </p:cNvPr>
          <p:cNvCxnSpPr>
            <a:cxnSpLocks/>
          </p:cNvCxnSpPr>
          <p:nvPr/>
        </p:nvCxnSpPr>
        <p:spPr>
          <a:xfrm>
            <a:off x="6669661" y="5840212"/>
            <a:ext cx="381305" cy="387161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6B68DE35-85BB-4D26-82E2-BCFC2A3CCB5A}"/>
              </a:ext>
            </a:extLst>
          </p:cNvPr>
          <p:cNvCxnSpPr>
            <a:cxnSpLocks/>
          </p:cNvCxnSpPr>
          <p:nvPr/>
        </p:nvCxnSpPr>
        <p:spPr>
          <a:xfrm flipV="1">
            <a:off x="7040443" y="5537458"/>
            <a:ext cx="666793" cy="689915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0520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A9C4B-57E4-2071-F28A-C9823D168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7BE1A-7888-7565-463A-09A97941D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5170D-FCEE-3F88-0CF8-49F84500E5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5170D-FCEE-3F88-0CF8-49F84500E5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09D54CEA-7A3D-6485-0723-24BDB47FBBA0}"/>
              </a:ext>
            </a:extLst>
          </p:cNvPr>
          <p:cNvGrpSpPr/>
          <p:nvPr/>
        </p:nvGrpSpPr>
        <p:grpSpPr>
          <a:xfrm>
            <a:off x="1461861" y="3992129"/>
            <a:ext cx="4514396" cy="2321510"/>
            <a:chOff x="1461861" y="3992129"/>
            <a:chExt cx="4514396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6579E4F-A1E0-9359-88F4-889547D83490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92EA4ED-FCBD-21C7-905F-5EA430F94695}"/>
                </a:ext>
              </a:extLst>
            </p:cNvPr>
            <p:cNvGrpSpPr/>
            <p:nvPr/>
          </p:nvGrpSpPr>
          <p:grpSpPr>
            <a:xfrm>
              <a:off x="1461861" y="3992129"/>
              <a:ext cx="4514396" cy="2321510"/>
              <a:chOff x="384177" y="2839350"/>
              <a:chExt cx="4514396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5ED2B7-69B6-DDF0-E9B4-62F58DE61A31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B37BD4F5-6FFD-10AA-D0C8-46A66638D7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EC65BF3E-98DA-64A6-55F3-F04966241D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3BAC1A6-504F-06FD-82D3-2F02FC5F5E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37CAFBB-6702-BCA8-D441-5FB00E082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6527478-B942-1CDE-E130-51CCB82E06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48ADF58-B3AB-6D92-E738-281203736E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63EBE97E-A825-0D69-DA28-6E867C1279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FF342A2-65A0-DF64-49C3-ADF38253D645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DBCA9B-0224-8069-6CF2-5322546D6BBF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E4FE97-FAD2-9544-8609-EC32BED901A5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4055EAE-B453-5077-718D-C3839B58E64A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42BC865-1552-6C61-89BB-E6D3E1710F01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466893-301F-62D3-6C10-9473AC59A8B9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4A7B863-15E6-BCCE-E00A-5D4C9694DC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FE514E0B-9175-FE58-8D52-548806D7D6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BD1D8853-1559-A244-1BCD-B6B77B0642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65D26B8-E6A5-7DCE-7AED-30B9AD3548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D4D242C1-E577-B01F-73EC-3261CC39CD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43D6096-8D6B-7F10-FFA3-0748AC3BC4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3A0FF78-750D-47A9-F330-01EB7EBA0F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A121C0-A4AC-8471-5C4E-5AF8ABBEDF50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BB6E4BF-E310-F251-CF69-695652876F9E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372EFB-36E2-432B-1DDB-8D1DBBC1DDB1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AAC017-755E-FA43-2327-025FFCD89A8C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CE1C207-B1DE-C80E-D538-578916E25957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17EEFE5-67FE-73CE-4D93-7837B29C92C6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135B58B1-8AE3-B7FF-93B3-1E33A8B490D2}"/>
                  </a:ext>
                </a:extLst>
              </p:cNvPr>
              <p:cNvSpPr/>
              <p:nvPr/>
            </p:nvSpPr>
            <p:spPr>
              <a:xfrm>
                <a:off x="761634" y="4026007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6502D32-E3AF-4E52-214E-B7EFB3258330}"/>
                  </a:ext>
                </a:extLst>
              </p:cNvPr>
              <p:cNvSpPr/>
              <p:nvPr/>
            </p:nvSpPr>
            <p:spPr>
              <a:xfrm>
                <a:off x="1764407" y="4020014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CE14B13-A2E4-9CF0-6A8F-983D006D30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AD68C37-6FE5-DDCB-C2F5-D36F7880FB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7CBBCD2-93D4-4C30-759E-A23A9306DC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B2EE524E-0AB4-918D-2C42-3CC95780B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3267D9A-9017-229A-6D01-B6A37D1A82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8F554027-C806-C447-3A2F-C8EB01DA5D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E4FC3E6-8417-6300-80CD-26EFECF875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214F3E78-04F4-10CB-BE6A-64D6A38C8326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E75DBD3-794E-C8C0-6E06-57BA99913478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DCF07C0-B246-56E0-9E95-CA628D571C9D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C37BCFC-8499-E408-7F5C-588A3271552B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9242302-4BE0-CD0F-BC46-05F49A5873BB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ED5F0EF-E010-BEEB-A0FF-02A999F8B5A5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7DE7F41-B5D2-44A0-FF4D-A215AA949A8C}"/>
                  </a:ext>
                </a:extLst>
              </p:cNvPr>
              <p:cNvSpPr/>
              <p:nvPr/>
            </p:nvSpPr>
            <p:spPr>
              <a:xfrm>
                <a:off x="2660688" y="4361627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5B5AD5C-6EFA-FDA6-AAEA-9F8D78B0E628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7C58E54-6B41-55E8-C3F8-332DCCCFAAB6}"/>
                  </a:ext>
                </a:extLst>
              </p:cNvPr>
              <p:cNvSpPr txBox="1"/>
              <p:nvPr/>
            </p:nvSpPr>
            <p:spPr>
              <a:xfrm>
                <a:off x="3014617" y="3762781"/>
                <a:ext cx="18839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>
                    <a:sym typeface="Wingdings" panose="05000000000000000000" pitchFamily="2" charset="2"/>
                  </a:rPr>
                  <a:t> {X, X, Y, Y, Z}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23772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0C811-62ED-9BC0-4DEA-73D41AF7F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9E303-C122-8E30-D1BB-2DFBD195B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941685-D67D-4039-A344-54AD17F8C6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  <a:p>
                <a:r>
                  <a:rPr lang="en-US"/>
                  <a:t>If X = 0, how many valid positions?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941685-D67D-4039-A344-54AD17F8C6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C1F73F69-1DAC-1192-2121-D33A9296827C}"/>
              </a:ext>
            </a:extLst>
          </p:cNvPr>
          <p:cNvGrpSpPr/>
          <p:nvPr/>
        </p:nvGrpSpPr>
        <p:grpSpPr>
          <a:xfrm>
            <a:off x="1461861" y="3992129"/>
            <a:ext cx="3033441" cy="2321510"/>
            <a:chOff x="1461861" y="3992129"/>
            <a:chExt cx="303344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A9859C4-9684-E836-169F-9D057564B87D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A2006C-187C-D2AF-F129-F6828D7C2453}"/>
                </a:ext>
              </a:extLst>
            </p:cNvPr>
            <p:cNvGrpSpPr/>
            <p:nvPr/>
          </p:nvGrpSpPr>
          <p:grpSpPr>
            <a:xfrm>
              <a:off x="1461861" y="3992129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69B0C31-AB08-72A1-5FED-D90A577D4B20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4942090-6423-977D-BFF3-9FFD3C66A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A089BB98-6E41-1E2D-7C2B-2DBBB0D9F0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4D923592-D270-3EE4-FA06-70E0397013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C8845408-4398-D7B3-5EE3-1D83EE7A84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3A45D1F-F19F-CD1D-0298-E8301A8BC7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AC1A9D3-89F3-071B-8A1E-EE67C192D8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1016E8C-CF21-3472-80BF-F0A7183DC3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1519664-CBBB-F90A-02F3-1709AC15ED2D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148642-2C16-87FC-8D55-901C72A26604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CD3AEF8-3135-9DC1-AB74-85CC25928818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8B1265C-AE36-5759-40DD-3EF8A5A9656F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625C932-95B3-9B1F-9E9B-8910E2058643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A9A7B71-C9DB-DEB7-F852-8B827950CE92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5C47EB2-D9CF-9F59-1E29-9730B15EFE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C6B6430-D848-132B-0059-E27624F951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158A42D7-77D6-CF67-A564-6E74075784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765E32B-F03E-E91A-C012-E1BF24919B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5C7343C9-0D13-D55B-834D-58C9DFD26A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36BDA54D-C730-A28E-B3B0-18D7E781F7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65C37C59-4185-8ECC-74D4-8851FD652E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12FB48-BBB7-01E5-C4D5-6F72FD184004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0E8279C-1C5C-C795-F568-898E03D439F7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7814CA4-C688-FA06-3E46-6F5007A17D79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4BB32F-68BA-2FA4-31AF-61E452938EDB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63910D7-07DE-F6E6-5683-D4D087615D58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D9A116B-7ABD-999B-9810-A38514EA46C9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559A6BC-395B-0CAF-86CA-C967DAE1CFEF}"/>
                  </a:ext>
                </a:extLst>
              </p:cNvPr>
              <p:cNvSpPr/>
              <p:nvPr/>
            </p:nvSpPr>
            <p:spPr>
              <a:xfrm>
                <a:off x="736600" y="4722686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B6EB85C-553E-C97E-1E7D-ED8CDF8B3C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004C28A-DD39-DC58-FAAA-EDD5FF3EA6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CAE30D2A-5157-E5D7-5FEB-813AC81275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6E1E51A-1DCE-9C42-F68E-DD0E602275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94F0E41E-5375-ECD1-CBDE-3AB735BDFF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C30D0CE-53A7-E4DD-942A-74C38B186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EF87CBB-C4D1-0769-4BDE-5A0009B59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708079E-6928-8ADC-F950-CD5374457FE4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DD328A1-FA41-CB45-0942-E995A3FB2682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F9467201-A6B6-0CB4-00F9-D5DF6EFAC4AA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F7A480F-23C7-E3C8-4A8D-5FCE159DCC66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A3081F1-1C0E-650A-08BD-5E52FDF4648B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9CD5DD0-A354-0637-8B08-0D88AEF555B8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462C3DC-197A-CEAE-3546-76FEAF0BE9DE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617335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A83A2-8D97-E7FB-AAFE-9F3836F3B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C78D-B12F-A909-10E8-5BD43D16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DA581-6C9D-BC2B-3E77-9E81FA29A3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  <a:p>
                <a:r>
                  <a:rPr lang="en-US"/>
                  <a:t>If X = 0, how many valid positions? 6</a:t>
                </a:r>
              </a:p>
              <a:p>
                <a:pPr lvl="1"/>
                <a:r>
                  <a:rPr lang="en-US"/>
                  <a:t>If Y = 0, then Z = 5.</a:t>
                </a:r>
              </a:p>
              <a:p>
                <a:pPr lvl="1"/>
                <a:r>
                  <a:rPr lang="en-US"/>
                  <a:t>If Y = 1, then Z = 4.</a:t>
                </a:r>
              </a:p>
              <a:p>
                <a:pPr lvl="1"/>
                <a:r>
                  <a:rPr lang="en-US"/>
                  <a:t>…</a:t>
                </a:r>
              </a:p>
              <a:p>
                <a:pPr lvl="1"/>
                <a:r>
                  <a:rPr lang="en-US"/>
                  <a:t>If Y = 5, then Z = 0.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47DA581-6C9D-BC2B-3E77-9E81FA29A3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23276428-279A-5AAF-23A6-9DB32274C82D}"/>
              </a:ext>
            </a:extLst>
          </p:cNvPr>
          <p:cNvGrpSpPr/>
          <p:nvPr/>
        </p:nvGrpSpPr>
        <p:grpSpPr>
          <a:xfrm>
            <a:off x="1461861" y="3992129"/>
            <a:ext cx="3033441" cy="2321510"/>
            <a:chOff x="1461861" y="3992129"/>
            <a:chExt cx="303344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04CAB4E-C6FE-7AEF-AEA0-39634750AE87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0175376-25B0-78CA-EC36-1562CCC28B32}"/>
                </a:ext>
              </a:extLst>
            </p:cNvPr>
            <p:cNvGrpSpPr/>
            <p:nvPr/>
          </p:nvGrpSpPr>
          <p:grpSpPr>
            <a:xfrm>
              <a:off x="1461861" y="3992129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7C62852-29DE-FADF-2B84-EF5EBD20B326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2E5322B-F41C-C205-60BB-D039E50E0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9E6C6C61-CE8A-0DFF-B5E9-ADC778B31A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B1CF1F0-7884-E354-0F42-D446AFC32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ECBDFB8-F597-7511-CEAE-6F6450E82C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974766AE-12D5-24C7-C7CC-C8EC8858B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CDD9AE61-A20B-2E41-98DD-0B808E7049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4F82BAB-858E-7419-A6EB-0E201B0271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3104BAC-9196-98B7-AAD8-38F2714DFE01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2DA8BF-4964-BEE3-94C2-DF3B15299A6F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DEF508B-1B8D-47AC-3BD8-99762D729C8F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F3439F8-35C5-46AA-327F-BF6FF7706726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C347454-26D0-56B1-2A15-5F3EA1C76974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876B20-268F-EC52-204D-B5EA794E3EDC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396DF24-86E2-CA57-F408-0D44D5A57C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71ECC64B-9585-2DB8-8988-EDBC4F164A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9C3CF588-853A-DC11-4954-441402174E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17CDA74-C39B-95AD-A434-CBEC816E6C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D8EA929B-9294-3F19-9E74-E89E5E5016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74EE8705-5EAF-EEC2-383D-7336FD38C1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3630DBB-927D-71AB-B066-C2B6186BA6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05F8C37-82B9-02EB-BA36-7BA17BDD224F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008FF1C-A0EB-3130-54C4-064A151852DB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E050C10-37B5-376D-387F-29F4EBF6991E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B8D876C-612F-6D12-14E3-D8C8D2B572E8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4BBAAF4-81A4-50A9-CF88-2629EB8B3576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8425C14-3CBA-00D0-2E49-582DD62EA9CC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3AC41DA-DFE8-5CD7-A87B-C0394B65D892}"/>
                  </a:ext>
                </a:extLst>
              </p:cNvPr>
              <p:cNvSpPr/>
              <p:nvPr/>
            </p:nvSpPr>
            <p:spPr>
              <a:xfrm>
                <a:off x="736600" y="4722686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E1753AB-46CC-7E39-41A5-A0F49C96CC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19128C4-F88B-B771-DEB7-A1C62244A9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89F34F8-D28F-9CA5-ADEF-C986278D07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C08E399-23EB-EFED-689D-FA2A14A02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3E1DA0A-66F0-1A02-B7C8-C9ADA83C9D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78FF501-45E8-651E-4D05-512DB93563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30B5778-1D92-4DBE-2240-AFCC85AB5C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30C3FDCA-A312-EA89-F859-19FE93EE13F4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EB3C28C-0900-57EB-B702-FF1D2D560D1D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8BA4CF1-D2F9-8FAD-A4D2-19D1610B7E24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9C260D5-8785-1EED-94B0-F37D8635D439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1611DB6-F2D9-D6A7-6DDA-E0831FE85FB2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7C5399DC-76B7-B624-8778-C3360D35AEA1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CE62C178-FBD8-41A2-C725-4677FB20ED39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984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B920F-32CC-47FF-6870-248F1EF32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AA1CF-F48B-465C-415B-0092D599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26C3A-7366-3850-276A-B8F78E64C3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  <a:p>
                <a:r>
                  <a:rPr lang="en-US"/>
                  <a:t>If X = 0, how many valid positions? 6</a:t>
                </a:r>
              </a:p>
              <a:p>
                <a:pPr lvl="1"/>
                <a:r>
                  <a:rPr lang="en-US"/>
                  <a:t>Y and Z must sum to 6.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526C3A-7366-3850-276A-B8F78E64C3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55D306B6-05AA-6399-5230-02F38B98680B}"/>
              </a:ext>
            </a:extLst>
          </p:cNvPr>
          <p:cNvGrpSpPr/>
          <p:nvPr/>
        </p:nvGrpSpPr>
        <p:grpSpPr>
          <a:xfrm>
            <a:off x="1461861" y="3992129"/>
            <a:ext cx="3033441" cy="2321510"/>
            <a:chOff x="1461861" y="3992129"/>
            <a:chExt cx="303344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4CBFEA2-1EF1-621E-2C53-C66448B86289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DE69C25-BD8A-18E9-ABFF-575B2A0886C4}"/>
                </a:ext>
              </a:extLst>
            </p:cNvPr>
            <p:cNvGrpSpPr/>
            <p:nvPr/>
          </p:nvGrpSpPr>
          <p:grpSpPr>
            <a:xfrm>
              <a:off x="1461861" y="3992129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53C6192-E7BC-4819-A26F-53181330E75A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959312A-FACB-D7E9-E5B7-B436A471F7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8528B14-093D-155D-E27E-BB662B6834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D5995C8F-FF7B-BFFE-87E0-D6030F811B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94AACFC1-AACD-509D-D8F6-EAE7CB5654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DE74B475-62F9-40EE-1CA9-508992191E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BC117C0-FF81-E046-31C8-B936FE0E9E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3786277-0B21-A1EC-374F-8C37EC2FC3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6E1034A-9AEB-C9F6-616D-EAD34415225E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F1EB2E-C622-4732-DEA3-DCECDF9F0840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14824C9-0CAE-901F-0CCB-C70CC81583DF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07D6CB-CAFA-3B7B-FB7D-3D7DE0DFC77D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68A0A6D-5CE4-D1FC-D2A0-7E550B0ED1C6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E0E0FE7-1D9F-508B-31A7-4B756771008C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7D00C38-8B1E-3348-B70D-4A6FED6BF4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02342F6B-5C4E-739A-260D-68D375D7662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F28CA8F-41A7-AAA0-7B64-3D08C364E7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AD87361F-5220-68AD-0B78-454CCB59A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38E5BE1B-1159-53B0-9AE2-0AF2601BD6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AAAEE4B-F4B3-5BAD-A330-5A4671D03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47515000-C306-E710-13F7-8B6B187F8F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086F7B-3AE8-D614-C6AC-E070E4B39297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54501FA-0FA1-77F7-2B16-DE837BF6DF5A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3ADED95-6062-7CD8-0B03-2B7FFB76FA8D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9D90732-8E97-1FBF-0C90-E15E24B8A5C5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635889-9DD1-4802-D7F2-A9BEEC6DBBC5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4E6595B-C256-A2C3-A594-6B713368A73F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01C109B-C519-0D17-9568-19A65411742D}"/>
                  </a:ext>
                </a:extLst>
              </p:cNvPr>
              <p:cNvSpPr/>
              <p:nvPr/>
            </p:nvSpPr>
            <p:spPr>
              <a:xfrm>
                <a:off x="736600" y="4722686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55756685-4F83-8AEB-0F2A-6D123830BE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32DD01E-C176-19F2-6600-34401B376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2C95A6DF-F4E8-0B39-3268-0B554F824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F8716AA-90B6-F76E-9B3D-5573477D3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708169F-996C-C591-62E3-0E5B6C9FEE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C82DCC5-FCA2-E564-7262-E58F0436C9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A62D651E-FD46-0501-87D2-A35AEEB909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574FC19-72EB-72BF-F53B-E6B324F09C8C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1540A9C-507B-0D57-09C8-AC5BB0BA524A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96333CD-9E0F-6AAD-A28F-319AC4020E0E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79F7273-94F9-1151-E486-7263CF4974B6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5D7592E-197C-C397-8C28-51C50DC4DD7D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58124EC-CD8C-4570-0C62-3EF6D385BF2B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1B87129-79DB-AC4E-443D-B820DB9FC1E1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224909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442B-6B9C-4806-6A20-A001738A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8BD-1738-55EB-2950-3E95C919F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EDA1D7-44D2-DF4B-106B-8995E168A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  <a:p>
                <a:r>
                  <a:rPr lang="en-US"/>
                  <a:t>If X = 0, how many valid positions? 6</a:t>
                </a:r>
              </a:p>
              <a:p>
                <a:r>
                  <a:rPr lang="en-US"/>
                  <a:t>If X = 1, how many valid positions?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EDA1D7-44D2-DF4B-106B-8995E168A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36D9B260-D5FD-BC59-30D5-AB19CD1AAD0B}"/>
              </a:ext>
            </a:extLst>
          </p:cNvPr>
          <p:cNvGrpSpPr/>
          <p:nvPr/>
        </p:nvGrpSpPr>
        <p:grpSpPr>
          <a:xfrm>
            <a:off x="1461861" y="3992129"/>
            <a:ext cx="3033441" cy="2321510"/>
            <a:chOff x="1461861" y="3992129"/>
            <a:chExt cx="303344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FEC97D9-21DE-58FC-FD06-DA8E45E511E3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B4B01CB-F7EE-F16A-46B4-D95E3F5BA1B2}"/>
                </a:ext>
              </a:extLst>
            </p:cNvPr>
            <p:cNvGrpSpPr/>
            <p:nvPr/>
          </p:nvGrpSpPr>
          <p:grpSpPr>
            <a:xfrm>
              <a:off x="1461861" y="3992129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1482015-15C6-C435-15A6-A94067B5D830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511BE657-179E-EA3B-4690-C032AFF0D8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08342EE-D3F4-5212-F8C9-1B9D9AF065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C0EE155D-30A6-0841-1F47-C46323FFC0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03BB8B0F-C1FB-A314-8AB3-D19886E50D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5E6A3EC-08C0-1685-4A67-2AFD3BA8DA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82BD916-DEE9-717A-72DC-AEA3E2D9FE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2AD4198-B8D4-DAA2-6A85-0E0452FA51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26137F-E8E0-ACCC-DD04-23D59C1407DE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E0FBCA-0DB9-D04F-E6CB-08DD91FAF1F5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19886E8-1490-24CE-A008-1653EB4B1B9D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97E04BE-669D-4086-4922-6B34D9575186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4CA850C-47EC-3C6F-AFC1-2490206E6CC9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99336D7-2859-1055-AB7C-788EBDF5252A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CBE5D9BA-16AC-29F2-3BE0-CABC2ADB0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9B2F4AF-C63F-D172-C209-401B4381EE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E185082-2EB8-88AB-0935-2D0C31E12B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6DDF0725-4E11-4FE6-72C9-6D715B4AE3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41F7835F-5B0D-73C0-ACA2-5D862B9FF7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F032FA6-B0E0-94F4-E1EF-D85A37E8EE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8DD36F7A-7587-43CA-73B6-13349855A1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9FA2520-9FCC-78B7-0F24-BABE9C89080C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BF8A7D2-390A-C3EB-2166-EBC4C733C2FF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71FD185-34DD-B3B8-C17F-F3CD6097B984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59E03A0-FB7D-BD71-3E37-AB9C0C888B9D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370B22E-9E43-D298-96AA-45F55C3A4CF8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05DEB8A-B56F-B78C-3F9B-DE51603AA160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3F1847E-0741-FC3D-3B62-F9213078976D}"/>
                  </a:ext>
                </a:extLst>
              </p:cNvPr>
              <p:cNvSpPr/>
              <p:nvPr/>
            </p:nvSpPr>
            <p:spPr>
              <a:xfrm>
                <a:off x="736605" y="4370955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7C22AB7-EBE3-6313-8B07-E026DF5D31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CC25763-E64A-3D10-6046-75ADD66219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BE543754-D7B8-E9D9-990F-DD46935528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4B1EDCA-4CF9-4198-843F-4AEFB77D30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2B2EE8E-F3CD-18ED-8D69-E46C506B35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52F6120F-1086-A7AE-E001-DBEA4195EF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5C8BB150-42CD-1A9F-810E-F2C479C5FC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6FD03E-50F6-9D86-EE41-A554EFA3682A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BA83C0F-1E79-9CC2-58FD-0C272C48B15C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DE62542-B70E-7CF7-98DF-427EC9764B3D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AB94E1E-A623-8BBD-B369-62B021F77228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928B8581-1BEB-E5DA-2834-DD67814CD96E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2A99F46E-2433-5C14-8845-20D31F5959BE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9A6840D-ED7D-215B-5B03-B9CEBDF42B7F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169751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66D53-B432-D893-BCF4-C1F5AFCC5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C58F6-9A60-7C8C-7EE3-27CC98B48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BCA29-B0C4-3677-E678-064DC73094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  <a:p>
                <a:r>
                  <a:rPr lang="en-US"/>
                  <a:t>If X = 0, how many valid positions? 6</a:t>
                </a:r>
              </a:p>
              <a:p>
                <a:r>
                  <a:rPr lang="en-US"/>
                  <a:t>If X = 1, how many valid positions? 5</a:t>
                </a:r>
              </a:p>
              <a:p>
                <a:pPr lvl="1"/>
                <a:r>
                  <a:rPr lang="en-US"/>
                  <a:t>Y and Z must sum to 4.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0BCA29-B0C4-3677-E678-064DC73094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163341EB-0A75-5CFD-32D6-47725B7A16B6}"/>
              </a:ext>
            </a:extLst>
          </p:cNvPr>
          <p:cNvGrpSpPr/>
          <p:nvPr/>
        </p:nvGrpSpPr>
        <p:grpSpPr>
          <a:xfrm>
            <a:off x="1461861" y="3992129"/>
            <a:ext cx="3033441" cy="2321510"/>
            <a:chOff x="1461861" y="3992129"/>
            <a:chExt cx="303344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92D0C7A-B6BA-4DCA-BAF8-2F73C706F1FE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AB94499-52DE-3FA1-CC93-663B209542BF}"/>
                </a:ext>
              </a:extLst>
            </p:cNvPr>
            <p:cNvGrpSpPr/>
            <p:nvPr/>
          </p:nvGrpSpPr>
          <p:grpSpPr>
            <a:xfrm>
              <a:off x="1461861" y="3992129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42425D7-97A4-FE9B-FA11-333E13B4620F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EB9A0FB-2E3B-65D2-38F3-CB99FF1386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81E94C9-D2C8-18DF-1D24-8EBEF95094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F0C7D1BD-059C-A0DB-758A-75C3554DDD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E3E69A8D-4DDD-A8FA-57C3-7B7E80FD59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2E9731C2-9C2B-922D-DB58-2C803C06A7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DCCE5EBA-A0EA-D8A1-99F5-B436203FAA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056E8C6-D350-A857-D2D9-3C1829156F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5571E72-A7D1-A99E-4C51-166C31E21B95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037AEAC-49E8-36F7-4F94-7939661FD1A6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21C1AC2-5147-51EA-B497-7F38136C4CDE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293455A-AC6B-29C9-B8DC-5A1D30307C01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9003775-6C2D-CB4E-D0EB-ACE9698BF127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23F1555-0DDC-00E5-2B3A-A669750E9C0B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5D55B9D-4068-4759-307F-09FC219033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AF3CA49-6001-E5C7-296D-2184167295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04950D2B-F170-3916-D566-D2EED87B7C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AE7B03F-BCD1-536F-8799-F33E9BABFB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BB7D54F-75E7-5655-98BC-56AA4CD5AA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5C634537-BF02-55D6-AD94-9885CB489D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B800D819-B519-D423-B36E-5CE88C487E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E5C9D4F-C660-65F7-5D2F-E54B43FC8713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BA2A6F1-0401-C19F-E949-05003BB74869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5B8E297-FD6C-39ED-66A8-AB6A11E7C7CE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1ECF2BA-9E56-84F0-F258-514AD21EA8A3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1A61D67-C2C8-6A48-A704-E79C7BCE6500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B6C5BCA-6ADB-86BD-DB8A-819DDD8C5964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38686ED-8BFC-8E70-B9C1-386EED8C368A}"/>
                  </a:ext>
                </a:extLst>
              </p:cNvPr>
              <p:cNvSpPr/>
              <p:nvPr/>
            </p:nvSpPr>
            <p:spPr>
              <a:xfrm>
                <a:off x="736605" y="4360049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2F1A43F8-479B-B468-40C1-8289C6154A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9EC64FE9-18C4-E908-36A5-B29FD10FC5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3C40543-6249-24CD-05D0-BC7EC84E9C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C572E3A-9DEE-D440-CBB1-6639D98A7D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7710872-4A57-295C-2B51-95233B95ED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912FDC3A-526A-D985-96BB-53795E5D88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DDAFA34-C916-0CA8-3E5E-7E33F25D96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1858D82-959B-04A8-DEC1-5EB6A5067F9B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4A5AA16-4A6C-3B40-7083-25730D31F432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638E664-ED88-AEC2-7885-E41EE94AD27F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6E9E27B-5136-5D95-B9D0-F7D094CA19EF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48FB9469-78A0-3F4E-31DE-42C528506931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2899B26-6F6D-F6C4-77E7-84F89BC1637F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7C787A7-AA22-96F2-6D27-5C749BD001E9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6779940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99F7B-B774-EFC5-708E-AD5B3E157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955FC-C3FF-E996-2E45-DEBB5C88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DABA5-ACB9-D075-560B-0EFAD04019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  <a:p>
                <a:r>
                  <a:rPr lang="en-US"/>
                  <a:t>If X = 0, how many valid positions? 6</a:t>
                </a:r>
              </a:p>
              <a:p>
                <a:r>
                  <a:rPr lang="en-US"/>
                  <a:t>If X = 1, how many valid positions? 5</a:t>
                </a:r>
              </a:p>
              <a:p>
                <a:r>
                  <a:rPr lang="en-US"/>
                  <a:t>…</a:t>
                </a:r>
              </a:p>
              <a:p>
                <a:r>
                  <a:rPr lang="en-US"/>
                  <a:t>If X = 5, how many valid positions?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DABA5-ACB9-D075-560B-0EFAD04019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7F527BF6-4A8D-CB18-FC5A-5593013FB056}"/>
              </a:ext>
            </a:extLst>
          </p:cNvPr>
          <p:cNvGrpSpPr/>
          <p:nvPr/>
        </p:nvGrpSpPr>
        <p:grpSpPr>
          <a:xfrm>
            <a:off x="1461861" y="3992129"/>
            <a:ext cx="3033441" cy="2321510"/>
            <a:chOff x="1461861" y="3992129"/>
            <a:chExt cx="303344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93C33-45A5-57FE-11AC-F9B19E43A415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58375FC-AD27-5863-AC20-D24FC1DF0969}"/>
                </a:ext>
              </a:extLst>
            </p:cNvPr>
            <p:cNvGrpSpPr/>
            <p:nvPr/>
          </p:nvGrpSpPr>
          <p:grpSpPr>
            <a:xfrm>
              <a:off x="1461861" y="3992129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DEF6E9C-8A15-C18C-FDC1-DE3F37F06D44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963149E-F729-DBB0-B48C-2F2142A9BE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2339728-0DB1-F10F-79C4-B50B5423B5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D881BD6-7FF1-875B-2FA6-51583FB49C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44BAEDC8-FB69-874E-415F-82512CBE40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CF58332-619F-176B-1C16-4CF7DB78E9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DCD90CD-0182-7E86-3E93-5E1DBA5E36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B2BCCA20-8784-8007-7641-FB30148B8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A84A9A8-AD09-5202-68A8-198CBB8E99D8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84E6FB-5911-B09C-AD6C-086F2E05A6EE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F2CE6DB-08DD-6472-6C14-B3A7209D7324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75A863A-7C81-98FD-E6A9-13355AC082E3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00D6B9D-8F4F-6F88-EBC5-84EB17E1F4F3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96741DF-59B4-9072-779C-314C7DE75C79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4B9098BB-1DC4-A5A2-0504-B97881FE70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33997E61-E25E-D02E-7DF8-0A20E788C6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CA95F9E-F80D-14D3-AD5A-D64D53AAFF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2100B8DD-C222-49E2-7A36-01AF622F4B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F7E7434A-DF64-F46D-B003-74B2695252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806C09D-B4A9-4A8D-1477-E07B534A9A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DB07BCDC-3EDB-7B80-DE84-E390E3205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E197D8F-AD94-76CF-D494-80BC42939871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5F8642-E5F8-8CC4-D7F0-CB87E4AD63E0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9A2E671-FD21-33C8-F820-645C66AC3006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E9C5B12-AF28-98CF-B59D-07DF40F50605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68D411D-5268-FDA2-79A7-B72D2A4539C6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AC6C70-80C4-DF94-B4D8-07A41EEA61DC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F4D4CA56-128F-F267-DC22-D105DCE4606C}"/>
                  </a:ext>
                </a:extLst>
              </p:cNvPr>
              <p:cNvSpPr/>
              <p:nvPr/>
            </p:nvSpPr>
            <p:spPr>
              <a:xfrm>
                <a:off x="733420" y="2950083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7E277C81-B0B8-214D-61E2-1EEC61D2E3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7B635CD4-635A-A934-AAD1-40140BB63D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1E457A04-0AF5-07B4-E28C-02C346801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243728F-1CA3-9960-2A51-CB94BEB218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C7119D8-3B51-220B-DBC5-B5BDF5599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C9C2519E-6CDF-E044-A6D1-6C0C39A42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CB514B8F-5615-60C5-E7E5-3F438AFD3D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F586DEC-71A0-20BB-8F57-8A60ABD114EC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4858D1B-F8A7-C368-9B3C-60372B0D8447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927534F-ABBE-21D9-7CA4-A440004E554A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7DEDAF6-177C-7D52-7231-E714F2BE0A25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B613DCA8-B25A-7D32-94AF-79B1359F9C2D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3714C67-14D3-20D4-385E-DA3E0F00C455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18610DF-8482-8CDF-9962-45BBCB8FF829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957503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1760B-6717-D7E7-8838-928FE6B16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19AB3-56B8-9431-A833-43D6C0037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Mapping One: The Slider Problem, Counting Valid Slider Positions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A9C24-A84A-A935-D4E1-B74C55E41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all valid slider positions. What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The three sliders must sum to 5.</a:t>
                </a:r>
              </a:p>
              <a:p>
                <a:r>
                  <a:rPr lang="en-US"/>
                  <a:t>If X = 0, how many valid positions? 6</a:t>
                </a:r>
              </a:p>
              <a:p>
                <a:r>
                  <a:rPr lang="en-US"/>
                  <a:t>If X = 1, how many valid positions? 5</a:t>
                </a:r>
              </a:p>
              <a:p>
                <a:r>
                  <a:rPr lang="en-US"/>
                  <a:t>…</a:t>
                </a:r>
              </a:p>
              <a:p>
                <a:r>
                  <a:rPr lang="en-US"/>
                  <a:t>If X = 5, how many valid positions? 1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6DA9C24-A84A-A935-D4E1-B74C55E41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CD4919F0-A6D4-D9EC-AC04-FA8C7B202BEC}"/>
              </a:ext>
            </a:extLst>
          </p:cNvPr>
          <p:cNvGrpSpPr/>
          <p:nvPr/>
        </p:nvGrpSpPr>
        <p:grpSpPr>
          <a:xfrm>
            <a:off x="1461861" y="3992129"/>
            <a:ext cx="3033441" cy="2321510"/>
            <a:chOff x="1461861" y="3992129"/>
            <a:chExt cx="3033441" cy="232151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6139D7E-E651-8AC8-8736-8F55CB041589}"/>
                </a:ext>
              </a:extLst>
            </p:cNvPr>
            <p:cNvSpPr txBox="1"/>
            <p:nvPr/>
          </p:nvSpPr>
          <p:spPr>
            <a:xfrm>
              <a:off x="3552331" y="6005862"/>
              <a:ext cx="9429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# Zs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7766558-F5F0-B98C-17F1-ACA78766FBD6}"/>
                </a:ext>
              </a:extLst>
            </p:cNvPr>
            <p:cNvGrpSpPr/>
            <p:nvPr/>
          </p:nvGrpSpPr>
          <p:grpSpPr>
            <a:xfrm>
              <a:off x="1461861" y="3992129"/>
              <a:ext cx="2536811" cy="2321510"/>
              <a:chOff x="384177" y="2839350"/>
              <a:chExt cx="2536811" cy="232151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92030E-73B6-8574-2657-E6665BCEC132}"/>
                  </a:ext>
                </a:extLst>
              </p:cNvPr>
              <p:cNvSpPr txBox="1"/>
              <p:nvPr/>
            </p:nvSpPr>
            <p:spPr>
              <a:xfrm>
                <a:off x="533832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Xs</a:t>
                </a: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FFDCFE5-F521-C632-7000-D9A9252EB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FD70774F-FBC7-B3DE-FF55-FB1F4EE967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500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1DBE699E-043C-F840-3210-23DBC7F74A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28056566-7F80-2AC6-E84C-564511BE4E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F40408B-A109-83F2-713C-9961AD6EC4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92E487F4-E36D-5757-2E2B-5C5452E35F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8350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23783EEB-F143-F99D-279E-0D58EFE6D7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0900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1E2F1A-ACC2-C61E-EEB7-D4E7787C8320}"/>
                  </a:ext>
                </a:extLst>
              </p:cNvPr>
              <p:cNvSpPr txBox="1"/>
              <p:nvPr/>
            </p:nvSpPr>
            <p:spPr>
              <a:xfrm>
                <a:off x="384177" y="4622297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4270CF-0A12-EB2F-D647-72577CC3BD3C}"/>
                  </a:ext>
                </a:extLst>
              </p:cNvPr>
              <p:cNvSpPr txBox="1"/>
              <p:nvPr/>
            </p:nvSpPr>
            <p:spPr>
              <a:xfrm>
                <a:off x="396876" y="2839350"/>
                <a:ext cx="30797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9CF7DAC-98A8-87ED-C1C9-910EE0B22DF0}"/>
                  </a:ext>
                </a:extLst>
              </p:cNvPr>
              <p:cNvSpPr txBox="1"/>
              <p:nvPr/>
            </p:nvSpPr>
            <p:spPr>
              <a:xfrm>
                <a:off x="460376" y="3199897"/>
                <a:ext cx="30797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9197E7E-F353-9037-5378-0DBCBE53E96B}"/>
                  </a:ext>
                </a:extLst>
              </p:cNvPr>
              <p:cNvSpPr txBox="1"/>
              <p:nvPr/>
            </p:nvSpPr>
            <p:spPr>
              <a:xfrm>
                <a:off x="466726" y="3575266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D4FECCD-CD1D-53E4-7769-172BFAA40B10}"/>
                  </a:ext>
                </a:extLst>
              </p:cNvPr>
              <p:cNvSpPr txBox="1"/>
              <p:nvPr/>
            </p:nvSpPr>
            <p:spPr>
              <a:xfrm>
                <a:off x="466726" y="3925235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A78332E-7983-634C-FFF3-FDCCF7D832EE}"/>
                  </a:ext>
                </a:extLst>
              </p:cNvPr>
              <p:cNvSpPr txBox="1"/>
              <p:nvPr/>
            </p:nvSpPr>
            <p:spPr>
              <a:xfrm>
                <a:off x="466726" y="4285447"/>
                <a:ext cx="30797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71F8D82-0BAE-C426-56B1-BC950ADF5A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DD93D106-94F0-767C-478F-49EFE6711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17671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2B82C23-D5B4-157D-1162-A3B3B3433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CAAE1E3A-0992-D81F-5CB5-0336E8C7F1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67D9C5C-3EA4-0519-CB60-5F546B458E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FE1BE808-A532-B827-46F0-51FB56B11D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787521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5FE59603-AC3C-5DD4-CE62-92518351A2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0071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53AC31-3FEC-1303-6D2C-C8AD1B51273B}"/>
                  </a:ext>
                </a:extLst>
              </p:cNvPr>
              <p:cNvSpPr txBox="1"/>
              <p:nvPr/>
            </p:nvSpPr>
            <p:spPr>
              <a:xfrm>
                <a:off x="1403348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E9DE916-4EBA-48C4-D81F-995C52C49883}"/>
                  </a:ext>
                </a:extLst>
              </p:cNvPr>
              <p:cNvSpPr txBox="1"/>
              <p:nvPr/>
            </p:nvSpPr>
            <p:spPr>
              <a:xfrm>
                <a:off x="1416047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A879ADB-471E-B009-4C79-C1DCEEE37EF9}"/>
                  </a:ext>
                </a:extLst>
              </p:cNvPr>
              <p:cNvSpPr txBox="1"/>
              <p:nvPr/>
            </p:nvSpPr>
            <p:spPr>
              <a:xfrm>
                <a:off x="1479547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187B750-277B-7866-B0AF-8AC6B4A3BA4D}"/>
                  </a:ext>
                </a:extLst>
              </p:cNvPr>
              <p:cNvSpPr txBox="1"/>
              <p:nvPr/>
            </p:nvSpPr>
            <p:spPr>
              <a:xfrm>
                <a:off x="1485897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25B1EB3-42CD-6E44-7010-607523A86F23}"/>
                  </a:ext>
                </a:extLst>
              </p:cNvPr>
              <p:cNvSpPr txBox="1"/>
              <p:nvPr/>
            </p:nvSpPr>
            <p:spPr>
              <a:xfrm>
                <a:off x="1485897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1D897BC-0B7F-5C0D-6E6A-61A1807C5164}"/>
                  </a:ext>
                </a:extLst>
              </p:cNvPr>
              <p:cNvSpPr txBox="1"/>
              <p:nvPr/>
            </p:nvSpPr>
            <p:spPr>
              <a:xfrm>
                <a:off x="1485897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60246CD3-C590-D06E-76A9-A5E0D68A63BB}"/>
                  </a:ext>
                </a:extLst>
              </p:cNvPr>
              <p:cNvSpPr/>
              <p:nvPr/>
            </p:nvSpPr>
            <p:spPr>
              <a:xfrm>
                <a:off x="733420" y="2950083"/>
                <a:ext cx="228600" cy="141091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C36F1E4-8540-049E-279C-0A83F8341C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4794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CC52356B-64C5-FF8E-BB40-3F797C266E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22538" y="3016250"/>
                <a:ext cx="2984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ACF6C8E5-5572-F85B-B53C-B7ACF963AB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3718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799F48BB-66A4-6087-5BC4-E005CCE040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37274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BCD82439-29E9-4813-8812-F97200EB6D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0830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01CE412-1964-A4E9-B25C-E846BC0792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388" y="4438650"/>
                <a:ext cx="15875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E1E69BDE-D17C-4143-7CB2-2E0029771A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74938" y="3016250"/>
                <a:ext cx="0" cy="177800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B028B74-21E2-BFE5-F711-7B60909DE37B}"/>
                  </a:ext>
                </a:extLst>
              </p:cNvPr>
              <p:cNvSpPr txBox="1"/>
              <p:nvPr/>
            </p:nvSpPr>
            <p:spPr>
              <a:xfrm>
                <a:off x="2308215" y="4622297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0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5770D913-CCDB-36E9-4023-B5553185E066}"/>
                  </a:ext>
                </a:extLst>
              </p:cNvPr>
              <p:cNvSpPr txBox="1"/>
              <p:nvPr/>
            </p:nvSpPr>
            <p:spPr>
              <a:xfrm>
                <a:off x="2320914" y="2839350"/>
                <a:ext cx="3238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5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8384E85-8D0A-FB41-2BEC-F8578BFD8872}"/>
                  </a:ext>
                </a:extLst>
              </p:cNvPr>
              <p:cNvSpPr txBox="1"/>
              <p:nvPr/>
            </p:nvSpPr>
            <p:spPr>
              <a:xfrm>
                <a:off x="2384414" y="319989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4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402802BD-7572-B7BC-F634-C8A1C2F32DC4}"/>
                  </a:ext>
                </a:extLst>
              </p:cNvPr>
              <p:cNvSpPr txBox="1"/>
              <p:nvPr/>
            </p:nvSpPr>
            <p:spPr>
              <a:xfrm>
                <a:off x="2390764" y="3575266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3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258290B8-4165-651D-C126-16270DA3FB18}"/>
                  </a:ext>
                </a:extLst>
              </p:cNvPr>
              <p:cNvSpPr txBox="1"/>
              <p:nvPr/>
            </p:nvSpPr>
            <p:spPr>
              <a:xfrm>
                <a:off x="2390764" y="3925235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2</a:t>
                </a:r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AF6D73CC-06A4-1C53-2887-A2B8ADF9A736}"/>
                  </a:ext>
                </a:extLst>
              </p:cNvPr>
              <p:cNvSpPr txBox="1"/>
              <p:nvPr/>
            </p:nvSpPr>
            <p:spPr>
              <a:xfrm>
                <a:off x="2390764" y="4285447"/>
                <a:ext cx="323850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/>
                  <a:t>1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BB395B6-D4E9-B122-C3BD-1CB679C55BC1}"/>
                  </a:ext>
                </a:extLst>
              </p:cNvPr>
              <p:cNvSpPr txBox="1"/>
              <p:nvPr/>
            </p:nvSpPr>
            <p:spPr>
              <a:xfrm>
                <a:off x="1547806" y="4853083"/>
                <a:ext cx="94297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# Ys</a:t>
                </a:r>
              </a:p>
            </p:txBody>
          </p:sp>
        </p:grp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EE99C08C-FD1F-EB56-5D19-CBD86A612BED}"/>
              </a:ext>
            </a:extLst>
          </p:cNvPr>
          <p:cNvSpPr/>
          <p:nvPr/>
        </p:nvSpPr>
        <p:spPr>
          <a:xfrm>
            <a:off x="2838415" y="5878908"/>
            <a:ext cx="228600" cy="14109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2A21C9A-30CA-C07F-3275-907933935941}"/>
              </a:ext>
            </a:extLst>
          </p:cNvPr>
          <p:cNvSpPr/>
          <p:nvPr/>
        </p:nvSpPr>
        <p:spPr>
          <a:xfrm>
            <a:off x="3746163" y="5875465"/>
            <a:ext cx="228600" cy="14109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5452697-B750-FF37-1B8D-3F1F97712E1C}"/>
                  </a:ext>
                </a:extLst>
              </p:cNvPr>
              <p:cNvSpPr txBox="1"/>
              <p:nvPr/>
            </p:nvSpPr>
            <p:spPr>
              <a:xfrm>
                <a:off x="7124963" y="2088458"/>
                <a:ext cx="386900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sz="2400">
                    <a:latin typeface="Inter Light" panose="02000403000000020004"/>
                  </a:rPr>
                  <a:t>Total valid positions:</a:t>
                </a:r>
              </a:p>
              <a:p>
                <a:pPr algn="l"/>
                <a:r>
                  <a:rPr lang="en-US" sz="2400">
                    <a:latin typeface="Inter Light" panose="02000403000000020004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6+5+4+3+2+1=21</m:t>
                    </m:r>
                  </m:oMath>
                </a14:m>
                <a:endParaRPr lang="en-US" sz="2400">
                  <a:latin typeface="Inter Light" panose="02000403000000020004"/>
                </a:endParaRPr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95452697-B750-FF37-1B8D-3F1F97712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4963" y="2088458"/>
                <a:ext cx="3869004" cy="830997"/>
              </a:xfrm>
              <a:prstGeom prst="rect">
                <a:avLst/>
              </a:prstGeom>
              <a:blipFill>
                <a:blip r:embed="rId3"/>
                <a:stretch>
                  <a:fillRect l="-2524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96937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4785-3F7C-3D86-CC83-CFBFB55EB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Ultimate Rule for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27F3F-714A-BBC4-40D1-4ED9DDE09F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3657" y="533400"/>
                <a:ext cx="11751210" cy="563873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What we’ve just shown is a more fundamental technique for counting, which I’ll call the “</a:t>
                </a:r>
                <a:r>
                  <a:rPr lang="en-US" b="1"/>
                  <a:t>Ultimate Rule for Counting</a:t>
                </a:r>
                <a:r>
                  <a:rPr lang="en-US"/>
                  <a:t>”: (notes call this the “zeroth rule for counting”)</a:t>
                </a:r>
              </a:p>
              <a:p>
                <a:r>
                  <a:rPr lang="en-US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can be placed into a one-to-one correspondence (in other words, there exist a bijection between the two sets),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Such bijective functions can be very tricky to find, we found that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=set of multisets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 was equivalent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=3 sliders with settings [0, 5] where the slider settings have to sum to 5.</a:t>
                </a:r>
              </a:p>
              <a:p>
                <a:r>
                  <a:rPr lang="en-US"/>
                  <a:t>Resulting set size was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=6+5+4+3+2+1=21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This bijection is unwieldy. </a:t>
                </a:r>
              </a:p>
              <a:p>
                <a:pPr lvl="1"/>
                <a:r>
                  <a:rPr lang="en-US"/>
                  <a:t>Try to add more sliders (i.e. increase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), it will be a bit hard to compute the sum.</a:t>
                </a:r>
              </a:p>
              <a:p>
                <a:pPr marL="457189" lvl="1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Let’s see a more beautiful (but subtle) bijection.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227F3F-714A-BBC4-40D1-4ED9DDE09F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3657" y="533400"/>
                <a:ext cx="11751210" cy="5638732"/>
              </a:xfrm>
              <a:blipFill>
                <a:blip r:embed="rId2"/>
                <a:stretch>
                  <a:fillRect l="-830" t="-541" r="-985" b="-9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704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5FD1-1B1F-06AF-37E5-A57396A9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F0575-9847-48DA-A84C-2B2D0F2C5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4C9AC-8CA6-3351-B5AF-A45DC67725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multisets.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approach: Represent each multiset as a binary string, with 0s representing </a:t>
                </a:r>
                <a:r>
                  <a:rPr lang="en-US" err="1"/>
                  <a:t>Xs</a:t>
                </a:r>
                <a:r>
                  <a:rPr lang="en-US"/>
                  <a:t>, Ys, and Zs, and 1s acting as a separator for each type. Examples: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94C9AC-8CA6-3351-B5AF-A45DC67725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6315F2C0-DFEF-DB6D-3D7F-E9BACF6CA89F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F694EED-3E82-72C4-181A-DC3515DF3845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5156F7-97C9-D905-7D53-17EE3F33DE39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979D8C7-F810-3B2B-CF60-C29495ED81E1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72110E-4D4B-0F6C-68F5-6864EC55FB1A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BB08F4-F81E-2E98-93FA-466568C2EB4C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6B976F-0D8E-A9B2-FC28-C2845DEA339C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4B815-C808-3AF3-749C-DE227DEF76DF}"/>
              </a:ext>
            </a:extLst>
          </p:cNvPr>
          <p:cNvSpPr txBox="1"/>
          <p:nvPr/>
        </p:nvSpPr>
        <p:spPr>
          <a:xfrm>
            <a:off x="361951" y="5503999"/>
            <a:ext cx="2736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XXYZZ: 0010100 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1A8C2-C216-B73C-D7A5-0EEFAB2234D1}"/>
              </a:ext>
            </a:extLst>
          </p:cNvPr>
          <p:cNvSpPr txBox="1"/>
          <p:nvPr/>
        </p:nvSpPr>
        <p:spPr>
          <a:xfrm>
            <a:off x="1608240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5F373-BAAD-9D06-8BE4-D967DF70A751}"/>
              </a:ext>
            </a:extLst>
          </p:cNvPr>
          <p:cNvSpPr txBox="1"/>
          <p:nvPr/>
        </p:nvSpPr>
        <p:spPr>
          <a:xfrm>
            <a:off x="2009455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0330CE-C96D-1FA5-D069-A7B88E1D0005}"/>
              </a:ext>
            </a:extLst>
          </p:cNvPr>
          <p:cNvSpPr txBox="1"/>
          <p:nvPr/>
        </p:nvSpPr>
        <p:spPr>
          <a:xfrm>
            <a:off x="2378914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2Z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87132FF1-00C5-F455-321D-AAAE2908CB12}"/>
              </a:ext>
            </a:extLst>
          </p:cNvPr>
          <p:cNvSpPr/>
          <p:nvPr/>
        </p:nvSpPr>
        <p:spPr>
          <a:xfrm rot="16200000">
            <a:off x="1686133" y="5322703"/>
            <a:ext cx="241298" cy="2921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D49B783-14A7-74A5-88D6-D45E31A76FCF}"/>
              </a:ext>
            </a:extLst>
          </p:cNvPr>
          <p:cNvSpPr/>
          <p:nvPr/>
        </p:nvSpPr>
        <p:spPr>
          <a:xfrm rot="16200000">
            <a:off x="2075178" y="5357413"/>
            <a:ext cx="241298" cy="22268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37A1D2B-60FA-5888-6896-CE06EF06DAB4}"/>
              </a:ext>
            </a:extLst>
          </p:cNvPr>
          <p:cNvSpPr/>
          <p:nvPr/>
        </p:nvSpPr>
        <p:spPr>
          <a:xfrm rot="16200000">
            <a:off x="2514285" y="5291800"/>
            <a:ext cx="241298" cy="3539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A7DA4D-C162-FE21-9FBF-2303834579E0}"/>
              </a:ext>
            </a:extLst>
          </p:cNvPr>
          <p:cNvSpPr txBox="1"/>
          <p:nvPr/>
        </p:nvSpPr>
        <p:spPr>
          <a:xfrm>
            <a:off x="4798483" y="5503999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XXXXZ: 0000110</a:t>
            </a:r>
            <a:endParaRPr 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475D10-0D18-FD2D-B744-12FE52854CE0}"/>
              </a:ext>
            </a:extLst>
          </p:cNvPr>
          <p:cNvSpPr txBox="1"/>
          <p:nvPr/>
        </p:nvSpPr>
        <p:spPr>
          <a:xfrm>
            <a:off x="6172354" y="5004235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4X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D5F7E717-B94E-7C11-2F8C-946B4EAAE0C9}"/>
              </a:ext>
            </a:extLst>
          </p:cNvPr>
          <p:cNvSpPr/>
          <p:nvPr/>
        </p:nvSpPr>
        <p:spPr>
          <a:xfrm rot="16200000">
            <a:off x="6275968" y="5134370"/>
            <a:ext cx="241298" cy="66876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5BB3B1-DBA7-DBC6-22E8-3F0540E68718}"/>
              </a:ext>
            </a:extLst>
          </p:cNvPr>
          <p:cNvSpPr txBox="1"/>
          <p:nvPr/>
        </p:nvSpPr>
        <p:spPr>
          <a:xfrm>
            <a:off x="6677074" y="4792163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FE922A-2D8C-E75C-3D11-43FDC817767C}"/>
              </a:ext>
            </a:extLst>
          </p:cNvPr>
          <p:cNvSpPr txBox="1"/>
          <p:nvPr/>
        </p:nvSpPr>
        <p:spPr>
          <a:xfrm>
            <a:off x="7011457" y="5011440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1Z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9856A292-82F7-62E7-8F4E-AF997DA13064}"/>
              </a:ext>
            </a:extLst>
          </p:cNvPr>
          <p:cNvSpPr/>
          <p:nvPr/>
        </p:nvSpPr>
        <p:spPr>
          <a:xfrm rot="16200000">
            <a:off x="7035513" y="5377484"/>
            <a:ext cx="241298" cy="20801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8547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  <p:bldP spid="10" grpId="0" animBg="1"/>
      <p:bldP spid="11" grpId="0" animBg="1"/>
      <p:bldP spid="21" grpId="0"/>
      <p:bldP spid="23" grpId="0"/>
      <p:bldP spid="24" grpId="0" animBg="1"/>
      <p:bldP spid="26" grpId="0"/>
      <p:bldP spid="27" grpId="0"/>
      <p:bldP spid="2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970918-8AD8-3606-2615-79AC892E1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28B1-E559-63F6-A601-4884EA89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6941D9-C31E-6A8E-E3AB-E0DCA61E9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multisets.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approach: Represent each multiset as a binary string, with 0s representing </a:t>
                </a:r>
                <a:r>
                  <a:rPr lang="en-US" err="1"/>
                  <a:t>Xs</a:t>
                </a:r>
                <a:r>
                  <a:rPr lang="en-US"/>
                  <a:t>, Ys, and Zs, and 1s acting as a separator for each type. Examples: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6941D9-C31E-6A8E-E3AB-E0DCA61E9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E4E4261-D638-C907-03A5-B095AE8C05AD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0CD3113-B8E9-3E8D-C0DB-97AE723FE23F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7F5BD2-BD4C-393A-5F23-EAA1F1DB78CB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0C96D9D-4A59-C68D-78F3-4E79B7B3C309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29B502A-F4D9-BA94-F305-8BFA12C934FA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44BF36-667C-38F6-6AF4-AE0927B21991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E574CC-F53D-42C2-4C44-8F17CB7FA466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FE608-CFBE-4280-2185-0331953D1A23}"/>
              </a:ext>
            </a:extLst>
          </p:cNvPr>
          <p:cNvSpPr txBox="1"/>
          <p:nvPr/>
        </p:nvSpPr>
        <p:spPr>
          <a:xfrm>
            <a:off x="361951" y="5503999"/>
            <a:ext cx="2736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XXYZZ: 0010100 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605CA0-A35B-0710-D5C6-EB394B851EDA}"/>
              </a:ext>
            </a:extLst>
          </p:cNvPr>
          <p:cNvSpPr txBox="1"/>
          <p:nvPr/>
        </p:nvSpPr>
        <p:spPr>
          <a:xfrm>
            <a:off x="1608240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289515-4361-6A1A-66E0-0FE3117667FD}"/>
              </a:ext>
            </a:extLst>
          </p:cNvPr>
          <p:cNvSpPr txBox="1"/>
          <p:nvPr/>
        </p:nvSpPr>
        <p:spPr>
          <a:xfrm>
            <a:off x="2009455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DF3999-B7F1-3CB0-91C7-23DF97440B96}"/>
              </a:ext>
            </a:extLst>
          </p:cNvPr>
          <p:cNvSpPr txBox="1"/>
          <p:nvPr/>
        </p:nvSpPr>
        <p:spPr>
          <a:xfrm>
            <a:off x="2378914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2Z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AEDB987F-F3BC-01C8-47E4-4B5544EEBAA9}"/>
              </a:ext>
            </a:extLst>
          </p:cNvPr>
          <p:cNvSpPr/>
          <p:nvPr/>
        </p:nvSpPr>
        <p:spPr>
          <a:xfrm rot="16200000">
            <a:off x="1686133" y="5322703"/>
            <a:ext cx="241298" cy="2921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4DEB4007-EBAE-C03D-9798-F557C141A042}"/>
              </a:ext>
            </a:extLst>
          </p:cNvPr>
          <p:cNvSpPr/>
          <p:nvPr/>
        </p:nvSpPr>
        <p:spPr>
          <a:xfrm rot="16200000">
            <a:off x="2075178" y="5357413"/>
            <a:ext cx="241298" cy="22268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C10B4B5D-5BC8-8A42-F935-F76C0396540D}"/>
              </a:ext>
            </a:extLst>
          </p:cNvPr>
          <p:cNvSpPr/>
          <p:nvPr/>
        </p:nvSpPr>
        <p:spPr>
          <a:xfrm rot="16200000">
            <a:off x="2514285" y="5291800"/>
            <a:ext cx="241298" cy="3539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92B04E-C82C-8718-29A9-98C0CAC61D4A}"/>
              </a:ext>
            </a:extLst>
          </p:cNvPr>
          <p:cNvSpPr txBox="1"/>
          <p:nvPr/>
        </p:nvSpPr>
        <p:spPr>
          <a:xfrm>
            <a:off x="4798483" y="5503999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XXXXZ: 0000110</a:t>
            </a:r>
            <a:endParaRPr 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CFCF0A-4D7F-AB5F-0EA5-3C572B0404E5}"/>
              </a:ext>
            </a:extLst>
          </p:cNvPr>
          <p:cNvSpPr txBox="1"/>
          <p:nvPr/>
        </p:nvSpPr>
        <p:spPr>
          <a:xfrm>
            <a:off x="6172354" y="5004235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4X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A94EC84C-ED50-23C4-DABB-0465A3D4559A}"/>
              </a:ext>
            </a:extLst>
          </p:cNvPr>
          <p:cNvSpPr/>
          <p:nvPr/>
        </p:nvSpPr>
        <p:spPr>
          <a:xfrm rot="16200000">
            <a:off x="6275968" y="5134370"/>
            <a:ext cx="241298" cy="66876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340E89-6867-1AF6-4B41-FF41BF71C530}"/>
              </a:ext>
            </a:extLst>
          </p:cNvPr>
          <p:cNvSpPr txBox="1"/>
          <p:nvPr/>
        </p:nvSpPr>
        <p:spPr>
          <a:xfrm>
            <a:off x="6677074" y="4792163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5C13E2-118C-558F-4C9C-7480DB41EBFC}"/>
              </a:ext>
            </a:extLst>
          </p:cNvPr>
          <p:cNvSpPr txBox="1"/>
          <p:nvPr/>
        </p:nvSpPr>
        <p:spPr>
          <a:xfrm>
            <a:off x="7011457" y="5011440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1Z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D5235140-03CF-DFA3-7381-C6E78ECA9101}"/>
              </a:ext>
            </a:extLst>
          </p:cNvPr>
          <p:cNvSpPr/>
          <p:nvPr/>
        </p:nvSpPr>
        <p:spPr>
          <a:xfrm rot="16200000">
            <a:off x="7035513" y="5377484"/>
            <a:ext cx="241298" cy="20801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2A1478E-AF4E-3D22-2909-3E4065609653}"/>
              </a:ext>
            </a:extLst>
          </p:cNvPr>
          <p:cNvSpPr txBox="1"/>
          <p:nvPr/>
        </p:nvSpPr>
        <p:spPr>
          <a:xfrm>
            <a:off x="8695849" y="5503999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XXYYZ: ???????</a:t>
            </a:r>
            <a:endParaRPr lang="en-US" sz="24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A16B4A-7BD9-2EF9-8C79-EBFD64052F49}"/>
              </a:ext>
            </a:extLst>
          </p:cNvPr>
          <p:cNvSpPr txBox="1"/>
          <p:nvPr/>
        </p:nvSpPr>
        <p:spPr>
          <a:xfrm>
            <a:off x="9889573" y="1161908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https://joshh.ug/E</a:t>
            </a:r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1B66C6A-A632-CC56-7847-34C972AF4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5664" y="1524894"/>
            <a:ext cx="1548068" cy="1548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63378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7B46A-2FF4-2326-CDA5-AEDA2125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E856-CF64-A448-4C32-5E4D2F22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35079-ECF7-0B2C-EDF3-BB2CF59E2E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 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multisets.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approach: Represent each multiset as a binary string, with 0s representing </a:t>
                </a:r>
                <a:r>
                  <a:rPr lang="en-US" err="1"/>
                  <a:t>Xs</a:t>
                </a:r>
                <a:r>
                  <a:rPr lang="en-US"/>
                  <a:t>, Ys, and Zs, and 1s acting as a separator for each type. Examples: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C35079-ECF7-0B2C-EDF3-BB2CF59E2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ED91BA7-2FED-C8CB-AAE2-3A4DE92780F7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BA0A193-DDB4-FDB4-E966-6D92D81A22ED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4225EF2-34B2-CADC-B5FB-E989ACF59E2A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C4BBA93-35DC-E3D0-746C-35C58C1D864B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F1F90B7-9DDA-2610-7217-48DDF1355AB9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A9DE76-BA1D-1CC3-081B-072D602BA64E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66B154-CF7C-6818-5302-52CAC8F279EF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4147D-1FF7-AFEB-42D8-CBD1DB2E8182}"/>
              </a:ext>
            </a:extLst>
          </p:cNvPr>
          <p:cNvSpPr txBox="1"/>
          <p:nvPr/>
        </p:nvSpPr>
        <p:spPr>
          <a:xfrm>
            <a:off x="361951" y="5503999"/>
            <a:ext cx="2736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XXYZZ: 0010100 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BB88C-EAA3-485B-2472-AE32D6FD3290}"/>
              </a:ext>
            </a:extLst>
          </p:cNvPr>
          <p:cNvSpPr txBox="1"/>
          <p:nvPr/>
        </p:nvSpPr>
        <p:spPr>
          <a:xfrm>
            <a:off x="1608240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A4E24-9541-77AE-AD72-9E0C856C1D9F}"/>
              </a:ext>
            </a:extLst>
          </p:cNvPr>
          <p:cNvSpPr txBox="1"/>
          <p:nvPr/>
        </p:nvSpPr>
        <p:spPr>
          <a:xfrm>
            <a:off x="2009455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9ABC1-752F-68AC-F4D4-8597AF32B348}"/>
              </a:ext>
            </a:extLst>
          </p:cNvPr>
          <p:cNvSpPr txBox="1"/>
          <p:nvPr/>
        </p:nvSpPr>
        <p:spPr>
          <a:xfrm>
            <a:off x="2378914" y="5004235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2Z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22B07B37-16FA-65B8-0BD6-B43BCBD9AAB4}"/>
              </a:ext>
            </a:extLst>
          </p:cNvPr>
          <p:cNvSpPr/>
          <p:nvPr/>
        </p:nvSpPr>
        <p:spPr>
          <a:xfrm rot="16200000">
            <a:off x="1686133" y="5322703"/>
            <a:ext cx="241298" cy="2921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6159641-CC6C-DDD8-08C4-3415CC26D996}"/>
              </a:ext>
            </a:extLst>
          </p:cNvPr>
          <p:cNvSpPr/>
          <p:nvPr/>
        </p:nvSpPr>
        <p:spPr>
          <a:xfrm rot="16200000">
            <a:off x="2075178" y="5357413"/>
            <a:ext cx="241298" cy="22268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256F9A2-EA56-C2DF-2299-B81C69EAFC96}"/>
              </a:ext>
            </a:extLst>
          </p:cNvPr>
          <p:cNvSpPr/>
          <p:nvPr/>
        </p:nvSpPr>
        <p:spPr>
          <a:xfrm rot="16200000">
            <a:off x="2514285" y="5291800"/>
            <a:ext cx="241298" cy="3539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59BEF2-81E3-20B3-A47B-B78C01D88A66}"/>
              </a:ext>
            </a:extLst>
          </p:cNvPr>
          <p:cNvSpPr txBox="1"/>
          <p:nvPr/>
        </p:nvSpPr>
        <p:spPr>
          <a:xfrm>
            <a:off x="4798483" y="5503999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XXXXZ: 0000110</a:t>
            </a:r>
            <a:endParaRPr 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78A303-60C4-0285-837D-F7576783EC9D}"/>
              </a:ext>
            </a:extLst>
          </p:cNvPr>
          <p:cNvSpPr txBox="1"/>
          <p:nvPr/>
        </p:nvSpPr>
        <p:spPr>
          <a:xfrm>
            <a:off x="6172354" y="5004235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4X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67BAE15B-1D7C-E6F5-A86E-CBEFE8856DAB}"/>
              </a:ext>
            </a:extLst>
          </p:cNvPr>
          <p:cNvSpPr/>
          <p:nvPr/>
        </p:nvSpPr>
        <p:spPr>
          <a:xfrm rot="16200000">
            <a:off x="6275968" y="5134370"/>
            <a:ext cx="241298" cy="66876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0C14C1-C011-7B4C-9003-FC491556FA60}"/>
              </a:ext>
            </a:extLst>
          </p:cNvPr>
          <p:cNvSpPr txBox="1"/>
          <p:nvPr/>
        </p:nvSpPr>
        <p:spPr>
          <a:xfrm>
            <a:off x="6677074" y="4792163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BF552F5-016F-5918-C399-BF0674E8BA64}"/>
              </a:ext>
            </a:extLst>
          </p:cNvPr>
          <p:cNvSpPr txBox="1"/>
          <p:nvPr/>
        </p:nvSpPr>
        <p:spPr>
          <a:xfrm>
            <a:off x="7011457" y="5011440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1Z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A5F7F2CD-2098-C58E-5D88-AE9E7C4B1E73}"/>
              </a:ext>
            </a:extLst>
          </p:cNvPr>
          <p:cNvSpPr/>
          <p:nvPr/>
        </p:nvSpPr>
        <p:spPr>
          <a:xfrm rot="16200000">
            <a:off x="7035513" y="5377484"/>
            <a:ext cx="241298" cy="20801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496291D-865A-BD8B-F224-3F79D8CD0368}"/>
              </a:ext>
            </a:extLst>
          </p:cNvPr>
          <p:cNvSpPr txBox="1"/>
          <p:nvPr/>
        </p:nvSpPr>
        <p:spPr>
          <a:xfrm>
            <a:off x="8695849" y="5503999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XXYYZ: 0010010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60261791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6428-10C7-19B0-68FB-1B158DD67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0C4F-EF4A-E243-4000-FA7A2FF24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23A105-28F1-652F-B6D9-C097648F544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multisets.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approach: Represent each multiset as a binary string, with 0s representing </a:t>
                </a:r>
                <a:r>
                  <a:rPr lang="en-US" err="1"/>
                  <a:t>Xs</a:t>
                </a:r>
                <a:r>
                  <a:rPr lang="en-US"/>
                  <a:t>, Ys, and Zs, and 1s acting as a separator for each type. Examples: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valid binary strings. </a:t>
                </a:r>
              </a:p>
              <a:p>
                <a:r>
                  <a:rPr lang="en-US"/>
                  <a:t>Since there is a 1-to-1 correspondence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23A105-28F1-652F-B6D9-C097648F544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9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A877E91C-F618-0065-5668-B3DF39D4079C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E27CEE5-4598-AEDB-F42C-E639019789FF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561643-FDE9-1DCF-69CD-F0C7EA279F6C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A294520-6A45-8A01-9F68-887D7632D0F6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CF24176-C036-566D-F220-818839BC64B7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1D2881-0AD0-BF11-0E21-AD2EA9078F8C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459BAB-A4EB-72B2-1666-61E4AD28D527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1E1183-B379-6109-E0D9-3293FCE0D648}"/>
              </a:ext>
            </a:extLst>
          </p:cNvPr>
          <p:cNvSpPr txBox="1"/>
          <p:nvPr/>
        </p:nvSpPr>
        <p:spPr>
          <a:xfrm>
            <a:off x="383117" y="5143516"/>
            <a:ext cx="2736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XXYZZ: 0010100 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CD7E48-46A1-F5DE-8561-EF376D4C76D2}"/>
              </a:ext>
            </a:extLst>
          </p:cNvPr>
          <p:cNvSpPr txBox="1"/>
          <p:nvPr/>
        </p:nvSpPr>
        <p:spPr>
          <a:xfrm>
            <a:off x="1629406" y="4643752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AD2C7-6DBF-4F55-2E4C-9B8DDE482FF7}"/>
              </a:ext>
            </a:extLst>
          </p:cNvPr>
          <p:cNvSpPr txBox="1"/>
          <p:nvPr/>
        </p:nvSpPr>
        <p:spPr>
          <a:xfrm>
            <a:off x="2030621" y="4643752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71712-50B7-9A67-2830-3A288D946EF2}"/>
              </a:ext>
            </a:extLst>
          </p:cNvPr>
          <p:cNvSpPr txBox="1"/>
          <p:nvPr/>
        </p:nvSpPr>
        <p:spPr>
          <a:xfrm>
            <a:off x="2400080" y="4643752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2Z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A854B52-5420-E168-6A3A-25CA7789B24E}"/>
              </a:ext>
            </a:extLst>
          </p:cNvPr>
          <p:cNvSpPr/>
          <p:nvPr/>
        </p:nvSpPr>
        <p:spPr>
          <a:xfrm rot="16200000">
            <a:off x="1707299" y="4962220"/>
            <a:ext cx="241298" cy="2921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4D180AEC-8912-4E9A-D8F0-BB633FB889FD}"/>
              </a:ext>
            </a:extLst>
          </p:cNvPr>
          <p:cNvSpPr/>
          <p:nvPr/>
        </p:nvSpPr>
        <p:spPr>
          <a:xfrm rot="16200000">
            <a:off x="2096344" y="4996930"/>
            <a:ext cx="241298" cy="22268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7C9E749E-09C3-1EA1-5C14-291732C8DE07}"/>
              </a:ext>
            </a:extLst>
          </p:cNvPr>
          <p:cNvSpPr/>
          <p:nvPr/>
        </p:nvSpPr>
        <p:spPr>
          <a:xfrm rot="16200000">
            <a:off x="2535451" y="4931317"/>
            <a:ext cx="241298" cy="3539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7F43F5-1057-CA6C-5398-D561789B1EB4}"/>
              </a:ext>
            </a:extLst>
          </p:cNvPr>
          <p:cNvSpPr txBox="1"/>
          <p:nvPr/>
        </p:nvSpPr>
        <p:spPr>
          <a:xfrm>
            <a:off x="4819649" y="5143516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XXXXZ: 0000110</a:t>
            </a:r>
            <a:endParaRPr 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75C824-7048-B139-3358-A93DB6160858}"/>
              </a:ext>
            </a:extLst>
          </p:cNvPr>
          <p:cNvSpPr txBox="1"/>
          <p:nvPr/>
        </p:nvSpPr>
        <p:spPr>
          <a:xfrm>
            <a:off x="6193520" y="4643752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4X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7E215855-4E6D-EC8C-E7D7-618DB728D585}"/>
              </a:ext>
            </a:extLst>
          </p:cNvPr>
          <p:cNvSpPr/>
          <p:nvPr/>
        </p:nvSpPr>
        <p:spPr>
          <a:xfrm rot="16200000">
            <a:off x="6297134" y="4773887"/>
            <a:ext cx="241298" cy="66876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23E0EA-00BD-0429-BB3C-A3AD18954866}"/>
              </a:ext>
            </a:extLst>
          </p:cNvPr>
          <p:cNvSpPr txBox="1"/>
          <p:nvPr/>
        </p:nvSpPr>
        <p:spPr>
          <a:xfrm>
            <a:off x="6698240" y="4431680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ECAE6F9-B76D-6FB2-34E8-FD508128ACD4}"/>
              </a:ext>
            </a:extLst>
          </p:cNvPr>
          <p:cNvSpPr txBox="1"/>
          <p:nvPr/>
        </p:nvSpPr>
        <p:spPr>
          <a:xfrm>
            <a:off x="7032623" y="4650957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1Z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8B26BDFD-C311-74F8-862C-922A2C577428}"/>
              </a:ext>
            </a:extLst>
          </p:cNvPr>
          <p:cNvSpPr/>
          <p:nvPr/>
        </p:nvSpPr>
        <p:spPr>
          <a:xfrm rot="16200000">
            <a:off x="7056679" y="5017001"/>
            <a:ext cx="241298" cy="20801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BA15A5-0E14-158B-39A9-A816FB3673E1}"/>
              </a:ext>
            </a:extLst>
          </p:cNvPr>
          <p:cNvSpPr txBox="1"/>
          <p:nvPr/>
        </p:nvSpPr>
        <p:spPr>
          <a:xfrm>
            <a:off x="8717015" y="5143516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XXYYZ: 0010010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8412007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FDF94-FD2D-B608-57E6-87F84E1AE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8D38A-08B5-4F46-D843-08BFC5C9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3"/>
                </a:solidFill>
              </a:rPr>
              <a:t>Unordered Sampling with Replacement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82648-CEEE-9AD6-1EDF-9CC0C0617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Suppose we place 3 balls with the letters X through Z on them, then draw 5 in a row, putting the drawn ball back in the bag each time. 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 be the set of multisets.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approach: Represent each multiset as a binary string, with 0s representing </a:t>
                </a:r>
                <a:r>
                  <a:rPr lang="en-US" err="1"/>
                  <a:t>Xs</a:t>
                </a:r>
                <a:r>
                  <a:rPr lang="en-US"/>
                  <a:t>, Ys, and Zs, and 1s acting as a separator for each type. Examples: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set of valid binary strings. </a:t>
                </a:r>
              </a:p>
              <a:p>
                <a:r>
                  <a:rPr lang="en-US"/>
                  <a:t>Since there is a 1-to-1 correspondence between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,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82648-CEEE-9AD6-1EDF-9CC0C0617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9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92C61DE4-422A-88B0-3138-B125E23A730C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0EB188F-4F9D-37B3-C8A9-9C2A80F2F9CF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A27E93-92B7-C758-9C74-31CEAD46BA49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5B5BA8B-748D-0BE4-7DA5-5CB1CFF18B6C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5AAA3BC-27C2-68FB-34FC-A0A726180435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X}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D6810B-AB4D-BBF3-B595-20CF52A38276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X, X, Y}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7D0B79-F523-A448-5454-93B373B72044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{X, X, Y, Y, Z}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7B5133-F978-9820-9E65-726944191411}"/>
              </a:ext>
            </a:extLst>
          </p:cNvPr>
          <p:cNvSpPr txBox="1"/>
          <p:nvPr/>
        </p:nvSpPr>
        <p:spPr>
          <a:xfrm>
            <a:off x="383117" y="5143516"/>
            <a:ext cx="2736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XXYZZ: 0010100 </a:t>
            </a:r>
            <a:endParaRPr lang="en-US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7B944E-33FF-BE84-3772-8E2999611A5D}"/>
              </a:ext>
            </a:extLst>
          </p:cNvPr>
          <p:cNvSpPr txBox="1"/>
          <p:nvPr/>
        </p:nvSpPr>
        <p:spPr>
          <a:xfrm>
            <a:off x="1629406" y="4643752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2X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584E10-4098-B349-F00C-41CD8A0FD0F2}"/>
              </a:ext>
            </a:extLst>
          </p:cNvPr>
          <p:cNvSpPr txBox="1"/>
          <p:nvPr/>
        </p:nvSpPr>
        <p:spPr>
          <a:xfrm>
            <a:off x="2030621" y="4643752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1660BE-D8D1-D32A-DA4E-0AF7A055DBD7}"/>
              </a:ext>
            </a:extLst>
          </p:cNvPr>
          <p:cNvSpPr txBox="1"/>
          <p:nvPr/>
        </p:nvSpPr>
        <p:spPr>
          <a:xfrm>
            <a:off x="2400080" y="4643752"/>
            <a:ext cx="448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2Z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909E1C17-7E2C-9F6E-F570-E9184A22D78D}"/>
              </a:ext>
            </a:extLst>
          </p:cNvPr>
          <p:cNvSpPr/>
          <p:nvPr/>
        </p:nvSpPr>
        <p:spPr>
          <a:xfrm rot="16200000">
            <a:off x="1707299" y="4962220"/>
            <a:ext cx="241298" cy="29210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057FEB69-5738-E4FE-DC6A-1E9B850E7A30}"/>
              </a:ext>
            </a:extLst>
          </p:cNvPr>
          <p:cNvSpPr/>
          <p:nvPr/>
        </p:nvSpPr>
        <p:spPr>
          <a:xfrm rot="16200000">
            <a:off x="2096344" y="4996930"/>
            <a:ext cx="241298" cy="22268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B4EA9D33-6E6A-51D5-BCF6-D3AA529D7BD5}"/>
              </a:ext>
            </a:extLst>
          </p:cNvPr>
          <p:cNvSpPr/>
          <p:nvPr/>
        </p:nvSpPr>
        <p:spPr>
          <a:xfrm rot="16200000">
            <a:off x="2535451" y="4931317"/>
            <a:ext cx="241298" cy="3539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C00431-35B0-B8D2-F1D9-C5E62CE283FF}"/>
              </a:ext>
            </a:extLst>
          </p:cNvPr>
          <p:cNvSpPr txBox="1"/>
          <p:nvPr/>
        </p:nvSpPr>
        <p:spPr>
          <a:xfrm>
            <a:off x="4819649" y="5143516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XXXXZ: 0000110</a:t>
            </a:r>
            <a:endParaRPr lang="en-US" sz="2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D861E6-3483-D86C-EB5E-60296B297818}"/>
              </a:ext>
            </a:extLst>
          </p:cNvPr>
          <p:cNvSpPr txBox="1"/>
          <p:nvPr/>
        </p:nvSpPr>
        <p:spPr>
          <a:xfrm>
            <a:off x="6193520" y="4643752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4X</a:t>
            </a: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6BB8547A-D581-D4B6-2379-C7C5B9F77A10}"/>
              </a:ext>
            </a:extLst>
          </p:cNvPr>
          <p:cNvSpPr/>
          <p:nvPr/>
        </p:nvSpPr>
        <p:spPr>
          <a:xfrm rot="16200000">
            <a:off x="6297134" y="4773887"/>
            <a:ext cx="241298" cy="66876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D681E0-5A18-42DD-55A4-6566ADB7B609}"/>
              </a:ext>
            </a:extLst>
          </p:cNvPr>
          <p:cNvSpPr txBox="1"/>
          <p:nvPr/>
        </p:nvSpPr>
        <p:spPr>
          <a:xfrm>
            <a:off x="6698240" y="4431680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A26CE3-5A96-2283-E26C-A2CC08803FB8}"/>
              </a:ext>
            </a:extLst>
          </p:cNvPr>
          <p:cNvSpPr txBox="1"/>
          <p:nvPr/>
        </p:nvSpPr>
        <p:spPr>
          <a:xfrm>
            <a:off x="7032623" y="4650957"/>
            <a:ext cx="448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1Z</a:t>
            </a:r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C3F00691-C3E7-52E6-4EE1-D131C18C3A01}"/>
              </a:ext>
            </a:extLst>
          </p:cNvPr>
          <p:cNvSpPr/>
          <p:nvPr/>
        </p:nvSpPr>
        <p:spPr>
          <a:xfrm rot="16200000">
            <a:off x="7056679" y="5017001"/>
            <a:ext cx="241298" cy="20801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highlight>
                <a:srgbClr val="FFFF00"/>
              </a:highlight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72065DD-9207-9C16-4C98-5959C7DF3EC3}"/>
              </a:ext>
            </a:extLst>
          </p:cNvPr>
          <p:cNvSpPr txBox="1"/>
          <p:nvPr/>
        </p:nvSpPr>
        <p:spPr>
          <a:xfrm>
            <a:off x="8717015" y="5143516"/>
            <a:ext cx="61425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Consolas" panose="020B0609020204030204" pitchFamily="49" charset="0"/>
              </a:rPr>
              <a:t>XXYYZ: 0010010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7692745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AC42-63EF-B18F-5130-23F0B0D0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861A5-84BD-890A-1225-32BBEC8E9F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number of such strings is CP4, i.e. the number of multisets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Or more simply i.e.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B5861A5-84BD-890A-1225-32BBEC8E9F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91997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4E78-8A5B-833B-9553-8FB8600B2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0B0B-4F8C-88B9-C63D-A7A4A8DAC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55993-9978-064B-779E-A9843979CF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255993-9978-064B-779E-A9843979CF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583539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FD968E-F062-E312-7964-E50C8510F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0BC8-90C9-95BD-8788-6B3EADEE3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6B7FB-1041-8171-1BC2-43E27B141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Can you see how this is related to one of our previous counting problems?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46B7FB-1041-8171-1BC2-43E27B141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813471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81D7-16EC-2B0F-CFBA-227C20ED4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263DD-9313-3ADF-90FC-D0FC0F9D5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1DA28-6825-B0F3-28D4-4D9FAD73D7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A1DA28-6825-B0F3-28D4-4D9FAD73D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19946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596964-49D6-6022-96AB-DE8DFAD1A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C642D-0D6E-CF64-665C-B94DFAED6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B2394A-53F1-9666-6E05-F666D4FAF5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r>
                  <a:rPr lang="en-US"/>
                  <a:t>In the second string, we ”drew” what?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B2394A-53F1-9666-6E05-F666D4FAF5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11129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4158D-AC8A-DA0E-34E9-3048634C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81085-66C7-25D2-0EFE-7E4B3F33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A4EDD-6CCA-9E48-4F89-8624117AFE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r>
                  <a:rPr lang="en-US"/>
                  <a:t>In the second string, we ”drew” 5 and 6.</a:t>
                </a:r>
              </a:p>
              <a:p>
                <a:r>
                  <a:rPr lang="en-US"/>
                  <a:t>In the third string, we “drew”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A4EDD-6CCA-9E48-4F89-8624117AFE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96499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EE411-F962-03B7-27AF-1ED2C02E1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5307E-08E8-4A85-A125-96A21F038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1C2D0F-E0AD-BC0A-4C3F-0574C085F1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r>
                  <a:rPr lang="en-US"/>
                  <a:t>In the second string, we ”drew” 5 and 6.</a:t>
                </a:r>
              </a:p>
              <a:p>
                <a:r>
                  <a:rPr lang="en-US"/>
                  <a:t>In the third string, we “drew” 3 and 6.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1C2D0F-E0AD-BC0A-4C3F-0574C085F1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27384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321800-4072-258C-B9B3-17858F1C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50081-F271-8B89-49D1-CB5C816FF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D269C-994B-460B-A7FC-D2076B4D90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r>
                  <a:rPr lang="en-US"/>
                  <a:t>In the second string, we ”drew” 5 and 6.</a:t>
                </a:r>
              </a:p>
              <a:p>
                <a:r>
                  <a:rPr lang="en-US"/>
                  <a:t>In the third string, we “drew” 3 and 6.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So which counting problem is this?</a:t>
                </a:r>
              </a:p>
              <a:p>
                <a:r>
                  <a:rPr lang="en-US"/>
                  <a:t>No talking for this one.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4D269C-994B-460B-A7FC-D2076B4D90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4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919311E-F089-2DB4-B8DC-496C59122336}"/>
              </a:ext>
            </a:extLst>
          </p:cNvPr>
          <p:cNvSpPr txBox="1"/>
          <p:nvPr/>
        </p:nvSpPr>
        <p:spPr>
          <a:xfrm>
            <a:off x="6227180" y="5347504"/>
            <a:ext cx="5636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latin typeface="Inter Light" panose="02000403000000020004"/>
              </a:rPr>
              <a:t>CP1: Ordered without Replacement</a:t>
            </a:r>
          </a:p>
          <a:p>
            <a:pPr algn="l"/>
            <a:r>
              <a:rPr lang="en-US" sz="2400">
                <a:latin typeface="Inter Light" panose="02000403000000020004"/>
              </a:rPr>
              <a:t>CP2: Ordered with Replacement</a:t>
            </a:r>
          </a:p>
          <a:p>
            <a:pPr algn="l"/>
            <a:r>
              <a:rPr lang="en-US" sz="2400">
                <a:latin typeface="Inter Light" panose="02000403000000020004"/>
              </a:rPr>
              <a:t>CP3: Unordered without Replacement</a:t>
            </a:r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8ABA7793-A655-6AD7-A6F8-A2DB6AF6DB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92" y="3590693"/>
            <a:ext cx="1569102" cy="15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4456AED-E325-B3E3-1B50-091DB2565F10}"/>
              </a:ext>
            </a:extLst>
          </p:cNvPr>
          <p:cNvSpPr txBox="1"/>
          <p:nvPr/>
        </p:nvSpPr>
        <p:spPr>
          <a:xfrm>
            <a:off x="9274025" y="3244334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https://joshh.ug/F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1232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80552-3C63-36DC-AA50-6FE9621B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EC2AF-0C4F-6324-0DAC-A84D35B4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8E8D4E-1EB1-9781-9206-AEDDB26B7E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r>
                  <a:rPr lang="en-US"/>
                  <a:t>In the second string, we ”drew” 5 and 6.</a:t>
                </a:r>
              </a:p>
              <a:p>
                <a:r>
                  <a:rPr lang="en-US"/>
                  <a:t>In the third string, we “drew” 3 and 6.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So which counting problem is this?</a:t>
                </a:r>
              </a:p>
              <a:p>
                <a:r>
                  <a:rPr lang="en-US"/>
                  <a:t>Now talk to your neighbor.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8E8D4E-1EB1-9781-9206-AEDDB26B7E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4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A1AB638-9228-2E6E-DFE1-1CEFC7A44709}"/>
              </a:ext>
            </a:extLst>
          </p:cNvPr>
          <p:cNvSpPr txBox="1"/>
          <p:nvPr/>
        </p:nvSpPr>
        <p:spPr>
          <a:xfrm>
            <a:off x="6227180" y="5347504"/>
            <a:ext cx="5636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CP1: Ordered without Replacement</a:t>
            </a:r>
          </a:p>
          <a:p>
            <a:r>
              <a:rPr lang="en-US" sz="2400">
                <a:latin typeface="Inter Light" panose="02000403000000020004"/>
              </a:rPr>
              <a:t>CP2: Ordered with Replacement</a:t>
            </a:r>
          </a:p>
          <a:p>
            <a:r>
              <a:rPr lang="en-US" sz="2400">
                <a:latin typeface="Inter Light" panose="02000403000000020004"/>
              </a:rPr>
              <a:t>CP3: Unordered without Replacement</a:t>
            </a:r>
          </a:p>
        </p:txBody>
      </p:sp>
    </p:spTree>
    <p:extLst>
      <p:ext uri="{BB962C8B-B14F-4D97-AF65-F5344CB8AC3E}">
        <p14:creationId xmlns:p14="http://schemas.microsoft.com/office/powerpoint/2010/main" val="30908648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B1B20-A15D-3D53-144A-5A801F3F9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4863-3D1A-1086-B3C5-936146C1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E01322-24E3-A1C4-B52A-353E289194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r>
                  <a:rPr lang="en-US"/>
                  <a:t>In the second string, we ”drew” 5 and 6.</a:t>
                </a:r>
              </a:p>
              <a:p>
                <a:r>
                  <a:rPr lang="en-US"/>
                  <a:t>In the third string, we “drew” 3 and 6.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So which counting problem is this?</a:t>
                </a:r>
              </a:p>
              <a:p>
                <a:r>
                  <a:rPr lang="en-US"/>
                  <a:t>Try answering again.</a:t>
                </a:r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9E01322-24E3-A1C4-B52A-353E289194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b="-4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1650FB1-F25C-86F5-81B1-4C7A06220D1B}"/>
              </a:ext>
            </a:extLst>
          </p:cNvPr>
          <p:cNvSpPr txBox="1"/>
          <p:nvPr/>
        </p:nvSpPr>
        <p:spPr>
          <a:xfrm>
            <a:off x="6227180" y="5347504"/>
            <a:ext cx="5636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CP1: Ordered without Replacement</a:t>
            </a:r>
          </a:p>
          <a:p>
            <a:r>
              <a:rPr lang="en-US" sz="2400">
                <a:latin typeface="Inter Light" panose="02000403000000020004"/>
              </a:rPr>
              <a:t>CP2: Ordered with Replacement</a:t>
            </a:r>
          </a:p>
          <a:p>
            <a:r>
              <a:rPr lang="en-US" sz="2400">
                <a:latin typeface="Inter Light" panose="02000403000000020004"/>
              </a:rPr>
              <a:t>CP3: Unordered without Replacement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A25D4DC-A8E0-A055-3700-5CF7E83EB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61592" y="3590693"/>
            <a:ext cx="1569102" cy="15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1699D6-B402-FAE7-D211-9220CB01ECF7}"/>
              </a:ext>
            </a:extLst>
          </p:cNvPr>
          <p:cNvSpPr txBox="1"/>
          <p:nvPr/>
        </p:nvSpPr>
        <p:spPr>
          <a:xfrm>
            <a:off x="9274025" y="3244334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https://joshh.ug/F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609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94097-36D6-A007-7247-08DC5ED34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AD4A3-D001-579D-701B-05517B28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CC6B5-79EE-F481-FEB7-C8BFC966CF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r>
                  <a:rPr lang="en-US"/>
                  <a:t>In the second string, we ”drew” 5 and 6.</a:t>
                </a:r>
              </a:p>
              <a:p>
                <a:r>
                  <a:rPr lang="en-US"/>
                  <a:t>In the third string, we “drew” 3 and 6.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A7CC6B5-79EE-F481-FEB7-C8BFC966CF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8B6BBA-2000-D236-5CCA-9ED745673077}"/>
              </a:ext>
            </a:extLst>
          </p:cNvPr>
          <p:cNvSpPr txBox="1"/>
          <p:nvPr/>
        </p:nvSpPr>
        <p:spPr>
          <a:xfrm>
            <a:off x="6227180" y="5347504"/>
            <a:ext cx="5636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 Light" panose="02000403000000020004"/>
              </a:rPr>
              <a:t>CP1: Ordered without Replacement</a:t>
            </a:r>
          </a:p>
          <a:p>
            <a:r>
              <a:rPr lang="en-US" sz="2400">
                <a:latin typeface="Inter Light" panose="02000403000000020004"/>
              </a:rPr>
              <a:t>CP2: Ordered with Replacement</a:t>
            </a:r>
          </a:p>
          <a:p>
            <a:r>
              <a:rPr lang="en-US" sz="2400" b="1">
                <a:latin typeface="Inter Light" panose="02000403000000020004"/>
              </a:rPr>
              <a:t>CP3: Unordered without Replacement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C0D9B50-D3C7-8ED5-5AE2-DE5B5236C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461592" y="3590693"/>
            <a:ext cx="1569102" cy="15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B77B10-390B-73AB-462E-4C2B23849EA9}"/>
              </a:ext>
            </a:extLst>
          </p:cNvPr>
          <p:cNvSpPr txBox="1"/>
          <p:nvPr/>
        </p:nvSpPr>
        <p:spPr>
          <a:xfrm>
            <a:off x="9274025" y="3244334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4"/>
              </a:rPr>
              <a:t>https://joshh.ug/F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9014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1704-8ECD-B894-6F15-D3E47326D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BCB23-B798-56D3-DB0B-E84BFB1A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Subproblem: String Counting 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E6A21C-A033-08DC-7BEF-D79B3792D2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be the space of binary strings are there of length 7 that contain 2 ones. What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 ones can be in position 1, 2, 3, 4, 5, 6, or 7.</a:t>
                </a:r>
              </a:p>
              <a:p>
                <a:r>
                  <a:rPr lang="en-US"/>
                  <a:t>In the first string, we “drew” 3 and 5.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So which counting problem is this? This is CP3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are choosing the position of our 2 ones, where order doesn’t matter (i.e. doesn’t matter if we pick say “our ones are in position 5 and 7” or “our ones are in position 7 and 5”). </a:t>
                </a:r>
              </a:p>
              <a:p>
                <a:r>
                  <a:rPr lang="en-US"/>
                  <a:t>If you don’t believe me, make sure to revisit after lecture!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E6A21C-A033-08DC-7BEF-D79B3792D2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541" r="-1379" b="-97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77950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320F1-3B4B-13E8-9778-BE35AF91D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C75A8D-EF7C-80B7-0647-6CB82A13015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C75A8D-EF7C-80B7-0647-6CB82A1301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FC2CD66-91A9-F308-659D-0EAACB1D7A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: Draw 3 balls with the letters X through Z on them, then draw 5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: Find number of binary strings with 7 digits, 2 of which are ones. </a:t>
                </a:r>
              </a:p>
              <a:p>
                <a:pPr marL="0" indent="0">
                  <a:buNone/>
                </a:pPr>
                <a:endParaRPr lang="en-US" sz="600"/>
              </a:p>
              <a:p>
                <a:pPr marL="0" indent="0">
                  <a:buNone/>
                </a:pPr>
                <a:r>
                  <a:rPr lang="en-US"/>
                  <a:t>These two problems are identical. </a:t>
                </a:r>
              </a:p>
              <a:p>
                <a:r>
                  <a:rPr lang="en-US"/>
                  <a:t>More formally, there is a 1-to-1 mapping between the set of multisets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and the set of binary strings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Solving is thus given by our formula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  <m:r>
                      <a:rPr lang="en-US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a:rPr lang="en-US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=21</m:t>
                    </m:r>
                  </m:oMath>
                </a14:m>
                <a:endParaRPr lang="en-US">
                  <a:latin typeface="Consolas" panose="020B0609020204030204" pitchFamily="49" charset="0"/>
                </a:endParaRP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FC2CD66-91A9-F308-659D-0EAACB1D7A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 b="-7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989A1196-8587-AEF8-5875-B49C7DD7EAD9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40D0F9-4767-F2D6-381B-918B96BB8143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458ABD-053A-2623-9A12-743E0030EA27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D67C970-9923-84CE-F735-20D4C48AD58F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3B347F-8FBD-140A-AAA5-655C8640D562}"/>
              </a:ext>
            </a:extLst>
          </p:cNvPr>
          <p:cNvSpPr txBox="1"/>
          <p:nvPr/>
        </p:nvSpPr>
        <p:spPr>
          <a:xfrm>
            <a:off x="7389341" y="160417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X, X, X, X, X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7DAE72-2956-6D70-8AC5-78F8C9B28591}"/>
              </a:ext>
            </a:extLst>
          </p:cNvPr>
          <p:cNvSpPr txBox="1"/>
          <p:nvPr/>
        </p:nvSpPr>
        <p:spPr>
          <a:xfrm>
            <a:off x="7389341" y="2110033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X, X, Y, X, X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F493E2-EC81-5F37-08D9-978177039F20}"/>
              </a:ext>
            </a:extLst>
          </p:cNvPr>
          <p:cNvSpPr txBox="1"/>
          <p:nvPr/>
        </p:nvSpPr>
        <p:spPr>
          <a:xfrm>
            <a:off x="7389341" y="2611297"/>
            <a:ext cx="2208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X, Y, Z, X, Y</a:t>
            </a:r>
            <a:endParaRPr lang="en-US" sz="2400">
              <a:latin typeface="Inter Light" panose="02000403000000020004" pitchFamily="2" charset="0"/>
              <a:ea typeface="Inter Light" panose="02000403000000020004" pitchFamily="2" charset="0"/>
              <a:cs typeface="Inter Light" panose="02000403000000020004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FE7E6F-14B3-7D55-4229-DA4C59CBFDC6}"/>
                  </a:ext>
                </a:extLst>
              </p:cNvPr>
              <p:cNvSpPr txBox="1"/>
              <p:nvPr/>
            </p:nvSpPr>
            <p:spPr>
              <a:xfrm>
                <a:off x="7073195" y="6127495"/>
                <a:ext cx="1183217" cy="7033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1FE7E6F-14B3-7D55-4229-DA4C59CBF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3195" y="6127495"/>
                <a:ext cx="1183217" cy="7033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B787CB-ABFE-50A1-A615-857A624EB4BF}"/>
                  </a:ext>
                </a:extLst>
              </p:cNvPr>
              <p:cNvSpPr txBox="1"/>
              <p:nvPr/>
            </p:nvSpPr>
            <p:spPr>
              <a:xfrm>
                <a:off x="7962195" y="6061163"/>
                <a:ext cx="1962150" cy="835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7B787CB-ABFE-50A1-A615-857A624EB4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2195" y="6061163"/>
                <a:ext cx="1962150" cy="835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55043E-AC9A-4304-D6CA-123DF2456976}"/>
                  </a:ext>
                </a:extLst>
              </p:cNvPr>
              <p:cNvSpPr txBox="1"/>
              <p:nvPr/>
            </p:nvSpPr>
            <p:spPr>
              <a:xfrm>
                <a:off x="9773407" y="6061163"/>
                <a:ext cx="1242483" cy="783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F55043E-AC9A-4304-D6CA-123DF2456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3407" y="6061163"/>
                <a:ext cx="1242483" cy="7838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8EF166-7240-169E-53FE-C9F0DECBF54D}"/>
                  </a:ext>
                </a:extLst>
              </p:cNvPr>
              <p:cNvSpPr txBox="1"/>
              <p:nvPr/>
            </p:nvSpPr>
            <p:spPr>
              <a:xfrm>
                <a:off x="10747728" y="6248329"/>
                <a:ext cx="11281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88EF166-7240-169E-53FE-C9F0DECBF5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47728" y="6248329"/>
                <a:ext cx="112818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84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CC433-D204-2562-2790-1189C6B78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B39077-6709-2E16-B1A8-7B7B8CAA47F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4B39077-6709-2E16-B1A8-7B7B8CAA47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493A89-61E2-4344-FA70-8128AFAA2A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CP4: Now 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 balls with distinct letters, then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: Find number of binary strings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digits,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of which are ones.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are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Example: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5493A89-61E2-4344-FA70-8128AFAA2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82BA30E2-8356-6B35-2A5A-9F4461D48DC4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B06ABC2-64DD-7EA0-B37D-9CE00D2ED55A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C7EBAF0-4EEA-C022-FC0F-FDC513B56C68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217CEBA-BB46-F7EB-F403-2D140A477377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9DD422-1401-6B6C-03C6-200C4F54E02D}"/>
              </a:ext>
            </a:extLst>
          </p:cNvPr>
          <p:cNvSpPr txBox="1"/>
          <p:nvPr/>
        </p:nvSpPr>
        <p:spPr>
          <a:xfrm>
            <a:off x="7389341" y="1604173"/>
            <a:ext cx="383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{X, X, X, W, W, W, W}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F42529-3BBC-69B5-57DF-A923EDE71F1A}"/>
              </a:ext>
            </a:extLst>
          </p:cNvPr>
          <p:cNvSpPr txBox="1"/>
          <p:nvPr/>
        </p:nvSpPr>
        <p:spPr>
          <a:xfrm>
            <a:off x="7389340" y="2110033"/>
            <a:ext cx="3978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{X, X, X, W, W, Y, Z}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DCE2B7-B7F9-ACC4-B2E2-CD971C0B6811}"/>
              </a:ext>
            </a:extLst>
          </p:cNvPr>
          <p:cNvSpPr txBox="1"/>
          <p:nvPr/>
        </p:nvSpPr>
        <p:spPr>
          <a:xfrm>
            <a:off x="7389339" y="2611297"/>
            <a:ext cx="40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{W, Y, Y, Y, Z, Z, Z}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0FEB39-1529-B364-6FDD-199DF9535012}"/>
              </a:ext>
            </a:extLst>
          </p:cNvPr>
          <p:cNvSpPr/>
          <p:nvPr/>
        </p:nvSpPr>
        <p:spPr>
          <a:xfrm>
            <a:off x="1101494" y="2070061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4660584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1BFFA-C423-62F5-1AFA-229085033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69302C5-4793-8AAA-BEF5-35AEC0358DC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69302C5-4793-8AAA-BEF5-35AEC0358D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5F4943-5ECC-A09E-C4B1-4F6DCD542B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CP4: Now 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 balls with distinct letters, then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: Find number of binary strings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digits,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of which are ones.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are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Example: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565F4943-5ECC-A09E-C4B1-4F6DCD542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BC502F4-2737-7F57-C04D-08E9DD2E28BA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D9A4569-6D72-C289-DBED-33F3D4D86D49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699B12-70C7-04D5-C10D-F3C27E1F2072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780456-A7B9-0A33-8E32-D4655AEA4F54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F6ED984-4E41-1A21-99FE-7786FCAE0FF8}"/>
              </a:ext>
            </a:extLst>
          </p:cNvPr>
          <p:cNvSpPr txBox="1"/>
          <p:nvPr/>
        </p:nvSpPr>
        <p:spPr>
          <a:xfrm>
            <a:off x="7389341" y="1604173"/>
            <a:ext cx="383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{X, X, X, W, W, W, W}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244D6-5564-F213-B9BA-B319582BAE0D}"/>
              </a:ext>
            </a:extLst>
          </p:cNvPr>
          <p:cNvSpPr txBox="1"/>
          <p:nvPr/>
        </p:nvSpPr>
        <p:spPr>
          <a:xfrm>
            <a:off x="7389340" y="2110033"/>
            <a:ext cx="3978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{X, X, X, W, W, Y, Z}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722ADE-D05B-0708-59B0-F1BD1CA5EBAC}"/>
              </a:ext>
            </a:extLst>
          </p:cNvPr>
          <p:cNvSpPr txBox="1"/>
          <p:nvPr/>
        </p:nvSpPr>
        <p:spPr>
          <a:xfrm>
            <a:off x="7389339" y="2611297"/>
            <a:ext cx="40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{W, Y, Y, Y, Z, Z, Z}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942B959-5B7B-2D07-4D03-D34DAAE9AB94}"/>
              </a:ext>
            </a:extLst>
          </p:cNvPr>
          <p:cNvSpPr/>
          <p:nvPr/>
        </p:nvSpPr>
        <p:spPr>
          <a:xfrm>
            <a:off x="1101494" y="2070061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803BE374-FE4A-704C-059B-6EA80B2AA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820386" y="4857472"/>
            <a:ext cx="1569102" cy="1569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0601978-4A1D-31F0-A374-BA72A4B5388A}"/>
              </a:ext>
            </a:extLst>
          </p:cNvPr>
          <p:cNvSpPr txBox="1"/>
          <p:nvPr/>
        </p:nvSpPr>
        <p:spPr>
          <a:xfrm>
            <a:off x="9632819" y="4511113"/>
            <a:ext cx="20726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5"/>
              </a:rPr>
              <a:t>https://joshh.ug/H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8223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23BCE-8627-DDCE-F937-F166E29F0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ABCE34B-7296-B7FC-C46F-B23D7808361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ABCE34B-7296-B7FC-C46F-B23D780836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33FDD7D-FAA8-C5CB-D57A-CC994828AE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CP4: Now suppose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 balls with distinct letters, then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: Find number of binary strings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digits,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of which are ones.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are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/>
                  <a:t>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Answer: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Strings are of length 10 and have 3 ones in them.</a:t>
                </a:r>
              </a:p>
              <a:p>
                <a:pPr lvl="1"/>
                <a:r>
                  <a:rPr lang="en-US"/>
                  <a:t>Example: </a:t>
                </a:r>
                <a:r>
                  <a:rPr lang="en-US">
                    <a:latin typeface="Consolas" panose="020B0609020204030204" pitchFamily="49" charset="0"/>
                    <a:ea typeface="Inter" panose="02000503000000020004" pitchFamily="2" charset="0"/>
                    <a:cs typeface="Consolas" panose="020B0609020204030204" pitchFamily="49" charset="0"/>
                  </a:rPr>
                  <a:t>{W, Y, Y, Y, Z, Z, Z}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Inter" panose="02000503000000020004" pitchFamily="2" charset="0"/>
                        <a:cs typeface="Consolas" panose="020B0609020204030204" pitchFamily="49" charset="0"/>
                      </a:rPr>
                      <m:t> </m:t>
                    </m:r>
                  </m:oMath>
                </a14:m>
                <a:r>
                  <a:rPr lang="en-US"/>
                  <a:t>goes with </a:t>
                </a:r>
                <a:r>
                  <a:rPr lang="en-US">
                    <a:latin typeface="Consolas" panose="020B0609020204030204" pitchFamily="49" charset="0"/>
                    <a:ea typeface="Inter" panose="02000503000000020004" pitchFamily="2" charset="0"/>
                    <a:cs typeface="Consolas" panose="020B0609020204030204" pitchFamily="49" charset="0"/>
                  </a:rPr>
                  <a:t>0110001000</a:t>
                </a:r>
                <a:endParaRPr lang="en-US"/>
              </a:p>
              <a:p>
                <a:pPr lvl="1"/>
                <a:r>
                  <a:rPr lang="en-US"/>
                  <a:t>One 0 for each element of multiset, one 1 for each separator.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33FDD7D-FAA8-C5CB-D57A-CC994828A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 b="-14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6C036391-D606-E7E5-AA92-29E4C8652F01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7C02CC1-B843-6E15-8720-539100390997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0E6CAB-5998-F788-DB7B-686C539917C1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ACF85D-6D92-4F60-0989-AE8419D36254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7DD7E5-2921-58E2-5C43-FB34FB255723}"/>
              </a:ext>
            </a:extLst>
          </p:cNvPr>
          <p:cNvSpPr txBox="1"/>
          <p:nvPr/>
        </p:nvSpPr>
        <p:spPr>
          <a:xfrm>
            <a:off x="7389341" y="1604173"/>
            <a:ext cx="383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{X, X, X, W, W, W, W}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00C84D-9CE8-D7C1-B2D4-EE24845CCFC2}"/>
              </a:ext>
            </a:extLst>
          </p:cNvPr>
          <p:cNvSpPr txBox="1"/>
          <p:nvPr/>
        </p:nvSpPr>
        <p:spPr>
          <a:xfrm>
            <a:off x="7389340" y="2110033"/>
            <a:ext cx="3978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{X, X, X, W, W, Y, Z}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C6DB8D-CF92-191A-3A04-3D2D16603FE0}"/>
              </a:ext>
            </a:extLst>
          </p:cNvPr>
          <p:cNvSpPr txBox="1"/>
          <p:nvPr/>
        </p:nvSpPr>
        <p:spPr>
          <a:xfrm>
            <a:off x="7389339" y="2611297"/>
            <a:ext cx="40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{W, Y, Y, Y, Z, Z, Z}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125389A-D764-E3F4-DFB7-E4ED265E68D5}"/>
              </a:ext>
            </a:extLst>
          </p:cNvPr>
          <p:cNvSpPr/>
          <p:nvPr/>
        </p:nvSpPr>
        <p:spPr>
          <a:xfrm>
            <a:off x="1101494" y="2070061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6583C6-4460-9AEC-3F5E-445B92DB906C}"/>
                  </a:ext>
                </a:extLst>
              </p:cNvPr>
              <p:cNvSpPr txBox="1"/>
              <p:nvPr/>
            </p:nvSpPr>
            <p:spPr>
              <a:xfrm>
                <a:off x="6096000" y="4746402"/>
                <a:ext cx="61420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800">
                    <a:latin typeface="Consolas" panose="020B0609020204030204" pitchFamily="49" charset="0"/>
                    <a:ea typeface="Inter" panose="02000503000000020004" pitchFamily="2" charset="0"/>
                    <a:cs typeface="Consolas" panose="020B0609020204030204" pitchFamily="49" charset="0"/>
                  </a:rPr>
                  <a:t>{W, Y, Y, Y, Z, Z, Z}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  <a:ea typeface="Inter" panose="02000503000000020004" pitchFamily="2" charset="0"/>
                        <a:cs typeface="Consolas" panose="020B0609020204030204" pitchFamily="49" charset="0"/>
                      </a:rPr>
                      <m:t> 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6583C6-4460-9AEC-3F5E-445B92DB9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746402"/>
                <a:ext cx="6142090" cy="369332"/>
              </a:xfrm>
              <a:prstGeom prst="rect">
                <a:avLst/>
              </a:prstGeom>
              <a:blipFill>
                <a:blip r:embed="rId4"/>
                <a:stretch>
                  <a:fillRect l="-794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8846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E1FAF-4748-7BF9-D188-F65B9571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8E5A62-2835-0C0E-6A37-7DD1CE931DC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General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78E5A62-2835-0C0E-6A37-7DD1CE931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15A70B-44C6-B567-B11B-A942B53DBE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CP4: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balls with distinct letters, then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: Find number of binary strings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digits,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of which are ones.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715A70B-44C6-B567-B11B-A942B53DB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245BD39-F2CA-3260-F79C-900910A0B2ED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E3C5BF-3C1C-9F80-28C0-87EE026BABD2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85BEA4-DCAB-F03E-589B-0452787D38B3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0A36DC0-F8B1-58BF-8155-1DB3563EAE2C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473C81-79E2-E5DA-1E5C-56AEE1330CD6}"/>
              </a:ext>
            </a:extLst>
          </p:cNvPr>
          <p:cNvSpPr txBox="1"/>
          <p:nvPr/>
        </p:nvSpPr>
        <p:spPr>
          <a:xfrm>
            <a:off x="7389341" y="1604173"/>
            <a:ext cx="383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W, X, W,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006431-40AB-944F-1CC8-27A71A689A1F}"/>
              </a:ext>
            </a:extLst>
          </p:cNvPr>
          <p:cNvSpPr txBox="1"/>
          <p:nvPr/>
        </p:nvSpPr>
        <p:spPr>
          <a:xfrm>
            <a:off x="7389341" y="2110033"/>
            <a:ext cx="34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Z, X, W, Z, W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B2AA56-FCDC-20F0-BBB3-D3C9F9E70667}"/>
              </a:ext>
            </a:extLst>
          </p:cNvPr>
          <p:cNvSpPr txBox="1"/>
          <p:nvPr/>
        </p:nvSpPr>
        <p:spPr>
          <a:xfrm>
            <a:off x="7389339" y="2611297"/>
            <a:ext cx="40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Y, Z, X, Y,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60C718-BD57-35D0-C176-9F094ADEF3F6}"/>
              </a:ext>
            </a:extLst>
          </p:cNvPr>
          <p:cNvSpPr/>
          <p:nvPr/>
        </p:nvSpPr>
        <p:spPr>
          <a:xfrm>
            <a:off x="1101494" y="2070061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20527444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C9E54-740E-42CE-01CC-E9F8F6A6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F110F5-DC00-66AA-0856-B06F6BEEB5F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General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FF110F5-DC00-66AA-0856-B06F6BEEB5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12C5DEF-C98A-0721-D87A-F558BC63AB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CP4: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balls with distinct letters, then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: Find number of binary strings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digits,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of which are ones. 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?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12C5DEF-C98A-0721-D87A-F558BC63A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ADBA5783-37A9-5BC8-CA05-CB893258A9AD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0CE2AFB-CA95-BB8D-97CD-8BD49E07A2A5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7BF3C3-DF8B-E5F1-7C2A-CF2A5B2FD887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596A768-FD57-5CAB-CE54-9E9710739C58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D34FF84-DA96-5E51-A89D-7202DEB271A7}"/>
              </a:ext>
            </a:extLst>
          </p:cNvPr>
          <p:cNvSpPr txBox="1"/>
          <p:nvPr/>
        </p:nvSpPr>
        <p:spPr>
          <a:xfrm>
            <a:off x="7389341" y="1604173"/>
            <a:ext cx="383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W, X, W,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DC9E4-8D78-7F2E-D9F0-64C56EA8C982}"/>
              </a:ext>
            </a:extLst>
          </p:cNvPr>
          <p:cNvSpPr txBox="1"/>
          <p:nvPr/>
        </p:nvSpPr>
        <p:spPr>
          <a:xfrm>
            <a:off x="7389341" y="2110033"/>
            <a:ext cx="34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Z, X, W, Z, W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1FA785-8F2E-1479-30FA-7A7E1A04C9AD}"/>
              </a:ext>
            </a:extLst>
          </p:cNvPr>
          <p:cNvSpPr txBox="1"/>
          <p:nvPr/>
        </p:nvSpPr>
        <p:spPr>
          <a:xfrm>
            <a:off x="7389339" y="2611297"/>
            <a:ext cx="40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Y, Z, X, Y,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E5162C3-C018-B9DA-A59D-8DF6FC5D0A6B}"/>
              </a:ext>
            </a:extLst>
          </p:cNvPr>
          <p:cNvSpPr/>
          <p:nvPr/>
        </p:nvSpPr>
        <p:spPr>
          <a:xfrm>
            <a:off x="1101494" y="2070061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186988783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8C877-9C91-9E08-3A5B-00EBEEB7E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A2CBC9-C3DB-22DE-8361-61C7EF4E40C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General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BA2CBC9-C3DB-22DE-8361-61C7EF4E40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A82089-9D11-07E7-A6AD-13AF8CBA8F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CP4: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balls with distinct letters, then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: Find number of binary strings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digits,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of which are ones. </a:t>
                </a:r>
              </a:p>
              <a:p>
                <a:pPr marL="0" indent="0">
                  <a:buNone/>
                </a:pPr>
                <a:endParaRPr lang="en-US" sz="400"/>
              </a:p>
              <a:p>
                <a:pPr marL="0" indent="0">
                  <a:buNone/>
                </a:pPr>
                <a:r>
                  <a:rPr lang="en-US"/>
                  <a:t>What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?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, we had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 b="0" err="1"/>
                  <a:t>Intepretation</a:t>
                </a:r>
                <a:r>
                  <a:rPr lang="en-US" b="0"/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total digits,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of which are separators.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A82089-9D11-07E7-A6AD-13AF8CBA8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B94B6FC-21B8-E09C-EAC1-EFB51891ECE2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28C664C-24AD-2323-1C9A-E6A2EAADA439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908A54E-5C02-E2C8-0EA4-DAC60428C7CD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2A8BB53-2EC6-B72A-05CF-EDDA99A40343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575363-4AFF-FE09-C4DF-BC62E7F2AD81}"/>
              </a:ext>
            </a:extLst>
          </p:cNvPr>
          <p:cNvSpPr txBox="1"/>
          <p:nvPr/>
        </p:nvSpPr>
        <p:spPr>
          <a:xfrm>
            <a:off x="7389341" y="1604173"/>
            <a:ext cx="383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W, X, W,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C8F49E-01F6-30F4-37DF-CCB455D0224B}"/>
              </a:ext>
            </a:extLst>
          </p:cNvPr>
          <p:cNvSpPr txBox="1"/>
          <p:nvPr/>
        </p:nvSpPr>
        <p:spPr>
          <a:xfrm>
            <a:off x="7389341" y="2110033"/>
            <a:ext cx="34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Z, X, W, Z, W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31395D-3B13-8AC1-01A5-7AF0B7A3B5BE}"/>
              </a:ext>
            </a:extLst>
          </p:cNvPr>
          <p:cNvSpPr txBox="1"/>
          <p:nvPr/>
        </p:nvSpPr>
        <p:spPr>
          <a:xfrm>
            <a:off x="7389339" y="2611297"/>
            <a:ext cx="40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Y, Z, X, Y,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3AC4D4A-1150-85EA-8737-3F392C7DBB43}"/>
              </a:ext>
            </a:extLst>
          </p:cNvPr>
          <p:cNvSpPr/>
          <p:nvPr/>
        </p:nvSpPr>
        <p:spPr>
          <a:xfrm>
            <a:off x="1101494" y="2070061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061538-CB26-79AB-F86E-60505609746D}"/>
              </a:ext>
            </a:extLst>
          </p:cNvPr>
          <p:cNvSpPr txBox="1"/>
          <p:nvPr/>
        </p:nvSpPr>
        <p:spPr>
          <a:xfrm>
            <a:off x="8684948" y="5253827"/>
            <a:ext cx="32640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latin typeface="Inter Light" panose="02000403000000020004"/>
              </a:rPr>
              <a:t>If this isn’t clear, revisit after lecture!</a:t>
            </a:r>
          </a:p>
        </p:txBody>
      </p:sp>
    </p:spTree>
    <p:extLst>
      <p:ext uri="{BB962C8B-B14F-4D97-AF65-F5344CB8AC3E}">
        <p14:creationId xmlns:p14="http://schemas.microsoft.com/office/powerpoint/2010/main" val="312088348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BEC20-1D5D-A6B8-D8D6-EF1240251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957F8-7013-87CB-DB81-337C089B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Problems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FA7CD-25C7-B23A-C461-7FB5E885E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CP1: Ordered Sampling without Replacement </a:t>
                </a:r>
              </a:p>
              <a:p>
                <a:r>
                  <a:rPr lang="en-US"/>
                  <a:t>CP2: Ordered Sampling with Replacement</a:t>
                </a:r>
              </a:p>
              <a:p>
                <a:r>
                  <a:rPr lang="en-US"/>
                  <a:t>CP3: Unordered Sampling without Replacement</a:t>
                </a:r>
              </a:p>
              <a:p>
                <a:r>
                  <a:rPr lang="en-US"/>
                  <a:t>CP4: Unordered Sampling with Replacement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The number of possible samples if we draw k items from N possibilities is: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×…×</m:t>
                    </m:r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/>
                  <a:t>	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𝐶𝑃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1FA7CD-25C7-B23A-C461-7FB5E885E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758" b="-57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46796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9537-E609-9B1E-0AF8-CDEFA28C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C54C-6049-0CCD-ED0A-D534E2F1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Alternate Form for CP4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A552201-54D4-9408-CC4B-CDC4D935EF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Earlier, we defined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as the set of all binary strengths with length 7 that contain 2 ones, and found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But we could also have counted the number of ways to draw the positions of the zeros. In other, can reword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/>
                  <a:t> as the set of all binary strengths with length 7 that contain 5 zeros.</a:t>
                </a:r>
              </a:p>
              <a:p>
                <a:r>
                  <a:rPr lang="en-US"/>
                  <a:t>In the first string, we “drew” 1, 2, 4, 6, and 7.</a:t>
                </a:r>
              </a:p>
              <a:p>
                <a:endParaRPr lang="en-US"/>
              </a:p>
              <a:p>
                <a:pPr marL="0" indent="0">
                  <a:buNone/>
                </a:pPr>
                <a:r>
                  <a:rPr lang="en-US"/>
                  <a:t>This suggests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. But how can this be?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A552201-54D4-9408-CC4B-CDC4D935EF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2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1055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0A8D1-F8F6-0A78-460F-36ACA1385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D4D5A-0D0F-C1D5-B11A-10FFAB41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Alternate Form for CP4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1247929-E1FC-21B4-B277-39B7707CC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/>
                  <a:t>Earlier, we defined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/>
                  <a:t> as the set of all binary strengths with length 7 that contain 2 ones, and found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>
                    <a:latin typeface="Consolas" panose="020B0609020204030204" pitchFamily="49" charset="0"/>
                  </a:rPr>
                  <a:t>XXYZZ: 0010100      XXXZX: 0000110     XYZYX: 0010010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But we could also have counted the number of ways to draw the positions of the zeros. In other, can reword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/>
                  <a:t> as the set of all binary strengths with length 7 that contain 5 zeros.</a:t>
                </a:r>
              </a:p>
              <a:p>
                <a:r>
                  <a:rPr lang="en-US"/>
                  <a:t>In the first string, we “drew” 1, 2, 4, 6, and 7.</a:t>
                </a:r>
              </a:p>
              <a:p>
                <a:endParaRPr lang="en-US" sz="600"/>
              </a:p>
              <a:p>
                <a:pPr marL="0" indent="0">
                  <a:buNone/>
                </a:pPr>
                <a:r>
                  <a:rPr lang="en-US"/>
                  <a:t>This suggests that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/>
                  <a:t>. But how can this be? Well,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r>
                  <a:rPr lang="en-US"/>
                  <a:t>Randomly picking the positions of the two 1s is same thing as picking five 0s.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1247929-E1FC-21B4-B277-39B7707CC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2"/>
                <a:stretch>
                  <a:fillRect l="-849" t="-541" b="-43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AB2E9F-9ADD-05EB-8405-F48B6B4DD9F6}"/>
              </a:ext>
            </a:extLst>
          </p:cNvPr>
          <p:cNvSpPr txBox="1"/>
          <p:nvPr/>
        </p:nvSpPr>
        <p:spPr>
          <a:xfrm>
            <a:off x="8857979" y="4670260"/>
            <a:ext cx="24918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>
                <a:latin typeface="Inter Light" panose="02000403000000020004"/>
              </a:rPr>
              <a:t>See hidden slide after this slide for a more algebraic look at this.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EEEC3D9-0197-96FF-F442-A40CEB4C93B0}"/>
              </a:ext>
            </a:extLst>
          </p:cNvPr>
          <p:cNvCxnSpPr/>
          <p:nvPr/>
        </p:nvCxnSpPr>
        <p:spPr>
          <a:xfrm flipH="1">
            <a:off x="8558957" y="5070370"/>
            <a:ext cx="216683" cy="2643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395393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14859D2-7CAE-C028-6C06-1617726E1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EA467-7307-F263-1746-500FD32AB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Handy Property of the Choose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2D745C6-7078-6E6E-EF67-D53A62C1CC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2343615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It turns out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, example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  Why?</a:t>
                </a:r>
              </a:p>
              <a:p>
                <a:pPr marL="0" indent="0">
                  <a:buNone/>
                </a:pPr>
                <a:endParaRPr lang="en-US">
                  <a:latin typeface="Inter" panose="02000503000000020004" pitchFamily="2" charset="0"/>
                  <a:ea typeface="Inter" panose="02000503000000020004" pitchFamily="2" charset="0"/>
                  <a:cs typeface="Inter" panose="02000503000000020004" pitchFamily="2" charset="0"/>
                </a:endParaRPr>
              </a:p>
              <a:p>
                <a:pPr marL="0" indent="0">
                  <a:buNone/>
                </a:pPr>
                <a:r>
                  <a:rPr lang="en-US">
                    <a:latin typeface="Inter" panose="02000503000000020004" pitchFamily="2" charset="0"/>
                    <a:ea typeface="Inter" panose="02000503000000020004" pitchFamily="2" charset="0"/>
                    <a:cs typeface="Inter" panose="02000503000000020004" pitchFamily="2" charset="0"/>
                  </a:rPr>
                  <a:t>Let’s expand out both expressions, we have that: </a:t>
                </a: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2D745C6-7078-6E6E-EF67-D53A62C1C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2343615"/>
              </a:xfrm>
              <a:prstGeom prst="rect">
                <a:avLst/>
              </a:prstGeom>
              <a:blipFill>
                <a:blip r:embed="rId3"/>
                <a:stretch>
                  <a:fillRect l="-7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649181-0A3D-B2D4-90DF-D2ED89A6D6A2}"/>
                  </a:ext>
                </a:extLst>
              </p:cNvPr>
              <p:cNvSpPr txBox="1"/>
              <p:nvPr/>
            </p:nvSpPr>
            <p:spPr>
              <a:xfrm>
                <a:off x="6336757" y="1727045"/>
                <a:ext cx="2993589" cy="8515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C649181-0A3D-B2D4-90DF-D2ED89A6D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6757" y="1727045"/>
                <a:ext cx="2993589" cy="8515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554BB8-36CB-BCD5-93AB-61ABFC66E63C}"/>
                  </a:ext>
                </a:extLst>
              </p:cNvPr>
              <p:cNvSpPr txBox="1"/>
              <p:nvPr/>
            </p:nvSpPr>
            <p:spPr>
              <a:xfrm>
                <a:off x="5704167" y="3138152"/>
                <a:ext cx="2700837" cy="8460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7554BB8-36CB-BCD5-93AB-61ABFC66E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4167" y="3138152"/>
                <a:ext cx="2700837" cy="84600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5D1DEFA-2965-0FBB-172A-66FD1EAE282D}"/>
              </a:ext>
            </a:extLst>
          </p:cNvPr>
          <p:cNvSpPr txBox="1"/>
          <p:nvPr/>
        </p:nvSpPr>
        <p:spPr>
          <a:xfrm>
            <a:off x="499562" y="3314075"/>
            <a:ext cx="2756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latin typeface="Inter Light" panose="02000403000000020004"/>
              </a:rPr>
              <a:t>and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7E6CB3-5A5D-8C35-D34A-471FE179CD26}"/>
                  </a:ext>
                </a:extLst>
              </p:cNvPr>
              <p:cNvSpPr txBox="1"/>
              <p:nvPr/>
            </p:nvSpPr>
            <p:spPr>
              <a:xfrm>
                <a:off x="849711" y="3221486"/>
                <a:ext cx="1768583" cy="705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7E6CB3-5A5D-8C35-D34A-471FE179C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711" y="3221486"/>
                <a:ext cx="1768583" cy="7057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8A32AD-3A2C-F0F6-8A76-FD5AA95C5AFA}"/>
                  </a:ext>
                </a:extLst>
              </p:cNvPr>
              <p:cNvSpPr txBox="1"/>
              <p:nvPr/>
            </p:nvSpPr>
            <p:spPr>
              <a:xfrm>
                <a:off x="2045845" y="3138152"/>
                <a:ext cx="4230771" cy="9083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num>
                        <m:den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28A32AD-3A2C-F0F6-8A76-FD5AA95C5A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845" y="3138152"/>
                <a:ext cx="4230771" cy="9083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9901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9853-962C-16AF-345C-29C2CC00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51F975-57D1-E2FE-B80A-635953A60A4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The CP4 - CP3 Bijection for General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D51F975-57D1-E2FE-B80A-635953A60A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870" t="-14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5D7D4B-77E0-9E67-1551-5E1C757A35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342900" indent="-342900" algn="l" defTabSz="914377" rtl="0" eaLnBrk="1" latinLnBrk="0" hangingPunct="1">
                  <a:lnSpc>
                    <a:spcPct val="110000"/>
                  </a:lnSpc>
                  <a:spcBef>
                    <a:spcPts val="1000"/>
                  </a:spcBef>
                  <a:buFont typeface="Calibri" panose="020F0502020204030204" pitchFamily="34" charset="0"/>
                  <a:buChar char="●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1pPr>
                <a:lvl2pPr marL="68578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SzPct val="100000"/>
                  <a:buFont typeface="Courier New" panose="02070309020205020404" pitchFamily="49" charset="0"/>
                  <a:buChar char="o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2pPr>
                <a:lvl3pPr marL="1142971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Wingdings" pitchFamily="2" charset="2"/>
                  <a:buChar char="§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3pPr>
                <a:lvl4pPr marL="1600160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4pPr>
                <a:lvl5pPr marL="2057349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b="0" i="0" kern="1200">
                    <a:solidFill>
                      <a:schemeClr val="tx1"/>
                    </a:solidFill>
                    <a:latin typeface="Inter Light" panose="02000403000000020004" pitchFamily="2" charset="0"/>
                    <a:ea typeface="Inter Light" panose="02000403000000020004" pitchFamily="2" charset="0"/>
                    <a:cs typeface="Inter Light" panose="02000403000000020004" pitchFamily="2" charset="0"/>
                  </a:defRPr>
                </a:lvl5pPr>
                <a:lvl6pPr marL="2514537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726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914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103" indent="-228594" algn="l" defTabSz="914377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Calibri" panose="020F0502020204030204" pitchFamily="34" charset="0"/>
                  <a:buNone/>
                </a:pPr>
                <a:r>
                  <a:rPr lang="en-US"/>
                  <a:t>CP4: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balls with distinct letters, then draw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in a row, putting the drawn ball back in the bag each time.</a:t>
                </a:r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Font typeface="Calibri" panose="020F0502020204030204" pitchFamily="34" charset="0"/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CP3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′= ?</m:t>
                    </m:r>
                  </m:oMath>
                </a14:m>
                <a:r>
                  <a:rPr lang="en-US"/>
                  <a:t>: Find number of binary strings with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digits,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r>
                  <a:rPr lang="en-US"/>
                  <a:t> of which are </a:t>
                </a:r>
                <a:r>
                  <a:rPr lang="en-US" b="1"/>
                  <a:t>zeros</a:t>
                </a:r>
                <a:r>
                  <a:rPr lang="en-US"/>
                  <a:t>. </a:t>
                </a:r>
              </a:p>
              <a:p>
                <a:pPr marL="0" indent="0">
                  <a:buNone/>
                </a:pPr>
                <a:endParaRPr lang="en-US" sz="600"/>
              </a:p>
              <a:p>
                <a:pPr marL="0" indent="0">
                  <a:buNone/>
                </a:pPr>
                <a:r>
                  <a:rPr lang="en-US"/>
                  <a:t>What are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/>
                  <a:t> in terms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?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, we have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/>
                  <a:t>, we have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Intepretation: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/>
                  <a:t> total digits,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of which are not separators.</a:t>
                </a:r>
              </a:p>
            </p:txBody>
          </p:sp>
        </mc:Choice>
        <mc:Fallback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B5D7D4B-77E0-9E67-1551-5E1C757A3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57" y="533400"/>
                <a:ext cx="11488745" cy="5638732"/>
              </a:xfrm>
              <a:prstGeom prst="rect">
                <a:avLst/>
              </a:prstGeom>
              <a:blipFill>
                <a:blip r:embed="rId3"/>
                <a:stretch>
                  <a:fillRect l="-849" t="-541" b="-6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3980048-7371-B84C-0A7F-F64739B56D92}"/>
              </a:ext>
            </a:extLst>
          </p:cNvPr>
          <p:cNvSpPr/>
          <p:nvPr/>
        </p:nvSpPr>
        <p:spPr>
          <a:xfrm>
            <a:off x="3549368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Z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9C47263-AA27-7C6B-3587-C9E91BD4E2B5}"/>
              </a:ext>
            </a:extLst>
          </p:cNvPr>
          <p:cNvSpPr/>
          <p:nvPr/>
        </p:nvSpPr>
        <p:spPr>
          <a:xfrm>
            <a:off x="1917452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X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843FE3-1FC3-1A37-48F5-71FAEDCB40CB}"/>
              </a:ext>
            </a:extLst>
          </p:cNvPr>
          <p:cNvSpPr/>
          <p:nvPr/>
        </p:nvSpPr>
        <p:spPr>
          <a:xfrm>
            <a:off x="2733410" y="2065838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A84702-2F20-FC03-DF2C-621DD3764FD2}"/>
              </a:ext>
            </a:extLst>
          </p:cNvPr>
          <p:cNvCxnSpPr>
            <a:cxnSpLocks/>
          </p:cNvCxnSpPr>
          <p:nvPr/>
        </p:nvCxnSpPr>
        <p:spPr>
          <a:xfrm>
            <a:off x="4993522" y="2340865"/>
            <a:ext cx="157899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C616A07-3BE7-931B-C881-5E626BA98C2E}"/>
              </a:ext>
            </a:extLst>
          </p:cNvPr>
          <p:cNvSpPr txBox="1"/>
          <p:nvPr/>
        </p:nvSpPr>
        <p:spPr>
          <a:xfrm>
            <a:off x="7389341" y="1604173"/>
            <a:ext cx="3838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W, X, W,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DCCBA0-0AD1-B4ED-521F-243A3F413913}"/>
              </a:ext>
            </a:extLst>
          </p:cNvPr>
          <p:cNvSpPr txBox="1"/>
          <p:nvPr/>
        </p:nvSpPr>
        <p:spPr>
          <a:xfrm>
            <a:off x="7389341" y="2110033"/>
            <a:ext cx="3467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X, Z, X, W, Z, W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1F046E-93DD-F2FE-A3CA-764D72F3FB61}"/>
              </a:ext>
            </a:extLst>
          </p:cNvPr>
          <p:cNvSpPr txBox="1"/>
          <p:nvPr/>
        </p:nvSpPr>
        <p:spPr>
          <a:xfrm>
            <a:off x="7389339" y="2611297"/>
            <a:ext cx="4000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ea typeface="Inter" panose="02000503000000020004" pitchFamily="2" charset="0"/>
                <a:cs typeface="Consolas" panose="020B0609020204030204" pitchFamily="49" charset="0"/>
              </a:rPr>
              <a:t>X, Y, Z, X, Y, W, X</a:t>
            </a:r>
            <a:endParaRPr lang="en-US" sz="2400">
              <a:latin typeface="Consolas" panose="020B0609020204030204" pitchFamily="49" charset="0"/>
              <a:ea typeface="Inter Light" panose="02000403000000020004" pitchFamily="2" charset="0"/>
              <a:cs typeface="Consolas" panose="020B0609020204030204" pitchFamily="49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256692-A536-37E6-66D7-8629566B0AD6}"/>
              </a:ext>
            </a:extLst>
          </p:cNvPr>
          <p:cNvSpPr/>
          <p:nvPr/>
        </p:nvSpPr>
        <p:spPr>
          <a:xfrm>
            <a:off x="1101494" y="2070061"/>
            <a:ext cx="522912" cy="550054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34170698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02627-09E0-806D-6F56-761D9EBA6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53AC1-6474-01B7-9A2F-A59CAF746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Counting Problems 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19C029-6C8B-6E96-CBB4-91BE87D28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/>
                  <a:t>CP1: Ordered Sampling without Replacement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/>
                  <a:t>CP2: Ordered Sampling with Replacement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/>
                  <a:t>CP3: Unordered Sampling without Replacement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/>
                  <a:t>CP4: Unordered Sampling with Replacement</a:t>
                </a:r>
              </a:p>
              <a:p>
                <a:endParaRPr lang="en-US" sz="10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/>
                  <a:t>The number of possible samples if we draw k items from N possibilities is:</a:t>
                </a:r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×…×</m:t>
                    </m:r>
                    <m:d>
                      <m:d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/>
                  <a:t>	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endChr m:val="|"/>
                            <m:ctrlP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𝐶𝑃</m:t>
                            </m:r>
                            <m:r>
                              <a:rPr lang="en-US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d>
                              <m:dPr>
                                <m:ctrlP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𝐶𝑃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19C029-6C8B-6E96-CBB4-91BE87D28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49" t="-17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CF761-7CE1-833B-CF91-A868DBD86563}"/>
                  </a:ext>
                </a:extLst>
              </p:cNvPr>
              <p:cNvSpPr txBox="1"/>
              <p:nvPr/>
            </p:nvSpPr>
            <p:spPr>
              <a:xfrm>
                <a:off x="1683834" y="5875599"/>
                <a:ext cx="6142090" cy="7454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𝐶𝑃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3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8ECF761-7CE1-833B-CF91-A868DBD865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3834" y="5875599"/>
                <a:ext cx="6142090" cy="7454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3285D2-3A1E-0182-85AD-A445BF5F4DF6}"/>
                  </a:ext>
                </a:extLst>
              </p:cNvPr>
              <p:cNvSpPr txBox="1"/>
              <p:nvPr/>
            </p:nvSpPr>
            <p:spPr>
              <a:xfrm>
                <a:off x="10283935" y="6288323"/>
                <a:ext cx="1869410" cy="5523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3285D2-3A1E-0182-85AD-A445BF5F4D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3935" y="6288323"/>
                <a:ext cx="1869410" cy="55239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7183DFB-C25D-A776-4187-2859495839D0}"/>
              </a:ext>
            </a:extLst>
          </p:cNvPr>
          <p:cNvSpPr txBox="1"/>
          <p:nvPr/>
        </p:nvSpPr>
        <p:spPr>
          <a:xfrm>
            <a:off x="10477779" y="5981097"/>
            <a:ext cx="13459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Inter Light" panose="02000403000000020004"/>
              </a:rPr>
              <a:t>From hidden slide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5DB605-0D92-DCD9-8212-BF96CDE50A34}"/>
              </a:ext>
            </a:extLst>
          </p:cNvPr>
          <p:cNvSpPr txBox="1"/>
          <p:nvPr/>
        </p:nvSpPr>
        <p:spPr>
          <a:xfrm>
            <a:off x="7580220" y="5041900"/>
            <a:ext cx="1373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Inter Light" panose="02000403000000020004"/>
              </a:rPr>
              <a:t>If we count the positions of the separators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FFC340-0362-2F0E-F522-AE6E046F9766}"/>
              </a:ext>
            </a:extLst>
          </p:cNvPr>
          <p:cNvSpPr txBox="1"/>
          <p:nvPr/>
        </p:nvSpPr>
        <p:spPr>
          <a:xfrm>
            <a:off x="7580220" y="5965157"/>
            <a:ext cx="1474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>
                <a:latin typeface="Inter Light" panose="02000403000000020004"/>
              </a:rPr>
              <a:t>If we count the positions of the non-separators</a:t>
            </a:r>
          </a:p>
        </p:txBody>
      </p:sp>
    </p:spTree>
    <p:extLst>
      <p:ext uri="{BB962C8B-B14F-4D97-AF65-F5344CB8AC3E}">
        <p14:creationId xmlns:p14="http://schemas.microsoft.com/office/powerpoint/2010/main" val="206437982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5316B-A3B6-C0A3-429F-262A9F0BB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3151-9B27-903D-1D7E-B436768E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Names for Counting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84C23-C32D-D1C4-221D-5B356FAD0B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CP1: Ordered Sampling without Replacement </a:t>
            </a:r>
          </a:p>
          <a:p>
            <a:r>
              <a:rPr lang="en-US"/>
              <a:t>CP2: Ordered Sampling with Replacement</a:t>
            </a:r>
          </a:p>
          <a:p>
            <a:r>
              <a:rPr lang="en-US"/>
              <a:t>CP3: Unordered Sampling without Replacement</a:t>
            </a:r>
          </a:p>
          <a:p>
            <a:r>
              <a:rPr lang="en-US"/>
              <a:t>CP4: Unordered Sampling with Replacement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We can also call these:</a:t>
            </a:r>
          </a:p>
          <a:p>
            <a:r>
              <a:rPr lang="en-US"/>
              <a:t>CP1: Counting Sequences without Replacement</a:t>
            </a:r>
          </a:p>
          <a:p>
            <a:r>
              <a:rPr lang="en-US"/>
              <a:t>CP2: Counting Sequences with Replacement</a:t>
            </a:r>
          </a:p>
          <a:p>
            <a:r>
              <a:rPr lang="en-US"/>
              <a:t>CP3: Counting Sets</a:t>
            </a:r>
          </a:p>
          <a:p>
            <a:r>
              <a:rPr lang="en-US"/>
              <a:t>CP4: Counting Multisets with Replacement</a:t>
            </a:r>
          </a:p>
          <a:p>
            <a:endParaRPr lang="en-US"/>
          </a:p>
          <a:p>
            <a:pPr marL="0" indent="0">
              <a:buNone/>
            </a:pPr>
            <a:r>
              <a:rPr lang="en-US" sz="1800"/>
              <a:t>Note: Some texts use “stars” and “bars” rather than “0s” and “1s” for the binary representation.</a:t>
            </a:r>
          </a:p>
          <a:p>
            <a:endParaRPr lang="en-US" sz="200"/>
          </a:p>
          <a:p>
            <a:endParaRPr lang="en-US" sz="200"/>
          </a:p>
          <a:p>
            <a:endParaRPr lang="en-US" sz="200"/>
          </a:p>
        </p:txBody>
      </p:sp>
    </p:spTree>
    <p:extLst>
      <p:ext uri="{BB962C8B-B14F-4D97-AF65-F5344CB8AC3E}">
        <p14:creationId xmlns:p14="http://schemas.microsoft.com/office/powerpoint/2010/main" val="83503948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5F696-E5CE-3C9B-7DA4-451F940BF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38B9-1BFA-9861-58BF-6E239D3C4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chemeClr val="accent3"/>
                </a:solidFill>
              </a:rPr>
              <a:t>Combinatorial Proofs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7085E8-F19A-3FD9-9771-FEA1DB85E1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Lecture 12, CS70 Fall 2025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7BA67B-B94B-99DC-CEAA-F07DDF8040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/>
              </a:rPr>
              <a:t>Counting 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  <a:latin typeface="Inter" panose="02000503000000020004"/>
              </a:rPr>
              <a:t>CP1: 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CP2: Ordered Sampling with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CP3: Unordered Sampling without Replacement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>
                    <a:lumMod val="65000"/>
                  </a:schemeClr>
                </a:solidFill>
              </a:rPr>
              <a:t>CP4: Unordered Sampling with Replacement</a:t>
            </a:r>
          </a:p>
          <a:p>
            <a:r>
              <a:rPr lang="en-US" b="1">
                <a:solidFill>
                  <a:schemeClr val="accent3"/>
                </a:solidFill>
              </a:rPr>
              <a:t>Combinatorial Proofs (time permitting)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B289C7D0-C151-5579-239E-B98D6529497B}"/>
              </a:ext>
            </a:extLst>
          </p:cNvPr>
          <p:cNvSpPr txBox="1">
            <a:spLocks/>
          </p:cNvSpPr>
          <p:nvPr/>
        </p:nvSpPr>
        <p:spPr>
          <a:xfrm>
            <a:off x="6248400" y="217487"/>
            <a:ext cx="6096000" cy="671671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 defTabSz="914377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Char char="§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Inter Light" panose="02000403000000020004" pitchFamily="2" charset="0"/>
                <a:ea typeface="Inter Light" panose="02000403000000020004" pitchFamily="2" charset="0"/>
                <a:cs typeface="Inter Light" panose="02000403000000020004" pitchFamily="2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3607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CB383-C62F-45DC-1556-A68FC48C6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Binomial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3C06B-694E-AFB1-CADF-6F0EEEDD54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0"/>
                  <a:t>As you know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b="0"/>
                  <a:t>We can also choose higher exponents than 2, e.g.</a:t>
                </a:r>
              </a:p>
              <a:p>
                <a:pPr marL="0" indent="0">
                  <a:buNone/>
                </a:pPr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You may remember the binomial theorem: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43C06B-694E-AFB1-CADF-6F0EEEDD54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96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C467CF-071D-C157-68E1-660F963F0E1F}"/>
                  </a:ext>
                </a:extLst>
              </p:cNvPr>
              <p:cNvSpPr txBox="1"/>
              <p:nvPr/>
            </p:nvSpPr>
            <p:spPr>
              <a:xfrm>
                <a:off x="2762057" y="5053272"/>
                <a:ext cx="6151944" cy="14371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320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5C467CF-071D-C157-68E1-660F963F0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057" y="5053272"/>
                <a:ext cx="6151944" cy="1437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673F44-22D3-863C-BE99-2EE9944D8BCB}"/>
                  </a:ext>
                </a:extLst>
              </p:cNvPr>
              <p:cNvSpPr txBox="1"/>
              <p:nvPr/>
            </p:nvSpPr>
            <p:spPr>
              <a:xfrm>
                <a:off x="7768544" y="4347896"/>
                <a:ext cx="1236560" cy="617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673F44-22D3-863C-BE99-2EE9944D8B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544" y="4347896"/>
                <a:ext cx="1236560" cy="617605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AEDEE4-6822-CAF3-560E-D4E2E6D0A33F}"/>
                  </a:ext>
                </a:extLst>
              </p:cNvPr>
              <p:cNvSpPr txBox="1"/>
              <p:nvPr/>
            </p:nvSpPr>
            <p:spPr>
              <a:xfrm>
                <a:off x="9392423" y="4185889"/>
                <a:ext cx="1236560" cy="617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noBar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AEDEE4-6822-CAF3-560E-D4E2E6D0A3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2423" y="4185889"/>
                <a:ext cx="1236560" cy="617605"/>
              </a:xfrm>
              <a:prstGeom prst="rect">
                <a:avLst/>
              </a:prstGeom>
              <a:blipFill>
                <a:blip r:embed="rId5"/>
                <a:stretch>
                  <a:fillRect b="-7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D541132-10DE-5C91-4C81-1FE71DDA3E6B}"/>
              </a:ext>
            </a:extLst>
          </p:cNvPr>
          <p:cNvCxnSpPr/>
          <p:nvPr/>
        </p:nvCxnSpPr>
        <p:spPr>
          <a:xfrm flipH="1" flipV="1">
            <a:off x="6713316" y="3993266"/>
            <a:ext cx="1388962" cy="501425"/>
          </a:xfrm>
          <a:prstGeom prst="straightConnector1">
            <a:avLst/>
          </a:prstGeom>
          <a:ln w="317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BC0DEB-E9E1-4BA7-9022-ED19F26ECD4F}"/>
              </a:ext>
            </a:extLst>
          </p:cNvPr>
          <p:cNvCxnSpPr>
            <a:cxnSpLocks/>
          </p:cNvCxnSpPr>
          <p:nvPr/>
        </p:nvCxnSpPr>
        <p:spPr>
          <a:xfrm flipH="1" flipV="1">
            <a:off x="7884507" y="3901686"/>
            <a:ext cx="1757204" cy="386178"/>
          </a:xfrm>
          <a:prstGeom prst="straightConnector1">
            <a:avLst/>
          </a:prstGeom>
          <a:ln w="3175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01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1F0D0-A81F-DF01-B112-3A30564E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the Binomial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2AE95-DE7F-1F39-90F8-96EBA4C4974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It is possible to prove the Binomial Theorem with induction, but not fun.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</a:t>
                </a:r>
                <a:br>
                  <a:rPr lang="en-US"/>
                </a:br>
                <a:r>
                  <a:rPr lang="en-US"/>
                  <a:t>Our counting problems give us a straightforward, almost trivial proof:</a:t>
                </a:r>
              </a:p>
              <a:p>
                <a:r>
                  <a:rPr lang="en-US"/>
                  <a:t>If we multiply 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, we will end up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monomials.</a:t>
                </a:r>
              </a:p>
              <a:p>
                <a:pPr lvl="1"/>
                <a:r>
                  <a:rPr lang="en-US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/>
              </a:p>
              <a:p>
                <a:pPr lvl="1"/>
                <a:r>
                  <a:rPr lang="en-US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:r>
                  <a:rPr lang="en-US" b="0"/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pPr lvl="1"/>
                <a:r>
                  <a:rPr lang="en-US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Each factor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/>
                  <a:t> contributes either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to each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monomials.</a:t>
                </a:r>
              </a:p>
              <a:p>
                <a:pPr lvl="1"/>
                <a:r>
                  <a:rPr lang="en-US"/>
                  <a:t>If all factors contribute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then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If all factors but one contribute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then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2AE95-DE7F-1F39-90F8-96EBA4C497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 b="-7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6032463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4B169-319F-F0D6-884E-B5824566B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BE28-9956-EE2C-575B-56841836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the Binomial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A8F0A-E697-ECC2-B4E2-FA63A75979C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It is possible to prove the Binomial Theorem with induction, but not fun.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</a:t>
                </a:r>
                <a:br>
                  <a:rPr lang="en-US"/>
                </a:br>
                <a:r>
                  <a:rPr lang="en-US"/>
                  <a:t>Our counting problems give us a straightforward, almost trivial proof:</a:t>
                </a:r>
              </a:p>
              <a:p>
                <a:r>
                  <a:rPr lang="en-US"/>
                  <a:t>If we multiply out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, we will end up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monomials.</a:t>
                </a:r>
              </a:p>
              <a:p>
                <a:pPr lvl="1"/>
                <a:r>
                  <a:rPr lang="en-US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/>
              </a:p>
              <a:p>
                <a:pPr lvl="1"/>
                <a:r>
                  <a:rPr lang="en-US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𝑎𝑏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i="1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:r>
                  <a:rPr lang="en-US"/>
                  <a:t>                       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/>
              </a:p>
              <a:p>
                <a:pPr lvl="1"/>
                <a:r>
                  <a:rPr lang="en-US"/>
                  <a:t>Example: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r>
                  <a:rPr lang="en-US"/>
                  <a:t>Each factor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US"/>
                  <a:t> contributes either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 to each of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 monomials.</a:t>
                </a:r>
              </a:p>
              <a:p>
                <a:pPr lvl="1"/>
                <a:r>
                  <a:rPr lang="en-US"/>
                  <a:t>If all factors contribute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then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If all factors but one contribute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, then we get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16A8F0A-E697-ECC2-B4E2-FA63A75979C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 b="-79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4925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C60A7-D989-C31C-2FE3-5E115308D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F4802-EAC7-F059-6B46-44BB796DC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the Binomial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FEC719-9452-EED9-BBA3-2DA71A85DA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It is possible to prove the Binomial Theorem with induction, but not fun.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Example for a specific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:</a:t>
                </a:r>
              </a:p>
              <a:p>
                <a:r>
                  <a:rPr lang="en-US"/>
                  <a:t>Suppose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/>
                  <a:t>, i.e. we have six factors.</a:t>
                </a:r>
              </a:p>
              <a:p>
                <a:r>
                  <a:rPr lang="en-US"/>
                  <a:t>Suppose we want to know how many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/>
                  <a:t> monomials get generated.</a:t>
                </a:r>
              </a:p>
              <a:p>
                <a:pPr lvl="1"/>
                <a:r>
                  <a:rPr lang="en-US"/>
                  <a:t>One comes from first four factors contributing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, i.e.</a:t>
                </a:r>
              </a:p>
              <a:p>
                <a:pPr marL="457189" lvl="1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One comes from the last four factors contributing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/>
              </a:p>
              <a:p>
                <a:pPr marL="457189" lvl="1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</m:oMath>
                </a14:m>
                <a:r>
                  <a:rPr lang="en-US"/>
                  <a:t>	</a:t>
                </a:r>
              </a:p>
              <a:p>
                <a:pPr marL="114306" indent="0">
                  <a:buNone/>
                </a:pPr>
                <a:r>
                  <a:rPr lang="en-US"/>
                  <a:t>How many ways are there for six factors to choose four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s?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FEC719-9452-EED9-BBA3-2DA71A85DA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9900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7E91-0B1D-3CF0-CD31-917950A8D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A101-9C64-3AF2-E19A-406118061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the Binomial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6FB259-65EC-185C-E597-24097806FF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It is possible to prove the Binomial Theorem with induction, but not fun.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Example for a specific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:</a:t>
                </a:r>
              </a:p>
              <a:p>
                <a:r>
                  <a:rPr lang="en-US"/>
                  <a:t>Suppose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/>
                  <a:t>, i.e. we have six factors.</a:t>
                </a:r>
              </a:p>
              <a:p>
                <a:r>
                  <a:rPr lang="en-US"/>
                  <a:t>Suppose we want to know how many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/>
                  <a:t> monomials get generated.</a:t>
                </a:r>
              </a:p>
              <a:p>
                <a:pPr lvl="1"/>
                <a:r>
                  <a:rPr lang="en-US"/>
                  <a:t>One comes from first four factors contributing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, i.e.</a:t>
                </a:r>
              </a:p>
              <a:p>
                <a:pPr marL="457189" lvl="1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/>
              </a:p>
              <a:p>
                <a:pPr lvl="1"/>
                <a:r>
                  <a:rPr lang="en-US"/>
                  <a:t>One comes from the last four factors contributing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/>
              </a:p>
              <a:p>
                <a:pPr marL="457189" lvl="1" indent="0">
                  <a:buNone/>
                </a:pPr>
                <a:r>
                  <a:rPr lang="en-US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)(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</m:oMath>
                </a14:m>
                <a:r>
                  <a:rPr lang="en-US"/>
                  <a:t>	</a:t>
                </a:r>
              </a:p>
              <a:p>
                <a:pPr marL="114306" indent="0">
                  <a:buNone/>
                </a:pPr>
                <a:r>
                  <a:rPr lang="en-US"/>
                  <a:t>How many ways are there for six factors to choose four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s?</a:t>
                </a:r>
              </a:p>
              <a:p>
                <a:pPr marL="457206"/>
                <a:r>
                  <a:rPr lang="en-US"/>
                  <a:t>6 choose 4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6!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6−4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!4!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6×5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C6FB259-65EC-185C-E597-24097806FF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 b="-74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83535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5997E-5F4C-1BB3-430A-D3265EE4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C0F9-2595-3C95-C317-14F345C6A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Proving the Binomial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EE5E1A-66F1-7183-1EFE-07E415C073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It is possible to prove the Binomial Theorem with induction, but not fun.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Suppose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/>
                  <a:t>, i.e.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factors.</a:t>
                </a:r>
              </a:p>
              <a:p>
                <a:r>
                  <a:rPr lang="en-US"/>
                  <a:t>Number of monomials generated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p>
                    </m:sSup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/>
                  <a:t> is number of ways to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factors contribute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This is just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Note, binomial theorem can also be written with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/>
                  <a:t> coefficients.</a:t>
                </a:r>
              </a:p>
              <a:p>
                <a:pPr lvl="1"/>
                <a:r>
                  <a:rPr lang="en-US"/>
                  <a:t>Doesn’t matter if you’re picking the factors that contribute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/>
                  <a:t>s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/>
                  <a:t>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EE5E1A-66F1-7183-1EFE-07E415C073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9" t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6718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isaAndJoshColorScheme">
      <a:dk1>
        <a:srgbClr val="000000"/>
      </a:dk1>
      <a:lt1>
        <a:srgbClr val="FFFFFF"/>
      </a:lt1>
      <a:dk2>
        <a:srgbClr val="B7B7B7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400" dirty="0">
            <a:latin typeface="Inter Light" panose="02000403000000020004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12284</Words>
  <Application>Microsoft Office PowerPoint</Application>
  <PresentationFormat>Widescreen</PresentationFormat>
  <Paragraphs>1491</Paragraphs>
  <Slides>101</Slides>
  <Notes>10</Notes>
  <HiddenSlides>6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14" baseType="lpstr">
      <vt:lpstr>Aptos</vt:lpstr>
      <vt:lpstr>Arial</vt:lpstr>
      <vt:lpstr>Calibri</vt:lpstr>
      <vt:lpstr>Cambria Math</vt:lpstr>
      <vt:lpstr>Consolas</vt:lpstr>
      <vt:lpstr>Courier New</vt:lpstr>
      <vt:lpstr>Inter</vt:lpstr>
      <vt:lpstr>Inter Light</vt:lpstr>
      <vt:lpstr>Inter Medium</vt:lpstr>
      <vt:lpstr>Inter SemiBold</vt:lpstr>
      <vt:lpstr>Times New Roman</vt:lpstr>
      <vt:lpstr>Wingdings</vt:lpstr>
      <vt:lpstr>Office Theme</vt:lpstr>
      <vt:lpstr>Outline</vt:lpstr>
      <vt:lpstr>Me</vt:lpstr>
      <vt:lpstr>CP1: Ordered Sampling without Replacement</vt:lpstr>
      <vt:lpstr>CP 1: Ordered Sampling without Replacement</vt:lpstr>
      <vt:lpstr>CP 1: Ordered Sampling without Replacement</vt:lpstr>
      <vt:lpstr>CP 1: Ordered Sampling without Replacement</vt:lpstr>
      <vt:lpstr>CP 1: Ordered Sampling without Replacement</vt:lpstr>
      <vt:lpstr>CP 1: Ordered Sampling without Replacement</vt:lpstr>
      <vt:lpstr>Tree Diagram for the First Rule of Counting</vt:lpstr>
      <vt:lpstr>CP 1: General Formula for Counting Outcomes</vt:lpstr>
      <vt:lpstr>CP 1: Ordered Sampling without Replacement</vt:lpstr>
      <vt:lpstr>Permutations</vt:lpstr>
      <vt:lpstr>Permutations</vt:lpstr>
      <vt:lpstr>Permutations</vt:lpstr>
      <vt:lpstr>CP2: Ordered Sampling with Replacement</vt:lpstr>
      <vt:lpstr>CP2: Ordered Sampling with Replacement</vt:lpstr>
      <vt:lpstr>CP2: Ordered Sampling with Replacement</vt:lpstr>
      <vt:lpstr>CP2: Ordered Sampling with Replacement</vt:lpstr>
      <vt:lpstr>CP3: Unordered Sampling without Replacement</vt:lpstr>
      <vt:lpstr>CP3: Unordered Sampling without Replacement (n=4, k=3 example)</vt:lpstr>
      <vt:lpstr>CP3: Unordered Sampling without Replacement (n=4, k=3 example)</vt:lpstr>
      <vt:lpstr>CP3: Unordered Sampling without Replacement (n=4, k=3 example)</vt:lpstr>
      <vt:lpstr>CP3: Unordered Sampling without Replacement (n=4, k=3 example)</vt:lpstr>
      <vt:lpstr>CP3: Unordered Sampling without Replacement (n=4, k=3 example)</vt:lpstr>
      <vt:lpstr>CP3: Unordered Sampling without Replacement (n=4, k=3 example)</vt:lpstr>
      <vt:lpstr>CP3: Unordered Sampling without Replacement (n=4, k=3 example)</vt:lpstr>
      <vt:lpstr>CP3: Unordered Sampling without Replacement (n=4, k=3 example)</vt:lpstr>
      <vt:lpstr>CP3: Unordered Sampling without Replacement (n=4, k=3 example)</vt:lpstr>
      <vt:lpstr>The Second Rule of Counting</vt:lpstr>
      <vt:lpstr>The Second Rule of Counting</vt:lpstr>
      <vt:lpstr>The Second Rule of Counting</vt:lpstr>
      <vt:lpstr>The Second Rule of Counting</vt:lpstr>
      <vt:lpstr>The Second Rule of Counting</vt:lpstr>
      <vt:lpstr>Example for n=26, k=3 [not covered in lecture, slides only]</vt:lpstr>
      <vt:lpstr>Example for n=26, k=3 [not covered in lecture, slides only]</vt:lpstr>
      <vt:lpstr>Example for n=26, k=3 [not covered in lecture, slides only]</vt:lpstr>
      <vt:lpstr>Unordered Sampling without Replacement, n=26, k=5</vt:lpstr>
      <vt:lpstr>Unordered Sampling without Replacement, n=26, k=5</vt:lpstr>
      <vt:lpstr>Unordered Sampling without Replacement, n=26, k=5</vt:lpstr>
      <vt:lpstr>Unordered Sampling without Replacement, n=26, k=5</vt:lpstr>
      <vt:lpstr>Unordered Sampling without Replacement, n=26, k=5</vt:lpstr>
      <vt:lpstr>Unordered Sampling without Replacement, n=26, k=5</vt:lpstr>
      <vt:lpstr>Counting Problems So Far</vt:lpstr>
      <vt:lpstr>CP4: Unordered Sampling with Replacement</vt:lpstr>
      <vt:lpstr>CP4: Unordered Sampling with Replacement</vt:lpstr>
      <vt:lpstr>CP4: Unordered Sampling with Replacement (Quick Aside)</vt:lpstr>
      <vt:lpstr>CP4: Unordered Sampling with Replacement</vt:lpstr>
      <vt:lpstr>CP4: Unordered Sampling with Replacement</vt:lpstr>
      <vt:lpstr>Unordered Sampling with Replacement</vt:lpstr>
      <vt:lpstr>Unordered Sampling with Replacement</vt:lpstr>
      <vt:lpstr>Unordered Sampling with Replacement</vt:lpstr>
      <vt:lpstr>Mapping One: The Slider Problem</vt:lpstr>
      <vt:lpstr>Mapping One: The Slider Problem</vt:lpstr>
      <vt:lpstr>Mapping One: The Slider Problem</vt:lpstr>
      <vt:lpstr>Mapping One: The Slider Problem, Counting Valid Slider Positions</vt:lpstr>
      <vt:lpstr>Mapping One: The Slider Problem, Counting Valid Slider Positions</vt:lpstr>
      <vt:lpstr>Mapping One: The Slider Problem, Counting Valid Slider Positions</vt:lpstr>
      <vt:lpstr>Mapping One: The Slider Problem, Counting Valid Slider Positions</vt:lpstr>
      <vt:lpstr>Mapping One: The Slider Problem, Counting Valid Slider Positions</vt:lpstr>
      <vt:lpstr>Mapping One: The Slider Problem, Counting Valid Slider Positions</vt:lpstr>
      <vt:lpstr>Mapping One: The Slider Problem, Counting Valid Slider Positions</vt:lpstr>
      <vt:lpstr>Mapping One: The Slider Problem, Counting Valid Slider Positions</vt:lpstr>
      <vt:lpstr>Ultimate Rule for Counting</vt:lpstr>
      <vt:lpstr>Unordered Sampling with Replacement</vt:lpstr>
      <vt:lpstr>Unordered Sampling with Replacement</vt:lpstr>
      <vt:lpstr>Unordered Sampling with Replacement</vt:lpstr>
      <vt:lpstr>Unordered Sampling with Replacement</vt:lpstr>
      <vt:lpstr>Unordered Sampling with Replacement</vt:lpstr>
      <vt:lpstr>Subproblem: String Counting</vt:lpstr>
      <vt:lpstr>Subproblem: String Counting</vt:lpstr>
      <vt:lpstr>Subproblem: String Counting</vt:lpstr>
      <vt:lpstr>Subproblem: String Counting</vt:lpstr>
      <vt:lpstr>Subproblem: String Counting</vt:lpstr>
      <vt:lpstr>Subproblem: String Counting</vt:lpstr>
      <vt:lpstr>Subproblem: String Counting</vt:lpstr>
      <vt:lpstr>Subproblem: String Counting</vt:lpstr>
      <vt:lpstr>Subproblem: String Counting</vt:lpstr>
      <vt:lpstr>Subproblem: String Counting</vt:lpstr>
      <vt:lpstr>Subproblem: String Counting</vt:lpstr>
      <vt:lpstr>Subproblem: String Counting Solution</vt:lpstr>
      <vt:lpstr>The CP4 - CP3 Bijection for n=3, k=5</vt:lpstr>
      <vt:lpstr>The CP4 - CP3 Bijection for for n=4, k=7</vt:lpstr>
      <vt:lpstr>The CP4 - CP3 Bijection for for n=4, k=7</vt:lpstr>
      <vt:lpstr>The CP4 - CP3 Bijection for for n=4, k=7</vt:lpstr>
      <vt:lpstr>The CP4 - CP3 Bijection for General n and k </vt:lpstr>
      <vt:lpstr>The CP4 - CP3 Bijection for General n and k </vt:lpstr>
      <vt:lpstr>The CP4 - CP3 Bijection for General n and k </vt:lpstr>
      <vt:lpstr>Counting Problems Summary</vt:lpstr>
      <vt:lpstr>Alternate Form for CP4</vt:lpstr>
      <vt:lpstr>Alternate Form for CP4</vt:lpstr>
      <vt:lpstr>Handy Property of the Choose Function</vt:lpstr>
      <vt:lpstr>The CP4 - CP3 Bijection for General n and k </vt:lpstr>
      <vt:lpstr>Counting Problems Summary</vt:lpstr>
      <vt:lpstr>Other Names for Counting Problems</vt:lpstr>
      <vt:lpstr>Combinatorial Proofs</vt:lpstr>
      <vt:lpstr>The Binomial Theorem</vt:lpstr>
      <vt:lpstr>Proving the Binomial Theorem</vt:lpstr>
      <vt:lpstr>Proving the Binomial Theorem</vt:lpstr>
      <vt:lpstr>Proving the Binomial Theorem</vt:lpstr>
      <vt:lpstr>Proving the Binomial Theorem</vt:lpstr>
      <vt:lpstr>Proving the Binomial Theorem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Hug</dc:creator>
  <cp:lastModifiedBy>Joshua Hug</cp:lastModifiedBy>
  <cp:revision>1</cp:revision>
  <cp:lastPrinted>2024-11-15T01:08:20Z</cp:lastPrinted>
  <dcterms:created xsi:type="dcterms:W3CDTF">2024-10-03T17:23:53Z</dcterms:created>
  <dcterms:modified xsi:type="dcterms:W3CDTF">2025-10-08T16:48:27Z</dcterms:modified>
</cp:coreProperties>
</file>