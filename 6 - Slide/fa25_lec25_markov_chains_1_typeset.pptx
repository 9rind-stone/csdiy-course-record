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handoutMasterIdLst>
    <p:handoutMasterId r:id="rId78"/>
  </p:handoutMasterIdLst>
  <p:sldIdLst>
    <p:sldId id="553" r:id="rId2"/>
    <p:sldId id="554" r:id="rId3"/>
    <p:sldId id="556" r:id="rId4"/>
    <p:sldId id="557" r:id="rId5"/>
    <p:sldId id="478" r:id="rId6"/>
    <p:sldId id="605" r:id="rId7"/>
    <p:sldId id="606" r:id="rId8"/>
    <p:sldId id="607" r:id="rId9"/>
    <p:sldId id="609" r:id="rId10"/>
    <p:sldId id="611" r:id="rId11"/>
    <p:sldId id="613" r:id="rId12"/>
    <p:sldId id="612" r:id="rId13"/>
    <p:sldId id="563" r:id="rId14"/>
    <p:sldId id="602" r:id="rId15"/>
    <p:sldId id="614" r:id="rId16"/>
    <p:sldId id="615" r:id="rId17"/>
    <p:sldId id="616" r:id="rId18"/>
    <p:sldId id="540" r:id="rId19"/>
    <p:sldId id="544" r:id="rId20"/>
    <p:sldId id="568" r:id="rId21"/>
    <p:sldId id="617" r:id="rId22"/>
    <p:sldId id="618" r:id="rId23"/>
    <p:sldId id="619" r:id="rId24"/>
    <p:sldId id="620" r:id="rId25"/>
    <p:sldId id="622" r:id="rId26"/>
    <p:sldId id="623" r:id="rId27"/>
    <p:sldId id="624" r:id="rId28"/>
    <p:sldId id="625" r:id="rId29"/>
    <p:sldId id="642" r:id="rId30"/>
    <p:sldId id="644" r:id="rId31"/>
    <p:sldId id="645" r:id="rId32"/>
    <p:sldId id="646" r:id="rId33"/>
    <p:sldId id="647" r:id="rId34"/>
    <p:sldId id="648" r:id="rId35"/>
    <p:sldId id="649" r:id="rId36"/>
    <p:sldId id="650" r:id="rId37"/>
    <p:sldId id="579" r:id="rId38"/>
    <p:sldId id="652" r:id="rId39"/>
    <p:sldId id="653" r:id="rId40"/>
    <p:sldId id="654" r:id="rId41"/>
    <p:sldId id="655" r:id="rId42"/>
    <p:sldId id="656" r:id="rId43"/>
    <p:sldId id="657" r:id="rId44"/>
    <p:sldId id="658" r:id="rId45"/>
    <p:sldId id="659" r:id="rId46"/>
    <p:sldId id="580" r:id="rId47"/>
    <p:sldId id="594" r:id="rId48"/>
    <p:sldId id="596" r:id="rId49"/>
    <p:sldId id="581" r:id="rId50"/>
    <p:sldId id="539" r:id="rId51"/>
    <p:sldId id="583" r:id="rId52"/>
    <p:sldId id="584" r:id="rId53"/>
    <p:sldId id="586" r:id="rId54"/>
    <p:sldId id="587" r:id="rId55"/>
    <p:sldId id="588" r:id="rId56"/>
    <p:sldId id="589" r:id="rId57"/>
    <p:sldId id="590" r:id="rId58"/>
    <p:sldId id="593" r:id="rId59"/>
    <p:sldId id="592" r:id="rId60"/>
    <p:sldId id="599" r:id="rId61"/>
    <p:sldId id="600" r:id="rId62"/>
    <p:sldId id="534" r:id="rId63"/>
    <p:sldId id="545" r:id="rId64"/>
    <p:sldId id="661" r:id="rId65"/>
    <p:sldId id="667" r:id="rId66"/>
    <p:sldId id="663" r:id="rId67"/>
    <p:sldId id="558" r:id="rId68"/>
    <p:sldId id="559" r:id="rId69"/>
    <p:sldId id="560" r:id="rId70"/>
    <p:sldId id="565" r:id="rId71"/>
    <p:sldId id="566" r:id="rId72"/>
    <p:sldId id="664" r:id="rId73"/>
    <p:sldId id="666" r:id="rId74"/>
    <p:sldId id="543" r:id="rId75"/>
    <p:sldId id="597" r:id="rId76"/>
  </p:sldIdLst>
  <p:sldSz cx="12192000" cy="6858000"/>
  <p:notesSz cx="6858000" cy="9144000"/>
  <p:defaultTextStyle>
    <a:defPPr>
      <a:defRPr lang="en-US"/>
    </a:defPPr>
    <a:lvl1pPr marL="0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5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2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8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3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9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4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11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6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7D8A95-32CD-A442-A133-994EA6CCFAF8}">
          <p14:sldIdLst>
            <p14:sldId id="553"/>
            <p14:sldId id="554"/>
            <p14:sldId id="556"/>
            <p14:sldId id="557"/>
            <p14:sldId id="478"/>
            <p14:sldId id="605"/>
            <p14:sldId id="606"/>
            <p14:sldId id="607"/>
            <p14:sldId id="609"/>
            <p14:sldId id="611"/>
            <p14:sldId id="613"/>
            <p14:sldId id="612"/>
            <p14:sldId id="563"/>
            <p14:sldId id="602"/>
            <p14:sldId id="614"/>
            <p14:sldId id="615"/>
            <p14:sldId id="616"/>
            <p14:sldId id="540"/>
            <p14:sldId id="544"/>
            <p14:sldId id="568"/>
            <p14:sldId id="617"/>
            <p14:sldId id="618"/>
            <p14:sldId id="619"/>
            <p14:sldId id="620"/>
            <p14:sldId id="622"/>
            <p14:sldId id="623"/>
            <p14:sldId id="624"/>
            <p14:sldId id="625"/>
            <p14:sldId id="642"/>
            <p14:sldId id="644"/>
            <p14:sldId id="645"/>
            <p14:sldId id="646"/>
            <p14:sldId id="647"/>
            <p14:sldId id="648"/>
            <p14:sldId id="649"/>
            <p14:sldId id="650"/>
            <p14:sldId id="579"/>
            <p14:sldId id="652"/>
            <p14:sldId id="653"/>
            <p14:sldId id="654"/>
            <p14:sldId id="655"/>
            <p14:sldId id="656"/>
            <p14:sldId id="657"/>
            <p14:sldId id="658"/>
            <p14:sldId id="659"/>
            <p14:sldId id="580"/>
            <p14:sldId id="594"/>
            <p14:sldId id="596"/>
            <p14:sldId id="581"/>
            <p14:sldId id="539"/>
            <p14:sldId id="583"/>
            <p14:sldId id="584"/>
            <p14:sldId id="586"/>
            <p14:sldId id="587"/>
            <p14:sldId id="588"/>
            <p14:sldId id="589"/>
            <p14:sldId id="590"/>
            <p14:sldId id="593"/>
            <p14:sldId id="592"/>
            <p14:sldId id="599"/>
            <p14:sldId id="600"/>
            <p14:sldId id="534"/>
            <p14:sldId id="545"/>
            <p14:sldId id="661"/>
            <p14:sldId id="667"/>
            <p14:sldId id="663"/>
            <p14:sldId id="558"/>
            <p14:sldId id="559"/>
            <p14:sldId id="560"/>
            <p14:sldId id="565"/>
            <p14:sldId id="566"/>
            <p14:sldId id="664"/>
            <p14:sldId id="666"/>
            <p14:sldId id="543"/>
            <p14:sldId id="597"/>
          </p14:sldIdLst>
        </p14:section>
        <p14:section name="E[" id="{D5E92838-4B32-1743-B4FC-D677339A2938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CC4125"/>
    <a:srgbClr val="EEB0A4"/>
    <a:srgbClr val="FDCDE4"/>
    <a:srgbClr val="56F8F4"/>
    <a:srgbClr val="CEFDFC"/>
    <a:srgbClr val="F963AA"/>
    <a:srgbClr val="09D1CC"/>
    <a:srgbClr val="F73792"/>
    <a:srgbClr val="C7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FFFDF6-D9B1-6440-B285-879A49156460}" v="1" dt="2025-12-04T23:14:38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3"/>
  </p:normalViewPr>
  <p:slideViewPr>
    <p:cSldViewPr snapToGrid="0">
      <p:cViewPr varScale="1">
        <p:scale>
          <a:sx n="126" d="100"/>
          <a:sy n="126" d="100"/>
        </p:scale>
        <p:origin x="2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Hug" userId="e2159f7335c131c2" providerId="LiveId" clId="{0EDB6E27-9086-5277-AB10-A63F9A905C93}"/>
    <pc:docChg chg="undo redo custSel addSld delSld modSld sldOrd modSection">
      <pc:chgData name="Josh Hug" userId="e2159f7335c131c2" providerId="LiveId" clId="{0EDB6E27-9086-5277-AB10-A63F9A905C93}" dt="2025-12-04T23:14:46.434" v="6450" actId="478"/>
      <pc:docMkLst>
        <pc:docMk/>
      </pc:docMkLst>
      <pc:sldChg chg="modSp">
        <pc:chgData name="Josh Hug" userId="e2159f7335c131c2" providerId="LiveId" clId="{0EDB6E27-9086-5277-AB10-A63F9A905C93}" dt="2025-12-01T17:15:26.851" v="111"/>
        <pc:sldMkLst>
          <pc:docMk/>
          <pc:sldMk cId="2861330960" sldId="478"/>
        </pc:sldMkLst>
        <pc:spChg chg="mod">
          <ac:chgData name="Josh Hug" userId="e2159f7335c131c2" providerId="LiveId" clId="{0EDB6E27-9086-5277-AB10-A63F9A905C93}" dt="2025-12-01T17:15:26.851" v="111"/>
          <ac:spMkLst>
            <pc:docMk/>
            <pc:sldMk cId="2861330960" sldId="478"/>
            <ac:spMk id="3" creationId="{B0241DDA-A6A1-B216-2DC9-B32E760D221E}"/>
          </ac:spMkLst>
        </pc:spChg>
      </pc:sldChg>
      <pc:sldChg chg="modSp">
        <pc:chgData name="Josh Hug" userId="e2159f7335c131c2" providerId="LiveId" clId="{0EDB6E27-9086-5277-AB10-A63F9A905C93}" dt="2025-12-01T17:15:32.320" v="112"/>
        <pc:sldMkLst>
          <pc:docMk/>
          <pc:sldMk cId="3923994212" sldId="534"/>
        </pc:sldMkLst>
        <pc:spChg chg="mod">
          <ac:chgData name="Josh Hug" userId="e2159f7335c131c2" providerId="LiveId" clId="{0EDB6E27-9086-5277-AB10-A63F9A905C93}" dt="2025-12-01T17:15:32.320" v="112"/>
          <ac:spMkLst>
            <pc:docMk/>
            <pc:sldMk cId="3923994212" sldId="534"/>
            <ac:spMk id="3" creationId="{9472304B-4443-C143-6C65-5B438389ADF8}"/>
          </ac:spMkLst>
        </pc:spChg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1066157340" sldId="539"/>
        </pc:sldMkLst>
      </pc:sldChg>
      <pc:sldChg chg="add">
        <pc:chgData name="Josh Hug" userId="e2159f7335c131c2" providerId="LiveId" clId="{0EDB6E27-9086-5277-AB10-A63F9A905C93}" dt="2025-12-01T19:38:40.644" v="807"/>
        <pc:sldMkLst>
          <pc:docMk/>
          <pc:sldMk cId="1625084545" sldId="540"/>
        </pc:sldMkLst>
      </pc:sldChg>
      <pc:sldChg chg="addSp delSp modSp mod">
        <pc:chgData name="Josh Hug" userId="e2159f7335c131c2" providerId="LiveId" clId="{0EDB6E27-9086-5277-AB10-A63F9A905C93}" dt="2025-12-04T23:14:46.434" v="6450" actId="478"/>
        <pc:sldMkLst>
          <pc:docMk/>
          <pc:sldMk cId="1264979226" sldId="543"/>
        </pc:sldMkLst>
        <pc:spChg chg="mod">
          <ac:chgData name="Josh Hug" userId="e2159f7335c131c2" providerId="LiveId" clId="{0EDB6E27-9086-5277-AB10-A63F9A905C93}" dt="2025-12-01T17:15:32.320" v="112"/>
          <ac:spMkLst>
            <pc:docMk/>
            <pc:sldMk cId="1264979226" sldId="543"/>
            <ac:spMk id="3" creationId="{F04536EB-DBA3-CA72-934B-7D123AC1E5CC}"/>
          </ac:spMkLst>
        </pc:spChg>
        <pc:spChg chg="del">
          <ac:chgData name="Josh Hug" userId="e2159f7335c131c2" providerId="LiveId" clId="{0EDB6E27-9086-5277-AB10-A63F9A905C93}" dt="2025-12-04T23:14:44.627" v="6449" actId="478"/>
          <ac:spMkLst>
            <pc:docMk/>
            <pc:sldMk cId="1264979226" sldId="543"/>
            <ac:spMk id="6" creationId="{AA9FE11E-BC59-C8AB-1251-1E4F58E0B678}"/>
          </ac:spMkLst>
        </pc:spChg>
        <pc:spChg chg="add mod">
          <ac:chgData name="Josh Hug" userId="e2159f7335c131c2" providerId="LiveId" clId="{0EDB6E27-9086-5277-AB10-A63F9A905C93}" dt="2025-12-04T23:14:38.088" v="6447" actId="767"/>
          <ac:spMkLst>
            <pc:docMk/>
            <pc:sldMk cId="1264979226" sldId="543"/>
            <ac:spMk id="7" creationId="{49CCFB3E-0B45-B024-862D-EF5B92955BB9}"/>
          </ac:spMkLst>
        </pc:spChg>
        <pc:spChg chg="add del mod">
          <ac:chgData name="Josh Hug" userId="e2159f7335c131c2" providerId="LiveId" clId="{0EDB6E27-9086-5277-AB10-A63F9A905C93}" dt="2025-12-04T23:14:46.434" v="6450" actId="478"/>
          <ac:spMkLst>
            <pc:docMk/>
            <pc:sldMk cId="1264979226" sldId="543"/>
            <ac:spMk id="9" creationId="{98CB34B5-0DA7-EE4F-8D6B-ACACB6117BCF}"/>
          </ac:spMkLst>
        </pc:spChg>
      </pc:sldChg>
      <pc:sldChg chg="addSp delSp modSp add mod">
        <pc:chgData name="Josh Hug" userId="e2159f7335c131c2" providerId="LiveId" clId="{0EDB6E27-9086-5277-AB10-A63F9A905C93}" dt="2025-12-01T19:54:01.513" v="877"/>
        <pc:sldMkLst>
          <pc:docMk/>
          <pc:sldMk cId="1691016511" sldId="544"/>
        </pc:sldMkLst>
        <pc:spChg chg="mod">
          <ac:chgData name="Josh Hug" userId="e2159f7335c131c2" providerId="LiveId" clId="{0EDB6E27-9086-5277-AB10-A63F9A905C93}" dt="2025-12-01T19:54:01.513" v="877"/>
          <ac:spMkLst>
            <pc:docMk/>
            <pc:sldMk cId="1691016511" sldId="544"/>
            <ac:spMk id="3" creationId="{6A3ACB5F-62A4-EE05-684B-27C5C8BDF010}"/>
          </ac:spMkLst>
        </pc:spChg>
        <pc:picChg chg="add mod">
          <ac:chgData name="Josh Hug" userId="e2159f7335c131c2" providerId="LiveId" clId="{0EDB6E27-9086-5277-AB10-A63F9A905C93}" dt="2025-12-01T19:47:11.886" v="857"/>
          <ac:picMkLst>
            <pc:docMk/>
            <pc:sldMk cId="1691016511" sldId="544"/>
            <ac:picMk id="6" creationId="{A7FB9999-47F4-0DED-D8F8-015179D9F8C1}"/>
          </ac:picMkLst>
        </pc:picChg>
      </pc:sldChg>
      <pc:sldChg chg="addSp delSp modSp mod">
        <pc:chgData name="Josh Hug" userId="e2159f7335c131c2" providerId="LiveId" clId="{0EDB6E27-9086-5277-AB10-A63F9A905C93}" dt="2025-12-02T01:01:30.605" v="5686" actId="1076"/>
        <pc:sldMkLst>
          <pc:docMk/>
          <pc:sldMk cId="2172334130" sldId="545"/>
        </pc:sldMkLst>
        <pc:spChg chg="mod">
          <ac:chgData name="Josh Hug" userId="e2159f7335c131c2" providerId="LiveId" clId="{0EDB6E27-9086-5277-AB10-A63F9A905C93}" dt="2025-12-01T22:57:25.808" v="5503" actId="20577"/>
          <ac:spMkLst>
            <pc:docMk/>
            <pc:sldMk cId="2172334130" sldId="545"/>
            <ac:spMk id="3" creationId="{0E558CDC-A2A1-EB48-0134-20961F604463}"/>
          </ac:spMkLst>
        </pc:spChg>
        <pc:picChg chg="add mod">
          <ac:chgData name="Josh Hug" userId="e2159f7335c131c2" providerId="LiveId" clId="{0EDB6E27-9086-5277-AB10-A63F9A905C93}" dt="2025-12-01T22:59:33.633" v="5518" actId="1076"/>
          <ac:picMkLst>
            <pc:docMk/>
            <pc:sldMk cId="2172334130" sldId="545"/>
            <ac:picMk id="6" creationId="{32562EDD-6AF7-50AC-15B2-F52806800535}"/>
          </ac:picMkLst>
        </pc:picChg>
        <pc:picChg chg="add mod">
          <ac:chgData name="Josh Hug" userId="e2159f7335c131c2" providerId="LiveId" clId="{0EDB6E27-9086-5277-AB10-A63F9A905C93}" dt="2025-12-02T01:01:30.605" v="5686" actId="1076"/>
          <ac:picMkLst>
            <pc:docMk/>
            <pc:sldMk cId="2172334130" sldId="545"/>
            <ac:picMk id="7" creationId="{8A19A6E3-E6F5-A14D-9F92-EF8368F1F648}"/>
          </ac:picMkLst>
        </pc:picChg>
      </pc:sldChg>
      <pc:sldChg chg="addSp delSp modSp mod">
        <pc:chgData name="Josh Hug" userId="e2159f7335c131c2" providerId="LiveId" clId="{0EDB6E27-9086-5277-AB10-A63F9A905C93}" dt="2025-12-02T01:40:38.384" v="6140"/>
        <pc:sldMkLst>
          <pc:docMk/>
          <pc:sldMk cId="3342869068" sldId="558"/>
        </pc:sldMkLst>
        <pc:picChg chg="add mod">
          <ac:chgData name="Josh Hug" userId="e2159f7335c131c2" providerId="LiveId" clId="{0EDB6E27-9086-5277-AB10-A63F9A905C93}" dt="2025-12-02T01:40:38.384" v="6140"/>
          <ac:picMkLst>
            <pc:docMk/>
            <pc:sldMk cId="3342869068" sldId="558"/>
            <ac:picMk id="6" creationId="{2437BF30-7D55-55D3-15B0-8B6F89BCB8CF}"/>
          </ac:picMkLst>
        </pc:picChg>
      </pc:sldChg>
      <pc:sldChg chg="addSp delSp modSp mod">
        <pc:chgData name="Josh Hug" userId="e2159f7335c131c2" providerId="LiveId" clId="{0EDB6E27-9086-5277-AB10-A63F9A905C93}" dt="2025-12-02T01:40:45.455" v="6142"/>
        <pc:sldMkLst>
          <pc:docMk/>
          <pc:sldMk cId="1499063851" sldId="559"/>
        </pc:sldMkLst>
        <pc:picChg chg="add mod">
          <ac:chgData name="Josh Hug" userId="e2159f7335c131c2" providerId="LiveId" clId="{0EDB6E27-9086-5277-AB10-A63F9A905C93}" dt="2025-12-02T01:40:45.455" v="6142"/>
          <ac:picMkLst>
            <pc:docMk/>
            <pc:sldMk cId="1499063851" sldId="559"/>
            <ac:picMk id="7" creationId="{86D04B37-3327-3E08-0E37-8BD18A34A1ED}"/>
          </ac:picMkLst>
        </pc:picChg>
      </pc:sldChg>
      <pc:sldChg chg="addSp delSp modSp mod">
        <pc:chgData name="Josh Hug" userId="e2159f7335c131c2" providerId="LiveId" clId="{0EDB6E27-9086-5277-AB10-A63F9A905C93}" dt="2025-12-02T01:41:05.130" v="6144"/>
        <pc:sldMkLst>
          <pc:docMk/>
          <pc:sldMk cId="4287449558" sldId="560"/>
        </pc:sldMkLst>
        <pc:picChg chg="add mod">
          <ac:chgData name="Josh Hug" userId="e2159f7335c131c2" providerId="LiveId" clId="{0EDB6E27-9086-5277-AB10-A63F9A905C93}" dt="2025-12-02T01:41:05.130" v="6144"/>
          <ac:picMkLst>
            <pc:docMk/>
            <pc:sldMk cId="4287449558" sldId="560"/>
            <ac:picMk id="7" creationId="{DEA859BF-D312-40B0-A18A-B4CBD546DF2C}"/>
          </ac:picMkLst>
        </pc:picChg>
      </pc:sldChg>
      <pc:sldChg chg="addSp modSp mod">
        <pc:chgData name="Josh Hug" userId="e2159f7335c131c2" providerId="LiveId" clId="{0EDB6E27-9086-5277-AB10-A63F9A905C93}" dt="2025-12-02T01:43:28.740" v="6206" actId="1076"/>
        <pc:sldMkLst>
          <pc:docMk/>
          <pc:sldMk cId="1399689169" sldId="565"/>
        </pc:sldMkLst>
        <pc:picChg chg="add mod">
          <ac:chgData name="Josh Hug" userId="e2159f7335c131c2" providerId="LiveId" clId="{0EDB6E27-9086-5277-AB10-A63F9A905C93}" dt="2025-12-02T01:42:55.137" v="6176" actId="1038"/>
          <ac:picMkLst>
            <pc:docMk/>
            <pc:sldMk cId="1399689169" sldId="565"/>
            <ac:picMk id="4" creationId="{6764BEDF-88C6-ACEC-3069-25ED362A8F87}"/>
          </ac:picMkLst>
        </pc:picChg>
        <pc:picChg chg="add mod">
          <ac:chgData name="Josh Hug" userId="e2159f7335c131c2" providerId="LiveId" clId="{0EDB6E27-9086-5277-AB10-A63F9A905C93}" dt="2025-12-02T01:42:57.657" v="6185" actId="1037"/>
          <ac:picMkLst>
            <pc:docMk/>
            <pc:sldMk cId="1399689169" sldId="565"/>
            <ac:picMk id="5" creationId="{E8CB0C99-3559-9841-1F74-872A2037BAE0}"/>
          </ac:picMkLst>
        </pc:picChg>
        <pc:picChg chg="add mod">
          <ac:chgData name="Josh Hug" userId="e2159f7335c131c2" providerId="LiveId" clId="{0EDB6E27-9086-5277-AB10-A63F9A905C93}" dt="2025-12-02T01:43:04.165" v="6200" actId="14100"/>
          <ac:picMkLst>
            <pc:docMk/>
            <pc:sldMk cId="1399689169" sldId="565"/>
            <ac:picMk id="6" creationId="{B189A5F6-1B0E-88FF-56BA-CF2E79884007}"/>
          </ac:picMkLst>
        </pc:picChg>
        <pc:cxnChg chg="add mod">
          <ac:chgData name="Josh Hug" userId="e2159f7335c131c2" providerId="LiveId" clId="{0EDB6E27-9086-5277-AB10-A63F9A905C93}" dt="2025-12-02T01:43:21.480" v="6202" actId="13822"/>
          <ac:cxnSpMkLst>
            <pc:docMk/>
            <pc:sldMk cId="1399689169" sldId="565"/>
            <ac:cxnSpMk id="8" creationId="{41B28220-E327-A35C-8520-7484C9EF94A7}"/>
          </ac:cxnSpMkLst>
        </pc:cxnChg>
        <pc:cxnChg chg="add mod">
          <ac:chgData name="Josh Hug" userId="e2159f7335c131c2" providerId="LiveId" clId="{0EDB6E27-9086-5277-AB10-A63F9A905C93}" dt="2025-12-02T01:43:25.673" v="6204" actId="1076"/>
          <ac:cxnSpMkLst>
            <pc:docMk/>
            <pc:sldMk cId="1399689169" sldId="565"/>
            <ac:cxnSpMk id="9" creationId="{4015FC7F-FFA6-AE53-ECD9-3FC96009F337}"/>
          </ac:cxnSpMkLst>
        </pc:cxnChg>
        <pc:cxnChg chg="add mod">
          <ac:chgData name="Josh Hug" userId="e2159f7335c131c2" providerId="LiveId" clId="{0EDB6E27-9086-5277-AB10-A63F9A905C93}" dt="2025-12-02T01:43:28.740" v="6206" actId="1076"/>
          <ac:cxnSpMkLst>
            <pc:docMk/>
            <pc:sldMk cId="1399689169" sldId="565"/>
            <ac:cxnSpMk id="10" creationId="{7886B121-0C56-C15E-3A59-DC491C15E30C}"/>
          </ac:cxnSpMkLst>
        </pc:cxnChg>
      </pc:sldChg>
      <pc:sldChg chg="addSp delSp modSp add mod">
        <pc:chgData name="Josh Hug" userId="e2159f7335c131c2" providerId="LiveId" clId="{0EDB6E27-9086-5277-AB10-A63F9A905C93}" dt="2025-12-01T20:06:39.138" v="946"/>
        <pc:sldMkLst>
          <pc:docMk/>
          <pc:sldMk cId="1809784480" sldId="568"/>
        </pc:sldMkLst>
        <pc:spChg chg="mod">
          <ac:chgData name="Josh Hug" userId="e2159f7335c131c2" providerId="LiveId" clId="{0EDB6E27-9086-5277-AB10-A63F9A905C93}" dt="2025-12-01T20:06:39.138" v="946"/>
          <ac:spMkLst>
            <pc:docMk/>
            <pc:sldMk cId="1809784480" sldId="568"/>
            <ac:spMk id="3" creationId="{9F9093DD-3A6A-FB52-B8F8-632E45589D7F}"/>
          </ac:spMkLst>
        </pc:spChg>
        <pc:spChg chg="add mod">
          <ac:chgData name="Josh Hug" userId="e2159f7335c131c2" providerId="LiveId" clId="{0EDB6E27-9086-5277-AB10-A63F9A905C93}" dt="2025-12-01T19:58:42.549" v="914"/>
          <ac:spMkLst>
            <pc:docMk/>
            <pc:sldMk cId="1809784480" sldId="568"/>
            <ac:spMk id="6" creationId="{6AFF272B-78E6-8B51-0B37-F6DBC885D485}"/>
          </ac:spMkLst>
        </pc:spChg>
        <pc:picChg chg="add mod">
          <ac:chgData name="Josh Hug" userId="e2159f7335c131c2" providerId="LiveId" clId="{0EDB6E27-9086-5277-AB10-A63F9A905C93}" dt="2025-12-01T19:47:01.980" v="853" actId="1076"/>
          <ac:picMkLst>
            <pc:docMk/>
            <pc:sldMk cId="1809784480" sldId="568"/>
            <ac:picMk id="5" creationId="{CFDACA99-322B-46E4-78BE-D408565F2304}"/>
          </ac:picMkLst>
        </pc:picChg>
      </pc:sldChg>
      <pc:sldChg chg="delSp modSp add mod delAnim modAnim">
        <pc:chgData name="Josh Hug" userId="e2159f7335c131c2" providerId="LiveId" clId="{0EDB6E27-9086-5277-AB10-A63F9A905C93}" dt="2025-12-01T22:01:30.085" v="4373" actId="20577"/>
        <pc:sldMkLst>
          <pc:docMk/>
          <pc:sldMk cId="2334099627" sldId="579"/>
        </pc:sldMkLst>
        <pc:spChg chg="mod">
          <ac:chgData name="Josh Hug" userId="e2159f7335c131c2" providerId="LiveId" clId="{0EDB6E27-9086-5277-AB10-A63F9A905C93}" dt="2025-12-01T22:00:40.894" v="4136" actId="20577"/>
          <ac:spMkLst>
            <pc:docMk/>
            <pc:sldMk cId="2334099627" sldId="579"/>
            <ac:spMk id="2" creationId="{240D38C3-FB87-6134-E50D-11A375CF41FC}"/>
          </ac:spMkLst>
        </pc:spChg>
        <pc:spChg chg="mod">
          <ac:chgData name="Josh Hug" userId="e2159f7335c131c2" providerId="LiveId" clId="{0EDB6E27-9086-5277-AB10-A63F9A905C93}" dt="2025-12-01T22:01:30.085" v="4373" actId="20577"/>
          <ac:spMkLst>
            <pc:docMk/>
            <pc:sldMk cId="2334099627" sldId="579"/>
            <ac:spMk id="3" creationId="{F251EA6D-BCF5-FFBE-C648-E46B569A9E1F}"/>
          </ac:spMkLst>
        </pc:spChg>
      </pc:sldChg>
      <pc:sldChg chg="modSp add mod">
        <pc:chgData name="Josh Hug" userId="e2159f7335c131c2" providerId="LiveId" clId="{0EDB6E27-9086-5277-AB10-A63F9A905C93}" dt="2025-12-01T22:08:52.431" v="5180" actId="20577"/>
        <pc:sldMkLst>
          <pc:docMk/>
          <pc:sldMk cId="1837205574" sldId="580"/>
        </pc:sldMkLst>
        <pc:spChg chg="mod">
          <ac:chgData name="Josh Hug" userId="e2159f7335c131c2" providerId="LiveId" clId="{0EDB6E27-9086-5277-AB10-A63F9A905C93}" dt="2025-12-01T22:08:52.431" v="5180" actId="20577"/>
          <ac:spMkLst>
            <pc:docMk/>
            <pc:sldMk cId="1837205574" sldId="580"/>
            <ac:spMk id="2" creationId="{68B38D3F-454B-98A4-A304-8634E299E64B}"/>
          </ac:spMkLst>
        </pc:spChg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1137587076" sldId="581"/>
        </pc:sldMkLst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2188648935" sldId="583"/>
        </pc:sldMkLst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3467095108" sldId="584"/>
        </pc:sldMkLst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584258483" sldId="586"/>
        </pc:sldMkLst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1723504118" sldId="587"/>
        </pc:sldMkLst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405631836" sldId="588"/>
        </pc:sldMkLst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2015804256" sldId="589"/>
        </pc:sldMkLst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744437734" sldId="590"/>
        </pc:sldMkLst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23480211" sldId="592"/>
        </pc:sldMkLst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349271129" sldId="593"/>
        </pc:sldMkLst>
      </pc:sldChg>
      <pc:sldChg chg="modSp add mod">
        <pc:chgData name="Josh Hug" userId="e2159f7335c131c2" providerId="LiveId" clId="{0EDB6E27-9086-5277-AB10-A63F9A905C93}" dt="2025-12-01T22:08:58.310" v="5182" actId="20577"/>
        <pc:sldMkLst>
          <pc:docMk/>
          <pc:sldMk cId="602806011" sldId="594"/>
        </pc:sldMkLst>
        <pc:spChg chg="mod">
          <ac:chgData name="Josh Hug" userId="e2159f7335c131c2" providerId="LiveId" clId="{0EDB6E27-9086-5277-AB10-A63F9A905C93}" dt="2025-12-01T22:08:58.310" v="5182" actId="20577"/>
          <ac:spMkLst>
            <pc:docMk/>
            <pc:sldMk cId="602806011" sldId="594"/>
            <ac:spMk id="2" creationId="{02762A41-ED0B-BD81-3B09-F69C0B39B788}"/>
          </ac:spMkLst>
        </pc:spChg>
      </pc:sldChg>
      <pc:sldChg chg="modSp add mod">
        <pc:chgData name="Josh Hug" userId="e2159f7335c131c2" providerId="LiveId" clId="{0EDB6E27-9086-5277-AB10-A63F9A905C93}" dt="2025-12-01T22:09:02.840" v="5184" actId="20577"/>
        <pc:sldMkLst>
          <pc:docMk/>
          <pc:sldMk cId="3867228889" sldId="596"/>
        </pc:sldMkLst>
        <pc:spChg chg="mod">
          <ac:chgData name="Josh Hug" userId="e2159f7335c131c2" providerId="LiveId" clId="{0EDB6E27-9086-5277-AB10-A63F9A905C93}" dt="2025-12-01T22:09:02.840" v="5184" actId="20577"/>
          <ac:spMkLst>
            <pc:docMk/>
            <pc:sldMk cId="3867228889" sldId="596"/>
            <ac:spMk id="2" creationId="{7BD1C887-EA12-6EBB-D0A3-B1D7D8419BF3}"/>
          </ac:spMkLst>
        </pc:spChg>
      </pc:sldChg>
      <pc:sldChg chg="modSp mod">
        <pc:chgData name="Josh Hug" userId="e2159f7335c131c2" providerId="LiveId" clId="{0EDB6E27-9086-5277-AB10-A63F9A905C93}" dt="2025-12-04T04:17:21.652" v="6446" actId="5793"/>
        <pc:sldMkLst>
          <pc:docMk/>
          <pc:sldMk cId="617052992" sldId="597"/>
        </pc:sldMkLst>
        <pc:spChg chg="mod">
          <ac:chgData name="Josh Hug" userId="e2159f7335c131c2" providerId="LiveId" clId="{0EDB6E27-9086-5277-AB10-A63F9A905C93}" dt="2025-12-04T04:17:01.990" v="6429" actId="20577"/>
          <ac:spMkLst>
            <pc:docMk/>
            <pc:sldMk cId="617052992" sldId="597"/>
            <ac:spMk id="2" creationId="{81960959-42E7-5254-F64F-76C5890A5BE2}"/>
          </ac:spMkLst>
        </pc:spChg>
        <pc:spChg chg="mod">
          <ac:chgData name="Josh Hug" userId="e2159f7335c131c2" providerId="LiveId" clId="{0EDB6E27-9086-5277-AB10-A63F9A905C93}" dt="2025-12-04T04:17:21.652" v="6446" actId="5793"/>
          <ac:spMkLst>
            <pc:docMk/>
            <pc:sldMk cId="617052992" sldId="597"/>
            <ac:spMk id="3" creationId="{F82507BC-C71A-9E66-E605-DC792F2C59B1}"/>
          </ac:spMkLst>
        </pc:spChg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381327112" sldId="599"/>
        </pc:sldMkLst>
      </pc:sldChg>
      <pc:sldChg chg="add">
        <pc:chgData name="Josh Hug" userId="e2159f7335c131c2" providerId="LiveId" clId="{0EDB6E27-9086-5277-AB10-A63F9A905C93}" dt="2025-12-01T22:09:29.126" v="5186"/>
        <pc:sldMkLst>
          <pc:docMk/>
          <pc:sldMk cId="4122937010" sldId="600"/>
        </pc:sldMkLst>
      </pc:sldChg>
      <pc:sldChg chg="addSp delSp modSp mod">
        <pc:chgData name="Josh Hug" userId="e2159f7335c131c2" providerId="LiveId" clId="{0EDB6E27-9086-5277-AB10-A63F9A905C93}" dt="2025-12-02T19:51:59.522" v="6413" actId="14100"/>
        <pc:sldMkLst>
          <pc:docMk/>
          <pc:sldMk cId="1459909878" sldId="605"/>
        </pc:sldMkLst>
        <pc:picChg chg="add mod">
          <ac:chgData name="Josh Hug" userId="e2159f7335c131c2" providerId="LiveId" clId="{0EDB6E27-9086-5277-AB10-A63F9A905C93}" dt="2025-12-02T19:51:48.458" v="6409" actId="14100"/>
          <ac:picMkLst>
            <pc:docMk/>
            <pc:sldMk cId="1459909878" sldId="605"/>
            <ac:picMk id="6" creationId="{D3F37BA9-0805-C3C7-2002-7878BD3B49AA}"/>
          </ac:picMkLst>
        </pc:picChg>
        <pc:picChg chg="add mod">
          <ac:chgData name="Josh Hug" userId="e2159f7335c131c2" providerId="LiveId" clId="{0EDB6E27-9086-5277-AB10-A63F9A905C93}" dt="2025-12-02T19:51:59.522" v="6413" actId="14100"/>
          <ac:picMkLst>
            <pc:docMk/>
            <pc:sldMk cId="1459909878" sldId="605"/>
            <ac:picMk id="7" creationId="{212CD5C8-4903-7F0D-DF7A-0410FE3BEEF1}"/>
          </ac:picMkLst>
        </pc:picChg>
      </pc:sldChg>
      <pc:sldChg chg="addSp delSp modSp mod">
        <pc:chgData name="Josh Hug" userId="e2159f7335c131c2" providerId="LiveId" clId="{0EDB6E27-9086-5277-AB10-A63F9A905C93}" dt="2025-12-02T19:50:48.055" v="6391" actId="1076"/>
        <pc:sldMkLst>
          <pc:docMk/>
          <pc:sldMk cId="1930268975" sldId="606"/>
        </pc:sldMkLst>
        <pc:picChg chg="add mod">
          <ac:chgData name="Josh Hug" userId="e2159f7335c131c2" providerId="LiveId" clId="{0EDB6E27-9086-5277-AB10-A63F9A905C93}" dt="2025-12-02T19:50:48.055" v="6391" actId="1076"/>
          <ac:picMkLst>
            <pc:docMk/>
            <pc:sldMk cId="1930268975" sldId="606"/>
            <ac:picMk id="4" creationId="{37496C79-4EF0-F2BF-972C-F90C82DBE5A2}"/>
          </ac:picMkLst>
        </pc:picChg>
      </pc:sldChg>
      <pc:sldChg chg="modSp mod">
        <pc:chgData name="Josh Hug" userId="e2159f7335c131c2" providerId="LiveId" clId="{0EDB6E27-9086-5277-AB10-A63F9A905C93}" dt="2025-12-01T17:11:28.341" v="58" actId="2711"/>
        <pc:sldMkLst>
          <pc:docMk/>
          <pc:sldMk cId="4065123829" sldId="612"/>
        </pc:sldMkLst>
        <pc:spChg chg="mod">
          <ac:chgData name="Josh Hug" userId="e2159f7335c131c2" providerId="LiveId" clId="{0EDB6E27-9086-5277-AB10-A63F9A905C93}" dt="2025-12-01T17:11:13.739" v="55" actId="20577"/>
          <ac:spMkLst>
            <pc:docMk/>
            <pc:sldMk cId="4065123829" sldId="612"/>
            <ac:spMk id="2" creationId="{7DBC0A10-7A96-1FAE-260E-C5EA69C0B0E7}"/>
          </ac:spMkLst>
        </pc:spChg>
        <pc:spChg chg="mod">
          <ac:chgData name="Josh Hug" userId="e2159f7335c131c2" providerId="LiveId" clId="{0EDB6E27-9086-5277-AB10-A63F9A905C93}" dt="2025-12-01T17:11:28.341" v="58" actId="2711"/>
          <ac:spMkLst>
            <pc:docMk/>
            <pc:sldMk cId="4065123829" sldId="612"/>
            <ac:spMk id="3" creationId="{44328E30-2672-A28F-A745-B517146A3BB1}"/>
          </ac:spMkLst>
        </pc:spChg>
      </pc:sldChg>
      <pc:sldChg chg="addSp modSp mod">
        <pc:chgData name="Josh Hug" userId="e2159f7335c131c2" providerId="LiveId" clId="{0EDB6E27-9086-5277-AB10-A63F9A905C93}" dt="2025-12-01T17:10:49.672" v="35" actId="14100"/>
        <pc:sldMkLst>
          <pc:docMk/>
          <pc:sldMk cId="2300347649" sldId="613"/>
        </pc:sldMkLst>
        <pc:spChg chg="add mod">
          <ac:chgData name="Josh Hug" userId="e2159f7335c131c2" providerId="LiveId" clId="{0EDB6E27-9086-5277-AB10-A63F9A905C93}" dt="2025-12-01T17:10:09.683" v="27" actId="20577"/>
          <ac:spMkLst>
            <pc:docMk/>
            <pc:sldMk cId="2300347649" sldId="613"/>
            <ac:spMk id="4" creationId="{EF720F92-AAF5-1533-77CD-8CB0271680E6}"/>
          </ac:spMkLst>
        </pc:spChg>
        <pc:spChg chg="mod">
          <ac:chgData name="Josh Hug" userId="e2159f7335c131c2" providerId="LiveId" clId="{0EDB6E27-9086-5277-AB10-A63F9A905C93}" dt="2025-12-01T17:09:19.603" v="0" actId="1076"/>
          <ac:spMkLst>
            <pc:docMk/>
            <pc:sldMk cId="2300347649" sldId="613"/>
            <ac:spMk id="11" creationId="{8653C76A-CE56-44C1-2EFC-9A3B44144979}"/>
          </ac:spMkLst>
        </pc:spChg>
        <pc:cxnChg chg="add mod">
          <ac:chgData name="Josh Hug" userId="e2159f7335c131c2" providerId="LiveId" clId="{0EDB6E27-9086-5277-AB10-A63F9A905C93}" dt="2025-12-01T17:10:36.531" v="31" actId="208"/>
          <ac:cxnSpMkLst>
            <pc:docMk/>
            <pc:sldMk cId="2300347649" sldId="613"/>
            <ac:cxnSpMk id="12" creationId="{D753D044-FD18-BBD3-8AB2-8F13883D7239}"/>
          </ac:cxnSpMkLst>
        </pc:cxnChg>
        <pc:cxnChg chg="add mod">
          <ac:chgData name="Josh Hug" userId="e2159f7335c131c2" providerId="LiveId" clId="{0EDB6E27-9086-5277-AB10-A63F9A905C93}" dt="2025-12-01T17:10:49.672" v="35" actId="14100"/>
          <ac:cxnSpMkLst>
            <pc:docMk/>
            <pc:sldMk cId="2300347649" sldId="613"/>
            <ac:cxnSpMk id="14" creationId="{EFE1A44E-EC8A-E538-B739-E88EFDC0B94C}"/>
          </ac:cxnSpMkLst>
        </pc:cxnChg>
      </pc:sldChg>
      <pc:sldChg chg="modSp add mod">
        <pc:chgData name="Josh Hug" userId="e2159f7335c131c2" providerId="LiveId" clId="{0EDB6E27-9086-5277-AB10-A63F9A905C93}" dt="2025-12-04T23:14:38.154" v="6448" actId="27636"/>
        <pc:sldMkLst>
          <pc:docMk/>
          <pc:sldMk cId="1862141519" sldId="614"/>
        </pc:sldMkLst>
        <pc:spChg chg="mod">
          <ac:chgData name="Josh Hug" userId="e2159f7335c131c2" providerId="LiveId" clId="{0EDB6E27-9086-5277-AB10-A63F9A905C93}" dt="2025-12-04T23:14:38.154" v="6448" actId="27636"/>
          <ac:spMkLst>
            <pc:docMk/>
            <pc:sldMk cId="1862141519" sldId="614"/>
            <ac:spMk id="2" creationId="{B3A38025-AAB8-C0A0-7CC7-FFC8F33111D9}"/>
          </ac:spMkLst>
        </pc:spChg>
        <pc:spChg chg="mod">
          <ac:chgData name="Josh Hug" userId="e2159f7335c131c2" providerId="LiveId" clId="{0EDB6E27-9086-5277-AB10-A63F9A905C93}" dt="2025-12-01T17:15:32.320" v="112"/>
          <ac:spMkLst>
            <pc:docMk/>
            <pc:sldMk cId="1862141519" sldId="614"/>
            <ac:spMk id="3" creationId="{40DF136C-3E49-9FB1-D516-0AAD7F7C40AB}"/>
          </ac:spMkLst>
        </pc:spChg>
      </pc:sldChg>
      <pc:sldChg chg="addSp modSp new mod">
        <pc:chgData name="Josh Hug" userId="e2159f7335c131c2" providerId="LiveId" clId="{0EDB6E27-9086-5277-AB10-A63F9A905C93}" dt="2025-12-01T19:33:34.944" v="501" actId="20577"/>
        <pc:sldMkLst>
          <pc:docMk/>
          <pc:sldMk cId="710521160" sldId="615"/>
        </pc:sldMkLst>
        <pc:spChg chg="mod">
          <ac:chgData name="Josh Hug" userId="e2159f7335c131c2" providerId="LiveId" clId="{0EDB6E27-9086-5277-AB10-A63F9A905C93}" dt="2025-12-01T19:33:34.944" v="501" actId="20577"/>
          <ac:spMkLst>
            <pc:docMk/>
            <pc:sldMk cId="710521160" sldId="615"/>
            <ac:spMk id="2" creationId="{593CA241-6068-9719-C955-5B8FEA405636}"/>
          </ac:spMkLst>
        </pc:spChg>
        <pc:spChg chg="mod">
          <ac:chgData name="Josh Hug" userId="e2159f7335c131c2" providerId="LiveId" clId="{0EDB6E27-9086-5277-AB10-A63F9A905C93}" dt="2025-12-01T17:38:17.817" v="437" actId="20577"/>
          <ac:spMkLst>
            <pc:docMk/>
            <pc:sldMk cId="710521160" sldId="615"/>
            <ac:spMk id="3" creationId="{23BC8EA6-E132-EB1A-4DA6-0C0D79939154}"/>
          </ac:spMkLst>
        </pc:spChg>
        <pc:picChg chg="add mod">
          <ac:chgData name="Josh Hug" userId="e2159f7335c131c2" providerId="LiveId" clId="{0EDB6E27-9086-5277-AB10-A63F9A905C93}" dt="2025-12-01T17:20:39.097" v="371" actId="14100"/>
          <ac:picMkLst>
            <pc:docMk/>
            <pc:sldMk cId="710521160" sldId="615"/>
            <ac:picMk id="4" creationId="{31B25E05-4FBC-5972-C40D-64F0C94E0830}"/>
          </ac:picMkLst>
        </pc:picChg>
      </pc:sldChg>
      <pc:sldChg chg="addSp delSp modSp add mod">
        <pc:chgData name="Josh Hug" userId="e2159f7335c131c2" providerId="LiveId" clId="{0EDB6E27-9086-5277-AB10-A63F9A905C93}" dt="2025-12-01T19:38:07.500" v="805" actId="20577"/>
        <pc:sldMkLst>
          <pc:docMk/>
          <pc:sldMk cId="1737567685" sldId="616"/>
        </pc:sldMkLst>
        <pc:spChg chg="mod">
          <ac:chgData name="Josh Hug" userId="e2159f7335c131c2" providerId="LiveId" clId="{0EDB6E27-9086-5277-AB10-A63F9A905C93}" dt="2025-12-01T19:33:42.268" v="502"/>
          <ac:spMkLst>
            <pc:docMk/>
            <pc:sldMk cId="1737567685" sldId="616"/>
            <ac:spMk id="2" creationId="{9DA8C1D3-E0C8-B1AF-F8C2-64DD8D8B7848}"/>
          </ac:spMkLst>
        </pc:spChg>
        <pc:spChg chg="mod">
          <ac:chgData name="Josh Hug" userId="e2159f7335c131c2" providerId="LiveId" clId="{0EDB6E27-9086-5277-AB10-A63F9A905C93}" dt="2025-12-01T19:38:07.500" v="805" actId="20577"/>
          <ac:spMkLst>
            <pc:docMk/>
            <pc:sldMk cId="1737567685" sldId="616"/>
            <ac:spMk id="3" creationId="{B2E3C40D-BB82-2482-4F44-F36F312BFF7D}"/>
          </ac:spMkLst>
        </pc:spChg>
        <pc:picChg chg="add mod">
          <ac:chgData name="Josh Hug" userId="e2159f7335c131c2" providerId="LiveId" clId="{0EDB6E27-9086-5277-AB10-A63F9A905C93}" dt="2025-12-01T19:35:45.009" v="515" actId="1076"/>
          <ac:picMkLst>
            <pc:docMk/>
            <pc:sldMk cId="1737567685" sldId="616"/>
            <ac:picMk id="5" creationId="{F1924696-AE58-09E3-F4DC-A2F8CA1EE8AC}"/>
          </ac:picMkLst>
        </pc:picChg>
        <pc:picChg chg="add mod">
          <ac:chgData name="Josh Hug" userId="e2159f7335c131c2" providerId="LiveId" clId="{0EDB6E27-9086-5277-AB10-A63F9A905C93}" dt="2025-12-01T19:36:01.564" v="519" actId="1076"/>
          <ac:picMkLst>
            <pc:docMk/>
            <pc:sldMk cId="1737567685" sldId="616"/>
            <ac:picMk id="6" creationId="{9E4E1066-FBA5-6BB5-3A6D-B4896002BD63}"/>
          </ac:picMkLst>
        </pc:picChg>
      </pc:sldChg>
      <pc:sldChg chg="addSp modSp add mod">
        <pc:chgData name="Josh Hug" userId="e2159f7335c131c2" providerId="LiveId" clId="{0EDB6E27-9086-5277-AB10-A63F9A905C93}" dt="2025-12-01T20:06:41.715" v="947"/>
        <pc:sldMkLst>
          <pc:docMk/>
          <pc:sldMk cId="3970586320" sldId="617"/>
        </pc:sldMkLst>
        <pc:spChg chg="mod">
          <ac:chgData name="Josh Hug" userId="e2159f7335c131c2" providerId="LiveId" clId="{0EDB6E27-9086-5277-AB10-A63F9A905C93}" dt="2025-12-01T20:06:41.715" v="947"/>
          <ac:spMkLst>
            <pc:docMk/>
            <pc:sldMk cId="3970586320" sldId="617"/>
            <ac:spMk id="3" creationId="{1A265D46-C2AA-8B14-C0CD-E7964A62E107}"/>
          </ac:spMkLst>
        </pc:spChg>
        <pc:spChg chg="add mod">
          <ac:chgData name="Josh Hug" userId="e2159f7335c131c2" providerId="LiveId" clId="{0EDB6E27-9086-5277-AB10-A63F9A905C93}" dt="2025-12-01T19:59:17.756" v="945" actId="20577"/>
          <ac:spMkLst>
            <pc:docMk/>
            <pc:sldMk cId="3970586320" sldId="617"/>
            <ac:spMk id="5" creationId="{BF4C7064-174A-9DEB-76F2-C32D31FA143C}"/>
          </ac:spMkLst>
        </pc:spChg>
      </pc:sldChg>
      <pc:sldChg chg="delSp modSp add mod">
        <pc:chgData name="Josh Hug" userId="e2159f7335c131c2" providerId="LiveId" clId="{0EDB6E27-9086-5277-AB10-A63F9A905C93}" dt="2025-12-01T20:09:24.758" v="1152" actId="20577"/>
        <pc:sldMkLst>
          <pc:docMk/>
          <pc:sldMk cId="4201790895" sldId="618"/>
        </pc:sldMkLst>
        <pc:spChg chg="mod">
          <ac:chgData name="Josh Hug" userId="e2159f7335c131c2" providerId="LiveId" clId="{0EDB6E27-9086-5277-AB10-A63F9A905C93}" dt="2025-12-01T20:09:24.758" v="1152" actId="20577"/>
          <ac:spMkLst>
            <pc:docMk/>
            <pc:sldMk cId="4201790895" sldId="618"/>
            <ac:spMk id="3" creationId="{495C1C61-A0C1-AF83-90F1-BB8E8438FD5C}"/>
          </ac:spMkLst>
        </pc:spChg>
      </pc:sldChg>
      <pc:sldChg chg="modSp add mod">
        <pc:chgData name="Josh Hug" userId="e2159f7335c131c2" providerId="LiveId" clId="{0EDB6E27-9086-5277-AB10-A63F9A905C93}" dt="2025-12-01T20:09:12.482" v="1103" actId="20577"/>
        <pc:sldMkLst>
          <pc:docMk/>
          <pc:sldMk cId="3784797174" sldId="619"/>
        </pc:sldMkLst>
        <pc:spChg chg="mod">
          <ac:chgData name="Josh Hug" userId="e2159f7335c131c2" providerId="LiveId" clId="{0EDB6E27-9086-5277-AB10-A63F9A905C93}" dt="2025-12-01T20:09:12.482" v="1103" actId="20577"/>
          <ac:spMkLst>
            <pc:docMk/>
            <pc:sldMk cId="3784797174" sldId="619"/>
            <ac:spMk id="3" creationId="{1D199084-C3EF-ED15-DE81-A6494196C499}"/>
          </ac:spMkLst>
        </pc:spChg>
      </pc:sldChg>
      <pc:sldChg chg="addSp delSp modSp add mod">
        <pc:chgData name="Josh Hug" userId="e2159f7335c131c2" providerId="LiveId" clId="{0EDB6E27-9086-5277-AB10-A63F9A905C93}" dt="2025-12-01T21:35:53.444" v="2184"/>
        <pc:sldMkLst>
          <pc:docMk/>
          <pc:sldMk cId="1018400835" sldId="620"/>
        </pc:sldMkLst>
        <pc:spChg chg="mod">
          <ac:chgData name="Josh Hug" userId="e2159f7335c131c2" providerId="LiveId" clId="{0EDB6E27-9086-5277-AB10-A63F9A905C93}" dt="2025-12-01T21:35:51.483" v="2183"/>
          <ac:spMkLst>
            <pc:docMk/>
            <pc:sldMk cId="1018400835" sldId="620"/>
            <ac:spMk id="3" creationId="{99EFFF1C-154A-0DD8-5FA9-246CD401E6A2}"/>
          </ac:spMkLst>
        </pc:spChg>
        <pc:spChg chg="add del mod">
          <ac:chgData name="Josh Hug" userId="e2159f7335c131c2" providerId="LiveId" clId="{0EDB6E27-9086-5277-AB10-A63F9A905C93}" dt="2025-12-01T21:35:53.444" v="2184"/>
          <ac:spMkLst>
            <pc:docMk/>
            <pc:sldMk cId="1018400835" sldId="620"/>
            <ac:spMk id="5" creationId="{37337B3B-3681-4ACB-982C-F7AAE0CBD4B0}"/>
          </ac:spMkLst>
        </pc:spChg>
      </pc:sldChg>
      <pc:sldChg chg="modSp add mod">
        <pc:chgData name="Josh Hug" userId="e2159f7335c131c2" providerId="LiveId" clId="{0EDB6E27-9086-5277-AB10-A63F9A905C93}" dt="2025-12-01T21:35:57.579" v="2185"/>
        <pc:sldMkLst>
          <pc:docMk/>
          <pc:sldMk cId="2803637745" sldId="622"/>
        </pc:sldMkLst>
        <pc:spChg chg="mod">
          <ac:chgData name="Josh Hug" userId="e2159f7335c131c2" providerId="LiveId" clId="{0EDB6E27-9086-5277-AB10-A63F9A905C93}" dt="2025-12-01T20:15:53.550" v="1243" actId="20577"/>
          <ac:spMkLst>
            <pc:docMk/>
            <pc:sldMk cId="2803637745" sldId="622"/>
            <ac:spMk id="3" creationId="{BEF84FCB-43EA-4407-4317-B7D66C42441C}"/>
          </ac:spMkLst>
        </pc:spChg>
        <pc:spChg chg="mod">
          <ac:chgData name="Josh Hug" userId="e2159f7335c131c2" providerId="LiveId" clId="{0EDB6E27-9086-5277-AB10-A63F9A905C93}" dt="2025-12-01T21:35:57.579" v="2185"/>
          <ac:spMkLst>
            <pc:docMk/>
            <pc:sldMk cId="2803637745" sldId="622"/>
            <ac:spMk id="5" creationId="{EAA1CFEC-FF75-46A9-4194-FEB0F8D2811C}"/>
          </ac:spMkLst>
        </pc:spChg>
      </pc:sldChg>
      <pc:sldChg chg="modSp add mod">
        <pc:chgData name="Josh Hug" userId="e2159f7335c131c2" providerId="LiveId" clId="{0EDB6E27-9086-5277-AB10-A63F9A905C93}" dt="2025-12-01T20:41:10.208" v="1861" actId="20577"/>
        <pc:sldMkLst>
          <pc:docMk/>
          <pc:sldMk cId="2324094109" sldId="623"/>
        </pc:sldMkLst>
        <pc:spChg chg="mod">
          <ac:chgData name="Josh Hug" userId="e2159f7335c131c2" providerId="LiveId" clId="{0EDB6E27-9086-5277-AB10-A63F9A905C93}" dt="2025-12-01T20:41:10.208" v="1861" actId="20577"/>
          <ac:spMkLst>
            <pc:docMk/>
            <pc:sldMk cId="2324094109" sldId="623"/>
            <ac:spMk id="3" creationId="{DED8A684-7BCE-C1D1-BAA8-1BD5DC803845}"/>
          </ac:spMkLst>
        </pc:spChg>
        <pc:spChg chg="mod">
          <ac:chgData name="Josh Hug" userId="e2159f7335c131c2" providerId="LiveId" clId="{0EDB6E27-9086-5277-AB10-A63F9A905C93}" dt="2025-12-01T20:41:06.607" v="1857"/>
          <ac:spMkLst>
            <pc:docMk/>
            <pc:sldMk cId="2324094109" sldId="623"/>
            <ac:spMk id="5" creationId="{D649A114-BFD8-1EBE-FCD1-95FBC18F2FFD}"/>
          </ac:spMkLst>
        </pc:spChg>
      </pc:sldChg>
      <pc:sldChg chg="delSp modSp add mod">
        <pc:chgData name="Josh Hug" userId="e2159f7335c131c2" providerId="LiveId" clId="{0EDB6E27-9086-5277-AB10-A63F9A905C93}" dt="2025-12-01T21:35:35.351" v="2182"/>
        <pc:sldMkLst>
          <pc:docMk/>
          <pc:sldMk cId="4273744203" sldId="624"/>
        </pc:sldMkLst>
        <pc:spChg chg="mod">
          <ac:chgData name="Josh Hug" userId="e2159f7335c131c2" providerId="LiveId" clId="{0EDB6E27-9086-5277-AB10-A63F9A905C93}" dt="2025-12-01T21:35:35.351" v="2182"/>
          <ac:spMkLst>
            <pc:docMk/>
            <pc:sldMk cId="4273744203" sldId="624"/>
            <ac:spMk id="3" creationId="{BDA23F52-7535-C21C-CDE5-CAB521B148C8}"/>
          </ac:spMkLst>
        </pc:spChg>
        <pc:picChg chg="mod">
          <ac:chgData name="Josh Hug" userId="e2159f7335c131c2" providerId="LiveId" clId="{0EDB6E27-9086-5277-AB10-A63F9A905C93}" dt="2025-12-01T20:41:33.449" v="1867" actId="1076"/>
          <ac:picMkLst>
            <pc:docMk/>
            <pc:sldMk cId="4273744203" sldId="624"/>
            <ac:picMk id="8" creationId="{444C75C2-C077-5C7A-5BB6-F8F5D3809DD5}"/>
          </ac:picMkLst>
        </pc:picChg>
      </pc:sldChg>
      <pc:sldChg chg="addSp modSp add mod modShow">
        <pc:chgData name="Josh Hug" userId="e2159f7335c131c2" providerId="LiveId" clId="{0EDB6E27-9086-5277-AB10-A63F9A905C93}" dt="2025-12-01T21:56:17.336" v="3256" actId="20577"/>
        <pc:sldMkLst>
          <pc:docMk/>
          <pc:sldMk cId="1984763133" sldId="625"/>
        </pc:sldMkLst>
        <pc:spChg chg="mod">
          <ac:chgData name="Josh Hug" userId="e2159f7335c131c2" providerId="LiveId" clId="{0EDB6E27-9086-5277-AB10-A63F9A905C93}" dt="2025-12-01T21:36:19.474" v="2186"/>
          <ac:spMkLst>
            <pc:docMk/>
            <pc:sldMk cId="1984763133" sldId="625"/>
            <ac:spMk id="3" creationId="{F59D0AE0-0838-7A38-2B15-886C12C1092B}"/>
          </ac:spMkLst>
        </pc:spChg>
        <pc:spChg chg="add mod">
          <ac:chgData name="Josh Hug" userId="e2159f7335c131c2" providerId="LiveId" clId="{0EDB6E27-9086-5277-AB10-A63F9A905C93}" dt="2025-12-01T21:56:17.336" v="3256" actId="20577"/>
          <ac:spMkLst>
            <pc:docMk/>
            <pc:sldMk cId="1984763133" sldId="625"/>
            <ac:spMk id="5" creationId="{3B37F81D-F30C-34E2-2678-65B45D42B913}"/>
          </ac:spMkLst>
        </pc:spChg>
      </pc:sldChg>
      <pc:sldChg chg="modSp add mod">
        <pc:chgData name="Josh Hug" userId="e2159f7335c131c2" providerId="LiveId" clId="{0EDB6E27-9086-5277-AB10-A63F9A905C93}" dt="2025-12-01T21:38:13.042" v="2271" actId="14100"/>
        <pc:sldMkLst>
          <pc:docMk/>
          <pc:sldMk cId="757467008" sldId="642"/>
        </pc:sldMkLst>
        <pc:spChg chg="mod">
          <ac:chgData name="Josh Hug" userId="e2159f7335c131c2" providerId="LiveId" clId="{0EDB6E27-9086-5277-AB10-A63F9A905C93}" dt="2025-12-01T21:36:23.075" v="2187"/>
          <ac:spMkLst>
            <pc:docMk/>
            <pc:sldMk cId="757467008" sldId="642"/>
            <ac:spMk id="3" creationId="{9BDB84D5-CB97-F6A6-65E0-20E14C4E596E}"/>
          </ac:spMkLst>
        </pc:spChg>
        <pc:spChg chg="mod">
          <ac:chgData name="Josh Hug" userId="e2159f7335c131c2" providerId="LiveId" clId="{0EDB6E27-9086-5277-AB10-A63F9A905C93}" dt="2025-12-01T21:38:13.042" v="2271" actId="14100"/>
          <ac:spMkLst>
            <pc:docMk/>
            <pc:sldMk cId="757467008" sldId="642"/>
            <ac:spMk id="5" creationId="{25840A24-D8C8-CC0B-05EC-E40014393B26}"/>
          </ac:spMkLst>
        </pc:spChg>
      </pc:sldChg>
      <pc:sldChg chg="modSp add">
        <pc:chgData name="Josh Hug" userId="e2159f7335c131c2" providerId="LiveId" clId="{0EDB6E27-9086-5277-AB10-A63F9A905C93}" dt="2025-12-01T21:36:26.643" v="2188"/>
        <pc:sldMkLst>
          <pc:docMk/>
          <pc:sldMk cId="2015077024" sldId="644"/>
        </pc:sldMkLst>
        <pc:spChg chg="mod">
          <ac:chgData name="Josh Hug" userId="e2159f7335c131c2" providerId="LiveId" clId="{0EDB6E27-9086-5277-AB10-A63F9A905C93}" dt="2025-12-01T21:36:26.643" v="2188"/>
          <ac:spMkLst>
            <pc:docMk/>
            <pc:sldMk cId="2015077024" sldId="644"/>
            <ac:spMk id="3" creationId="{288FD1CB-1539-6A7A-32C7-F0A579C44218}"/>
          </ac:spMkLst>
        </pc:spChg>
      </pc:sldChg>
      <pc:sldChg chg="modSp add">
        <pc:chgData name="Josh Hug" userId="e2159f7335c131c2" providerId="LiveId" clId="{0EDB6E27-9086-5277-AB10-A63F9A905C93}" dt="2025-12-01T21:37:09.046" v="2190" actId="20577"/>
        <pc:sldMkLst>
          <pc:docMk/>
          <pc:sldMk cId="1109106468" sldId="645"/>
        </pc:sldMkLst>
        <pc:spChg chg="mod">
          <ac:chgData name="Josh Hug" userId="e2159f7335c131c2" providerId="LiveId" clId="{0EDB6E27-9086-5277-AB10-A63F9A905C93}" dt="2025-12-01T21:37:09.046" v="2190" actId="20577"/>
          <ac:spMkLst>
            <pc:docMk/>
            <pc:sldMk cId="1109106468" sldId="645"/>
            <ac:spMk id="3" creationId="{C5EF0653-D715-BADE-63D3-0E404D9652E7}"/>
          </ac:spMkLst>
        </pc:spChg>
      </pc:sldChg>
      <pc:sldChg chg="modSp add">
        <pc:chgData name="Josh Hug" userId="e2159f7335c131c2" providerId="LiveId" clId="{0EDB6E27-9086-5277-AB10-A63F9A905C93}" dt="2025-12-01T21:37:25.706" v="2192" actId="20577"/>
        <pc:sldMkLst>
          <pc:docMk/>
          <pc:sldMk cId="2159827096" sldId="646"/>
        </pc:sldMkLst>
        <pc:spChg chg="mod">
          <ac:chgData name="Josh Hug" userId="e2159f7335c131c2" providerId="LiveId" clId="{0EDB6E27-9086-5277-AB10-A63F9A905C93}" dt="2025-12-01T21:37:25.706" v="2192" actId="20577"/>
          <ac:spMkLst>
            <pc:docMk/>
            <pc:sldMk cId="2159827096" sldId="646"/>
            <ac:spMk id="3" creationId="{62455007-5DF2-5C9F-5719-AF1D4F1C66CA}"/>
          </ac:spMkLst>
        </pc:spChg>
      </pc:sldChg>
      <pc:sldChg chg="modSp add mod">
        <pc:chgData name="Josh Hug" userId="e2159f7335c131c2" providerId="LiveId" clId="{0EDB6E27-9086-5277-AB10-A63F9A905C93}" dt="2025-12-01T21:38:55.857" v="2396" actId="20577"/>
        <pc:sldMkLst>
          <pc:docMk/>
          <pc:sldMk cId="1548340581" sldId="647"/>
        </pc:sldMkLst>
        <pc:spChg chg="mod">
          <ac:chgData name="Josh Hug" userId="e2159f7335c131c2" providerId="LiveId" clId="{0EDB6E27-9086-5277-AB10-A63F9A905C93}" dt="2025-12-01T21:37:40.684" v="2211" actId="20577"/>
          <ac:spMkLst>
            <pc:docMk/>
            <pc:sldMk cId="1548340581" sldId="647"/>
            <ac:spMk id="3" creationId="{165CF3EA-282D-9421-E6B3-D64F81A2CB9F}"/>
          </ac:spMkLst>
        </pc:spChg>
        <pc:spChg chg="mod">
          <ac:chgData name="Josh Hug" userId="e2159f7335c131c2" providerId="LiveId" clId="{0EDB6E27-9086-5277-AB10-A63F9A905C93}" dt="2025-12-01T21:38:55.857" v="2396" actId="20577"/>
          <ac:spMkLst>
            <pc:docMk/>
            <pc:sldMk cId="1548340581" sldId="647"/>
            <ac:spMk id="5" creationId="{8251FF7E-CE52-7939-C265-2D0954158D5C}"/>
          </ac:spMkLst>
        </pc:spChg>
      </pc:sldChg>
      <pc:sldChg chg="addSp modSp new mod">
        <pc:chgData name="Josh Hug" userId="e2159f7335c131c2" providerId="LiveId" clId="{0EDB6E27-9086-5277-AB10-A63F9A905C93}" dt="2025-12-01T21:56:56.849" v="3272"/>
        <pc:sldMkLst>
          <pc:docMk/>
          <pc:sldMk cId="3284412042" sldId="648"/>
        </pc:sldMkLst>
        <pc:spChg chg="mod">
          <ac:chgData name="Josh Hug" userId="e2159f7335c131c2" providerId="LiveId" clId="{0EDB6E27-9086-5277-AB10-A63F9A905C93}" dt="2025-12-01T21:39:12.807" v="2398"/>
          <ac:spMkLst>
            <pc:docMk/>
            <pc:sldMk cId="3284412042" sldId="648"/>
            <ac:spMk id="2" creationId="{541AE9AB-A04F-F758-AA65-F9DC9740C03B}"/>
          </ac:spMkLst>
        </pc:spChg>
        <pc:spChg chg="mod">
          <ac:chgData name="Josh Hug" userId="e2159f7335c131c2" providerId="LiveId" clId="{0EDB6E27-9086-5277-AB10-A63F9A905C93}" dt="2025-12-01T21:56:56.849" v="3272"/>
          <ac:spMkLst>
            <pc:docMk/>
            <pc:sldMk cId="3284412042" sldId="648"/>
            <ac:spMk id="3" creationId="{C91AA653-42CD-5FA0-E0E2-D963BBFFF500}"/>
          </ac:spMkLst>
        </pc:spChg>
        <pc:spChg chg="add mod">
          <ac:chgData name="Josh Hug" userId="e2159f7335c131c2" providerId="LiveId" clId="{0EDB6E27-9086-5277-AB10-A63F9A905C93}" dt="2025-12-01T21:43:43.514" v="2964" actId="20577"/>
          <ac:spMkLst>
            <pc:docMk/>
            <pc:sldMk cId="3284412042" sldId="648"/>
            <ac:spMk id="6" creationId="{314E84C0-0934-EAF7-A1C9-C48620B4DBF1}"/>
          </ac:spMkLst>
        </pc:spChg>
        <pc:picChg chg="add mod">
          <ac:chgData name="Josh Hug" userId="e2159f7335c131c2" providerId="LiveId" clId="{0EDB6E27-9086-5277-AB10-A63F9A905C93}" dt="2025-12-01T21:43:09.272" v="2872" actId="1076"/>
          <ac:picMkLst>
            <pc:docMk/>
            <pc:sldMk cId="3284412042" sldId="648"/>
            <ac:picMk id="4" creationId="{4C40E44B-F3ED-64BD-A387-3EE25ABC927F}"/>
          </ac:picMkLst>
        </pc:picChg>
      </pc:sldChg>
      <pc:sldChg chg="modSp add mod">
        <pc:chgData name="Josh Hug" userId="e2159f7335c131c2" providerId="LiveId" clId="{0EDB6E27-9086-5277-AB10-A63F9A905C93}" dt="2025-12-01T21:51:44.153" v="2990" actId="20577"/>
        <pc:sldMkLst>
          <pc:docMk/>
          <pc:sldMk cId="578312608" sldId="649"/>
        </pc:sldMkLst>
        <pc:spChg chg="mod">
          <ac:chgData name="Josh Hug" userId="e2159f7335c131c2" providerId="LiveId" clId="{0EDB6E27-9086-5277-AB10-A63F9A905C93}" dt="2025-12-01T21:51:44.153" v="2990" actId="20577"/>
          <ac:spMkLst>
            <pc:docMk/>
            <pc:sldMk cId="578312608" sldId="649"/>
            <ac:spMk id="2" creationId="{F47D6458-1F9C-610C-9082-E3EEF92F2760}"/>
          </ac:spMkLst>
        </pc:spChg>
      </pc:sldChg>
      <pc:sldChg chg="addSp modSp new mod">
        <pc:chgData name="Josh Hug" userId="e2159f7335c131c2" providerId="LiveId" clId="{0EDB6E27-9086-5277-AB10-A63F9A905C93}" dt="2025-12-01T22:00:33.518" v="4134" actId="20577"/>
        <pc:sldMkLst>
          <pc:docMk/>
          <pc:sldMk cId="2285351180" sldId="650"/>
        </pc:sldMkLst>
        <pc:spChg chg="mod">
          <ac:chgData name="Josh Hug" userId="e2159f7335c131c2" providerId="LiveId" clId="{0EDB6E27-9086-5277-AB10-A63F9A905C93}" dt="2025-12-01T21:51:55.425" v="3031" actId="20577"/>
          <ac:spMkLst>
            <pc:docMk/>
            <pc:sldMk cId="2285351180" sldId="650"/>
            <ac:spMk id="2" creationId="{CC1FC4F7-6538-676F-0A0D-2B94321C96A4}"/>
          </ac:spMkLst>
        </pc:spChg>
        <pc:spChg chg="mod">
          <ac:chgData name="Josh Hug" userId="e2159f7335c131c2" providerId="LiveId" clId="{0EDB6E27-9086-5277-AB10-A63F9A905C93}" dt="2025-12-01T22:00:33.518" v="4134" actId="20577"/>
          <ac:spMkLst>
            <pc:docMk/>
            <pc:sldMk cId="2285351180" sldId="650"/>
            <ac:spMk id="3" creationId="{14E01DF4-BDE8-03F4-6070-3C6A1B2D514F}"/>
          </ac:spMkLst>
        </pc:spChg>
        <pc:picChg chg="add mod">
          <ac:chgData name="Josh Hug" userId="e2159f7335c131c2" providerId="LiveId" clId="{0EDB6E27-9086-5277-AB10-A63F9A905C93}" dt="2025-12-01T22:00:10.647" v="4061" actId="1076"/>
          <ac:picMkLst>
            <pc:docMk/>
            <pc:sldMk cId="2285351180" sldId="650"/>
            <ac:picMk id="4" creationId="{3A7FB2F3-702D-5DE7-7E8A-1A137021D74E}"/>
          </ac:picMkLst>
        </pc:picChg>
      </pc:sldChg>
      <pc:sldChg chg="modSp add mod">
        <pc:chgData name="Josh Hug" userId="e2159f7335c131c2" providerId="LiveId" clId="{0EDB6E27-9086-5277-AB10-A63F9A905C93}" dt="2025-12-01T22:01:52.102" v="4485" actId="20577"/>
        <pc:sldMkLst>
          <pc:docMk/>
          <pc:sldMk cId="4198088552" sldId="652"/>
        </pc:sldMkLst>
        <pc:spChg chg="mod">
          <ac:chgData name="Josh Hug" userId="e2159f7335c131c2" providerId="LiveId" clId="{0EDB6E27-9086-5277-AB10-A63F9A905C93}" dt="2025-12-01T22:01:52.102" v="4485" actId="20577"/>
          <ac:spMkLst>
            <pc:docMk/>
            <pc:sldMk cId="4198088552" sldId="652"/>
            <ac:spMk id="3" creationId="{7E70CF2F-F8D2-BFCD-1EA6-6094D3914335}"/>
          </ac:spMkLst>
        </pc:spChg>
      </pc:sldChg>
      <pc:sldChg chg="modSp add mod">
        <pc:chgData name="Josh Hug" userId="e2159f7335c131c2" providerId="LiveId" clId="{0EDB6E27-9086-5277-AB10-A63F9A905C93}" dt="2025-12-01T22:03:54.150" v="4856" actId="20577"/>
        <pc:sldMkLst>
          <pc:docMk/>
          <pc:sldMk cId="1006937780" sldId="653"/>
        </pc:sldMkLst>
        <pc:spChg chg="mod">
          <ac:chgData name="Josh Hug" userId="e2159f7335c131c2" providerId="LiveId" clId="{0EDB6E27-9086-5277-AB10-A63F9A905C93}" dt="2025-12-01T22:03:54.150" v="4856" actId="20577"/>
          <ac:spMkLst>
            <pc:docMk/>
            <pc:sldMk cId="1006937780" sldId="653"/>
            <ac:spMk id="3" creationId="{C54028A3-9E0F-F2F1-9D86-A5754A6D6039}"/>
          </ac:spMkLst>
        </pc:spChg>
      </pc:sldChg>
      <pc:sldChg chg="addSp modSp add mod">
        <pc:chgData name="Josh Hug" userId="e2159f7335c131c2" providerId="LiveId" clId="{0EDB6E27-9086-5277-AB10-A63F9A905C93}" dt="2025-12-01T22:05:45.099" v="4941" actId="20577"/>
        <pc:sldMkLst>
          <pc:docMk/>
          <pc:sldMk cId="2869182347" sldId="654"/>
        </pc:sldMkLst>
        <pc:spChg chg="mod">
          <ac:chgData name="Josh Hug" userId="e2159f7335c131c2" providerId="LiveId" clId="{0EDB6E27-9086-5277-AB10-A63F9A905C93}" dt="2025-12-01T22:05:45.099" v="4941" actId="20577"/>
          <ac:spMkLst>
            <pc:docMk/>
            <pc:sldMk cId="2869182347" sldId="654"/>
            <ac:spMk id="3" creationId="{A898EE35-5C95-547D-EF49-6F8E6BB6201A}"/>
          </ac:spMkLst>
        </pc:spChg>
        <pc:picChg chg="add mod">
          <ac:chgData name="Josh Hug" userId="e2159f7335c131c2" providerId="LiveId" clId="{0EDB6E27-9086-5277-AB10-A63F9A905C93}" dt="2025-12-01T22:04:26.903" v="4879" actId="1076"/>
          <ac:picMkLst>
            <pc:docMk/>
            <pc:sldMk cId="2869182347" sldId="654"/>
            <ac:picMk id="4" creationId="{F65E542F-D31B-059C-96F0-6BE7957BC3F6}"/>
          </ac:picMkLst>
        </pc:picChg>
      </pc:sldChg>
      <pc:sldChg chg="modSp add mod">
        <pc:chgData name="Josh Hug" userId="e2159f7335c131c2" providerId="LiveId" clId="{0EDB6E27-9086-5277-AB10-A63F9A905C93}" dt="2025-12-01T22:06:51.715" v="5047" actId="20577"/>
        <pc:sldMkLst>
          <pc:docMk/>
          <pc:sldMk cId="2500738586" sldId="655"/>
        </pc:sldMkLst>
        <pc:spChg chg="mod">
          <ac:chgData name="Josh Hug" userId="e2159f7335c131c2" providerId="LiveId" clId="{0EDB6E27-9086-5277-AB10-A63F9A905C93}" dt="2025-12-01T22:06:51.715" v="5047" actId="20577"/>
          <ac:spMkLst>
            <pc:docMk/>
            <pc:sldMk cId="2500738586" sldId="655"/>
            <ac:spMk id="3" creationId="{24343959-866B-2648-2B15-1833DB5A0153}"/>
          </ac:spMkLst>
        </pc:spChg>
        <pc:picChg chg="mod">
          <ac:chgData name="Josh Hug" userId="e2159f7335c131c2" providerId="LiveId" clId="{0EDB6E27-9086-5277-AB10-A63F9A905C93}" dt="2025-12-01T22:06:02.881" v="4950" actId="1076"/>
          <ac:picMkLst>
            <pc:docMk/>
            <pc:sldMk cId="2500738586" sldId="655"/>
            <ac:picMk id="4" creationId="{14829026-E840-4291-B479-1E29CBE0C09D}"/>
          </ac:picMkLst>
        </pc:picChg>
      </pc:sldChg>
      <pc:sldChg chg="modSp add mod">
        <pc:chgData name="Josh Hug" userId="e2159f7335c131c2" providerId="LiveId" clId="{0EDB6E27-9086-5277-AB10-A63F9A905C93}" dt="2025-12-01T22:07:29.738" v="5059" actId="20577"/>
        <pc:sldMkLst>
          <pc:docMk/>
          <pc:sldMk cId="2201945020" sldId="656"/>
        </pc:sldMkLst>
        <pc:spChg chg="mod">
          <ac:chgData name="Josh Hug" userId="e2159f7335c131c2" providerId="LiveId" clId="{0EDB6E27-9086-5277-AB10-A63F9A905C93}" dt="2025-12-01T22:07:29.738" v="5059" actId="20577"/>
          <ac:spMkLst>
            <pc:docMk/>
            <pc:sldMk cId="2201945020" sldId="656"/>
            <ac:spMk id="3" creationId="{CF87A9F8-AC60-9DBE-3EFA-1CDA2D310CC6}"/>
          </ac:spMkLst>
        </pc:spChg>
      </pc:sldChg>
      <pc:sldChg chg="modSp add">
        <pc:chgData name="Josh Hug" userId="e2159f7335c131c2" providerId="LiveId" clId="{0EDB6E27-9086-5277-AB10-A63F9A905C93}" dt="2025-12-01T22:07:50.706" v="5065" actId="20577"/>
        <pc:sldMkLst>
          <pc:docMk/>
          <pc:sldMk cId="2005527394" sldId="657"/>
        </pc:sldMkLst>
        <pc:spChg chg="mod">
          <ac:chgData name="Josh Hug" userId="e2159f7335c131c2" providerId="LiveId" clId="{0EDB6E27-9086-5277-AB10-A63F9A905C93}" dt="2025-12-01T22:07:50.706" v="5065" actId="20577"/>
          <ac:spMkLst>
            <pc:docMk/>
            <pc:sldMk cId="2005527394" sldId="657"/>
            <ac:spMk id="3" creationId="{565310B4-F297-812B-62F2-5F78ED16355C}"/>
          </ac:spMkLst>
        </pc:spChg>
      </pc:sldChg>
      <pc:sldChg chg="modSp add mod">
        <pc:chgData name="Josh Hug" userId="e2159f7335c131c2" providerId="LiveId" clId="{0EDB6E27-9086-5277-AB10-A63F9A905C93}" dt="2025-12-01T22:07:58.281" v="5069" actId="20577"/>
        <pc:sldMkLst>
          <pc:docMk/>
          <pc:sldMk cId="1865343059" sldId="658"/>
        </pc:sldMkLst>
        <pc:spChg chg="mod">
          <ac:chgData name="Josh Hug" userId="e2159f7335c131c2" providerId="LiveId" clId="{0EDB6E27-9086-5277-AB10-A63F9A905C93}" dt="2025-12-01T22:07:58.281" v="5069" actId="20577"/>
          <ac:spMkLst>
            <pc:docMk/>
            <pc:sldMk cId="1865343059" sldId="658"/>
            <ac:spMk id="3" creationId="{5121713C-9E4B-0CFF-FC7B-FC08AE1F14AB}"/>
          </ac:spMkLst>
        </pc:spChg>
      </pc:sldChg>
      <pc:sldChg chg="modSp add mod">
        <pc:chgData name="Josh Hug" userId="e2159f7335c131c2" providerId="LiveId" clId="{0EDB6E27-9086-5277-AB10-A63F9A905C93}" dt="2025-12-01T22:08:41.090" v="5177" actId="20577"/>
        <pc:sldMkLst>
          <pc:docMk/>
          <pc:sldMk cId="1086933384" sldId="659"/>
        </pc:sldMkLst>
        <pc:spChg chg="mod">
          <ac:chgData name="Josh Hug" userId="e2159f7335c131c2" providerId="LiveId" clId="{0EDB6E27-9086-5277-AB10-A63F9A905C93}" dt="2025-12-01T22:08:41.090" v="5177" actId="20577"/>
          <ac:spMkLst>
            <pc:docMk/>
            <pc:sldMk cId="1086933384" sldId="659"/>
            <ac:spMk id="3" creationId="{029CBB95-0A34-6F42-2EEF-CB0845584276}"/>
          </ac:spMkLst>
        </pc:spChg>
      </pc:sldChg>
      <pc:sldChg chg="addSp modSp new mod">
        <pc:chgData name="Josh Hug" userId="e2159f7335c131c2" providerId="LiveId" clId="{0EDB6E27-9086-5277-AB10-A63F9A905C93}" dt="2025-12-01T23:00:37.316" v="5681" actId="20577"/>
        <pc:sldMkLst>
          <pc:docMk/>
          <pc:sldMk cId="2480903622" sldId="661"/>
        </pc:sldMkLst>
        <pc:spChg chg="mod">
          <ac:chgData name="Josh Hug" userId="e2159f7335c131c2" providerId="LiveId" clId="{0EDB6E27-9086-5277-AB10-A63F9A905C93}" dt="2025-12-01T22:59:42.280" v="5543" actId="20577"/>
          <ac:spMkLst>
            <pc:docMk/>
            <pc:sldMk cId="2480903622" sldId="661"/>
            <ac:spMk id="2" creationId="{39CC8DEC-F843-FCDB-B9EC-FF270202D356}"/>
          </ac:spMkLst>
        </pc:spChg>
        <pc:spChg chg="mod">
          <ac:chgData name="Josh Hug" userId="e2159f7335c131c2" providerId="LiveId" clId="{0EDB6E27-9086-5277-AB10-A63F9A905C93}" dt="2025-12-01T23:00:37.316" v="5681" actId="20577"/>
          <ac:spMkLst>
            <pc:docMk/>
            <pc:sldMk cId="2480903622" sldId="661"/>
            <ac:spMk id="3" creationId="{54F526CA-FE32-D12D-34CB-46BF46740CC3}"/>
          </ac:spMkLst>
        </pc:spChg>
        <pc:picChg chg="add mod">
          <ac:chgData name="Josh Hug" userId="e2159f7335c131c2" providerId="LiveId" clId="{0EDB6E27-9086-5277-AB10-A63F9A905C93}" dt="2025-12-01T23:00:21.202" v="5631" actId="14100"/>
          <ac:picMkLst>
            <pc:docMk/>
            <pc:sldMk cId="2480903622" sldId="661"/>
            <ac:picMk id="4" creationId="{3363E7C3-0619-7930-0ABC-70024D15DA6C}"/>
          </ac:picMkLst>
        </pc:picChg>
      </pc:sldChg>
      <pc:sldChg chg="addSp delSp modSp add mod">
        <pc:chgData name="Josh Hug" userId="e2159f7335c131c2" providerId="LiveId" clId="{0EDB6E27-9086-5277-AB10-A63F9A905C93}" dt="2025-12-02T01:40:30.610" v="6138"/>
        <pc:sldMkLst>
          <pc:docMk/>
          <pc:sldMk cId="863177243" sldId="663"/>
        </pc:sldMkLst>
        <pc:picChg chg="add mod">
          <ac:chgData name="Josh Hug" userId="e2159f7335c131c2" providerId="LiveId" clId="{0EDB6E27-9086-5277-AB10-A63F9A905C93}" dt="2025-12-02T01:40:30.610" v="6138"/>
          <ac:picMkLst>
            <pc:docMk/>
            <pc:sldMk cId="863177243" sldId="663"/>
            <ac:picMk id="7" creationId="{022A8874-A64B-D816-46FD-02620F97FC8D}"/>
          </ac:picMkLst>
        </pc:picChg>
      </pc:sldChg>
      <pc:sldChg chg="modSp add mod ord">
        <pc:chgData name="Josh Hug" userId="e2159f7335c131c2" providerId="LiveId" clId="{0EDB6E27-9086-5277-AB10-A63F9A905C93}" dt="2025-12-02T02:08:17.396" v="6215" actId="20578"/>
        <pc:sldMkLst>
          <pc:docMk/>
          <pc:sldMk cId="3232306558" sldId="664"/>
        </pc:sldMkLst>
        <pc:spChg chg="mod">
          <ac:chgData name="Josh Hug" userId="e2159f7335c131c2" providerId="LiveId" clId="{0EDB6E27-9086-5277-AB10-A63F9A905C93}" dt="2025-12-02T01:27:43.150" v="5919" actId="14100"/>
          <ac:spMkLst>
            <pc:docMk/>
            <pc:sldMk cId="3232306558" sldId="664"/>
            <ac:spMk id="3" creationId="{B9807B2A-D4FF-0F29-B3F4-023F4BEE8A87}"/>
          </ac:spMkLst>
        </pc:spChg>
      </pc:sldChg>
      <pc:sldChg chg="modSp add mod ord">
        <pc:chgData name="Josh Hug" userId="e2159f7335c131c2" providerId="LiveId" clId="{0EDB6E27-9086-5277-AB10-A63F9A905C93}" dt="2025-12-02T02:08:20.186" v="6216" actId="20578"/>
        <pc:sldMkLst>
          <pc:docMk/>
          <pc:sldMk cId="1984365837" sldId="666"/>
        </pc:sldMkLst>
        <pc:spChg chg="mod">
          <ac:chgData name="Josh Hug" userId="e2159f7335c131c2" providerId="LiveId" clId="{0EDB6E27-9086-5277-AB10-A63F9A905C93}" dt="2025-12-02T01:28:29.803" v="6031" actId="20577"/>
          <ac:spMkLst>
            <pc:docMk/>
            <pc:sldMk cId="1984365837" sldId="666"/>
            <ac:spMk id="3" creationId="{D8CD5EF6-6B15-9D95-29F1-B1886EFF9037}"/>
          </ac:spMkLst>
        </pc:spChg>
      </pc:sldChg>
      <pc:sldChg chg="addSp delSp modSp add mod ord">
        <pc:chgData name="Josh Hug" userId="e2159f7335c131c2" providerId="LiveId" clId="{0EDB6E27-9086-5277-AB10-A63F9A905C93}" dt="2025-12-02T01:40:13.449" v="6134" actId="478"/>
        <pc:sldMkLst>
          <pc:docMk/>
          <pc:sldMk cId="3007531956" sldId="667"/>
        </pc:sldMkLst>
        <pc:picChg chg="add mod">
          <ac:chgData name="Josh Hug" userId="e2159f7335c131c2" providerId="LiveId" clId="{0EDB6E27-9086-5277-AB10-A63F9A905C93}" dt="2025-12-02T01:40:07.741" v="6131" actId="1038"/>
          <ac:picMkLst>
            <pc:docMk/>
            <pc:sldMk cId="3007531956" sldId="667"/>
            <ac:picMk id="13" creationId="{B84F8E5B-1753-E0A9-F3C6-FC25D0C04857}"/>
          </ac:picMkLst>
        </pc:picChg>
      </pc:sldChg>
    </pc:docChg>
  </pc:docChgLst>
  <pc:docChgLst>
    <pc:chgData name="Josh Hug" userId="e2159f7335c131c2" providerId="LiveId" clId="{138F76F6-BDFE-43E7-A070-24B46DF0227F}"/>
    <pc:docChg chg="undo redo custSel addSld delSld modSld addSection delSection modSection">
      <pc:chgData name="Josh Hug" userId="e2159f7335c131c2" providerId="LiveId" clId="{138F76F6-BDFE-43E7-A070-24B46DF0227F}" dt="2025-12-02T20:10:23.567" v="1000" actId="113"/>
      <pc:docMkLst>
        <pc:docMk/>
      </pc:docMkLst>
      <pc:sldChg chg="addSp modSp add del mod">
        <pc:chgData name="Josh Hug" userId="e2159f7335c131c2" providerId="LiveId" clId="{138F76F6-BDFE-43E7-A070-24B46DF0227F}" dt="2025-12-02T20:08:19.964" v="459" actId="47"/>
        <pc:sldMkLst>
          <pc:docMk/>
          <pc:sldMk cId="2861330960" sldId="478"/>
        </pc:sldMkLst>
        <pc:spChg chg="add mod">
          <ac:chgData name="Josh Hug" userId="e2159f7335c131c2" providerId="LiveId" clId="{138F76F6-BDFE-43E7-A070-24B46DF0227F}" dt="2025-12-02T18:54:11.169" v="214" actId="113"/>
          <ac:spMkLst>
            <pc:docMk/>
            <pc:sldMk cId="2861330960" sldId="478"/>
            <ac:spMk id="5" creationId="{DBA81C75-F5C1-489F-8566-0A3B118FC389}"/>
          </ac:spMkLst>
        </pc:spChg>
      </pc:sldChg>
      <pc:sldChg chg="addSp modSp add del mod">
        <pc:chgData name="Josh Hug" userId="e2159f7335c131c2" providerId="LiveId" clId="{138F76F6-BDFE-43E7-A070-24B46DF0227F}" dt="2025-12-02T20:08:19.964" v="459" actId="47"/>
        <pc:sldMkLst>
          <pc:docMk/>
          <pc:sldMk cId="3923994212" sldId="534"/>
        </pc:sldMkLst>
        <pc:spChg chg="add mod">
          <ac:chgData name="Josh Hug" userId="e2159f7335c131c2" providerId="LiveId" clId="{138F76F6-BDFE-43E7-A070-24B46DF0227F}" dt="2025-12-02T20:07:46.666" v="457" actId="207"/>
          <ac:spMkLst>
            <pc:docMk/>
            <pc:sldMk cId="3923994212" sldId="534"/>
            <ac:spMk id="5" creationId="{F5D8B915-DE75-A128-D2A1-D77E9EAD8E66}"/>
          </ac:spMkLst>
        </pc:sp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066157340" sldId="539"/>
        </pc:sldMkLst>
      </pc:sldChg>
      <pc:sldChg chg="addSp modSp add del mod">
        <pc:chgData name="Josh Hug" userId="e2159f7335c131c2" providerId="LiveId" clId="{138F76F6-BDFE-43E7-A070-24B46DF0227F}" dt="2025-12-02T20:08:19.964" v="459" actId="47"/>
        <pc:sldMkLst>
          <pc:docMk/>
          <pc:sldMk cId="1625084545" sldId="540"/>
        </pc:sldMkLst>
        <pc:spChg chg="add mod">
          <ac:chgData name="Josh Hug" userId="e2159f7335c131c2" providerId="LiveId" clId="{138F76F6-BDFE-43E7-A070-24B46DF0227F}" dt="2025-12-02T19:54:44.987" v="350" actId="207"/>
          <ac:spMkLst>
            <pc:docMk/>
            <pc:sldMk cId="1625084545" sldId="540"/>
            <ac:spMk id="5" creationId="{20CA7438-F578-74B4-9821-44555A188486}"/>
          </ac:spMkLst>
        </pc:spChg>
      </pc:sldChg>
      <pc:sldChg chg="addSp modSp add del">
        <pc:chgData name="Josh Hug" userId="e2159f7335c131c2" providerId="LiveId" clId="{138F76F6-BDFE-43E7-A070-24B46DF0227F}" dt="2025-12-02T20:08:19.964" v="459" actId="47"/>
        <pc:sldMkLst>
          <pc:docMk/>
          <pc:sldMk cId="1264979226" sldId="543"/>
        </pc:sldMkLst>
        <pc:spChg chg="add mod">
          <ac:chgData name="Josh Hug" userId="e2159f7335c131c2" providerId="LiveId" clId="{138F76F6-BDFE-43E7-A070-24B46DF0227F}" dt="2025-12-02T18:52:56.329" v="212"/>
          <ac:spMkLst>
            <pc:docMk/>
            <pc:sldMk cId="1264979226" sldId="543"/>
            <ac:spMk id="5" creationId="{A0D530D4-F3A7-2024-2F52-D04AECDB9011}"/>
          </ac:spMkLst>
        </pc:sp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691016511" sldId="544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172334130" sldId="545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207498977" sldId="553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886340843" sldId="554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601234243" sldId="556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749774277" sldId="557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3342869068" sldId="558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499063851" sldId="559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4287449558" sldId="560"/>
        </pc:sldMkLst>
      </pc:sldChg>
      <pc:sldChg chg="addSp delSp modSp add del mod">
        <pc:chgData name="Josh Hug" userId="e2159f7335c131c2" providerId="LiveId" clId="{138F76F6-BDFE-43E7-A070-24B46DF0227F}" dt="2025-12-02T20:08:19.964" v="459" actId="47"/>
        <pc:sldMkLst>
          <pc:docMk/>
          <pc:sldMk cId="1890566292" sldId="563"/>
        </pc:sldMkLst>
        <pc:picChg chg="add mod">
          <ac:chgData name="Josh Hug" userId="e2159f7335c131c2" providerId="LiveId" clId="{138F76F6-BDFE-43E7-A070-24B46DF0227F}" dt="2025-12-02T19:47:02.128" v="252"/>
          <ac:picMkLst>
            <pc:docMk/>
            <pc:sldMk cId="1890566292" sldId="563"/>
            <ac:picMk id="7" creationId="{F4ED2138-40B0-16EC-952D-01FEB531BF9F}"/>
          </ac:picMkLst>
        </pc:pic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399689169" sldId="565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697485091" sldId="566"/>
        </pc:sldMkLst>
      </pc:sldChg>
      <pc:sldChg chg="modSp add del mod">
        <pc:chgData name="Josh Hug" userId="e2159f7335c131c2" providerId="LiveId" clId="{138F76F6-BDFE-43E7-A070-24B46DF0227F}" dt="2025-12-02T20:08:19.964" v="459" actId="47"/>
        <pc:sldMkLst>
          <pc:docMk/>
          <pc:sldMk cId="1809784480" sldId="568"/>
        </pc:sldMkLst>
        <pc:spChg chg="mod">
          <ac:chgData name="Josh Hug" userId="e2159f7335c131c2" providerId="LiveId" clId="{138F76F6-BDFE-43E7-A070-24B46DF0227F}" dt="2025-12-02T19:54:55.152" v="351" actId="14100"/>
          <ac:spMkLst>
            <pc:docMk/>
            <pc:sldMk cId="1809784480" sldId="568"/>
            <ac:spMk id="6" creationId="{6AFF272B-78E6-8B51-0B37-F6DBC885D485}"/>
          </ac:spMkLst>
        </pc:sp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334099627" sldId="579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837205574" sldId="580"/>
        </pc:sldMkLst>
      </pc:sldChg>
      <pc:sldChg chg="addSp modSp add del mod">
        <pc:chgData name="Josh Hug" userId="e2159f7335c131c2" providerId="LiveId" clId="{138F76F6-BDFE-43E7-A070-24B46DF0227F}" dt="2025-12-02T20:08:19.964" v="459" actId="47"/>
        <pc:sldMkLst>
          <pc:docMk/>
          <pc:sldMk cId="1137587076" sldId="581"/>
        </pc:sldMkLst>
        <pc:spChg chg="add mod">
          <ac:chgData name="Josh Hug" userId="e2159f7335c131c2" providerId="LiveId" clId="{138F76F6-BDFE-43E7-A070-24B46DF0227F}" dt="2025-12-02T20:07:30.426" v="455" actId="207"/>
          <ac:spMkLst>
            <pc:docMk/>
            <pc:sldMk cId="1137587076" sldId="581"/>
            <ac:spMk id="5" creationId="{763C0A6A-78EC-DFC2-1F32-B8C2B45EA8D5}"/>
          </ac:spMkLst>
        </pc:sp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188648935" sldId="583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3467095108" sldId="584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584258483" sldId="586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723504118" sldId="587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405631836" sldId="588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015804256" sldId="589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744437734" sldId="590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3480211" sldId="592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349271129" sldId="593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602806011" sldId="594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3867228889" sldId="596"/>
        </pc:sldMkLst>
      </pc:sldChg>
      <pc:sldChg chg="modSp add del mod">
        <pc:chgData name="Josh Hug" userId="e2159f7335c131c2" providerId="LiveId" clId="{138F76F6-BDFE-43E7-A070-24B46DF0227F}" dt="2025-12-02T20:10:23.567" v="1000" actId="113"/>
        <pc:sldMkLst>
          <pc:docMk/>
          <pc:sldMk cId="617052992" sldId="597"/>
        </pc:sldMkLst>
        <pc:spChg chg="mod">
          <ac:chgData name="Josh Hug" userId="e2159f7335c131c2" providerId="LiveId" clId="{138F76F6-BDFE-43E7-A070-24B46DF0227F}" dt="2025-12-02T20:10:23.567" v="1000" actId="113"/>
          <ac:spMkLst>
            <pc:docMk/>
            <pc:sldMk cId="617052992" sldId="597"/>
            <ac:spMk id="3" creationId="{F82507BC-C71A-9E66-E605-DC792F2C59B1}"/>
          </ac:spMkLst>
        </pc:sp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381327112" sldId="599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4122937010" sldId="600"/>
        </pc:sldMkLst>
      </pc:sldChg>
      <pc:sldChg chg="addSp delSp modSp add del mod">
        <pc:chgData name="Josh Hug" userId="e2159f7335c131c2" providerId="LiveId" clId="{138F76F6-BDFE-43E7-A070-24B46DF0227F}" dt="2025-12-02T20:08:19.964" v="459" actId="47"/>
        <pc:sldMkLst>
          <pc:docMk/>
          <pc:sldMk cId="2687801370" sldId="602"/>
        </pc:sldMkLst>
        <pc:picChg chg="add mod">
          <ac:chgData name="Josh Hug" userId="e2159f7335c131c2" providerId="LiveId" clId="{138F76F6-BDFE-43E7-A070-24B46DF0227F}" dt="2025-12-02T19:47:00.045" v="250" actId="1076"/>
          <ac:picMkLst>
            <pc:docMk/>
            <pc:sldMk cId="2687801370" sldId="602"/>
            <ac:picMk id="7" creationId="{9CE51680-6F04-9023-1BBE-27FE03646B36}"/>
          </ac:picMkLst>
        </pc:pic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459909878" sldId="605"/>
        </pc:sldMkLst>
      </pc:sldChg>
      <pc:sldChg chg="modSp add del mod">
        <pc:chgData name="Josh Hug" userId="e2159f7335c131c2" providerId="LiveId" clId="{138F76F6-BDFE-43E7-A070-24B46DF0227F}" dt="2025-12-02T20:08:19.964" v="459" actId="47"/>
        <pc:sldMkLst>
          <pc:docMk/>
          <pc:sldMk cId="1930268975" sldId="606"/>
        </pc:sldMkLst>
        <pc:spChg chg="mod">
          <ac:chgData name="Josh Hug" userId="e2159f7335c131c2" providerId="LiveId" clId="{138F76F6-BDFE-43E7-A070-24B46DF0227F}" dt="2025-12-02T18:55:43.218" v="216" actId="21"/>
          <ac:spMkLst>
            <pc:docMk/>
            <pc:sldMk cId="1930268975" sldId="606"/>
            <ac:spMk id="3" creationId="{5A2DBD6C-38B0-150B-6999-263225F5DE75}"/>
          </ac:spMkLst>
        </pc:sp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567593176" sldId="607"/>
        </pc:sldMkLst>
      </pc:sldChg>
      <pc:sldChg chg="modSp add del mod">
        <pc:chgData name="Josh Hug" userId="e2159f7335c131c2" providerId="LiveId" clId="{138F76F6-BDFE-43E7-A070-24B46DF0227F}" dt="2025-12-02T20:08:19.964" v="459" actId="47"/>
        <pc:sldMkLst>
          <pc:docMk/>
          <pc:sldMk cId="3775849864" sldId="609"/>
        </pc:sldMkLst>
        <pc:picChg chg="mod">
          <ac:chgData name="Josh Hug" userId="e2159f7335c131c2" providerId="LiveId" clId="{138F76F6-BDFE-43E7-A070-24B46DF0227F}" dt="2025-12-02T19:52:53.192" v="284" actId="1035"/>
          <ac:picMkLst>
            <pc:docMk/>
            <pc:sldMk cId="3775849864" sldId="609"/>
            <ac:picMk id="6" creationId="{7D022070-8526-5D20-D8C0-20C74424C2A3}"/>
          </ac:picMkLst>
        </pc:pic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3477919222" sldId="611"/>
        </pc:sldMkLst>
      </pc:sldChg>
      <pc:sldChg chg="addSp modSp add del mod">
        <pc:chgData name="Josh Hug" userId="e2159f7335c131c2" providerId="LiveId" clId="{138F76F6-BDFE-43E7-A070-24B46DF0227F}" dt="2025-12-02T20:08:19.964" v="459" actId="47"/>
        <pc:sldMkLst>
          <pc:docMk/>
          <pc:sldMk cId="4065123829" sldId="612"/>
        </pc:sldMkLst>
        <pc:spChg chg="add mod">
          <ac:chgData name="Josh Hug" userId="e2159f7335c131c2" providerId="LiveId" clId="{138F76F6-BDFE-43E7-A070-24B46DF0227F}" dt="2025-12-02T19:44:13.973" v="235" actId="20577"/>
          <ac:spMkLst>
            <pc:docMk/>
            <pc:sldMk cId="4065123829" sldId="612"/>
            <ac:spMk id="4" creationId="{BA0C5943-9A11-39C7-760A-7BBCDCD3C3D8}"/>
          </ac:spMkLst>
        </pc:spChg>
        <pc:picChg chg="add mod">
          <ac:chgData name="Josh Hug" userId="e2159f7335c131c2" providerId="LiveId" clId="{138F76F6-BDFE-43E7-A070-24B46DF0227F}" dt="2025-12-02T18:57:50.005" v="223" actId="1076"/>
          <ac:picMkLst>
            <pc:docMk/>
            <pc:sldMk cId="4065123829" sldId="612"/>
            <ac:picMk id="5" creationId="{E400D189-AE75-16A4-1A5D-65E660740D6A}"/>
          </ac:picMkLst>
        </pc:picChg>
      </pc:sldChg>
      <pc:sldChg chg="modSp add del">
        <pc:chgData name="Josh Hug" userId="e2159f7335c131c2" providerId="LiveId" clId="{138F76F6-BDFE-43E7-A070-24B46DF0227F}" dt="2025-12-02T20:08:19.964" v="459" actId="47"/>
        <pc:sldMkLst>
          <pc:docMk/>
          <pc:sldMk cId="2300347649" sldId="613"/>
        </pc:sldMkLst>
        <pc:spChg chg="mod">
          <ac:chgData name="Josh Hug" userId="e2159f7335c131c2" providerId="LiveId" clId="{138F76F6-BDFE-43E7-A070-24B46DF0227F}" dt="2025-12-02T19:44:06.715" v="227" actId="20577"/>
          <ac:spMkLst>
            <pc:docMk/>
            <pc:sldMk cId="2300347649" sldId="613"/>
            <ac:spMk id="11" creationId="{8653C76A-CE56-44C1-2EFC-9A3B44144979}"/>
          </ac:spMkLst>
        </pc:spChg>
      </pc:sldChg>
      <pc:sldChg chg="addSp modSp add del mod">
        <pc:chgData name="Josh Hug" userId="e2159f7335c131c2" providerId="LiveId" clId="{138F76F6-BDFE-43E7-A070-24B46DF0227F}" dt="2025-12-02T20:08:19.964" v="459" actId="47"/>
        <pc:sldMkLst>
          <pc:docMk/>
          <pc:sldMk cId="1862141519" sldId="614"/>
        </pc:sldMkLst>
        <pc:spChg chg="mod">
          <ac:chgData name="Josh Hug" userId="e2159f7335c131c2" providerId="LiveId" clId="{138F76F6-BDFE-43E7-A070-24B46DF0227F}" dt="2025-12-02T18:50:36.392" v="1" actId="27636"/>
          <ac:spMkLst>
            <pc:docMk/>
            <pc:sldMk cId="1862141519" sldId="614"/>
            <ac:spMk id="2" creationId="{B3A38025-AAB8-C0A0-7CC7-FFC8F33111D9}"/>
          </ac:spMkLst>
        </pc:spChg>
        <pc:spChg chg="add mod">
          <ac:chgData name="Josh Hug" userId="e2159f7335c131c2" providerId="LiveId" clId="{138F76F6-BDFE-43E7-A070-24B46DF0227F}" dt="2025-12-02T19:53:20.023" v="286" actId="207"/>
          <ac:spMkLst>
            <pc:docMk/>
            <pc:sldMk cId="1862141519" sldId="614"/>
            <ac:spMk id="5" creationId="{B7377050-A1AD-71D9-1CE1-3E2D656F7D5A}"/>
          </ac:spMkLst>
        </pc:spChg>
      </pc:sldChg>
      <pc:sldChg chg="addSp modSp add del mod">
        <pc:chgData name="Josh Hug" userId="e2159f7335c131c2" providerId="LiveId" clId="{138F76F6-BDFE-43E7-A070-24B46DF0227F}" dt="2025-12-02T20:08:19.964" v="459" actId="47"/>
        <pc:sldMkLst>
          <pc:docMk/>
          <pc:sldMk cId="710521160" sldId="615"/>
        </pc:sldMkLst>
        <pc:spChg chg="mod">
          <ac:chgData name="Josh Hug" userId="e2159f7335c131c2" providerId="LiveId" clId="{138F76F6-BDFE-43E7-A070-24B46DF0227F}" dt="2025-12-02T19:54:12.422" v="343" actId="21"/>
          <ac:spMkLst>
            <pc:docMk/>
            <pc:sldMk cId="710521160" sldId="615"/>
            <ac:spMk id="3" creationId="{23BC8EA6-E132-EB1A-4DA6-0C0D79939154}"/>
          </ac:spMkLst>
        </pc:spChg>
        <pc:spChg chg="add mod">
          <ac:chgData name="Josh Hug" userId="e2159f7335c131c2" providerId="LiveId" clId="{138F76F6-BDFE-43E7-A070-24B46DF0227F}" dt="2025-12-02T19:54:34.533" v="348" actId="1076"/>
          <ac:spMkLst>
            <pc:docMk/>
            <pc:sldMk cId="710521160" sldId="615"/>
            <ac:spMk id="6" creationId="{67186809-B455-FC34-46E9-15559270B20A}"/>
          </ac:spMkLst>
        </pc:sp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737567685" sldId="616"/>
        </pc:sldMkLst>
      </pc:sldChg>
      <pc:sldChg chg="addSp delSp modSp add del mod">
        <pc:chgData name="Josh Hug" userId="e2159f7335c131c2" providerId="LiveId" clId="{138F76F6-BDFE-43E7-A070-24B46DF0227F}" dt="2025-12-02T20:08:19.964" v="459" actId="47"/>
        <pc:sldMkLst>
          <pc:docMk/>
          <pc:sldMk cId="3970586320" sldId="617"/>
        </pc:sldMkLst>
        <pc:spChg chg="add mod">
          <ac:chgData name="Josh Hug" userId="e2159f7335c131c2" providerId="LiveId" clId="{138F76F6-BDFE-43E7-A070-24B46DF0227F}" dt="2025-12-02T19:55:13.663" v="357"/>
          <ac:spMkLst>
            <pc:docMk/>
            <pc:sldMk cId="3970586320" sldId="617"/>
            <ac:spMk id="4" creationId="{82C381C0-6C4C-7C4B-40D7-CC817951A937}"/>
          </ac:spMkLst>
        </pc:spChg>
        <pc:spChg chg="add mod">
          <ac:chgData name="Josh Hug" userId="e2159f7335c131c2" providerId="LiveId" clId="{138F76F6-BDFE-43E7-A070-24B46DF0227F}" dt="2025-12-02T19:55:43.550" v="391"/>
          <ac:spMkLst>
            <pc:docMk/>
            <pc:sldMk cId="3970586320" sldId="617"/>
            <ac:spMk id="7" creationId="{A5034C91-3589-A96C-1048-498157293CE0}"/>
          </ac:spMkLst>
        </pc:spChg>
      </pc:sldChg>
      <pc:sldChg chg="addSp delSp modSp add del mod">
        <pc:chgData name="Josh Hug" userId="e2159f7335c131c2" providerId="LiveId" clId="{138F76F6-BDFE-43E7-A070-24B46DF0227F}" dt="2025-12-02T20:08:19.964" v="459" actId="47"/>
        <pc:sldMkLst>
          <pc:docMk/>
          <pc:sldMk cId="4201790895" sldId="618"/>
        </pc:sldMkLst>
        <pc:spChg chg="add mod">
          <ac:chgData name="Josh Hug" userId="e2159f7335c131c2" providerId="LiveId" clId="{138F76F6-BDFE-43E7-A070-24B46DF0227F}" dt="2025-12-02T19:55:17.271" v="359"/>
          <ac:spMkLst>
            <pc:docMk/>
            <pc:sldMk cId="4201790895" sldId="618"/>
            <ac:spMk id="4" creationId="{62362878-F40C-82A5-E8F5-7FBEE07E4764}"/>
          </ac:spMkLst>
        </pc:spChg>
        <pc:spChg chg="add mod">
          <ac:chgData name="Josh Hug" userId="e2159f7335c131c2" providerId="LiveId" clId="{138F76F6-BDFE-43E7-A070-24B46DF0227F}" dt="2025-12-02T19:55:39.844" v="389"/>
          <ac:spMkLst>
            <pc:docMk/>
            <pc:sldMk cId="4201790895" sldId="618"/>
            <ac:spMk id="5" creationId="{3CDE72B6-5B42-7974-5481-453610D5792A}"/>
          </ac:spMkLst>
        </pc:spChg>
      </pc:sldChg>
      <pc:sldChg chg="addSp delSp modSp add del mod">
        <pc:chgData name="Josh Hug" userId="e2159f7335c131c2" providerId="LiveId" clId="{138F76F6-BDFE-43E7-A070-24B46DF0227F}" dt="2025-12-02T20:08:19.964" v="459" actId="47"/>
        <pc:sldMkLst>
          <pc:docMk/>
          <pc:sldMk cId="3784797174" sldId="619"/>
        </pc:sldMkLst>
        <pc:spChg chg="add mod">
          <ac:chgData name="Josh Hug" userId="e2159f7335c131c2" providerId="LiveId" clId="{138F76F6-BDFE-43E7-A070-24B46DF0227F}" dt="2025-12-02T19:55:22.181" v="361"/>
          <ac:spMkLst>
            <pc:docMk/>
            <pc:sldMk cId="3784797174" sldId="619"/>
            <ac:spMk id="4" creationId="{C18835D6-916A-BCA7-22D5-85964954DC0C}"/>
          </ac:spMkLst>
        </pc:spChg>
        <pc:spChg chg="add mod">
          <ac:chgData name="Josh Hug" userId="e2159f7335c131c2" providerId="LiveId" clId="{138F76F6-BDFE-43E7-A070-24B46DF0227F}" dt="2025-12-02T19:55:35.162" v="387"/>
          <ac:spMkLst>
            <pc:docMk/>
            <pc:sldMk cId="3784797174" sldId="619"/>
            <ac:spMk id="5" creationId="{07A5CC8D-8312-95D5-DD06-2B95E5C02B38}"/>
          </ac:spMkLst>
        </pc:spChg>
      </pc:sldChg>
      <pc:sldChg chg="addSp delSp modSp add del mod">
        <pc:chgData name="Josh Hug" userId="e2159f7335c131c2" providerId="LiveId" clId="{138F76F6-BDFE-43E7-A070-24B46DF0227F}" dt="2025-12-02T20:08:19.964" v="459" actId="47"/>
        <pc:sldMkLst>
          <pc:docMk/>
          <pc:sldMk cId="1018400835" sldId="620"/>
        </pc:sldMkLst>
        <pc:spChg chg="add mod">
          <ac:chgData name="Josh Hug" userId="e2159f7335c131c2" providerId="LiveId" clId="{138F76F6-BDFE-43E7-A070-24B46DF0227F}" dt="2025-12-02T19:55:25.662" v="363"/>
          <ac:spMkLst>
            <pc:docMk/>
            <pc:sldMk cId="1018400835" sldId="620"/>
            <ac:spMk id="4" creationId="{45643241-BD32-F4F5-17DE-ECF2A467B2AC}"/>
          </ac:spMkLst>
        </pc:spChg>
        <pc:spChg chg="mod">
          <ac:chgData name="Josh Hug" userId="e2159f7335c131c2" providerId="LiveId" clId="{138F76F6-BDFE-43E7-A070-24B46DF0227F}" dt="2025-12-02T19:55:31.772" v="385" actId="1038"/>
          <ac:spMkLst>
            <pc:docMk/>
            <pc:sldMk cId="1018400835" sldId="620"/>
            <ac:spMk id="9" creationId="{63A1864F-552C-0A60-27DA-EDB1D67A7F3B}"/>
          </ac:spMkLst>
        </pc:spChg>
        <pc:picChg chg="ord">
          <ac:chgData name="Josh Hug" userId="e2159f7335c131c2" providerId="LiveId" clId="{138F76F6-BDFE-43E7-A070-24B46DF0227F}" dt="2025-12-02T19:56:18.522" v="400" actId="167"/>
          <ac:picMkLst>
            <pc:docMk/>
            <pc:sldMk cId="1018400835" sldId="620"/>
            <ac:picMk id="8" creationId="{BFF657CD-51CD-912D-1931-B1DF48F7B4FA}"/>
          </ac:picMkLst>
        </pc:picChg>
      </pc:sldChg>
      <pc:sldChg chg="addSp delSp modSp add del mod">
        <pc:chgData name="Josh Hug" userId="e2159f7335c131c2" providerId="LiveId" clId="{138F76F6-BDFE-43E7-A070-24B46DF0227F}" dt="2025-12-02T20:08:19.964" v="459" actId="47"/>
        <pc:sldMkLst>
          <pc:docMk/>
          <pc:sldMk cId="2803637745" sldId="622"/>
        </pc:sldMkLst>
        <pc:spChg chg="mod">
          <ac:chgData name="Josh Hug" userId="e2159f7335c131c2" providerId="LiveId" clId="{138F76F6-BDFE-43E7-A070-24B46DF0227F}" dt="2025-12-02T20:07:08.634" v="451" actId="14100"/>
          <ac:spMkLst>
            <pc:docMk/>
            <pc:sldMk cId="2803637745" sldId="622"/>
            <ac:spMk id="3" creationId="{BEF84FCB-43EA-4407-4317-B7D66C42441C}"/>
          </ac:spMkLst>
        </pc:spChg>
        <pc:spChg chg="add mod">
          <ac:chgData name="Josh Hug" userId="e2159f7335c131c2" providerId="LiveId" clId="{138F76F6-BDFE-43E7-A070-24B46DF0227F}" dt="2025-12-02T19:55:48.367" v="393"/>
          <ac:spMkLst>
            <pc:docMk/>
            <pc:sldMk cId="2803637745" sldId="622"/>
            <ac:spMk id="4" creationId="{5E8D63AF-1E57-5F56-539D-740F9DCDD841}"/>
          </ac:spMkLst>
        </pc:spChg>
        <pc:spChg chg="add mod">
          <ac:chgData name="Josh Hug" userId="e2159f7335c131c2" providerId="LiveId" clId="{138F76F6-BDFE-43E7-A070-24B46DF0227F}" dt="2025-12-02T19:55:54.381" v="395"/>
          <ac:spMkLst>
            <pc:docMk/>
            <pc:sldMk cId="2803637745" sldId="622"/>
            <ac:spMk id="7" creationId="{3A830E09-D9B0-C62F-71ED-3B8BC97B43EC}"/>
          </ac:spMkLst>
        </pc:spChg>
        <pc:picChg chg="add mod">
          <ac:chgData name="Josh Hug" userId="e2159f7335c131c2" providerId="LiveId" clId="{138F76F6-BDFE-43E7-A070-24B46DF0227F}" dt="2025-12-02T20:07:13.321" v="453" actId="1076"/>
          <ac:picMkLst>
            <pc:docMk/>
            <pc:sldMk cId="2803637745" sldId="622"/>
            <ac:picMk id="1026" creationId="{33BE6864-B7E7-69A9-3C35-8416CD7DD2A1}"/>
          </ac:picMkLst>
        </pc:picChg>
      </pc:sldChg>
      <pc:sldChg chg="addSp delSp modSp add del mod">
        <pc:chgData name="Josh Hug" userId="e2159f7335c131c2" providerId="LiveId" clId="{138F76F6-BDFE-43E7-A070-24B46DF0227F}" dt="2025-12-02T20:08:19.964" v="459" actId="47"/>
        <pc:sldMkLst>
          <pc:docMk/>
          <pc:sldMk cId="2324094109" sldId="623"/>
        </pc:sldMkLst>
        <pc:spChg chg="add mod">
          <ac:chgData name="Josh Hug" userId="e2159f7335c131c2" providerId="LiveId" clId="{138F76F6-BDFE-43E7-A070-24B46DF0227F}" dt="2025-12-02T19:55:57.489" v="397"/>
          <ac:spMkLst>
            <pc:docMk/>
            <pc:sldMk cId="2324094109" sldId="623"/>
            <ac:spMk id="4" creationId="{AA9F2301-43C0-2914-A8C3-3CA1C655E4CC}"/>
          </ac:spMkLst>
        </pc:spChg>
        <pc:spChg chg="mod">
          <ac:chgData name="Josh Hug" userId="e2159f7335c131c2" providerId="LiveId" clId="{138F76F6-BDFE-43E7-A070-24B46DF0227F}" dt="2025-12-02T19:56:32.533" v="401"/>
          <ac:spMkLst>
            <pc:docMk/>
            <pc:sldMk cId="2324094109" sldId="623"/>
            <ac:spMk id="5" creationId="{D649A114-BFD8-1EBE-FCD1-95FBC18F2FFD}"/>
          </ac:spMkLst>
        </pc:spChg>
        <pc:spChg chg="add mod">
          <ac:chgData name="Josh Hug" userId="e2159f7335c131c2" providerId="LiveId" clId="{138F76F6-BDFE-43E7-A070-24B46DF0227F}" dt="2025-12-02T19:56:05.282" v="399"/>
          <ac:spMkLst>
            <pc:docMk/>
            <pc:sldMk cId="2324094109" sldId="623"/>
            <ac:spMk id="7" creationId="{B9D79381-107E-7422-CEA6-F15F1F515EF8}"/>
          </ac:spMkLst>
        </pc:sp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4273744203" sldId="624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984763133" sldId="625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757467008" sldId="642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015077024" sldId="644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109106468" sldId="645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159827096" sldId="646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548340581" sldId="647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3284412042" sldId="648"/>
        </pc:sldMkLst>
      </pc:sldChg>
      <pc:sldChg chg="addSp modSp add del mod">
        <pc:chgData name="Josh Hug" userId="e2159f7335c131c2" providerId="LiveId" clId="{138F76F6-BDFE-43E7-A070-24B46DF0227F}" dt="2025-12-02T20:08:19.964" v="459" actId="47"/>
        <pc:sldMkLst>
          <pc:docMk/>
          <pc:sldMk cId="578312608" sldId="649"/>
        </pc:sldMkLst>
        <pc:spChg chg="add mod">
          <ac:chgData name="Josh Hug" userId="e2159f7335c131c2" providerId="LiveId" clId="{138F76F6-BDFE-43E7-A070-24B46DF0227F}" dt="2025-12-02T19:57:24.304" v="404" actId="207"/>
          <ac:spMkLst>
            <pc:docMk/>
            <pc:sldMk cId="578312608" sldId="649"/>
            <ac:spMk id="5" creationId="{EB80A31F-B1F9-79E4-5E92-8EA91621C712}"/>
          </ac:spMkLst>
        </pc:spChg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285351180" sldId="650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4198088552" sldId="652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006937780" sldId="653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869182347" sldId="654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500738586" sldId="655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201945020" sldId="656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005527394" sldId="657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865343059" sldId="658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086933384" sldId="659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2480903622" sldId="661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863177243" sldId="663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3232306558" sldId="664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1984365837" sldId="666"/>
        </pc:sldMkLst>
      </pc:sldChg>
      <pc:sldChg chg="add del">
        <pc:chgData name="Josh Hug" userId="e2159f7335c131c2" providerId="LiveId" clId="{138F76F6-BDFE-43E7-A070-24B46DF0227F}" dt="2025-12-02T20:08:19.964" v="459" actId="47"/>
        <pc:sldMkLst>
          <pc:docMk/>
          <pc:sldMk cId="3007531956" sldId="6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1503D0-B2A1-404A-4E4F-55A3EA65CD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BCFC8-C0DE-311A-C5A6-26DC8B4883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9414A-D032-1A4D-90CB-BC259D65F813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5B715-74B6-5B23-9A47-FF3BA0B532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0CE52-9100-415C-39A2-C29FBF018B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A23A8-7B1F-7746-ACE0-490D0656D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87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9E78D-A8C0-480E-889F-8EC1F207140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6D8E4-4389-4BDB-844A-A58F014B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7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D35E-9E68-B2A4-C082-DE10DA6D8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2E4D9-C7D3-7242-72C1-3777E7698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8BAFE-A0E9-2318-BC65-4F3BB14FD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4CEAA-FAB9-DAF0-5A14-5E7A0D292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29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6FB6-4E3D-DB83-574B-E10F8888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DFCD2-2E07-69CF-3394-7419EA838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99B45-115D-3FB8-DE24-AAB1E8145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F1C48-B31C-C64F-ED0F-E09972BB1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33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502E4-208D-DCD6-23B6-01E4F1228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5E50D-F2A6-DF14-33AE-C30F39AE4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AD641-9E3F-F243-3F58-A133F14F4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FFF88-B84E-F302-A639-A8DE92A4B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01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E557-239F-D87A-6E5A-2264B9BCC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F1898-2454-7B50-F142-2CCA659BC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66BC2-E2C6-0D74-EE3D-76E8488C6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CC8CF-8333-77EA-7D42-1D226EAF5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15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FC80E-E96F-34A5-AE38-51888859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717AE-BABD-186B-8C14-61D2EC914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68CE7-0FCC-0880-86D0-B290A0CC4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8C965-9A9C-8EFA-BFA5-0451BB4FF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58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88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62F0F-C09E-9240-7C74-F3FCCC90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6FC6A-C826-29E5-F449-816AB0221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C88FD-DCD7-3AB5-ADE2-096F6D9A1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4B70F-EC82-689B-DF2B-6B97E6C95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90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;p5">
            <a:extLst>
              <a:ext uri="{FF2B5EF4-FFF2-40B4-BE49-F238E27FC236}">
                <a16:creationId xmlns:a16="http://schemas.microsoft.com/office/drawing/2014/main" id="{54018777-5825-1DD9-F0F1-CB39782E2522}"/>
              </a:ext>
            </a:extLst>
          </p:cNvPr>
          <p:cNvSpPr/>
          <p:nvPr userDrawn="1"/>
        </p:nvSpPr>
        <p:spPr>
          <a:xfrm>
            <a:off x="7883" y="10251"/>
            <a:ext cx="6019800" cy="6858125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9C4DB-FE1C-AFF9-6D3D-BE4C2F5EB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83" y="2878327"/>
            <a:ext cx="4716517" cy="238760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228E1-E086-EB78-46DA-64561B133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857" y="5430837"/>
            <a:ext cx="4719145" cy="6096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1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oogle Shape;29;p5">
            <a:extLst>
              <a:ext uri="{FF2B5EF4-FFF2-40B4-BE49-F238E27FC236}">
                <a16:creationId xmlns:a16="http://schemas.microsoft.com/office/drawing/2014/main" id="{A126BCB9-91F0-D815-1454-67C972B79D9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55" y="6687727"/>
            <a:ext cx="457200" cy="1600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4">
            <a:extLst>
              <a:ext uri="{FF2B5EF4-FFF2-40B4-BE49-F238E27FC236}">
                <a16:creationId xmlns:a16="http://schemas.microsoft.com/office/drawing/2014/main" id="{0517905A-48BB-F8DB-1DE9-61D6A041865B}"/>
              </a:ext>
            </a:extLst>
          </p:cNvPr>
          <p:cNvCxnSpPr>
            <a:cxnSpLocks/>
          </p:cNvCxnSpPr>
          <p:nvPr userDrawn="1"/>
        </p:nvCxnSpPr>
        <p:spPr>
          <a:xfrm>
            <a:off x="223344" y="5311596"/>
            <a:ext cx="4882056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BE7FE5-5841-F18C-6EA7-DAFDA72B17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algn="l">
              <a:buSzPct val="125000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>
              <a:buFont typeface="Courier New" panose="02070309020205020404" pitchFamily="49" charset="0"/>
              <a:buChar char="o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>
              <a:buFont typeface="Wingdings" pitchFamily="2" charset="2"/>
              <a:buChar char="§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algn="l"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21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0F85-F851-4F4D-E2E6-07F71CAB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2A28-2CC0-D2A6-A218-DE8C7CFE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7" y="533400"/>
            <a:ext cx="11488745" cy="56387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>
              <a:buSzPct val="100000"/>
              <a:buFont typeface="Courier New" panose="02070309020205020404" pitchFamily="49" charset="0"/>
              <a:buChar char="o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>
              <a:buFont typeface="Wingdings" pitchFamily="2" charset="2"/>
              <a:buChar char="§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>
              <a:buFont typeface="Arial" panose="020B0604020202020204" pitchFamily="34" charset="0"/>
              <a:buChar char="•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DC90-05B5-A90A-60DC-914CE36E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E4CF-373C-401B-BBC8-66AC3A72A4A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Google Shape;21;p4">
            <a:extLst>
              <a:ext uri="{FF2B5EF4-FFF2-40B4-BE49-F238E27FC236}">
                <a16:creationId xmlns:a16="http://schemas.microsoft.com/office/drawing/2014/main" id="{B141A41B-8850-A20F-A868-FF9415A83C2E}"/>
              </a:ext>
            </a:extLst>
          </p:cNvPr>
          <p:cNvCxnSpPr>
            <a:cxnSpLocks/>
          </p:cNvCxnSpPr>
          <p:nvPr userDrawn="1"/>
        </p:nvCxnSpPr>
        <p:spPr>
          <a:xfrm flipV="1">
            <a:off x="88284" y="457202"/>
            <a:ext cx="10439400" cy="1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0806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D4A60-6C16-80BA-4FEA-981785C7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6B9CB-D30E-202E-2F40-9EBE6ACE7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6E4CF-373C-401B-BBC8-66AC3A72A4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29;p5">
            <a:extLst>
              <a:ext uri="{FF2B5EF4-FFF2-40B4-BE49-F238E27FC236}">
                <a16:creationId xmlns:a16="http://schemas.microsoft.com/office/drawing/2014/main" id="{7A750F8F-3D3A-3346-1992-68E79F83A01D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" y="6687727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339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rgbClr val="0B5394"/>
          </a:solidFill>
          <a:latin typeface="Inter Medium" panose="02000603000000020004" pitchFamily="2" charset="0"/>
          <a:ea typeface="Inter Medium" panose="02000603000000020004" pitchFamily="2" charset="0"/>
          <a:cs typeface="Inter Medium" panose="02000603000000020004" pitchFamily="2" charset="0"/>
        </a:defRPr>
      </a:lvl1pPr>
    </p:titleStyle>
    <p:bodyStyle>
      <a:lvl1pPr marL="0" indent="0" algn="l" defTabSz="914377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joshh.ug/cs70/markov_weathe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joshh.ug/cs70/markov_weather_sample_generator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6.png"/><Relationship Id="rId7" Type="http://schemas.openxmlformats.org/officeDocument/2006/relationships/image" Target="../media/image38.png"/><Relationship Id="rId2" Type="http://schemas.openxmlformats.org/officeDocument/2006/relationships/hyperlink" Target="https://joshh.ug/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5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atgpt.com/share/692e0ecb-094c-800a-9130-7ace04cd8e08" TargetMode="Externa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chatgpt.com/share/692e0ecb-094c-800a-9130-7ace04cd8e0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8.png"/><Relationship Id="rId7" Type="http://schemas.openxmlformats.org/officeDocument/2006/relationships/image" Target="../media/image7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7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7.png"/><Relationship Id="rId4" Type="http://schemas.openxmlformats.org/officeDocument/2006/relationships/image" Target="../media/image7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3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539F-2489-4AB5-50E4-00AFE8F6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F5A3-4029-5272-7061-B101E5BE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8E9BF1-1529-933F-581C-DB3B5EA928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linear algebra isn’t a formal pre-requisite for this class, I want to know how much (if any) linear algebra you know.</a:t>
                </a:r>
              </a:p>
              <a:p>
                <a:endParaRPr lang="en-US"/>
              </a:p>
              <a:p>
                <a:r>
                  <a:rPr lang="en-US"/>
                  <a:t>Question: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https://</a:t>
                </a:r>
                <a:r>
                  <a:rPr lang="en-US" err="1"/>
                  <a:t>joshh.ug</a:t>
                </a:r>
                <a:r>
                  <a:rPr lang="en-US"/>
                  <a:t>/A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8E9BF1-1529-933F-581C-DB3B5EA92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qr code with black squares&#10;&#10;Description automatically generated">
            <a:extLst>
              <a:ext uri="{FF2B5EF4-FFF2-40B4-BE49-F238E27FC236}">
                <a16:creationId xmlns:a16="http://schemas.microsoft.com/office/drawing/2014/main" id="{6FF3A708-4366-FB9A-4EBA-54622974C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501" y="3872498"/>
            <a:ext cx="2985499" cy="298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98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F069-2D83-4D12-2681-079DD62E9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D8BF-B566-6D6C-9A24-C5C65227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94F10-317D-B8A1-5BC1-0339D6C0F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linear algebra isn’t a formal pre-requisite for this class, I want to know how much (if any) linear algebra you know.</a:t>
                </a:r>
              </a:p>
              <a:p>
                <a:endParaRPr lang="en-US"/>
              </a:p>
              <a:p>
                <a:r>
                  <a:rPr lang="en-US"/>
                  <a:t>Question: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94F10-317D-B8A1-5BC1-0339D6C0F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48C35C-C3C1-9611-B618-BCDCA97A30C9}"/>
                  </a:ext>
                </a:extLst>
              </p:cNvPr>
              <p:cNvSpPr txBox="1"/>
              <p:nvPr/>
            </p:nvSpPr>
            <p:spPr>
              <a:xfrm>
                <a:off x="248478" y="4053299"/>
                <a:ext cx="61523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0.75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0.25  0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, where: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48C35C-C3C1-9611-B618-BCDCA97A3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78" y="4053299"/>
                <a:ext cx="6152322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50FDE6-9C39-76D9-9445-B88C2BD262D3}"/>
                  </a:ext>
                </a:extLst>
              </p:cNvPr>
              <p:cNvSpPr txBox="1"/>
              <p:nvPr/>
            </p:nvSpPr>
            <p:spPr>
              <a:xfrm>
                <a:off x="1722781" y="4651050"/>
                <a:ext cx="58707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=0×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+0.5×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+0.5×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=0.75</m:t>
                      </m:r>
                    </m:oMath>
                  </m:oMathPara>
                </a14:m>
                <a:endParaRPr lang="en-US" sz="240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50FDE6-9C39-76D9-9445-B88C2BD26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81" y="4651050"/>
                <a:ext cx="587071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340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4FDBB-F3B5-8B58-AE0E-72474152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6EA37-C304-2250-30D7-CB8A611E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EDFCE-7BE2-E959-EFA0-8AA7EE5AE6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linear algebra isn’t a formal pre-requisite for this class, I want to know how much (if any) linear algebra you know.</a:t>
                </a:r>
              </a:p>
              <a:p>
                <a:endParaRPr lang="en-US"/>
              </a:p>
              <a:p>
                <a:r>
                  <a:rPr lang="en-US"/>
                  <a:t>Question: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EDFCE-7BE2-E959-EFA0-8AA7EE5AE6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307C7A-CDD6-1397-23F4-0B6B9E78830F}"/>
                  </a:ext>
                </a:extLst>
              </p:cNvPr>
              <p:cNvSpPr txBox="1"/>
              <p:nvPr/>
            </p:nvSpPr>
            <p:spPr>
              <a:xfrm>
                <a:off x="248478" y="4053299"/>
                <a:ext cx="61523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0.75  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, where:</a:t>
                </a:r>
                <a:endParaRPr lang="en-US" sz="240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307C7A-CDD6-1397-23F4-0B6B9E788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78" y="4053299"/>
                <a:ext cx="6152322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0789E4-71BF-FB25-B414-4FAA334C13FA}"/>
                  </a:ext>
                </a:extLst>
              </p:cNvPr>
              <p:cNvSpPr txBox="1"/>
              <p:nvPr/>
            </p:nvSpPr>
            <p:spPr>
              <a:xfrm>
                <a:off x="1722781" y="4651050"/>
                <a:ext cx="58707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=0×0+0.5×1+0.5×0.5=0.75</m:t>
                      </m:r>
                    </m:oMath>
                  </m:oMathPara>
                </a14:m>
                <a:endParaRPr lang="en-US" sz="240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0789E4-71BF-FB25-B414-4FAA334C1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81" y="4651050"/>
                <a:ext cx="587071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B18EA3-3C31-2E45-DBE3-C3110EFE14A4}"/>
                  </a:ext>
                </a:extLst>
              </p:cNvPr>
              <p:cNvSpPr txBox="1"/>
              <p:nvPr/>
            </p:nvSpPr>
            <p:spPr>
              <a:xfrm>
                <a:off x="1844701" y="5248801"/>
                <a:ext cx="58707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𝑏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=0×</m:t>
                      </m:r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+0.5×</m:t>
                      </m:r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𝟎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+0.5×</m:t>
                      </m:r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=0.25</m:t>
                      </m:r>
                    </m:oMath>
                  </m:oMathPara>
                </a14:m>
                <a:endParaRPr lang="en-US" sz="240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B18EA3-3C31-2E45-DBE3-C3110EFE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701" y="5248801"/>
                <a:ext cx="58707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23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FF814-8B37-DECD-B4A5-3BB59A0F7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8225-83E4-5797-6143-E2ACA0DB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E0605-56DD-370D-CCF9-59028FCA2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linear algebra isn’t a formal pre-requisite for this class, I want to know how much (if any) linear algebra you know.</a:t>
                </a:r>
              </a:p>
              <a:p>
                <a:endParaRPr lang="en-US"/>
              </a:p>
              <a:p>
                <a:r>
                  <a:rPr lang="en-US"/>
                  <a:t>Question: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E0605-56DD-370D-CCF9-59028FCA2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394DC1-D9EA-C9FC-7577-C3E6D25A8DB7}"/>
                  </a:ext>
                </a:extLst>
              </p:cNvPr>
              <p:cNvSpPr txBox="1"/>
              <p:nvPr/>
            </p:nvSpPr>
            <p:spPr>
              <a:xfrm>
                <a:off x="248478" y="4053299"/>
                <a:ext cx="61523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=[0.75  0.25  0]</m:t>
                    </m:r>
                  </m:oMath>
                </a14:m>
                <a:r>
                  <a:rPr lang="en-US" sz="240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, where:</a:t>
                </a:r>
                <a:endParaRPr lang="en-US" sz="240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394DC1-D9EA-C9FC-7577-C3E6D25A8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78" y="4053299"/>
                <a:ext cx="6152322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36FD8E-B041-0A66-AA9E-8D71D029ADF0}"/>
                  </a:ext>
                </a:extLst>
              </p:cNvPr>
              <p:cNvSpPr txBox="1"/>
              <p:nvPr/>
            </p:nvSpPr>
            <p:spPr>
              <a:xfrm>
                <a:off x="1722781" y="4651050"/>
                <a:ext cx="58707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=0×0+0.5×1+0.5×0.5=0.75</m:t>
                      </m:r>
                    </m:oMath>
                  </m:oMathPara>
                </a14:m>
                <a:endParaRPr lang="en-US" sz="240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36FD8E-B041-0A66-AA9E-8D71D029A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81" y="4651050"/>
                <a:ext cx="587071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32098E-EB2A-E5D8-3A5C-552F8E559D87}"/>
                  </a:ext>
                </a:extLst>
              </p:cNvPr>
              <p:cNvSpPr txBox="1"/>
              <p:nvPr/>
            </p:nvSpPr>
            <p:spPr>
              <a:xfrm>
                <a:off x="1844701" y="5248801"/>
                <a:ext cx="58707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𝑏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=0×0.5+0.5×0+0.5×0.5=0.25</m:t>
                      </m:r>
                    </m:oMath>
                  </m:oMathPara>
                </a14:m>
                <a:endParaRPr lang="en-US" sz="240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32098E-EB2A-E5D8-3A5C-552F8E559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701" y="5248801"/>
                <a:ext cx="58707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5EADBD-25D6-3961-9596-9FBBDC36D926}"/>
                  </a:ext>
                </a:extLst>
              </p:cNvPr>
              <p:cNvSpPr txBox="1"/>
              <p:nvPr/>
            </p:nvSpPr>
            <p:spPr>
              <a:xfrm>
                <a:off x="1532281" y="5846552"/>
                <a:ext cx="58707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𝑐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=0×</m:t>
                      </m:r>
                      <m:r>
                        <a:rPr lang="en-US" sz="24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+0.5×</m:t>
                      </m:r>
                      <m:r>
                        <a:rPr lang="en-US" sz="24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𝟎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+0.5×</m:t>
                      </m:r>
                      <m:r>
                        <a:rPr lang="en-US" sz="24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𝟎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  <a:cs typeface="Inter" panose="02000503000000020004" pitchFamily="2" charset="0"/>
                        </a:rPr>
                        <m:t>=0</m:t>
                      </m:r>
                    </m:oMath>
                  </m:oMathPara>
                </a14:m>
                <a:endParaRPr lang="en-US" sz="240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5EADBD-25D6-3961-9596-9FBBDC36D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81" y="5846552"/>
                <a:ext cx="587071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774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13CB-945F-F860-CDFF-AF1388F7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7346-44B0-AEF1-0367-DE9B44A479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Markov Chain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41DDA-A6A1-B216-2DC9-B32E760D22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D808E-88A2-F090-B52A-A0B7F87127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75EB60F-8398-1A88-5EAC-8F69BCBB83DD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BA81C75-F5C1-489F-8566-0A3B118FC389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accent3"/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2861330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230C-F7A8-E1C0-720E-867E6784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Weather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3D4E-95DF-5669-FE27-02DE04989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Suppose we have the very crude weather model below.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Example: If sunny now, 80% chance it will be sunny tomorrow.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Example: If cloudy today, 25% chance it will be rainy tomorrow.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F37BA9-0805-C3C7-2002-7878BD3B4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92" y="2222497"/>
            <a:ext cx="4977246" cy="4461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2CD5C8-4903-7F0D-DF7A-0410FE3BE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057" y="2368536"/>
            <a:ext cx="4771572" cy="431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09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7B60-D34D-09EB-FDB0-530FF3946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4B73-3317-B5E2-4691-73246A00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Simulating of Our Weather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DBD6C-38B0-150B-6999-263225F5D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Let’s run a simulation of this model: </a:t>
            </a:r>
            <a:r>
              <a:rPr lang="en-US">
                <a:hlinkClick r:id="rId2"/>
              </a:rPr>
              <a:t>https://joshh.ug/cs70/markov_weather.html</a:t>
            </a:r>
            <a:endParaRPr lang="en-US"/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BB5D2-F9BB-3AA4-D19A-EE1FF03C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267" y="1645920"/>
            <a:ext cx="5556108" cy="50487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496C79-4EF0-F2BF-972C-F90C82DBE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84" y="1999743"/>
            <a:ext cx="5078557" cy="443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6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3FC4-A5B6-3C96-5AF1-923D9835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761E-A139-9643-E13C-DE4FA76A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48878-30BB-A8E5-A3D2-953FD897A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7" y="533400"/>
            <a:ext cx="5904807" cy="5638732"/>
          </a:xfrm>
        </p:spPr>
        <p:txBody>
          <a:bodyPr/>
          <a:lstStyle/>
          <a:p>
            <a:r>
              <a:rPr lang="en-US"/>
              <a:t>Results of our simulation are below.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On day 0, we knew it was sunny.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On day 1, 80% sunny, 20% cloudy.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On day 7, 48% sunny, 28% cloudy, 22% rainy, 1% stormy.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1BEBF9-A23B-C690-8849-B12BBFCC4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235" y="1633728"/>
            <a:ext cx="5556108" cy="504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9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2047-A43D-5BE7-D420-344F7139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022070-8526-5D20-D8C0-20C74424C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554" y="580060"/>
            <a:ext cx="6697929" cy="60863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073DB8-1738-1AAA-C10C-11BAF0BE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9A1D6-75BA-A832-2D54-68CE7DC06B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5429319" cy="5638732"/>
              </a:xfrm>
            </p:spPr>
            <p:txBody>
              <a:bodyPr/>
              <a:lstStyle/>
              <a:p>
                <a:r>
                  <a:rPr lang="en-US"/>
                  <a:t>The result of this procedure is a sequence of random variables. </a:t>
                </a:r>
              </a:p>
              <a:p>
                <a:endParaRPr lang="en-US"/>
              </a:p>
              <a:p>
                <a:r>
                  <a:rPr lang="en-US"/>
                  <a:t>The </a:t>
                </a:r>
                <a:r>
                  <a:rPr lang="en-US" err="1"/>
                  <a:t>ith</a:t>
                </a:r>
                <a:r>
                  <a:rPr lang="en-US"/>
                  <a:t> random variable was generated from (only) the i-1th random variable (memoryless!).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Example: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/>
                  <a:t> can be computed with only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Such a sequence of RVs is called a “Markov Chain”.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9A1D6-75BA-A832-2D54-68CE7DC06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5429319" cy="5638732"/>
              </a:xfrm>
              <a:blipFill>
                <a:blip r:embed="rId3"/>
                <a:stretch>
                  <a:fillRect l="-1684" t="-541" r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84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3060-446D-3C53-7E52-29D25B1D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8708-ABC7-BFC3-AEE7-E6EBC3AE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Chain: Formal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FB9C8C-1273-AD84-6803-B905137AF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Markov Chain </a:t>
                </a:r>
                <a:r>
                  <a:rPr lang="en-US"/>
                  <a:t>is a sequence of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, …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Each random variable takes on some value from a shared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state space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 2, …,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for some finite K. </a:t>
                </a:r>
                <a:endParaRPr lang="en-US" b="0" i="1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is given by some arbitrary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Examples for our weather model: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(one for each state)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0 0 0]</m:t>
                    </m:r>
                  </m:oMath>
                </a14:m>
                <a:r>
                  <a:rPr lang="en-US"/>
                  <a:t> (always start on a sunny day)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55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=20%</m:t>
                    </m:r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FB9C8C-1273-AD84-6803-B905137AF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7982914-C1FB-519C-30B0-2E5F84D20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086" y="3016968"/>
            <a:ext cx="4237257" cy="37508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232B1C-CA68-5DC8-3EDE-24728186FB4D}"/>
                  </a:ext>
                </a:extLst>
              </p:cNvPr>
              <p:cNvSpPr txBox="1"/>
              <p:nvPr/>
            </p:nvSpPr>
            <p:spPr>
              <a:xfrm>
                <a:off x="8065008" y="3919728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1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232B1C-CA68-5DC8-3EDE-24728186F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008" y="3919728"/>
                <a:ext cx="44114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A2D2D6-2088-DD7C-D977-9E5B0C37F023}"/>
                  </a:ext>
                </a:extLst>
              </p:cNvPr>
              <p:cNvSpPr txBox="1"/>
              <p:nvPr/>
            </p:nvSpPr>
            <p:spPr>
              <a:xfrm>
                <a:off x="11345178" y="3887617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2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A2D2D6-2088-DD7C-D977-9E5B0C37F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5178" y="3887617"/>
                <a:ext cx="44114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C0A346-1076-EB35-DE3A-22867C73606D}"/>
                  </a:ext>
                </a:extLst>
              </p:cNvPr>
              <p:cNvSpPr txBox="1"/>
              <p:nvPr/>
            </p:nvSpPr>
            <p:spPr>
              <a:xfrm>
                <a:off x="10619754" y="6093767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3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C0A346-1076-EB35-DE3A-22867C736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754" y="6093767"/>
                <a:ext cx="44114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07DD87-9319-F64D-415A-AE15396149B9}"/>
                  </a:ext>
                </a:extLst>
              </p:cNvPr>
              <p:cNvSpPr txBox="1"/>
              <p:nvPr/>
            </p:nvSpPr>
            <p:spPr>
              <a:xfrm>
                <a:off x="8199642" y="6131692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4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07DD87-9319-F64D-415A-AE1539614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642" y="6131692"/>
                <a:ext cx="44114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919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31D2-BF42-3379-ADA8-9579A224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Chain: Matrix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D1BAC-70F9-F3A6-5E17-9F8DE5D89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express the conditional probabilities of a Markov Chain using a matrix.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We call this the </a:t>
            </a:r>
            <a:r>
              <a:rPr lang="en-US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transition probability matrix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For our weather model, this matrix is: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27BE18-99DF-1FB5-CF97-20E89ACA2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086" y="3016968"/>
            <a:ext cx="4237257" cy="37508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5C4AC3-52C2-84EA-03B2-50899CDA7972}"/>
                  </a:ext>
                </a:extLst>
              </p:cNvPr>
              <p:cNvSpPr txBox="1"/>
              <p:nvPr/>
            </p:nvSpPr>
            <p:spPr>
              <a:xfrm>
                <a:off x="8065008" y="3919728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1</m:t>
                      </m:r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5C4AC3-52C2-84EA-03B2-50899CDA7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008" y="3919728"/>
                <a:ext cx="44114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279956-D897-3D5F-D617-2B722B88E78B}"/>
                  </a:ext>
                </a:extLst>
              </p:cNvPr>
              <p:cNvSpPr txBox="1"/>
              <p:nvPr/>
            </p:nvSpPr>
            <p:spPr>
              <a:xfrm>
                <a:off x="11345178" y="3887617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2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279956-D897-3D5F-D617-2B722B88E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5178" y="3887617"/>
                <a:ext cx="44114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E45222-B665-930A-2472-58931B22D771}"/>
                  </a:ext>
                </a:extLst>
              </p:cNvPr>
              <p:cNvSpPr txBox="1"/>
              <p:nvPr/>
            </p:nvSpPr>
            <p:spPr>
              <a:xfrm>
                <a:off x="10619754" y="6093767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3</m:t>
                      </m:r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E45222-B665-930A-2472-58931B22D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754" y="6093767"/>
                <a:ext cx="44114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736A3C-0787-64E3-D846-3BCBCD0854B3}"/>
                  </a:ext>
                </a:extLst>
              </p:cNvPr>
              <p:cNvSpPr txBox="1"/>
              <p:nvPr/>
            </p:nvSpPr>
            <p:spPr>
              <a:xfrm>
                <a:off x="8199642" y="6131692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4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736A3C-0787-64E3-D846-3BCBCD085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642" y="6131692"/>
                <a:ext cx="44114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53C76A-CE56-44C1-2EFC-9A3B44144979}"/>
                  </a:ext>
                </a:extLst>
              </p:cNvPr>
              <p:cNvSpPr txBox="1"/>
              <p:nvPr/>
            </p:nvSpPr>
            <p:spPr>
              <a:xfrm>
                <a:off x="1562758" y="3701078"/>
                <a:ext cx="3388492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.8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53C76A-CE56-44C1-2EFC-9A3B44144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758" y="3701078"/>
                <a:ext cx="3388492" cy="1360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720F92-AAF5-1533-77CD-8CB0271680E6}"/>
                  </a:ext>
                </a:extLst>
              </p:cNvPr>
              <p:cNvSpPr txBox="1"/>
              <p:nvPr/>
            </p:nvSpPr>
            <p:spPr>
              <a:xfrm>
                <a:off x="4033520" y="5923280"/>
                <a:ext cx="2790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67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=4</m:t>
                          </m:r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66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=3</m:t>
                          </m:r>
                        </m:e>
                      </m:d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720F92-AAF5-1533-77CD-8CB027168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520" y="5923280"/>
                <a:ext cx="2790123" cy="461665"/>
              </a:xfrm>
              <a:prstGeom prst="rect">
                <a:avLst/>
              </a:prstGeom>
              <a:blipFill>
                <a:blip r:embed="rId8"/>
                <a:stretch>
                  <a:fillRect l="-219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53D044-FD18-BBD3-8AB2-8F13883D7239}"/>
              </a:ext>
            </a:extLst>
          </p:cNvPr>
          <p:cNvCxnSpPr>
            <a:cxnSpLocks/>
          </p:cNvCxnSpPr>
          <p:nvPr/>
        </p:nvCxnSpPr>
        <p:spPr>
          <a:xfrm flipH="1" flipV="1">
            <a:off x="4683760" y="4775200"/>
            <a:ext cx="711200" cy="99568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E1A44E-EC8A-E538-B739-E88EFDC0B94C}"/>
              </a:ext>
            </a:extLst>
          </p:cNvPr>
          <p:cNvCxnSpPr>
            <a:cxnSpLocks/>
          </p:cNvCxnSpPr>
          <p:nvPr/>
        </p:nvCxnSpPr>
        <p:spPr>
          <a:xfrm>
            <a:off x="6898640" y="6131692"/>
            <a:ext cx="2683671" cy="4044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347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81FB-6EDB-B7CD-5240-3A8E306E3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0A10-7A96-1FAE-260E-C5EA69C0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Transition Probability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28E30-2672-A28F-A745-B517146A3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 state space of a Markov Chain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 2, …,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for some finite K. </a:t>
                </a:r>
              </a:p>
              <a:p>
                <a:endParaRPr lang="en-US"/>
              </a:p>
              <a:p>
                <a:r>
                  <a:rPr lang="en-US"/>
                  <a:t>The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transition probability matrix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/>
                  <a:t> matrix such that: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𝔛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endParaRPr lang="en-US"/>
              </a:p>
              <a:p>
                <a:r>
                  <a:rPr lang="en-US"/>
                  <a:t>and the </a:t>
                </a:r>
                <a:r>
                  <a:rPr lang="en-US" b="1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sum of each row is 1</a:t>
                </a:r>
                <a:r>
                  <a:rPr lang="en-US"/>
                  <a:t>, i.e. 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28E30-2672-A28F-A745-B517146A3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0C5943-9A11-39C7-760A-7BBCDCD3C3D8}"/>
                  </a:ext>
                </a:extLst>
              </p:cNvPr>
              <p:cNvSpPr txBox="1"/>
              <p:nvPr/>
            </p:nvSpPr>
            <p:spPr>
              <a:xfrm>
                <a:off x="8709851" y="5392920"/>
                <a:ext cx="3370858" cy="13996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.8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0C5943-9A11-39C7-760A-7BBCDCD3C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851" y="5392920"/>
                <a:ext cx="3370858" cy="1399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400D189-AE75-16A4-1A5D-65E660740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151" y="3564951"/>
            <a:ext cx="1920857" cy="170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12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7EFF1-47AA-8B47-BAF9-04D9349C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Your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E8B4E-1C06-3F6E-59E2-9819FE6B0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the first row of the transition probability matrix for the Markov Chain below?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https://</a:t>
            </a:r>
            <a:r>
              <a:rPr lang="en-US" err="1"/>
              <a:t>joshh.ug</a:t>
            </a:r>
            <a:r>
              <a:rPr lang="en-US"/>
              <a:t>/B</a:t>
            </a:r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E911995D-CD0F-74F3-EE0D-A30119E54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122" y="4552122"/>
            <a:ext cx="2305878" cy="2305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ED2138-40B0-16EC-952D-01FEB531B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42" y="4139580"/>
            <a:ext cx="2913173" cy="255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66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3604F-6FDF-7B58-07EB-FDC754D2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F002-6E2B-9D4B-EED4-01450099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Your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6975D-9B0E-C48B-3408-856D29F1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the first row of the transition probability matrix for the Markov Chain below?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799BC-5FF9-8300-ECF8-31115DBEDCC2}"/>
                  </a:ext>
                </a:extLst>
              </p:cNvPr>
              <p:cNvSpPr txBox="1"/>
              <p:nvPr/>
            </p:nvSpPr>
            <p:spPr>
              <a:xfrm>
                <a:off x="1274694" y="1889213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799BC-5FF9-8300-ECF8-31115DBED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694" y="1889213"/>
                <a:ext cx="3347002" cy="10764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CE51680-6F04-9023-1BBE-27FE03646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42" y="4139580"/>
            <a:ext cx="2913173" cy="255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01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F138C-00F8-4232-79D5-15943DA4F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8025-AAB8-C0A0-7CC7-FFC8F3311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Generating Samples from a Markov Chain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F136C-3E49-9FB1-D516-0AAD7F7C40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43C7E-DAC6-E4C5-B358-E88F46813A3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9DE1221-798C-CB0B-0D53-527842636498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B7377050-A1AD-71D9-1CE1-3E2D656F7D5A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 b="1">
                <a:solidFill>
                  <a:schemeClr val="accent3"/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1862141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A241-6068-9719-C955-5B8FEA405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 Sample Generation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C8EA6-E132-EB1A-4DA6-0C0D7993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we’ve used a Markov Chain so far: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Given a definite state on day 0, what is the probability of all possible states at some later date?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An alternate usage: Generating samples.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Demo: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B25E05-4FBC-5972-C40D-64F0C94E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91" y="1618513"/>
            <a:ext cx="5572852" cy="5063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186809-B455-FC34-46E9-15559270B20A}"/>
              </a:ext>
            </a:extLst>
          </p:cNvPr>
          <p:cNvSpPr txBox="1"/>
          <p:nvPr/>
        </p:nvSpPr>
        <p:spPr>
          <a:xfrm>
            <a:off x="0" y="3618325"/>
            <a:ext cx="6586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  <a:r>
              <a:rPr lang="en-US">
                <a:hlinkClick r:id="rId3"/>
              </a:rPr>
              <a:t>https://joshh.ug/cs70/markov_weather_sample_generator.html</a:t>
            </a:r>
            <a:r>
              <a:rPr lang="en-US"/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710521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E5413-EDD8-9D85-66A9-6D122911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8C1D3-E0C8-B1AF-F8C2-64DD8D8B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 Sample Generation Demo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E3C40D-BB82-2482-4F44-F36F312BF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To generate samples we condition each sample on the output of the previously generated sample.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Example, the bottom row of table shown gives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☁️</m:t>
                    </m:r>
                    <m:r>
                      <m:rPr>
                        <m:nor/>
                      </m:rPr>
                      <a:rPr lang="en-US" b="0" i="0" smtClean="0"/>
                      <m:t>)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E3C40D-BB82-2482-4F44-F36F312BF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1924696-AE58-09E3-F4DC-A2F8CA1EE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078480"/>
            <a:ext cx="6432299" cy="2747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4E1066-FBA5-6BB5-3A6D-B4896002B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262" y="5783858"/>
            <a:ext cx="2271522" cy="10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67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F521-3F8C-9D8A-3EC8-172C350F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E2C56-49F0-A84E-541A-8975C42051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Hitting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F73AE-E2F0-FAAD-F6B0-DF2A1A8F83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A113C-B2B9-9C26-0487-6804A746C0A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BF65E32-DC54-9123-CA71-7D2D3A3138A7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0CA7438-F578-74B4-9821-44555A188486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 b="1">
                <a:solidFill>
                  <a:schemeClr val="accent3"/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1625084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31A2-483B-E1C2-A44B-8761D29F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ACB5F-62A4-EE05-684B-27C5C8BDF0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question we might ask ourselves: If we start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how any time steps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do we expect it to take before we hit end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example if our desired end state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r>
                  <a:rPr lang="en-US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ACB5F-62A4-EE05-684B-27C5C8BDF0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7FB9999-47F4-0DED-D8F8-015179D9F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16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E34C2-E143-E6FC-29CF-9A73D7FF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38CD-CA90-9184-832E-0A3B9CB1B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093DD-3A6A-FB52-B8F8-632E45589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First, we’ll observe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. This is trivial: If we’re 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 already, we have to wait 0 time steps to get 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093DD-3A6A-FB52-B8F8-632E45589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2"/>
                <a:stretch>
                  <a:fillRect l="-785" r="-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DACA99-322B-46E4-78BE-D408565F2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FF272B-78E6-8B51-0B37-F6DBC885D485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FF272B-78E6-8B51-0B37-F6DBC885D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4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784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EF988-FA8D-13D7-9988-3A2737C9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3F86-4BFF-158E-8A22-816DB4AE2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265D46-C2AA-8B14-C0CD-E7964A62E1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Next, let’s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only thing that can happen next is that we go to state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🌧</m:t>
                    </m:r>
                    <m:r>
                      <m:rPr>
                        <m:nor/>
                      </m:rPr>
                      <a:rPr lang="en-US"/>
                      <m:t>️</m:t>
                    </m:r>
                  </m:oMath>
                </a14:m>
                <a:r>
                  <a:rPr lang="en-US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265D46-C2AA-8B14-C0CD-E7964A62E1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2"/>
                <a:stretch>
                  <a:fillRect l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C070652-72A4-B345-F927-91BFBB567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4C7064-174A-9DEB-76F2-C32D31FA143C}"/>
                  </a:ext>
                </a:extLst>
              </p:cNvPr>
              <p:cNvSpPr txBox="1"/>
              <p:nvPr/>
            </p:nvSpPr>
            <p:spPr>
              <a:xfrm>
                <a:off x="93656" y="3463520"/>
                <a:ext cx="7834607" cy="17845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Thus, expected wait 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⚡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=1+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🌧</m:t>
                        </m:r>
                        <m:r>
                          <m:rPr>
                            <m:nor/>
                          </m:rPr>
                          <a:rPr lang="en-US" sz="240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️</m:t>
                        </m:r>
                      </m:e>
                    </m:d>
                  </m:oMath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🌧</m:t>
                        </m:r>
                        <m:r>
                          <m:rPr>
                            <m:nor/>
                          </m:rPr>
                          <a:rPr lang="en-US" sz="240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rPr>
                          <m:t>️</m:t>
                        </m:r>
                      </m:e>
                    </m:d>
                  </m:oMath>
                </a14:m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 is the (unknown) expected wait time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🌧</m:t>
                    </m:r>
                    <m:r>
                      <m:rPr>
                        <m:nor/>
                      </m:rPr>
                      <a:rPr lang="en-US" sz="2400"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️</m:t>
                    </m:r>
                  </m:oMath>
                </a14:m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.</a:t>
                </a:r>
              </a:p>
              <a:p>
                <a:r>
                  <a:rPr lang="en-US" sz="240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4C7064-174A-9DEB-76F2-C32D31FA1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6" y="3463520"/>
                <a:ext cx="7834607" cy="1784527"/>
              </a:xfrm>
              <a:prstGeom prst="rect">
                <a:avLst/>
              </a:prstGeom>
              <a:blipFill>
                <a:blip r:embed="rId4"/>
                <a:stretch>
                  <a:fillRect l="-1166" t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C381C0-6C4C-7C4B-40D7-CC817951A937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C381C0-6C4C-7C4B-40D7-CC817951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5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034C91-3589-A96C-1048-498157293CE0}"/>
                  </a:ext>
                </a:extLst>
              </p:cNvPr>
              <p:cNvSpPr txBox="1"/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034C91-3589-A96C-1048-498157293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586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67D6-4FB2-6C90-1EAF-AB1DB2B0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AC01-4494-F81E-6AEE-494F3E921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5C1C61-A0C1-AF83-90F1-BB8E8438FD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Next, let’s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do you think is the appropriate equation? Hint: What can happen if we’re currently 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☁️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5C1C61-A0C1-AF83-90F1-BB8E8438F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2"/>
                <a:stretch>
                  <a:fillRect l="-785" r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5A98D77-3CBF-87C8-4B32-C67E2A9E3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362878-F40C-82A5-E8F5-7FBEE07E4764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362878-F40C-82A5-E8F5-7FBEE07E4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4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DE72B6-5B42-7974-5481-453610D5792A}"/>
                  </a:ext>
                </a:extLst>
              </p:cNvPr>
              <p:cNvSpPr txBox="1"/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DE72B6-5B42-7974-5481-453610D57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790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753CE-B45C-775F-38A7-D77712ED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3E33-7B06-9EEC-993C-3A79D264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199084-C3EF-ED15-DE81-A6494196C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Next, let’s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25% chance of going 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50% chance of staying 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☁️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25% chance of going 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🌧</m:t>
                    </m:r>
                    <m:r>
                      <m:rPr>
                        <m:nor/>
                      </m:rPr>
                      <a:rPr lang="en-US"/>
                      <m:t>️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199084-C3EF-ED15-DE81-A6494196C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2"/>
                <a:stretch>
                  <a:fillRect l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81B0167-C44E-0FA7-A678-4E9179A46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8835D6-916A-BCA7-22D5-85964954DC0C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8835D6-916A-BCA7-22D5-85964954D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4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A5CC8D-8312-95D5-DD06-2B95E5C02B38}"/>
                  </a:ext>
                </a:extLst>
              </p:cNvPr>
              <p:cNvSpPr txBox="1"/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A5CC8D-8312-95D5-DD06-2B95E5C02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4797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30553-9D5E-9633-98ED-1A8284EE5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F657CD-51CD-912D-1931-B1DF48F7B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D97961-ADCA-E443-25FE-43357CCE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FFF1C-154A-0DD8-5FA9-246CD401E6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Next, let’s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25% chance of going 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50% chance of staying 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☁️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25% chance of going 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🌧</m:t>
                    </m:r>
                    <m:r>
                      <m:rPr>
                        <m:nor/>
                      </m:rPr>
                      <a:rPr lang="en-US"/>
                      <m:t>️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=1+0.25×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+0.25×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FFF1C-154A-0DD8-5FA9-246CD401E6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3"/>
                <a:stretch>
                  <a:fillRect l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A1864F-552C-0A60-27DA-EDB1D67A7F3B}"/>
                  </a:ext>
                </a:extLst>
              </p:cNvPr>
              <p:cNvSpPr txBox="1"/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A1864F-552C-0A60-27DA-EDB1D67A7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337B3B-3681-4ACB-982C-F7AAE0CBD4B0}"/>
                  </a:ext>
                </a:extLst>
              </p:cNvPr>
              <p:cNvSpPr txBox="1"/>
              <p:nvPr/>
            </p:nvSpPr>
            <p:spPr>
              <a:xfrm>
                <a:off x="2066807" y="6324600"/>
                <a:ext cx="614172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☁️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1+0.25×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☁️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+0.25×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🌧</m:t>
                          </m:r>
                          <m:r>
                            <m:rPr>
                              <m:nor/>
                            </m:rPr>
                            <a:rPr lang="en-US"/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337B3B-3681-4ACB-982C-F7AAE0CBD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807" y="6324600"/>
                <a:ext cx="6141720" cy="43050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643241-BD32-F4F5-17DE-ECF2A467B2AC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643241-BD32-F4F5-17DE-ECF2A467B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6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8400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D46B-E323-9E13-6724-0AA46BAF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3C04-7B94-E7B7-984D-0B85D5ED8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F84FCB-43EA-4407-4317-B7D66C4244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Lastly, let’s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is it? </a:t>
                </a:r>
                <a:r>
                  <a:rPr lang="en-US">
                    <a:hlinkClick r:id="rId2"/>
                  </a:rPr>
                  <a:t>https://joshh.ug/E</a:t>
                </a: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F84FCB-43EA-4407-4317-B7D66C4244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3"/>
                <a:stretch>
                  <a:fillRect l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860CD75-5E18-F896-7E0B-9A09C3D96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A1CFEC-FF75-46A9-4194-FEB0F8D2811C}"/>
                  </a:ext>
                </a:extLst>
              </p:cNvPr>
              <p:cNvSpPr txBox="1"/>
              <p:nvPr/>
            </p:nvSpPr>
            <p:spPr>
              <a:xfrm>
                <a:off x="2066807" y="6324600"/>
                <a:ext cx="614172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☁️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=1+0.25×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☁️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+0.25×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🌧</m:t>
                          </m:r>
                          <m:r>
                            <m:rPr>
                              <m:nor/>
                            </m:rPr>
                            <a:rPr lang="en-US"/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A1CFEC-FF75-46A9-4194-FEB0F8D28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807" y="6324600"/>
                <a:ext cx="6141720" cy="43050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8D63AF-1E57-5F56-539D-740F9DCDD841}"/>
                  </a:ext>
                </a:extLst>
              </p:cNvPr>
              <p:cNvSpPr txBox="1"/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8D63AF-1E57-5F56-539D-740F9DCDD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30E09-D9B0-C62F-71ED-3B8BC97B43EC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30E09-D9B0-C62F-71ED-3B8BC97B4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7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3BE6864-B7E7-69A9-3C35-8416CD7DD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134" y="2269809"/>
            <a:ext cx="1609089" cy="160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637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3FF15-D613-861C-A8C1-CF440DFE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A7B9-198F-7D1B-26A1-30244494C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D8A684-7BCE-C1D1-BAA8-1BD5DC803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Lastly, let’s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+0.05×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+0.2×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+0.7×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+0.05×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D8A684-7BCE-C1D1-BAA8-1BD5DC803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2"/>
                <a:stretch>
                  <a:fillRect l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001C033-476D-26FA-E4D6-1E76F96FD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49A114-BFD8-1EBE-FCD1-95FBC18F2FFD}"/>
                  </a:ext>
                </a:extLst>
              </p:cNvPr>
              <p:cNvSpPr txBox="1"/>
              <p:nvPr/>
            </p:nvSpPr>
            <p:spPr>
              <a:xfrm>
                <a:off x="2066807" y="6324600"/>
                <a:ext cx="6141720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☁️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=1+0.25×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☁️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+0.25×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49A114-BFD8-1EBE-FCD1-95FBC18F2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807" y="6324600"/>
                <a:ext cx="6141720" cy="373564"/>
              </a:xfrm>
              <a:prstGeom prst="rect">
                <a:avLst/>
              </a:prstGeom>
              <a:blipFill>
                <a:blip r:embed="rId4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9F2301-43C0-2914-A8C3-3CA1C655E4CC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9F2301-43C0-2914-A8C3-3CA1C655E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5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D79381-107E-7422-CEA6-F15F1F515EF8}"/>
                  </a:ext>
                </a:extLst>
              </p:cNvPr>
              <p:cNvSpPr txBox="1"/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D79381-107E-7422-CEA6-F15F1F515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094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9253B-AAD8-12B3-3F77-4976F160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4C75C2-C077-5C7A-5BB6-F8F5D380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283" y="1684021"/>
            <a:ext cx="2723037" cy="24104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C0B39-3685-15BE-30A8-ED5E97F4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23F52-7535-C21C-CDE5-CAB521B148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First step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=1+0.25×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1+0.05×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+0.7×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+0.05×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Four linear equations in four unknowns.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Or three in three unknowns since we have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 already.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23F52-7535-C21C-CDE5-CAB521B148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3"/>
                <a:stretch>
                  <a:fillRect l="-785" b="-10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744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13A2-2A2E-91A3-C45D-4F7F804A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AB814BA-7615-13A9-AE4A-66FF1E25A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CD8AE7-D7B2-82D5-767B-899F5D18D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9D0AE0-0838-7A38-2B15-886C12C109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Answer is given by the system of linear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=1+0.25×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=1+0.05×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+0.7×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+0.05×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9D0AE0-0838-7A38-2B15-886C12C109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B37F81D-F30C-34E2-2678-65B45D42B913}"/>
              </a:ext>
            </a:extLst>
          </p:cNvPr>
          <p:cNvSpPr txBox="1"/>
          <p:nvPr/>
        </p:nvSpPr>
        <p:spPr>
          <a:xfrm>
            <a:off x="93657" y="4019994"/>
            <a:ext cx="81148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Straightforward to solve (through substitution, gaussian elimination, computer solver, </a:t>
            </a:r>
            <a:r>
              <a:rPr lang="en-US" sz="24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etc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If you want to see all the work click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  <a:hlinkClick r:id="rId5"/>
              </a:rPr>
              <a:t>here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63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863DF-8091-9603-A1D3-B9E7A536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3431FDC-62C4-87B9-3246-22280CFB0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5D3288-B24E-32B7-D29D-8784995B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DB84D5-CB97-F6A6-65E0-20E14C4E59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Answer is given by the system of linear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=1+0.25×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≈9.67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DB84D5-CB97-F6A6-65E0-20E14C4E5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840A24-D8C8-CC0B-05EC-E40014393B26}"/>
                  </a:ext>
                </a:extLst>
              </p:cNvPr>
              <p:cNvSpPr txBox="1"/>
              <p:nvPr/>
            </p:nvSpPr>
            <p:spPr>
              <a:xfrm>
                <a:off x="93656" y="4019994"/>
                <a:ext cx="8257863" cy="1355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Straightforward to solve (through substitution, gaussian elimination, computer solver, </a:t>
                </a:r>
                <a:r>
                  <a:rPr lang="en-US" sz="2400" err="1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etc</a:t>
                </a: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Using algebra not shown, above, I’ve given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/>
                          <m:t>🌧</m:t>
                        </m:r>
                        <m:r>
                          <m:rPr>
                            <m:nor/>
                          </m:rPr>
                          <a:rPr lang="en-US" sz="2400"/>
                          <m:t>️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840A24-D8C8-CC0B-05EC-E40014393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6" y="4019994"/>
                <a:ext cx="8257863" cy="1355179"/>
              </a:xfrm>
              <a:prstGeom prst="rect">
                <a:avLst/>
              </a:prstGeom>
              <a:blipFill>
                <a:blip r:embed="rId5"/>
                <a:stretch>
                  <a:fillRect l="-1107" t="-3587" b="-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467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BFA3-6E7A-CE7D-F6FE-51547E1A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811FD6-4475-CCB9-DFC4-A709A34B9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1CCC79-359D-4C45-9334-335246EF2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FD1CB-1539-6A7A-32C7-F0A579C442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Answer is given by the system of linear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=1+0.25×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≈9.67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≈10.67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FD1CB-1539-6A7A-32C7-F0A579C44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20ABACE-CE10-D63E-FDA1-D94CFFE2E991}"/>
              </a:ext>
            </a:extLst>
          </p:cNvPr>
          <p:cNvSpPr txBox="1"/>
          <p:nvPr/>
        </p:nvSpPr>
        <p:spPr>
          <a:xfrm>
            <a:off x="93657" y="4019994"/>
            <a:ext cx="81148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Straightforward to solve (through substitution, gaussian elimination, computer solver, </a:t>
            </a:r>
            <a:r>
              <a:rPr lang="en-US" sz="24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etc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15077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2563-6A2A-0444-D7E4-561F112DC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8611FE-493C-E1A1-4E3A-40850A21F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B1D57E-F59A-39B4-39CE-305305AD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EF0653-D715-BADE-63D3-0E404D9652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Answer is given by the system of linear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≈9.67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≈10.67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EF0653-D715-BADE-63D3-0E404D965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D56493A-9DB8-7C40-1FBD-449FAA26730A}"/>
              </a:ext>
            </a:extLst>
          </p:cNvPr>
          <p:cNvSpPr txBox="1"/>
          <p:nvPr/>
        </p:nvSpPr>
        <p:spPr>
          <a:xfrm>
            <a:off x="93657" y="4019994"/>
            <a:ext cx="81148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Straightforward to solve (through substitution, gaussian elimination, computer solver, </a:t>
            </a:r>
            <a:r>
              <a:rPr lang="en-US" sz="24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etc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09106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5CEBE-74E8-3FEE-33F4-21E6C392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505C7E-755D-BE7D-1E99-E2AF4CEEA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563F21-46BC-8617-EBA3-C809EFBB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55007-5DF2-5C9F-5719-AF1D4F1C66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Answer is given by the system of linear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0.5×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≈9.67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≈10.67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55007-5DF2-5C9F-5719-AF1D4F1C66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689139C-96CD-7754-4D4A-03C17857623D}"/>
              </a:ext>
            </a:extLst>
          </p:cNvPr>
          <p:cNvSpPr txBox="1"/>
          <p:nvPr/>
        </p:nvSpPr>
        <p:spPr>
          <a:xfrm>
            <a:off x="93657" y="4019994"/>
            <a:ext cx="81148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Straightforward to solve (through substitution, gaussian elimination, computer solver, </a:t>
            </a:r>
            <a:r>
              <a:rPr lang="en-US" sz="24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etc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59827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1D4F-1FB2-1C70-5AD5-E4AA6CE9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CCAD60-D66B-5D3E-82F0-F09B66660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C90722-2E48-7C07-E351-5D649040F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CF3EA-282D-9421-E6B3-D64F81A2CB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Answer is given by the system of linear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≈6.83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≈9.67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≈10.67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CF3EA-282D-9421-E6B3-D64F81A2CB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251FF7E-CE52-7939-C265-2D0954158D5C}"/>
              </a:ext>
            </a:extLst>
          </p:cNvPr>
          <p:cNvSpPr txBox="1"/>
          <p:nvPr/>
        </p:nvSpPr>
        <p:spPr>
          <a:xfrm>
            <a:off x="93657" y="4019994"/>
            <a:ext cx="81148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Interpretation: If it is currently rainy, then it’ll be 9.67 days on average before it is sunny again. </a:t>
            </a:r>
          </a:p>
        </p:txBody>
      </p:sp>
    </p:spTree>
    <p:extLst>
      <p:ext uri="{BB962C8B-B14F-4D97-AF65-F5344CB8AC3E}">
        <p14:creationId xmlns:p14="http://schemas.microsoft.com/office/powerpoint/2010/main" val="15483405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E9AB-A04F-F758-AA65-F9DC9740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1AA653-42CD-5FA0-E0E2-D963BBFFF5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Hitting time, naturally, depends on our desired state.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Example: If we want the number of steps before it is stormy, 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⚡</m:t>
                    </m:r>
                  </m:oMath>
                </a14:m>
                <a:r>
                  <a:rPr lang="en-US"/>
                  <a:t> then we’ll have instead that (</a:t>
                </a:r>
                <a:r>
                  <a:rPr lang="en-US">
                    <a:hlinkClick r:id="rId2"/>
                  </a:rPr>
                  <a:t>link</a:t>
                </a:r>
                <a:r>
                  <a:rPr lang="en-US"/>
                  <a:t>): 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79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=84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1AA653-42CD-5FA0-E0E2-D963BBFFF5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 r="-1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C40E44B-F3ED-64BD-A387-3EE25ABC9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4E84C0-0934-EAF7-A1C9-C48620B4DBF1}"/>
              </a:ext>
            </a:extLst>
          </p:cNvPr>
          <p:cNvSpPr txBox="1"/>
          <p:nvPr/>
        </p:nvSpPr>
        <p:spPr>
          <a:xfrm>
            <a:off x="93657" y="4520513"/>
            <a:ext cx="79835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The low probability of transition to stormy weather is reflected in the long hitting times from the other three starting states.</a:t>
            </a:r>
          </a:p>
        </p:txBody>
      </p:sp>
    </p:spTree>
    <p:extLst>
      <p:ext uri="{BB962C8B-B14F-4D97-AF65-F5344CB8AC3E}">
        <p14:creationId xmlns:p14="http://schemas.microsoft.com/office/powerpoint/2010/main" val="32844120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B49D-3667-91D5-6164-66DC3E2C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D6458-1F9C-610C-9082-E3EEF92F27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Applications of Hitting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FF97A-29A2-3786-0285-44D5283748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314C0D-A881-7A17-724E-36FCD33FAC7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0038776-DD4D-9C91-A189-8137041D4F8F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EB80A31F-B1F9-79E4-5E92-8EA91621C712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 b="1">
                <a:solidFill>
                  <a:schemeClr val="accent3"/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5783126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C4F7-6538-676F-0A0D-2B94321C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of Hitting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01DF4-BDE8-03F4-6070-3C6A1B2D5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Before, we saw how we could apply hitting time analysis to understand how long we have to wait on average for a state in a Markov Model.</a:t>
            </a:r>
          </a:p>
          <a:p>
            <a:endParaRPr lang="en-US"/>
          </a:p>
          <a:p>
            <a:r>
              <a:rPr lang="en-US"/>
              <a:t>We can also frame problems we’ve seen before as Markov Model hitting time problems.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Example: Computing the expectation of a geometric random variable.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New powerful tool that makes our lives easier!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7FB2F3-702D-5DE7-7E8A-1A137021D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527" y="3352766"/>
            <a:ext cx="3983473" cy="352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3511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38C3-FB87-6134-E50D-11A375CF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Expectation of a Geometric Random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1EA6D-BCF5-FFBE-C648-E46B569A9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can we cast the expectation of a geometric random variable in terms of hitting time?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What are the states of our Markov Model?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What are the probabilities?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What hitting time should we compute?</a:t>
            </a:r>
          </a:p>
        </p:txBody>
      </p:sp>
    </p:spTree>
    <p:extLst>
      <p:ext uri="{BB962C8B-B14F-4D97-AF65-F5344CB8AC3E}">
        <p14:creationId xmlns:p14="http://schemas.microsoft.com/office/powerpoint/2010/main" val="23340996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B032-D6C6-ADB9-8C9C-E8C40DA9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BA24-16A0-FA8A-8311-ACB9D3F41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Expectation of a Geometric Random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0CF2F-F8D2-BFCD-1EA6-6094D3914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can we cast the expectation of a geometric random variable in terms of hitting time?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What are the states of our Markov Model?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What are the probabilities?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What hitting time should we compute?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The expectation of a geometric random variable is the expected number of flips before we get heads.</a:t>
            </a:r>
          </a:p>
        </p:txBody>
      </p:sp>
    </p:spTree>
    <p:extLst>
      <p:ext uri="{BB962C8B-B14F-4D97-AF65-F5344CB8AC3E}">
        <p14:creationId xmlns:p14="http://schemas.microsoft.com/office/powerpoint/2010/main" val="4198088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9DD48-27FA-09EF-4047-89E820D8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BA05-A335-6648-AEC9-D25BEB7B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Expectation of a Geometric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4028A3-9E0F-F2F1-9D86-A5754A6D60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How can we cast the expectation of a geometric random variable in terms of hitting time?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are the states of our Markov Model?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are the probabilities?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hitting time should we compute?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The expectation of a geometric random variable is the expected number of flips before we get heads. This suggests: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Two states: S (start, no heads yet) and E (end, after we get a heads)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 is chance of tails,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 is chance of heads, 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/>
                  <a:t> is 100%, once we get heads, we’ve always had heads.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4028A3-9E0F-F2F1-9D86-A5754A6D60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424" b="-2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9377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91B3-A253-00DF-99D0-7C56A537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507B4-49F0-3044-A321-529B9E71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Expectation of a Geometric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8EE35-5C95-547D-EF49-6F8E6BB620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 expectation of a geometric random variable is the expected number of flips before we get heads. This suggests: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Two states: S (start, no heads yet) and E (end, after we get a heads)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 is chance of tails,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 is chance of heads, 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/>
                  <a:t> is 100%, once we get heads, we’ve always had heads.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We want end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 and hitting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8EE35-5C95-547D-EF49-6F8E6BB620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yellow circle with black letters and a yellow circle with black letters&#10;&#10;Description automatically generated">
            <a:extLst>
              <a:ext uri="{FF2B5EF4-FFF2-40B4-BE49-F238E27FC236}">
                <a16:creationId xmlns:a16="http://schemas.microsoft.com/office/drawing/2014/main" id="{F65E542F-D31B-059C-96F0-6BE7957BC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809" y="3558761"/>
            <a:ext cx="2232171" cy="136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823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CDD82-94C0-3983-D13E-F9DACE7E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C88F2-B88B-4007-CB86-427E3C79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Expectation of a Geometric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43959-866B-2648-2B15-1833DB5A01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want end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 and hitting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First step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Easy to solve.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43959-866B-2648-2B15-1833DB5A0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yellow circle with black letters and a yellow circle with black letters&#10;&#10;Description automatically generated">
            <a:extLst>
              <a:ext uri="{FF2B5EF4-FFF2-40B4-BE49-F238E27FC236}">
                <a16:creationId xmlns:a16="http://schemas.microsoft.com/office/drawing/2014/main" id="{14829026-E840-4291-B479-1E29CBE0C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943" y="1333721"/>
            <a:ext cx="2232171" cy="136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385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342B-2F3D-C20C-CC55-63E56FC9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5268-9E3C-0A47-E420-8984667C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Expectation of a Geometric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87A9F8-AC60-9DBE-3EFA-1CDA2D310C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want end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 and hitting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First step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Easy to solve.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87A9F8-AC60-9DBE-3EFA-1CDA2D310C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yellow circle with black letters and a yellow circle with black letters&#10;&#10;Description automatically generated">
            <a:extLst>
              <a:ext uri="{FF2B5EF4-FFF2-40B4-BE49-F238E27FC236}">
                <a16:creationId xmlns:a16="http://schemas.microsoft.com/office/drawing/2014/main" id="{E9ACFDBE-D4D9-1BC8-E00F-302835C54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943" y="1333721"/>
            <a:ext cx="2232171" cy="136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450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D53F7-47AA-A89B-A025-2328EF75F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95A8-C0D4-364D-00E6-194B1A18F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Expectation of a Geometric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5310B4-F297-812B-62F2-5F78ED1635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want end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 and hitting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First step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Easy to solve.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5310B4-F297-812B-62F2-5F78ED1635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yellow circle with black letters and a yellow circle with black letters&#10;&#10;Description automatically generated">
            <a:extLst>
              <a:ext uri="{FF2B5EF4-FFF2-40B4-BE49-F238E27FC236}">
                <a16:creationId xmlns:a16="http://schemas.microsoft.com/office/drawing/2014/main" id="{899CE8BD-7B6A-85D1-AADE-F11199517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943" y="1333721"/>
            <a:ext cx="2232171" cy="136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273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3CDF-2953-AEE1-6901-322C638F5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22CC-0AAD-B95C-CF94-3B372D9D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Expectation of a Geometric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21713C-9E4B-0CFF-FC7B-FC08AE1F14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want end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 and hitting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First step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Easy to solve.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21713C-9E4B-0CFF-FC7B-FC08AE1F14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yellow circle with black letters and a yellow circle with black letters&#10;&#10;Description automatically generated">
            <a:extLst>
              <a:ext uri="{FF2B5EF4-FFF2-40B4-BE49-F238E27FC236}">
                <a16:creationId xmlns:a16="http://schemas.microsoft.com/office/drawing/2014/main" id="{F404ADB3-A3AC-3996-FB58-60D95AD65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943" y="1333721"/>
            <a:ext cx="2232171" cy="136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43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8DC65-D520-5626-9E84-72125DCC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4B44-2A8C-C188-0A42-AF8706F4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Expectation of a Geometric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BB95-0A34-6F42-2EEF-CB0845584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want end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 and hitting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First step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Easy to solve.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Much simpler than our two previous approaches.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BB95-0A34-6F42-2EEF-CB0845584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yellow circle with black letters and a yellow circle with black letters&#10;&#10;Description automatically generated">
            <a:extLst>
              <a:ext uri="{FF2B5EF4-FFF2-40B4-BE49-F238E27FC236}">
                <a16:creationId xmlns:a16="http://schemas.microsoft.com/office/drawing/2014/main" id="{5061591F-5586-36DF-9950-1DB708839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943" y="1333721"/>
            <a:ext cx="2232171" cy="136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333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DB231-4BA3-8971-DF07-94EF697D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8D3F-454B-98A4-A304-8634E299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Flipping Until Two Consecutive Heads.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BECDE3-6A2D-CE1A-CDA4-C4D43735ED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/>
                  <a:t>Suppose we now want to model the process of flipping a coin until we get two consecutive heads.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What </a:t>
                </a:r>
                <a:r>
                  <a:rPr lang="en-US"/>
                  <a:t>does </a:t>
                </a:r>
                <a:r>
                  <a:rPr lang="en-US" b="0"/>
                  <a:t>the equivalent Markov Chain look like?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How </a:t>
                </a:r>
                <a:r>
                  <a:rPr lang="en-US"/>
                  <a:t>many flips on average do you think it will take if coin is fair,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BECDE3-6A2D-CE1A-CDA4-C4D43735ED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2055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4E16-2662-3D03-24B1-89F835290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2A41-ED0B-BD81-3B09-F69C0B39B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Flipping Until Two Consecutive Heads.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565899-83A5-2285-9C1C-042FA6D34F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/>
                  <a:t>Suppose we now want to model the process of flipping a coin until we get two consecutive heads. What </a:t>
                </a:r>
                <a:r>
                  <a:rPr lang="en-US"/>
                  <a:t>does </a:t>
                </a:r>
                <a:r>
                  <a:rPr lang="en-US" b="0"/>
                  <a:t>the equivalent Markov Chain look like?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0"/>
              </a:p>
              <a:p>
                <a:endParaRPr lang="en-US"/>
              </a:p>
              <a:p>
                <a:r>
                  <a:rPr lang="en-US"/>
                  <a:t>First step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565899-83A5-2285-9C1C-042FA6D34F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diagram of a chemical reaction&#10;&#10;Description automatically generated">
            <a:extLst>
              <a:ext uri="{FF2B5EF4-FFF2-40B4-BE49-F238E27FC236}">
                <a16:creationId xmlns:a16="http://schemas.microsoft.com/office/drawing/2014/main" id="{33802565-B879-2490-4790-2A9D3119A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892" y="1468941"/>
            <a:ext cx="4934274" cy="177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060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7C053-89FC-E807-EE7B-E9D3E5C68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C887-EA12-6EBB-D0A3-B1D7D84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Flipping Until Two Consecutive Heads.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C1940-97A5-7CD0-79E7-7169F144C8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488745" cy="4685145"/>
              </a:xfrm>
            </p:spPr>
            <p:txBody>
              <a:bodyPr/>
              <a:lstStyle/>
              <a:p>
                <a:r>
                  <a:rPr lang="en-US" b="0"/>
                  <a:t>Suppose we now want to model the process of flipping a coin until we get two consecutive heads. What </a:t>
                </a:r>
                <a:r>
                  <a:rPr lang="en-US"/>
                  <a:t>does </a:t>
                </a:r>
                <a:r>
                  <a:rPr lang="en-US" b="0"/>
                  <a:t>the equivalent Markov Chain look like?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0"/>
              </a:p>
              <a:p>
                <a:endParaRPr lang="en-US"/>
              </a:p>
              <a:p>
                <a:r>
                  <a:rPr lang="en-US"/>
                  <a:t>First step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b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C1940-97A5-7CD0-79E7-7169F144C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488745" cy="4685145"/>
              </a:xfrm>
              <a:blipFill>
                <a:blip r:embed="rId2"/>
                <a:stretch>
                  <a:fillRect l="-796" t="-651" r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diagram of a chemical reaction&#10;&#10;Description automatically generated">
            <a:extLst>
              <a:ext uri="{FF2B5EF4-FFF2-40B4-BE49-F238E27FC236}">
                <a16:creationId xmlns:a16="http://schemas.microsoft.com/office/drawing/2014/main" id="{99771EFF-5F99-8EA4-EEF8-248D826A3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892" y="1468941"/>
            <a:ext cx="4934274" cy="17705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CFBD62-95C5-A39C-1498-14F15C291614}"/>
                  </a:ext>
                </a:extLst>
              </p:cNvPr>
              <p:cNvSpPr txBox="1"/>
              <p:nvPr/>
            </p:nvSpPr>
            <p:spPr>
              <a:xfrm>
                <a:off x="93657" y="4843929"/>
                <a:ext cx="77700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CFBD62-95C5-A39C-1498-14F15C291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4843929"/>
                <a:ext cx="7770093" cy="461665"/>
              </a:xfrm>
              <a:prstGeom prst="rect">
                <a:avLst/>
              </a:prstGeom>
              <a:blipFill>
                <a:blip r:embed="rId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830EA0-11C2-DC69-70B2-42C9E011BC96}"/>
                  </a:ext>
                </a:extLst>
              </p:cNvPr>
              <p:cNvSpPr txBox="1"/>
              <p:nvPr/>
            </p:nvSpPr>
            <p:spPr>
              <a:xfrm>
                <a:off x="-2346034" y="5383120"/>
                <a:ext cx="77700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830EA0-11C2-DC69-70B2-42C9E011B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46034" y="5383120"/>
                <a:ext cx="7770093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C337B2-FD4D-42B1-738E-82A98B9931B7}"/>
                  </a:ext>
                </a:extLst>
              </p:cNvPr>
              <p:cNvSpPr txBox="1"/>
              <p:nvPr/>
            </p:nvSpPr>
            <p:spPr>
              <a:xfrm>
                <a:off x="93657" y="5891145"/>
                <a:ext cx="3217142" cy="8484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C337B2-FD4D-42B1-738E-82A98B993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891145"/>
                <a:ext cx="3217142" cy="8484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B624C0-C79E-3487-DD06-240295AEF247}"/>
                  </a:ext>
                </a:extLst>
              </p:cNvPr>
              <p:cNvSpPr txBox="1"/>
              <p:nvPr/>
            </p:nvSpPr>
            <p:spPr>
              <a:xfrm>
                <a:off x="4876802" y="3599992"/>
                <a:ext cx="56803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(1+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40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B624C0-C79E-3487-DD06-240295AEF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2" y="3599992"/>
                <a:ext cx="5680364" cy="461665"/>
              </a:xfrm>
              <a:prstGeom prst="rect">
                <a:avLst/>
              </a:prstGeom>
              <a:blipFill>
                <a:blip r:embed="rId7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1F21FF-2B47-3A7A-D44E-F1902956E25A}"/>
                  </a:ext>
                </a:extLst>
              </p:cNvPr>
              <p:cNvSpPr txBox="1"/>
              <p:nvPr/>
            </p:nvSpPr>
            <p:spPr>
              <a:xfrm>
                <a:off x="5257799" y="5922311"/>
                <a:ext cx="5123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2400"/>
                  <a:t>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1F21FF-2B47-3A7A-D44E-F1902956E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799" y="5922311"/>
                <a:ext cx="5123873" cy="461665"/>
              </a:xfrm>
              <a:prstGeom prst="rect">
                <a:avLst/>
              </a:prstGeom>
              <a:blipFill>
                <a:blip r:embed="rId8"/>
                <a:stretch>
                  <a:fillRect l="-1784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66B757-370A-0B56-8937-81A37F2A2CCF}"/>
                  </a:ext>
                </a:extLst>
              </p:cNvPr>
              <p:cNvSpPr txBox="1"/>
              <p:nvPr/>
            </p:nvSpPr>
            <p:spPr>
              <a:xfrm>
                <a:off x="6612222" y="5725173"/>
                <a:ext cx="2503055" cy="855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3/2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1/4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66B757-370A-0B56-8937-81A37F2A2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222" y="5725173"/>
                <a:ext cx="2503055" cy="8559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22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B2E52-C1DA-ABE4-1008-5E8682ED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D1C1-1F58-E331-6734-FD7C07BE45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Probability of A Before 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79F2C-A610-85E6-2D0B-8217C609A5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DCE1F-CAEC-49AC-3AE5-68CC070F34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292A819-AB18-9E45-876A-0EB3671FDFF3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63C0A6A-78EC-DFC2-1F32-B8C2B45EA8D5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 b="1">
                <a:solidFill>
                  <a:schemeClr val="accent3"/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11375870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9643B-BA86-AAE7-CEFC-CAE3FF230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E01BF-DCAC-0022-D22F-DB02131264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Example: You’re gambling, have a 50/50 chance of winning. Every round: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50% chance you win $1.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50% chance you lose $1.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Your plan is to keep playing until you make $100.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you start with $10 dollars, what’s the chance you get to $100 before you get to $0?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E01BF-DCAC-0022-D22F-DB0213126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0B4424D-36C6-CD82-E81F-D09B9E14D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573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3AA0-57FF-085B-FCE2-A497A120B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5267F-FC07-8D03-0D9B-34F8DFEE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9AE3E5-B562-166F-0547-AB97C28ABA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1, …, 100</m:t>
                        </m:r>
                      </m:e>
                    </m:d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be the probability of reaching 100 before 0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Which of these are true?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9AE3E5-B562-166F-0547-AB97C28ABA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9583C6B-C230-B368-87FF-D33FB94C4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489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4447C-435B-1151-8903-F9A150B9D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6F9B-C8DE-AFA8-C68F-9755537F6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0C7E5-88CA-D20A-B7DF-A6590BD784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1, …, 100</m:t>
                        </m:r>
                      </m:e>
                    </m:d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be the probability of reaching 100 before 0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Which of these are true?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trike="sngStrike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trike="sngStrik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trike="sngStrike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strike="sngStrike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𝜶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𝜶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𝟏𝟎𝟎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trike="sngStrike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trike="sngStrik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b="0" i="1" strike="sngStrike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trike="sngStrike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0C7E5-88CA-D20A-B7DF-A6590BD78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4F566D-3001-5C1F-214F-E52794DBF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951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61D88-1F74-01D1-8899-B3A1CD960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B570A-FCF6-63C7-F8D8-1DED9537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D33BC6-4BBE-71A2-8BA7-952D3255B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1, …, 100</m:t>
                        </m:r>
                      </m:e>
                    </m:d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be the probability of reaching 100 before 0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. Which of the two statements below are true?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D33BC6-4BBE-71A2-8BA7-952D3255B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9334B5D-9E93-52AA-CE78-43A681757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584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B65F7-AA68-261C-7F84-0B396BF08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7ABC-0B43-43C7-EA57-BE749B02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96740F-17FD-28D4-7D02-AD48DA4EA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1, …, 100</m:t>
                        </m:r>
                      </m:e>
                    </m:d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be the probability of reaching 100 before 0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, 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Why is this true? The event that the Markov chain gets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/>
                  <a:t>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is partitioned into two events: 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Go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, then later get to 100: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go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left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100 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before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0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left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Go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, then later get to 100: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go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right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100 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before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0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right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96740F-17FD-28D4-7D02-AD48DA4EA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DB8CB52-53B6-C729-AF05-098C7E305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5041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DC77A-4D89-DBE7-24F7-DF52914C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E3F1-3818-E604-50E7-3D95B6F6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B695E-5FB2-6B84-04EA-611C471A9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1, …, 100</m:t>
                        </m:r>
                      </m:e>
                    </m:d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be the probability of reaching 100 before 0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, 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Now we have a system of 101 linear equations in 101 unknowns.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Could solve with a computer.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Or we can be clever!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B695E-5FB2-6B84-04EA-611C471A9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839F55A-241C-7C30-B27C-736F2ECE2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18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B973-5CEA-D483-9C0B-EC8B8623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9268F-C01B-BF0A-7A9C-25F4B015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80A43-0C9D-07D6-1829-09660EB1BB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1, …, 100</m:t>
                        </m:r>
                      </m:e>
                    </m:d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be the probability of reaching 100 before 0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, 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Now we have a system of 99 linear equations in 99 unknowns.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is the average of its left and right neighbor, except leftmost node is 0 and rightmost node is 1. So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 err="1"/>
                  <a:t>joshh.ug</a:t>
                </a:r>
                <a:r>
                  <a:rPr lang="en-US"/>
                  <a:t>/F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80A43-0C9D-07D6-1829-09660EB1BB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0E1612C-1C09-75EA-7929-5C903E6AD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p:pic>
        <p:nvPicPr>
          <p:cNvPr id="8" name="Picture 7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6B062CF1-DD60-6A01-85EA-174961365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626" y="10442"/>
            <a:ext cx="1898374" cy="189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042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7609C-3327-2FB9-CC77-81EC5BAF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A43F-C105-4778-BB22-23743C7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5950A0-D9C6-EC8F-C8EE-B639D21FE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have a system of 99 linear equations in 99 unknowns.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is the average of its left and right neighbor, except leftmost node is 0 and rightmost node is 1. So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? Must be a straight line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 and ending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5950A0-D9C6-EC8F-C8EE-B639D21FE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3CFC9E2-27CB-80F9-073A-B89B34395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67349-6FBB-0E22-3B0B-9BA816864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1829" y="2471508"/>
            <a:ext cx="7772400" cy="32624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8F63F0-6821-D025-58DA-70BFAF685E06}"/>
                  </a:ext>
                </a:extLst>
              </p:cNvPr>
              <p:cNvSpPr txBox="1"/>
              <p:nvPr/>
            </p:nvSpPr>
            <p:spPr>
              <a:xfrm>
                <a:off x="-328663" y="3425172"/>
                <a:ext cx="2280492" cy="781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8F63F0-6821-D025-58DA-70BFAF685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8663" y="3425172"/>
                <a:ext cx="2280492" cy="781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4377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2960-622A-B65F-0A96-4644DF538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E4C4-BC0B-A7F0-5A37-AD9B37CF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5DDA7-2484-767A-77EF-ACD685E13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Example: If we start with $10, there is a 10/100=10% chance that we get to $100 before we get to $0.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5DDA7-2484-767A-77EF-ACD685E13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 r="-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6B2FD85-5635-6EB1-2EF0-792CCECFD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52C45F-F034-FDCE-60B8-938A60A7A049}"/>
                  </a:ext>
                </a:extLst>
              </p:cNvPr>
              <p:cNvSpPr txBox="1"/>
              <p:nvPr/>
            </p:nvSpPr>
            <p:spPr>
              <a:xfrm>
                <a:off x="-328663" y="3425172"/>
                <a:ext cx="2280492" cy="781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52C45F-F034-FDCE-60B8-938A60A7A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8663" y="3425172"/>
                <a:ext cx="2280492" cy="781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DDA1AD5-1115-1E75-655B-7D4971B63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1829" y="2471508"/>
            <a:ext cx="7772400" cy="326248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9DF4FF-9A58-4438-95B0-A4574E925085}"/>
              </a:ext>
            </a:extLst>
          </p:cNvPr>
          <p:cNvCxnSpPr>
            <a:cxnSpLocks/>
          </p:cNvCxnSpPr>
          <p:nvPr/>
        </p:nvCxnSpPr>
        <p:spPr>
          <a:xfrm>
            <a:off x="3708839" y="4378872"/>
            <a:ext cx="86710" cy="224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2746DAC-448D-C629-EE5C-26C02AAE89BA}"/>
              </a:ext>
            </a:extLst>
          </p:cNvPr>
          <p:cNvSpPr txBox="1"/>
          <p:nvPr/>
        </p:nvSpPr>
        <p:spPr>
          <a:xfrm>
            <a:off x="3243756" y="3975515"/>
            <a:ext cx="1103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3492711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B623-505F-5C56-A8B8-460470E9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66B0-873C-9572-0370-C6E448E5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Casino with House 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5BBC5-BF09-05D1-7F43-88FA8D26E3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Example: You’re gambling, have a p=48% chance of winning. Every round: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48% chance you win $1.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52% chance you lose $1.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Your plan is to keep playing until you make M=$100.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you start with $10 dollars, what’s the chance you get to M=$100 before you get to $0?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=0.48⋅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+0.52⋅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99 equations with 99 unknowns. Appendix of the notes gives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5BBC5-BF09-05D1-7F43-88FA8D26E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2160EFA-8FBF-AC94-FAD1-D93EA752A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79A214-D79E-5AEC-2625-540648ACA5CB}"/>
                  </a:ext>
                </a:extLst>
              </p:cNvPr>
              <p:cNvSpPr txBox="1"/>
              <p:nvPr/>
            </p:nvSpPr>
            <p:spPr>
              <a:xfrm>
                <a:off x="2425148" y="4979504"/>
                <a:ext cx="2474843" cy="928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𝑖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𝑀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79A214-D79E-5AEC-2625-540648ACA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148" y="4979504"/>
                <a:ext cx="2474843" cy="9287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A016E-1F18-8B55-CB2F-F64094AF1FD1}"/>
                  </a:ext>
                </a:extLst>
              </p:cNvPr>
              <p:cNvSpPr txBox="1"/>
              <p:nvPr/>
            </p:nvSpPr>
            <p:spPr>
              <a:xfrm>
                <a:off x="5766353" y="4996689"/>
                <a:ext cx="2474843" cy="87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𝑝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A016E-1F18-8B55-CB2F-F64094AF1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353" y="4996689"/>
                <a:ext cx="2474843" cy="870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5CACF1-8E12-2E93-534F-FE998BB09C15}"/>
                  </a:ext>
                </a:extLst>
              </p:cNvPr>
              <p:cNvSpPr txBox="1"/>
              <p:nvPr/>
            </p:nvSpPr>
            <p:spPr>
              <a:xfrm>
                <a:off x="7972046" y="5201295"/>
                <a:ext cx="1570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≠0.5</m:t>
                    </m:r>
                  </m:oMath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5CACF1-8E12-2E93-534F-FE998BB09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046" y="5201295"/>
                <a:ext cx="1570182" cy="461665"/>
              </a:xfrm>
              <a:prstGeom prst="rect">
                <a:avLst/>
              </a:prstGeom>
              <a:blipFill>
                <a:blip r:embed="rId6"/>
                <a:stretch>
                  <a:fillRect l="-622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7E08-39FF-9A2C-4BDC-4C58754A8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36C06-3220-792F-7DA4-7A15477A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Casino with House 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C561-1348-1C5A-C0B4-C9E6E9A6F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Example: You’re gambling, have a p=48% chance of winning. Every round: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48% chance you win $1.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52% chance you lose $1.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Your plan is to keep playing until you make M=$100.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If you start with $10 dollars, what’s the chance you get to M=$100 before you get to $0?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9C286-0330-96B7-CED4-D3E109DB1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001470-D3D0-ACAE-1503-10C3AA153ED8}"/>
                  </a:ext>
                </a:extLst>
              </p:cNvPr>
              <p:cNvSpPr txBox="1"/>
              <p:nvPr/>
            </p:nvSpPr>
            <p:spPr>
              <a:xfrm>
                <a:off x="1699491" y="4071784"/>
                <a:ext cx="3925454" cy="909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𝑖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100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≈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2440</m:t>
                          </m:r>
                        </m:den>
                      </m:f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001470-D3D0-ACAE-1503-10C3AA153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491" y="4071784"/>
                <a:ext cx="3925454" cy="9090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DF4C14-4A81-3DD7-0606-C9A7BE436C45}"/>
                  </a:ext>
                </a:extLst>
              </p:cNvPr>
              <p:cNvSpPr txBox="1"/>
              <p:nvPr/>
            </p:nvSpPr>
            <p:spPr>
              <a:xfrm>
                <a:off x="5978790" y="4088969"/>
                <a:ext cx="3331465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𝑝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𝑝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=0.52/0.48</m:t>
                      </m:r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DF4C14-4A81-3DD7-0606-C9A7BE436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790" y="4088969"/>
                <a:ext cx="3331465" cy="848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A53A9F6-C8C6-798D-3C7E-AA210A69425F}"/>
              </a:ext>
            </a:extLst>
          </p:cNvPr>
          <p:cNvSpPr txBox="1"/>
          <p:nvPr/>
        </p:nvSpPr>
        <p:spPr>
          <a:xfrm>
            <a:off x="4185920" y="4980815"/>
            <a:ext cx="191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=10</a:t>
            </a:r>
          </a:p>
        </p:txBody>
      </p:sp>
    </p:spTree>
    <p:extLst>
      <p:ext uri="{BB962C8B-B14F-4D97-AF65-F5344CB8AC3E}">
        <p14:creationId xmlns:p14="http://schemas.microsoft.com/office/powerpoint/2010/main" val="3813271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E2C87D-374A-C675-FB08-F1571FB12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577"/>
            <a:ext cx="7772400" cy="32624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1E619-0357-93EB-F0F5-FDAF83DB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50/50 Odds vs. 48/52 Odds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630AC-25B2-D5AD-DEF7-BD1397CB6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Visually, we can compare the two situations below.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9E40B-3099-E686-0180-7A5AFA410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725" y="3607606"/>
            <a:ext cx="7772400" cy="32503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233C7F-4F8E-7AA9-4857-A1C7BA5430EE}"/>
              </a:ext>
            </a:extLst>
          </p:cNvPr>
          <p:cNvSpPr txBox="1"/>
          <p:nvPr/>
        </p:nvSpPr>
        <p:spPr>
          <a:xfrm>
            <a:off x="93657" y="4253066"/>
            <a:ext cx="37163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The tiny house edge makes it extremely difficult to walk away as a winner.</a:t>
            </a:r>
          </a:p>
        </p:txBody>
      </p:sp>
    </p:spTree>
    <p:extLst>
      <p:ext uri="{BB962C8B-B14F-4D97-AF65-F5344CB8AC3E}">
        <p14:creationId xmlns:p14="http://schemas.microsoft.com/office/powerpoint/2010/main" val="41229370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CBDF-8C89-DD11-0017-66007830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1824-BF00-CC68-4B5E-11A9812FB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The Invariant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2304B-4443-C143-6C65-5B438389A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D92A4-B563-4DA0-3679-43F3B63ED4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3DDCC01-6362-CC3B-48F8-5201C619E06E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5D8B915-DE75-A128-D2A1-D77E9EAD8E66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 b="1">
                <a:solidFill>
                  <a:schemeClr val="accent3"/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39239942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7A3F-4A52-B065-038E-BA4F063A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State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58CDC-A2A1-EB48-0134-20961F60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Earlier, we saw that if we ran our weather model long enough, we ended up with what we’d call an “Invariant Distribution”.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Invariant because clicking step does nothing.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Let’s examine this behavior more closely.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62EDD-6AF7-50AC-15B2-F5280680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848455"/>
            <a:ext cx="4724402" cy="3655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19A6E3-E6F5-A14D-9F92-EF8368F1F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1" y="2848455"/>
            <a:ext cx="4003040" cy="352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341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8DEC-F843-FCDB-B9EC-FF27020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Simpler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526CA-FE32-D12D-34CB-46BF46740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simplify the math, let’s consider the simpler model below.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Simulation here: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63E7C3-0619-7930-0ABC-70024D15D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" y="2009734"/>
            <a:ext cx="4926330" cy="431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036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D37AE-B94C-ED15-F3D2-B30D5D390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BFDF7-3335-51D2-535B-D084EE22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Our Three Node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CB402C-B8E1-5362-0A05-9CD2E382A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show why we end up with 44%/33%/22%.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, since we always start in state A.</a:t>
                </a:r>
              </a:p>
              <a:p>
                <a:endParaRPr lang="en-US"/>
              </a:p>
              <a:p>
                <a:r>
                  <a:rPr lang="en-US"/>
                  <a:t>What is the chance of being in each state at time step 1, i.e.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https://</a:t>
                </a:r>
                <a:r>
                  <a:rPr lang="en-US" err="1"/>
                  <a:t>joshh.ug</a:t>
                </a:r>
                <a:r>
                  <a:rPr lang="en-US"/>
                  <a:t>/C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CB402C-B8E1-5362-0A05-9CD2E382A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291D74D-19E5-6C79-2427-777AAC3C4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878" y="1292087"/>
            <a:ext cx="2266122" cy="22661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DDFC1E-1DA2-7F81-782C-AF328BD8BD0D}"/>
                  </a:ext>
                </a:extLst>
              </p:cNvPr>
              <p:cNvSpPr txBox="1"/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DDFC1E-1DA2-7F81-782C-AF328BD8B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84F8E5B-1753-E0A9-F3C6-FC25D0C04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1840" y="1143000"/>
            <a:ext cx="292608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319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46659-B52F-3CFE-D91A-FDFBBF79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9ED1-E15B-12BD-301C-8E0F57F9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A008C0-CD8D-4323-3488-50C994D30A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show why we always end up with this 44%/33%/22% pattern.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r>
                  <a:rPr lang="en-US"/>
                  <a:t>What is the chance of being in each state at time step 1, i.e.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50% chance of going into state B or state C.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A008C0-CD8D-4323-3488-50C994D30A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4A9CDB-DE16-9E67-601C-F4E7D217FF00}"/>
                  </a:ext>
                </a:extLst>
              </p:cNvPr>
              <p:cNvSpPr txBox="1"/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4A9CDB-DE16-9E67-601C-F4E7D217F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22A8874-A64B-D816-46FD-02620F97F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840" y="1143000"/>
            <a:ext cx="292608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772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F62D-6B40-A84E-8CE0-405C4F2F4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C3988-EA09-727A-FB65-CB375F0D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3DD78-98FE-F39E-01E6-F9563FDEA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show why we always end up with this 44%/33%/22% pattern.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r>
                  <a:rPr lang="en-US"/>
                  <a:t>What is the chance of being in each state at time step 2, i.e.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https://</a:t>
                </a:r>
                <a:r>
                  <a:rPr lang="en-US" err="1"/>
                  <a:t>joshh.ug</a:t>
                </a:r>
                <a:r>
                  <a:rPr lang="en-US"/>
                  <a:t>/D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3DD78-98FE-F39E-01E6-F9563FDEA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1B2D5180-39C1-97CC-5738-D25705BED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025" y="1407795"/>
            <a:ext cx="2037522" cy="20375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8C0863-96D5-04C9-EC64-77FBFC008C9E}"/>
                  </a:ext>
                </a:extLst>
              </p:cNvPr>
              <p:cNvSpPr txBox="1"/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8C0863-96D5-04C9-EC64-77FBFC008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437BF30-7D55-55D3-15B0-8B6F89BCB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1840" y="1143000"/>
            <a:ext cx="292608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690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0B49-E245-B106-2ABC-BC015BE3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890D-87F7-4E70-DAA2-0AA0789A2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A20196-E43E-6399-90BB-8CE43DBC3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show why we always end up with this 44%/33%/22% pattern. 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r>
                  <a:rPr lang="en-US"/>
                  <a:t>What is the chance of being in each state at time step 2, i.e.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Can reason through the possibilities, or we can use linear algebra!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A20196-E43E-6399-90BB-8CE43DBC3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C92E1E-78BD-E763-E413-6883A1FDDC26}"/>
                  </a:ext>
                </a:extLst>
              </p:cNvPr>
              <p:cNvSpPr txBox="1"/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C92E1E-78BD-E763-E413-6883A1FDD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6D04B37-3327-3E08-0E37-8BD18A34A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840" y="1143000"/>
            <a:ext cx="292608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638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F7F3-493D-7AEF-B227-903526D69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3E0A7-6403-E01A-64BD-419CBE27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E9ACFF-F86D-104E-8306-12B8DD4A99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show why we always end up with this 44%/33%/22% pattern.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 b="0"/>
              </a:p>
              <a:p>
                <a:r>
                  <a:rPr lang="en-US"/>
                  <a:t>We did this at the beginning of lecture today!</a:t>
                </a:r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0.75  0.25  0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E9ACFF-F86D-104E-8306-12B8DD4A99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3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05AEAF-D574-95E7-0F8C-8DDB4640C0C3}"/>
                  </a:ext>
                </a:extLst>
              </p:cNvPr>
              <p:cNvSpPr txBox="1"/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05AEAF-D574-95E7-0F8C-8DDB4640C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EA859BF-D312-40B0-A18A-B4CBD546D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840" y="1143000"/>
            <a:ext cx="292608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495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4A93-99E1-D75E-3CB3-1372A30D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C7AC-90D9-8198-D6F2-E86D95A6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 using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12C6EA-675F-F9D5-BCE1-237FD2F488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show why we always end up with this 44%/33%/22% pattern.</a:t>
                </a:r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0  0.5  0.5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0.75  0.25  0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 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375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.375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0.5625  0.3125  0.125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0.375  0.34375  0.28125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…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=[0.4375     0.33398438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0.22851562]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12C6EA-675F-F9D5-BCE1-237FD2F488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9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64BEDF-88C6-ACEC-3069-25ED362A8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580" y="3054926"/>
            <a:ext cx="1558578" cy="1440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CB0C99-3559-9841-1F74-872A2037B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654" y="3054925"/>
            <a:ext cx="1558578" cy="1440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89A5F6-1B0E-88FF-56BA-CF2E798840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187" y="3054924"/>
            <a:ext cx="1562774" cy="144475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1B28220-E327-A35C-8520-7484C9EF94A7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6728158" y="3775362"/>
            <a:ext cx="4034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15FC7F-FFA6-AE53-ECD9-3FC96009F337}"/>
              </a:ext>
            </a:extLst>
          </p:cNvPr>
          <p:cNvCxnSpPr/>
          <p:nvPr/>
        </p:nvCxnSpPr>
        <p:spPr>
          <a:xfrm flipV="1">
            <a:off x="8740366" y="3775361"/>
            <a:ext cx="4034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86B121-0C56-C15E-3A59-DC491C15E30C}"/>
              </a:ext>
            </a:extLst>
          </p:cNvPr>
          <p:cNvCxnSpPr/>
          <p:nvPr/>
        </p:nvCxnSpPr>
        <p:spPr>
          <a:xfrm flipV="1">
            <a:off x="10961420" y="3775361"/>
            <a:ext cx="4034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68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AEB38-3294-6E87-C743-E4E05331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1D0F-B57D-6A25-C59B-5E65E073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 using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AF0BA2-CBA6-025D-8DDB-137F71385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show why we always end up with this 44%/33%/22% pattern.</a:t>
                </a:r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1  0  0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Limit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In the next lecture, we’ll show that this holds for any starting distribution, not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AF0BA2-CBA6-025D-8DDB-137F71385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4850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87A9E-ACA3-2A62-887C-5DD5F8F4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2E4B2-F7B2-40DD-B2F2-B039DA1C2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 using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07B2A-D4FF-0F29-B3F4-023F4BEE8A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12263" cy="5638732"/>
              </a:xfrm>
            </p:spPr>
            <p:txBody>
              <a:bodyPr/>
              <a:lstStyle/>
              <a:p>
                <a:r>
                  <a:rPr lang="en-US"/>
                  <a:t>Earlier we saw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More generally: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1  0  0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Limit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Let’s see what happens if we start from a different distribution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r>
                  <a:rPr lang="en-US"/>
                  <a:t>In the next lecture, we’ll show that this holds for any starting distribution, not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07B2A-D4FF-0F29-B3F4-023F4BEE8A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12263" cy="5638732"/>
              </a:xfrm>
              <a:blipFill>
                <a:blip r:embed="rId2"/>
                <a:stretch>
                  <a:fillRect l="-780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3065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9C593-10EF-2EFF-9D9A-36138FE8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9A54-717D-7992-0C11-AB26DD4C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 using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D5EF6-6B15-9D95-29F1-B1886EFF9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12263" cy="5638732"/>
              </a:xfrm>
            </p:spPr>
            <p:txBody>
              <a:bodyPr/>
              <a:lstStyle/>
              <a:p>
                <a:r>
                  <a:rPr lang="en-US"/>
                  <a:t>Earlier we saw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More generally: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1  0  0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Limit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Let’s see what happens if we start from a different distribution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We observed that no matter where we start,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seems to converge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In the next lecture, we’ll show that this holds for any starting distribution, not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=[1  0  0]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D5EF6-6B15-9D95-29F1-B1886EFF9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12263" cy="5638732"/>
              </a:xfrm>
              <a:blipFill>
                <a:blip r:embed="rId2"/>
                <a:stretch>
                  <a:fillRect l="-780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3658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5312E-22B8-CEDE-362D-1651A952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F94D-16E8-DF2B-B1DC-CABEEC8491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536EB-DBA3-CA72-934B-7D123AC1E5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DFFB39B-054C-B6F4-B238-7F17A3A2A989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0D530D4-F3A7-2024-2F52-D04AECDB9011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CFB3E-0B45-B024-862D-EF5B92955BB9}"/>
              </a:ext>
            </a:extLst>
          </p:cNvPr>
          <p:cNvSpPr txBox="1"/>
          <p:nvPr/>
        </p:nvSpPr>
        <p:spPr>
          <a:xfrm>
            <a:off x="7538720" y="166624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2400" dirty="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9792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0959-42E7-5254-F64F-76C5890A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507BC-C71A-9E66-E605-DC792F2C59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813863" cy="5638732"/>
              </a:xfrm>
            </p:spPr>
            <p:txBody>
              <a:bodyPr/>
              <a:lstStyle/>
              <a:p>
                <a:r>
                  <a:rPr lang="en-US" dirty="0"/>
                  <a:t>A Markov Chain is a series of random variables, </a:t>
                </a:r>
                <a:r>
                  <a:rPr lang="en-US" dirty="0" err="1"/>
                  <a:t>s.t.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We know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We know the transition probability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 Rows sum to 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 dirty="0"/>
                  <a:t>Example entry in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𝑛𝑒𝑥𝑡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 dirty="0"/>
                  <a:t>The distribution of kth random variable in the chain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Usages of Markov Chains: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Generating samples according to some model of the universe.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Hitting time analysis, e.g. expectation of a geometric random variable.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Probability of A before B, e.g. chance to make $100 w/o running out of money.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Making long term probability forecasts according to some model of the universe.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507BC-C71A-9E66-E605-DC792F2C59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813863" cy="5638732"/>
              </a:xfrm>
              <a:blipFill>
                <a:blip r:embed="rId2"/>
                <a:stretch>
                  <a:fillRect l="-752" t="-901" b="-13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052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saAndJoshColorScheme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defRPr sz="2400" dirty="0">
            <a:latin typeface="Inter Light" panose="02000403000000020004" pitchFamily="2" charset="0"/>
            <a:ea typeface="Inter Light" panose="02000403000000020004" pitchFamily="2" charset="0"/>
            <a:cs typeface="Inter Light" panose="020004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5471</Words>
  <Application>Microsoft Macintosh PowerPoint</Application>
  <PresentationFormat>Widescreen</PresentationFormat>
  <Paragraphs>630</Paragraphs>
  <Slides>75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4" baseType="lpstr">
      <vt:lpstr>Aptos</vt:lpstr>
      <vt:lpstr>Arial</vt:lpstr>
      <vt:lpstr>Cambria Math</vt:lpstr>
      <vt:lpstr>Courier New</vt:lpstr>
      <vt:lpstr>Inter</vt:lpstr>
      <vt:lpstr>Inter Light</vt:lpstr>
      <vt:lpstr>Inter Medium</vt:lpstr>
      <vt:lpstr>Wingdings</vt:lpstr>
      <vt:lpstr>Office Theme</vt:lpstr>
      <vt:lpstr>Linear Algebra Query</vt:lpstr>
      <vt:lpstr>Linear Algebra Query</vt:lpstr>
      <vt:lpstr>Linear Algebra Query</vt:lpstr>
      <vt:lpstr>Linear Algebra Query</vt:lpstr>
      <vt:lpstr>Markov Chain Introduction</vt:lpstr>
      <vt:lpstr>Weather Model</vt:lpstr>
      <vt:lpstr>Simulating of Our Weather Model</vt:lpstr>
      <vt:lpstr>Simulation Results</vt:lpstr>
      <vt:lpstr>Random Process</vt:lpstr>
      <vt:lpstr>Markov Chain: Formal Definition</vt:lpstr>
      <vt:lpstr>Markov Chain: Matrix Formulation</vt:lpstr>
      <vt:lpstr>Properties of the Transition Probability Matrix</vt:lpstr>
      <vt:lpstr>Test Your Understanding</vt:lpstr>
      <vt:lpstr>Test Your Understanding</vt:lpstr>
      <vt:lpstr>Generating Samples from a Markov Chain</vt:lpstr>
      <vt:lpstr>Markov Chain Sample Generation Demo</vt:lpstr>
      <vt:lpstr>Markov Chain Sample Generation Demo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Applications of Hitting Time</vt:lpstr>
      <vt:lpstr>Application of Hitting Time</vt:lpstr>
      <vt:lpstr>Example: Expectation of a Geometric Random Variable</vt:lpstr>
      <vt:lpstr>Example: Expectation of a Geometric Random Variable</vt:lpstr>
      <vt:lpstr>Example: Expectation of a Geometric Random Variable</vt:lpstr>
      <vt:lpstr>Example: Expectation of a Geometric Random Variable</vt:lpstr>
      <vt:lpstr>Example: Expectation of a Geometric Random Variable</vt:lpstr>
      <vt:lpstr>Example: Expectation of a Geometric Random Variable</vt:lpstr>
      <vt:lpstr>Example: Expectation of a Geometric Random Variable</vt:lpstr>
      <vt:lpstr>Example: Expectation of a Geometric Random Variable</vt:lpstr>
      <vt:lpstr>Example: Expectation of a Geometric Random Variable</vt:lpstr>
      <vt:lpstr>Example 2: Flipping Until Two Consecutive Heads.</vt:lpstr>
      <vt:lpstr>Example 2: Flipping Until Two Consecutive Heads.</vt:lpstr>
      <vt:lpstr>Example 2: Flipping Until Two Consecutive Heads.</vt:lpstr>
      <vt:lpstr>Probability of A Before B</vt:lpstr>
      <vt:lpstr>Probability of A Before B</vt:lpstr>
      <vt:lpstr>Probability of A Before B</vt:lpstr>
      <vt:lpstr>Probability of A Before B</vt:lpstr>
      <vt:lpstr>Probability of A Before B</vt:lpstr>
      <vt:lpstr>Probability of A Before B</vt:lpstr>
      <vt:lpstr>Probability of A Before B</vt:lpstr>
      <vt:lpstr>Probability of A Before B</vt:lpstr>
      <vt:lpstr>Probability of A Before B</vt:lpstr>
      <vt:lpstr>Probability of A Before B</vt:lpstr>
      <vt:lpstr>Example 2: Casino with House Edge</vt:lpstr>
      <vt:lpstr>Example 2: Casino with House Edge</vt:lpstr>
      <vt:lpstr>50/50 Odds vs. 48/52 Odds</vt:lpstr>
      <vt:lpstr>The Invariant Distribution</vt:lpstr>
      <vt:lpstr>Three State Markov Chain</vt:lpstr>
      <vt:lpstr>A Simpler Model</vt:lpstr>
      <vt:lpstr>Long Term Behavior of Our Three Node Model</vt:lpstr>
      <vt:lpstr>Long Term Behavior of Three State Markov Chain</vt:lpstr>
      <vt:lpstr>Long Term Behavior of Three State Markov Chain</vt:lpstr>
      <vt:lpstr>Long Term Behavior of Three State Markov Chain</vt:lpstr>
      <vt:lpstr>Long Term Behavior of Three State Markov Chain</vt:lpstr>
      <vt:lpstr>Long Term Behavior of Three State Markov Chain using Linear Algebra</vt:lpstr>
      <vt:lpstr>Long Term Behavior of Three State Markov Chain using Linear Algebra</vt:lpstr>
      <vt:lpstr>Long Term Behavior of Three State Markov Chain using Linear Algebra</vt:lpstr>
      <vt:lpstr>Long Term Behavior of Three State Markov Chain using Linear Algebra</vt:lpstr>
      <vt:lpstr>Summary</vt:lpstr>
      <vt:lpstr>Lecture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Hug</dc:creator>
  <cp:lastModifiedBy>Hug, J.A. (Josh)</cp:lastModifiedBy>
  <cp:revision>1</cp:revision>
  <cp:lastPrinted>2024-11-15T01:08:20Z</cp:lastPrinted>
  <dcterms:created xsi:type="dcterms:W3CDTF">2024-10-03T17:23:53Z</dcterms:created>
  <dcterms:modified xsi:type="dcterms:W3CDTF">2025-12-04T23:14:51Z</dcterms:modified>
</cp:coreProperties>
</file>