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5.xml" ContentType="application/vnd.openxmlformats-officedocument.presentationml.notesSlide+xml"/>
  <Override PartName="/ppt/ink/ink26.xml" ContentType="application/inkml+xml"/>
  <Override PartName="/ppt/notesSlides/notesSlide6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553" r:id="rId2"/>
    <p:sldId id="668" r:id="rId3"/>
    <p:sldId id="478" r:id="rId4"/>
    <p:sldId id="605" r:id="rId5"/>
    <p:sldId id="606" r:id="rId6"/>
    <p:sldId id="607" r:id="rId7"/>
    <p:sldId id="609" r:id="rId8"/>
    <p:sldId id="611" r:id="rId9"/>
    <p:sldId id="613" r:id="rId10"/>
    <p:sldId id="612" r:id="rId11"/>
    <p:sldId id="563" r:id="rId12"/>
    <p:sldId id="614" r:id="rId13"/>
    <p:sldId id="615" r:id="rId14"/>
    <p:sldId id="616" r:id="rId15"/>
    <p:sldId id="540" r:id="rId16"/>
    <p:sldId id="544" r:id="rId17"/>
    <p:sldId id="568" r:id="rId18"/>
    <p:sldId id="617" r:id="rId19"/>
    <p:sldId id="618" r:id="rId20"/>
    <p:sldId id="622" r:id="rId21"/>
    <p:sldId id="623" r:id="rId22"/>
    <p:sldId id="624" r:id="rId23"/>
    <p:sldId id="625" r:id="rId24"/>
    <p:sldId id="642" r:id="rId25"/>
    <p:sldId id="669" r:id="rId26"/>
    <p:sldId id="647" r:id="rId27"/>
    <p:sldId id="648" r:id="rId28"/>
    <p:sldId id="649" r:id="rId29"/>
    <p:sldId id="650" r:id="rId30"/>
    <p:sldId id="579" r:id="rId31"/>
    <p:sldId id="580" r:id="rId32"/>
    <p:sldId id="581" r:id="rId33"/>
    <p:sldId id="539" r:id="rId34"/>
    <p:sldId id="583" r:id="rId35"/>
    <p:sldId id="586" r:id="rId36"/>
    <p:sldId id="588" r:id="rId37"/>
    <p:sldId id="589" r:id="rId38"/>
    <p:sldId id="590" r:id="rId39"/>
    <p:sldId id="593" r:id="rId40"/>
    <p:sldId id="592" r:id="rId41"/>
    <p:sldId id="599" r:id="rId42"/>
    <p:sldId id="600" r:id="rId43"/>
    <p:sldId id="534" r:id="rId44"/>
    <p:sldId id="545" r:id="rId45"/>
    <p:sldId id="661" r:id="rId46"/>
    <p:sldId id="667" r:id="rId47"/>
    <p:sldId id="663" r:id="rId48"/>
    <p:sldId id="558" r:id="rId49"/>
    <p:sldId id="559" r:id="rId50"/>
    <p:sldId id="560" r:id="rId51"/>
    <p:sldId id="565" r:id="rId52"/>
    <p:sldId id="566" r:id="rId53"/>
    <p:sldId id="666" r:id="rId54"/>
    <p:sldId id="543" r:id="rId55"/>
    <p:sldId id="597" r:id="rId56"/>
  </p:sldIdLst>
  <p:sldSz cx="12192000" cy="6858000"/>
  <p:notesSz cx="6858000" cy="9144000"/>
  <p:defaultTextStyle>
    <a:defPPr>
      <a:defRPr lang="en-US"/>
    </a:defPPr>
    <a:lvl1pPr marL="0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5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2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8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3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9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4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11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6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7D8A95-32CD-A442-A133-994EA6CCFAF8}">
          <p14:sldIdLst>
            <p14:sldId id="553"/>
            <p14:sldId id="668"/>
            <p14:sldId id="478"/>
            <p14:sldId id="605"/>
            <p14:sldId id="606"/>
            <p14:sldId id="607"/>
            <p14:sldId id="609"/>
            <p14:sldId id="611"/>
            <p14:sldId id="613"/>
            <p14:sldId id="612"/>
            <p14:sldId id="563"/>
            <p14:sldId id="614"/>
            <p14:sldId id="615"/>
            <p14:sldId id="616"/>
            <p14:sldId id="540"/>
            <p14:sldId id="544"/>
            <p14:sldId id="568"/>
            <p14:sldId id="617"/>
            <p14:sldId id="618"/>
            <p14:sldId id="622"/>
            <p14:sldId id="623"/>
            <p14:sldId id="624"/>
            <p14:sldId id="625"/>
            <p14:sldId id="642"/>
            <p14:sldId id="669"/>
            <p14:sldId id="647"/>
            <p14:sldId id="648"/>
            <p14:sldId id="649"/>
            <p14:sldId id="650"/>
            <p14:sldId id="579"/>
            <p14:sldId id="580"/>
            <p14:sldId id="581"/>
            <p14:sldId id="539"/>
            <p14:sldId id="583"/>
            <p14:sldId id="586"/>
            <p14:sldId id="588"/>
            <p14:sldId id="589"/>
            <p14:sldId id="590"/>
            <p14:sldId id="593"/>
            <p14:sldId id="592"/>
            <p14:sldId id="599"/>
            <p14:sldId id="600"/>
            <p14:sldId id="534"/>
            <p14:sldId id="545"/>
            <p14:sldId id="661"/>
            <p14:sldId id="667"/>
            <p14:sldId id="663"/>
            <p14:sldId id="558"/>
            <p14:sldId id="559"/>
            <p14:sldId id="560"/>
            <p14:sldId id="565"/>
            <p14:sldId id="566"/>
            <p14:sldId id="666"/>
            <p14:sldId id="543"/>
            <p14:sldId id="597"/>
          </p14:sldIdLst>
        </p14:section>
        <p14:section name="E[" id="{D5E92838-4B32-1743-B4FC-D677339A2938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CC4125"/>
    <a:srgbClr val="EEB0A4"/>
    <a:srgbClr val="FDCDE4"/>
    <a:srgbClr val="56F8F4"/>
    <a:srgbClr val="CEFDFC"/>
    <a:srgbClr val="F963AA"/>
    <a:srgbClr val="09D1CC"/>
    <a:srgbClr val="F73792"/>
    <a:srgbClr val="C7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7B75B-E342-D949-8F2A-C98B3FA52230}" v="198" dt="2025-12-02T23:16:52.384"/>
    <p1510:client id="{D7B01D04-CC6E-2A42-910A-D19CF9E82BE6}" v="3" dt="2025-12-03T00:59:39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Hug" userId="e2159f7335c131c2" providerId="LiveId" clId="{0EDB6E27-9086-5277-AB10-A63F9A905C93}"/>
    <pc:docChg chg="custSel modSld">
      <pc:chgData name="Josh Hug" userId="e2159f7335c131c2" providerId="LiveId" clId="{0EDB6E27-9086-5277-AB10-A63F9A905C93}" dt="2025-12-02T23:16:51.906" v="196"/>
      <pc:docMkLst>
        <pc:docMk/>
      </pc:docMkLst>
      <pc:sldChg chg="modSp">
        <pc:chgData name="Josh Hug" userId="e2159f7335c131c2" providerId="LiveId" clId="{0EDB6E27-9086-5277-AB10-A63F9A905C93}" dt="2025-12-02T23:16:07.050" v="165"/>
        <pc:sldMkLst>
          <pc:docMk/>
          <pc:sldMk cId="3342869068" sldId="558"/>
        </pc:sldMkLst>
        <pc:spChg chg="mod">
          <ac:chgData name="Josh Hug" userId="e2159f7335c131c2" providerId="LiveId" clId="{0EDB6E27-9086-5277-AB10-A63F9A905C93}" dt="2025-12-02T23:16:07.050" v="165"/>
          <ac:spMkLst>
            <pc:docMk/>
            <pc:sldMk cId="3342869068" sldId="558"/>
            <ac:spMk id="3" creationId="{E3D3DD78-98FE-F39E-01E6-F9563FDEAEA7}"/>
          </ac:spMkLst>
        </pc:spChg>
      </pc:sldChg>
      <pc:sldChg chg="modSp">
        <pc:chgData name="Josh Hug" userId="e2159f7335c131c2" providerId="LiveId" clId="{0EDB6E27-9086-5277-AB10-A63F9A905C93}" dt="2025-12-02T23:16:12.621" v="166"/>
        <pc:sldMkLst>
          <pc:docMk/>
          <pc:sldMk cId="1499063851" sldId="559"/>
        </pc:sldMkLst>
        <pc:spChg chg="mod">
          <ac:chgData name="Josh Hug" userId="e2159f7335c131c2" providerId="LiveId" clId="{0EDB6E27-9086-5277-AB10-A63F9A905C93}" dt="2025-12-02T23:16:12.621" v="166"/>
          <ac:spMkLst>
            <pc:docMk/>
            <pc:sldMk cId="1499063851" sldId="559"/>
            <ac:spMk id="3" creationId="{4EA20196-E43E-6399-90BB-8CE43DBC322C}"/>
          </ac:spMkLst>
        </pc:spChg>
      </pc:sldChg>
      <pc:sldChg chg="modSp">
        <pc:chgData name="Josh Hug" userId="e2159f7335c131c2" providerId="LiveId" clId="{0EDB6E27-9086-5277-AB10-A63F9A905C93}" dt="2025-12-02T23:16:14.926" v="167"/>
        <pc:sldMkLst>
          <pc:docMk/>
          <pc:sldMk cId="4287449558" sldId="560"/>
        </pc:sldMkLst>
        <pc:spChg chg="mod">
          <ac:chgData name="Josh Hug" userId="e2159f7335c131c2" providerId="LiveId" clId="{0EDB6E27-9086-5277-AB10-A63F9A905C93}" dt="2025-12-02T23:16:14.926" v="167"/>
          <ac:spMkLst>
            <pc:docMk/>
            <pc:sldMk cId="4287449558" sldId="560"/>
            <ac:spMk id="3" creationId="{D4E9ACFF-F86D-104E-8306-12B8DD4A99B0}"/>
          </ac:spMkLst>
        </pc:spChg>
      </pc:sldChg>
      <pc:sldChg chg="modSp">
        <pc:chgData name="Josh Hug" userId="e2159f7335c131c2" providerId="LiveId" clId="{0EDB6E27-9086-5277-AB10-A63F9A905C93}" dt="2025-12-02T23:16:17.985" v="168"/>
        <pc:sldMkLst>
          <pc:docMk/>
          <pc:sldMk cId="1399689169" sldId="565"/>
        </pc:sldMkLst>
        <pc:spChg chg="mod">
          <ac:chgData name="Josh Hug" userId="e2159f7335c131c2" providerId="LiveId" clId="{0EDB6E27-9086-5277-AB10-A63F9A905C93}" dt="2025-12-02T23:16:17.985" v="168"/>
          <ac:spMkLst>
            <pc:docMk/>
            <pc:sldMk cId="1399689169" sldId="565"/>
            <ac:spMk id="3" creationId="{7E12C6EA-675F-F9D5-BCE1-237FD2F48833}"/>
          </ac:spMkLst>
        </pc:spChg>
      </pc:sldChg>
      <pc:sldChg chg="modSp">
        <pc:chgData name="Josh Hug" userId="e2159f7335c131c2" providerId="LiveId" clId="{0EDB6E27-9086-5277-AB10-A63F9A905C93}" dt="2025-12-02T23:16:51.906" v="196"/>
        <pc:sldMkLst>
          <pc:docMk/>
          <pc:sldMk cId="2697485091" sldId="566"/>
        </pc:sldMkLst>
        <pc:spChg chg="mod">
          <ac:chgData name="Josh Hug" userId="e2159f7335c131c2" providerId="LiveId" clId="{0EDB6E27-9086-5277-AB10-A63F9A905C93}" dt="2025-12-02T23:16:51.906" v="196"/>
          <ac:spMkLst>
            <pc:docMk/>
            <pc:sldMk cId="2697485091" sldId="566"/>
            <ac:spMk id="3" creationId="{01AF0BA2-CBA6-025D-8DDB-137F71385DFB}"/>
          </ac:spMkLst>
        </pc:spChg>
      </pc:sldChg>
      <pc:sldChg chg="modSp mod">
        <pc:chgData name="Josh Hug" userId="e2159f7335c131c2" providerId="LiveId" clId="{0EDB6E27-9086-5277-AB10-A63F9A905C93}" dt="2025-12-02T23:12:04.672" v="2" actId="27636"/>
        <pc:sldMkLst>
          <pc:docMk/>
          <pc:sldMk cId="1809784480" sldId="568"/>
        </pc:sldMkLst>
        <pc:spChg chg="mod">
          <ac:chgData name="Josh Hug" userId="e2159f7335c131c2" providerId="LiveId" clId="{0EDB6E27-9086-5277-AB10-A63F9A905C93}" dt="2025-12-02T23:12:04.672" v="2" actId="27636"/>
          <ac:spMkLst>
            <pc:docMk/>
            <pc:sldMk cId="1809784480" sldId="568"/>
            <ac:spMk id="2" creationId="{BD8938CD-CA90-9184-832E-0A3B9CB1B725}"/>
          </ac:spMkLst>
        </pc:spChg>
      </pc:sldChg>
      <pc:sldChg chg="modSp mod">
        <pc:chgData name="Josh Hug" userId="e2159f7335c131c2" providerId="LiveId" clId="{0EDB6E27-9086-5277-AB10-A63F9A905C93}" dt="2025-12-02T23:15:36.803" v="139" actId="20577"/>
        <pc:sldMkLst>
          <pc:docMk/>
          <pc:sldMk cId="1837205574" sldId="580"/>
        </pc:sldMkLst>
        <pc:spChg chg="mod">
          <ac:chgData name="Josh Hug" userId="e2159f7335c131c2" providerId="LiveId" clId="{0EDB6E27-9086-5277-AB10-A63F9A905C93}" dt="2025-12-02T23:15:36.803" v="139" actId="20577"/>
          <ac:spMkLst>
            <pc:docMk/>
            <pc:sldMk cId="1837205574" sldId="580"/>
            <ac:spMk id="3" creationId="{FDBECDE3-6A2D-CE1A-CDA4-C4D43735EDD0}"/>
          </ac:spMkLst>
        </pc:spChg>
      </pc:sldChg>
      <pc:sldChg chg="modSp">
        <pc:chgData name="Josh Hug" userId="e2159f7335c131c2" providerId="LiveId" clId="{0EDB6E27-9086-5277-AB10-A63F9A905C93}" dt="2025-12-02T23:13:45.095" v="94" actId="20577"/>
        <pc:sldMkLst>
          <pc:docMk/>
          <pc:sldMk cId="584258483" sldId="586"/>
        </pc:sldMkLst>
        <pc:spChg chg="mod">
          <ac:chgData name="Josh Hug" userId="e2159f7335c131c2" providerId="LiveId" clId="{0EDB6E27-9086-5277-AB10-A63F9A905C93}" dt="2025-12-02T23:13:45.095" v="94" actId="20577"/>
          <ac:spMkLst>
            <pc:docMk/>
            <pc:sldMk cId="584258483" sldId="586"/>
            <ac:spMk id="3" creationId="{12D33BC6-4BBE-71A2-8BA7-952D3255B7F0}"/>
          </ac:spMkLst>
        </pc:spChg>
      </pc:sldChg>
      <pc:sldChg chg="modSp">
        <pc:chgData name="Josh Hug" userId="e2159f7335c131c2" providerId="LiveId" clId="{0EDB6E27-9086-5277-AB10-A63F9A905C93}" dt="2025-12-02T23:13:39.721" v="90" actId="20577"/>
        <pc:sldMkLst>
          <pc:docMk/>
          <pc:sldMk cId="405631836" sldId="588"/>
        </pc:sldMkLst>
        <pc:spChg chg="mod">
          <ac:chgData name="Josh Hug" userId="e2159f7335c131c2" providerId="LiveId" clId="{0EDB6E27-9086-5277-AB10-A63F9A905C93}" dt="2025-12-02T23:13:39.721" v="90" actId="20577"/>
          <ac:spMkLst>
            <pc:docMk/>
            <pc:sldMk cId="405631836" sldId="588"/>
            <ac:spMk id="3" creationId="{AF4B695E-5FB2-6B84-04EA-611C471A9E92}"/>
          </ac:spMkLst>
        </pc:spChg>
      </pc:sldChg>
      <pc:sldChg chg="modSp">
        <pc:chgData name="Josh Hug" userId="e2159f7335c131c2" providerId="LiveId" clId="{0EDB6E27-9086-5277-AB10-A63F9A905C93}" dt="2025-12-02T23:13:35.043" v="86" actId="20577"/>
        <pc:sldMkLst>
          <pc:docMk/>
          <pc:sldMk cId="2015804256" sldId="589"/>
        </pc:sldMkLst>
        <pc:spChg chg="mod">
          <ac:chgData name="Josh Hug" userId="e2159f7335c131c2" providerId="LiveId" clId="{0EDB6E27-9086-5277-AB10-A63F9A905C93}" dt="2025-12-02T23:13:35.043" v="86" actId="20577"/>
          <ac:spMkLst>
            <pc:docMk/>
            <pc:sldMk cId="2015804256" sldId="589"/>
            <ac:spMk id="3" creationId="{89580A43-0C9D-07D6-1829-09660EB1BBA3}"/>
          </ac:spMkLst>
        </pc:spChg>
      </pc:sldChg>
      <pc:sldChg chg="delSp modSp mod delAnim modAnim">
        <pc:chgData name="Josh Hug" userId="e2159f7335c131c2" providerId="LiveId" clId="{0EDB6E27-9086-5277-AB10-A63F9A905C93}" dt="2025-12-02T23:14:49.455" v="106" actId="478"/>
        <pc:sldMkLst>
          <pc:docMk/>
          <pc:sldMk cId="23480211" sldId="592"/>
        </pc:sldMkLst>
        <pc:spChg chg="mod">
          <ac:chgData name="Josh Hug" userId="e2159f7335c131c2" providerId="LiveId" clId="{0EDB6E27-9086-5277-AB10-A63F9A905C93}" dt="2025-12-02T23:14:02.726" v="96" actId="20577"/>
          <ac:spMkLst>
            <pc:docMk/>
            <pc:sldMk cId="23480211" sldId="592"/>
            <ac:spMk id="3" creationId="{CDA5BBC5-BF09-05D1-7F43-88FA8D26E328}"/>
          </ac:spMkLst>
        </pc:spChg>
        <pc:spChg chg="del mod">
          <ac:chgData name="Josh Hug" userId="e2159f7335c131c2" providerId="LiveId" clId="{0EDB6E27-9086-5277-AB10-A63F9A905C93}" dt="2025-12-02T23:14:49.455" v="106" actId="478"/>
          <ac:spMkLst>
            <pc:docMk/>
            <pc:sldMk cId="23480211" sldId="592"/>
            <ac:spMk id="4" creationId="{C779A214-D79E-5AEC-2625-540648ACA5CB}"/>
          </ac:spMkLst>
        </pc:spChg>
        <pc:spChg chg="del mod">
          <ac:chgData name="Josh Hug" userId="e2159f7335c131c2" providerId="LiveId" clId="{0EDB6E27-9086-5277-AB10-A63F9A905C93}" dt="2025-12-02T23:14:47.731" v="105" actId="478"/>
          <ac:spMkLst>
            <pc:docMk/>
            <pc:sldMk cId="23480211" sldId="592"/>
            <ac:spMk id="6" creationId="{83DA016E-1F18-8B55-CB2F-F64094AF1FD1}"/>
          </ac:spMkLst>
        </pc:spChg>
        <pc:spChg chg="del">
          <ac:chgData name="Josh Hug" userId="e2159f7335c131c2" providerId="LiveId" clId="{0EDB6E27-9086-5277-AB10-A63F9A905C93}" dt="2025-12-02T23:14:47.731" v="105" actId="478"/>
          <ac:spMkLst>
            <pc:docMk/>
            <pc:sldMk cId="23480211" sldId="592"/>
            <ac:spMk id="7" creationId="{FA5CACF1-8E12-2E93-534F-FE998BB09C15}"/>
          </ac:spMkLst>
        </pc:spChg>
      </pc:sldChg>
      <pc:sldChg chg="modSp">
        <pc:chgData name="Josh Hug" userId="e2159f7335c131c2" providerId="LiveId" clId="{0EDB6E27-9086-5277-AB10-A63F9A905C93}" dt="2025-12-02T23:15:02.594" v="132"/>
        <pc:sldMkLst>
          <pc:docMk/>
          <pc:sldMk cId="381327112" sldId="599"/>
        </pc:sldMkLst>
        <pc:spChg chg="mod">
          <ac:chgData name="Josh Hug" userId="e2159f7335c131c2" providerId="LiveId" clId="{0EDB6E27-9086-5277-AB10-A63F9A905C93}" dt="2025-12-02T23:15:00.956" v="131"/>
          <ac:spMkLst>
            <pc:docMk/>
            <pc:sldMk cId="381327112" sldId="599"/>
            <ac:spMk id="4" creationId="{FE001470-D3D0-ACAE-1503-10C3AA153ED8}"/>
          </ac:spMkLst>
        </pc:spChg>
        <pc:spChg chg="mod">
          <ac:chgData name="Josh Hug" userId="e2159f7335c131c2" providerId="LiveId" clId="{0EDB6E27-9086-5277-AB10-A63F9A905C93}" dt="2025-12-02T23:15:02.594" v="132"/>
          <ac:spMkLst>
            <pc:docMk/>
            <pc:sldMk cId="381327112" sldId="599"/>
            <ac:spMk id="6" creationId="{40DF4C14-4A81-3DD7-0606-C9A7BE436C45}"/>
          </ac:spMkLst>
        </pc:spChg>
      </pc:sldChg>
      <pc:sldChg chg="modSp mod">
        <pc:chgData name="Josh Hug" userId="e2159f7335c131c2" providerId="LiveId" clId="{0EDB6E27-9086-5277-AB10-A63F9A905C93}" dt="2025-12-02T23:12:04.660" v="1" actId="27636"/>
        <pc:sldMkLst>
          <pc:docMk/>
          <pc:sldMk cId="1862141519" sldId="614"/>
        </pc:sldMkLst>
        <pc:spChg chg="mod">
          <ac:chgData name="Josh Hug" userId="e2159f7335c131c2" providerId="LiveId" clId="{0EDB6E27-9086-5277-AB10-A63F9A905C93}" dt="2025-12-02T23:12:04.660" v="1" actId="27636"/>
          <ac:spMkLst>
            <pc:docMk/>
            <pc:sldMk cId="1862141519" sldId="614"/>
            <ac:spMk id="2" creationId="{B3A38025-AAB8-C0A0-7CC7-FFC8F33111D9}"/>
          </ac:spMkLst>
        </pc:spChg>
      </pc:sldChg>
      <pc:sldChg chg="modSp">
        <pc:chgData name="Josh Hug" userId="e2159f7335c131c2" providerId="LiveId" clId="{0EDB6E27-9086-5277-AB10-A63F9A905C93}" dt="2025-12-02T23:16:04.570" v="164"/>
        <pc:sldMkLst>
          <pc:docMk/>
          <pc:sldMk cId="863177243" sldId="663"/>
        </pc:sldMkLst>
        <pc:spChg chg="mod">
          <ac:chgData name="Josh Hug" userId="e2159f7335c131c2" providerId="LiveId" clId="{0EDB6E27-9086-5277-AB10-A63F9A905C93}" dt="2025-12-02T23:16:04.570" v="164"/>
          <ac:spMkLst>
            <pc:docMk/>
            <pc:sldMk cId="863177243" sldId="663"/>
            <ac:spMk id="3" creationId="{67A008C0-CD8D-4323-3488-50C994D30A74}"/>
          </ac:spMkLst>
        </pc:spChg>
      </pc:sldChg>
      <pc:sldChg chg="modSp mod">
        <pc:chgData name="Josh Hug" userId="e2159f7335c131c2" providerId="LiveId" clId="{0EDB6E27-9086-5277-AB10-A63F9A905C93}" dt="2025-12-02T23:16:00.271" v="163" actId="20577"/>
        <pc:sldMkLst>
          <pc:docMk/>
          <pc:sldMk cId="3007531956" sldId="667"/>
        </pc:sldMkLst>
        <pc:spChg chg="mod">
          <ac:chgData name="Josh Hug" userId="e2159f7335c131c2" providerId="LiveId" clId="{0EDB6E27-9086-5277-AB10-A63F9A905C93}" dt="2025-12-02T23:16:00.271" v="163" actId="20577"/>
          <ac:spMkLst>
            <pc:docMk/>
            <pc:sldMk cId="3007531956" sldId="667"/>
            <ac:spMk id="3" creationId="{DDCB402C-B8E1-5362-0A05-9CD2E382A45F}"/>
          </ac:spMkLst>
        </pc:spChg>
      </pc:sldChg>
    </pc:docChg>
  </pc:docChgLst>
  <pc:docChgLst>
    <pc:chgData name="Josh Hug" userId="e2159f7335c131c2" providerId="LiveId" clId="{3EA5E4E8-3298-41BD-805A-DBB0F457239B}"/>
    <pc:docChg chg="custSel modSld">
      <pc:chgData name="Josh Hug" userId="e2159f7335c131c2" providerId="LiveId" clId="{3EA5E4E8-3298-41BD-805A-DBB0F457239B}" dt="2025-12-03T00:59:39.261" v="2" actId="7634"/>
      <pc:docMkLst>
        <pc:docMk/>
      </pc:docMkLst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625084545" sldId="540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625084545" sldId="540"/>
            <ac:inkMk id="7" creationId="{398164FC-1F34-8C3C-2716-A7A255C06A94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691016511" sldId="544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691016511" sldId="544"/>
            <ac:inkMk id="4" creationId="{A0683BC2-2E48-9E3D-2EA5-AD2081635928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172334130" sldId="545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172334130" sldId="545"/>
            <ac:inkMk id="4" creationId="{6E52A99C-D82E-7E1A-E75B-34F3409D558D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3342869068" sldId="558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3342869068" sldId="558"/>
            <ac:inkMk id="4" creationId="{2FDF9916-FD36-2E6D-2151-3DB8422A14A6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499063851" sldId="559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499063851" sldId="559"/>
            <ac:inkMk id="4" creationId="{A215F686-0606-4063-1938-507A7912DB3C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4287449558" sldId="560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4287449558" sldId="560"/>
            <ac:inkMk id="4" creationId="{2FE3A9F0-7146-F8D5-71E0-17F3628E344D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1890566292" sldId="563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1890566292" sldId="563"/>
            <ac:inkMk id="4" creationId="{0BF9B877-6065-2C11-E695-A5FA142C0EC1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399689169" sldId="565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399689169" sldId="565"/>
            <ac:inkMk id="7" creationId="{1BBA79BD-E247-7F2D-6470-D72CBFDF1213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697485091" sldId="566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697485091" sldId="566"/>
            <ac:inkMk id="4" creationId="{845C6091-86E2-870D-ECDC-036FE972E9BB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809784480" sldId="568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809784480" sldId="568"/>
            <ac:inkMk id="4" creationId="{AF18960E-C9E7-D202-5F6B-503C11457C8E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334099627" sldId="579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334099627" sldId="579"/>
            <ac:inkMk id="4" creationId="{ADB8E293-2F53-D0BD-A145-4F1AD295B10C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837205574" sldId="580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837205574" sldId="580"/>
            <ac:inkMk id="4" creationId="{E3AB2AAC-680C-45AC-50D3-E84CE81A79C2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188648935" sldId="583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188648935" sldId="583"/>
            <ac:inkMk id="4" creationId="{B5D990B8-3ADD-762E-B0DA-D3E9F35C2443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584258483" sldId="586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584258483" sldId="586"/>
            <ac:inkMk id="4" creationId="{F77A6233-E56D-0FF5-B7D3-0DAD9BA1D9F5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405631836" sldId="588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405631836" sldId="588"/>
            <ac:inkMk id="4" creationId="{4634FBB1-67A2-1FC6-8E79-C793298BCBEA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015804256" sldId="589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015804256" sldId="589"/>
            <ac:inkMk id="4" creationId="{0FF37A16-3657-99F7-FFB1-6645996B7D09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744437734" sldId="590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744437734" sldId="590"/>
            <ac:inkMk id="4" creationId="{4CB97F96-FE24-BE70-9486-AA8C95099CF5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3480211" sldId="592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3480211" sldId="592"/>
            <ac:inkMk id="4" creationId="{96799997-17F9-6B76-402F-09FA4ABE7415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349271129" sldId="593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349271129" sldId="593"/>
            <ac:inkMk id="6" creationId="{1926111B-63AB-F243-757F-ABA9DB33279D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381327112" sldId="599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381327112" sldId="599"/>
            <ac:inkMk id="7" creationId="{9B1A450D-9ACC-C59B-2681-822A99DF9DF7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4122937010" sldId="600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4122937010" sldId="600"/>
            <ac:inkMk id="7" creationId="{4208891C-BDFB-8204-4174-1CEA273FD79D}"/>
          </ac:inkMkLst>
        </pc:inkChg>
      </pc:sldChg>
      <pc:sldChg chg="addSp mod">
        <pc:chgData name="Josh Hug" userId="e2159f7335c131c2" providerId="LiveId" clId="{3EA5E4E8-3298-41BD-805A-DBB0F457239B}" dt="2025-12-02T23:50:32.324" v="0" actId="7634"/>
        <pc:sldMkLst>
          <pc:docMk/>
          <pc:sldMk cId="1930268975" sldId="606"/>
        </pc:sldMkLst>
        <pc:inkChg chg="add">
          <ac:chgData name="Josh Hug" userId="e2159f7335c131c2" providerId="LiveId" clId="{3EA5E4E8-3298-41BD-805A-DBB0F457239B}" dt="2025-12-02T23:50:32.324" v="0" actId="7634"/>
          <ac:inkMkLst>
            <pc:docMk/>
            <pc:sldMk cId="1930268975" sldId="606"/>
            <ac:inkMk id="5" creationId="{F8DD0828-5C6D-F0D6-3E80-E632E7762C5F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1567593176" sldId="607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1567593176" sldId="607"/>
            <ac:inkMk id="4" creationId="{DBD48994-BAE8-51B1-662D-EFB82E318B15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3775849864" sldId="609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3775849864" sldId="609"/>
            <ac:inkMk id="4" creationId="{3C40ADDC-21A4-0E44-DD8B-01328CCEF743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3477919222" sldId="611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3477919222" sldId="611"/>
            <ac:inkMk id="4" creationId="{B1515974-4ABD-640B-4709-F8FF4C1261E6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4065123829" sldId="612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4065123829" sldId="612"/>
            <ac:inkMk id="6" creationId="{69B47DBE-FB8E-1123-E618-06B110EABEA2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2300347649" sldId="613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2300347649" sldId="613"/>
            <ac:inkMk id="5" creationId="{CA4995CD-1A6F-16A6-6E13-43919D494DFF}"/>
          </ac:inkMkLst>
        </pc:inkChg>
      </pc:sldChg>
      <pc:sldChg chg="addSp mod">
        <pc:chgData name="Josh Hug" userId="e2159f7335c131c2" providerId="LiveId" clId="{3EA5E4E8-3298-41BD-805A-DBB0F457239B}" dt="2025-12-03T00:04:52.153" v="1" actId="7634"/>
        <pc:sldMkLst>
          <pc:docMk/>
          <pc:sldMk cId="710521160" sldId="615"/>
        </pc:sldMkLst>
        <pc:inkChg chg="add">
          <ac:chgData name="Josh Hug" userId="e2159f7335c131c2" providerId="LiveId" clId="{3EA5E4E8-3298-41BD-805A-DBB0F457239B}" dt="2025-12-03T00:04:52.153" v="1" actId="7634"/>
          <ac:inkMkLst>
            <pc:docMk/>
            <pc:sldMk cId="710521160" sldId="615"/>
            <ac:inkMk id="5" creationId="{10ECFE25-D3AD-24AF-B09B-1E7CACDBB800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737567685" sldId="616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737567685" sldId="616"/>
            <ac:inkMk id="4" creationId="{DD4F9211-2952-F1E6-D6EC-AFA66FCD50EA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3970586320" sldId="617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3970586320" sldId="617"/>
            <ac:inkMk id="5" creationId="{D9DDCDD7-DC3C-3ABC-84B2-442D64E02B8F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4201790895" sldId="618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4201790895" sldId="618"/>
            <ac:inkMk id="6" creationId="{1EC7CB5C-7C9C-A815-F9BB-C852046149A6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2803637745" sldId="622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2803637745" sldId="622"/>
            <ac:inkMk id="6" creationId="{D7F68072-8282-6F16-F5F5-D1533A702EF5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4273744203" sldId="624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4273744203" sldId="624"/>
            <ac:inkMk id="4" creationId="{33B823B3-0BE9-5940-C99B-D4F7E302FEFE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757467008" sldId="642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757467008" sldId="642"/>
            <ac:inkMk id="4" creationId="{601646E3-44F2-C3AF-74BE-1A84B854815E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1548340581" sldId="647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1548340581" sldId="647"/>
            <ac:inkMk id="4" creationId="{C5768B9B-41B2-4C3F-D8E3-2D77536295E1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3284412042" sldId="648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3284412042" sldId="648"/>
            <ac:inkMk id="5" creationId="{3F9E8B61-4321-FF84-C9D8-D7E691B4ACA5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863177243" sldId="663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863177243" sldId="663"/>
            <ac:inkMk id="4" creationId="{08A46BB9-6C34-0BF3-8682-F4564E58B8E6}"/>
          </ac:inkMkLst>
        </pc:inkChg>
      </pc:sldChg>
      <pc:sldChg chg="addSp mod">
        <pc:chgData name="Josh Hug" userId="e2159f7335c131c2" providerId="LiveId" clId="{3EA5E4E8-3298-41BD-805A-DBB0F457239B}" dt="2025-12-03T00:59:39.261" v="2" actId="7634"/>
        <pc:sldMkLst>
          <pc:docMk/>
          <pc:sldMk cId="3007531956" sldId="667"/>
        </pc:sldMkLst>
        <pc:inkChg chg="add">
          <ac:chgData name="Josh Hug" userId="e2159f7335c131c2" providerId="LiveId" clId="{3EA5E4E8-3298-41BD-805A-DBB0F457239B}" dt="2025-12-03T00:59:39.261" v="2" actId="7634"/>
          <ac:inkMkLst>
            <pc:docMk/>
            <pc:sldMk cId="3007531956" sldId="667"/>
            <ac:inkMk id="4" creationId="{0E8C1B7F-70EE-6ECC-F2BF-33CCCE5B9FCE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503D0-B2A1-404A-4E4F-55A3EA65C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BCFC8-C0DE-311A-C5A6-26DC8B488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9414A-D032-1A4D-90CB-BC259D65F8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5B715-74B6-5B23-9A47-FF3BA0B532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0CE52-9100-415C-39A2-C29FBF018B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A23A8-7B1F-7746-ACE0-490D0656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7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23:51:27.437"/>
    </inkml:context>
    <inkml:brush xml:id="br0">
      <inkml:brushProperty name="height" value="0.053" units="cm"/>
      <inkml:brushProperty name="color" value="#FF0000"/>
    </inkml:brush>
  </inkml:definitions>
  <inkml:trace contextRef="#ctx0" brushRef="#br0">24961 2115 7945,'-19'-30'0,"0"-4"0,3-3 181,4 1 0,8 4 1,10 11-1,8 8 1,9 5-1,4 5 1,2 1-1,0 4-1345,-1 3 1164,1 3 0,0 44 0,0 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5.821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25407 7870 7772,'-35'0'0,"4"-1"0,-2-2 0,2-2 431,3 2 0,4 1 0,1 2 0,3 0 20,2 0 0,-3-5-297,2 0 0,-7 1 0,2 4 1,-3 0-1,-1-2 0,-1-1 400,0-2 0,5 0-344,0 5 1,0 2 0,-6 3-1,-2 4 1,-3 4 0,-1 3-2,1 3 1,-5 4 0,0 5-1,-4 1-59,-4 0 0,0 4 0,4 3 1,1 0-25,0 4 1,0 0 0,1 0-1,2-1 80,2 1 1,6 1-1,-1 2 1,4-1 22,5-4 0,3 4 0,8-4 1,2 4-151,1 1 1,7 3-1,-2 1 1,4-4-3,1-2 0,8 4 0,5-5 0,6 3-3,3 0 1,9-1 0,7-10 0,3 2-6,3-2 0,7 1 0,5-3 1,6-2-47,4-1 1,2-6-1,11-2 1,-37-11-1,2 0-28,3 0 0,0-2 0,1-1 1,0-2-1,2 0 0,-1-1 1,2-1-1,1 0-32,-1-1 0,0 0 0,2-2 0,1 0 0,-1-1 0,0-2 0,-1-1 1,-1-2 52,1 0 1,-1 0 0,-1-3 0,0 0 0,2-2 0,-1 0 0,0-2 0,0 0-10,0-1 1,-1-2-1,-1-1 1,-2-2 0,-6 2-1,-1 0 1,-2-2-1,-1-1 43,-1-2 1,-3 0-1,-1-3 1,-3-2 0,17-34-1,-14 1 105,-14-2 0,-10-2 0,-8-7 1,-3-2 30,-7-2 0,-9 0 0,-18 7 1,15 35-1,-1 1 136,-1 0 0,-1 1 1,-28-24-1,-6 4 1,-2 13-418,-1 8 1,-7 8 0,2 3 0,-2 5-800,2 8 0,-2 5 0,5 5 0,0 4-1546,0 8 0,-3 9 2440,5 10 0,-5 2 0,4 4 0,1-4 0</inkml:trace>
  <inkml:trace contextRef="#ctx0" brushRef="#br0" timeOffset="1">5639 4633 7867,'-6'-8'995,"3"-3"-398,-7 6 1,5-5-312,-4 6 0,4-3 0,-5 4 0,-1-2 0,-2 2 0,-1 1 0,0 2 0,-2 2 0,-2 3 281,-1 4 0,-7 4 0,2 3 1,-1 3-350,1 5 0,-3 4 1,4 0-1,-1 1-74,0 0 0,8-2 0,0-1 0,7-2-193,2 1 1,4-4-1,8-2 1,6-4-33,7-6 1,4 4 0,7-5 0,0 0 144,-1-3 0,1 1 0,0 1 0,0 1 184,0 3 1,-5 1 0,-2 3 0,-1-1-38,-4 1 0,2 4 0,-3 2 0,-4 1-16,-4 4 0,-4 1 0,-4 2 0,-1-1-101,-4 1 1,-5 0 0,-7 0 0,-4-1-15,-1 1 0,-1 0 0,-2-2 0,1-3-48,-2-5 1,-1 2 0,0-2 0,1-3 87,2-5 0,7-4 1,-1-9-1,7-4 41,6-9 1,4-9 0,1-14 0,3-11-39,6-11 0,3-5 0,13-9 0,-11 36 1,1 0 43,0-3 1,2 0 0,0 2 0,1 0 0,-1 0 0,0 1-1,1 1 1,2 0 122,0 1 0,1 1 1,0-1-1,0 1 0,17-32 1,-4 6 97,-4 7 0,-7 11 0,-4 9-762,-3 4 0,-8 15-1118,-3 11 1,-10 15-1,-3 13-96,0 3 0,-3 2 1,6 1-1,0 4-2331,-1 4 3919,4-3 0,-9 9 0,-3 5 0,2 1 0,0 1 0</inkml:trace>
  <inkml:trace contextRef="#ctx0" brushRef="#br0" timeOffset="2">6157 4993 7815,'-6'-15'80,"3"7"1,-7 2 187,-1 0 371,-2 4 0,4-3 0,-1 8 0,0 4 0,1 1 0,-1 5 1,-1 3 107,-2 3 1,-1 8-1,-1 0 1,3 7-282,2 2 1,-1 4 0,5 7-1,-1 2-92,1 2 1,1-4 0,7-1-1,2-6-253,6-6 0,9-10 0,5-7 0,5-6 30,4-6 0,4-11 0,6-9 0,1-9 94,-1-7 0,-2-6 1,-2-6-1,-6-1 11,-2 1 1,-14-5-1,-4 0 1,-5 2-64,-5 1 1,-4 2 0,-9 0-1,-11 0-408,-9 0 0,-4 4 0,-7 4 0,-4 5-596,0 7 0,0 12 0,4 6 0,-1 4-77,-1 1 1,9 12 0,-2 8 0,7 7-332,5 6 0,11-1 1,0 5-1,5-2 1219,5-3 0,21 18 0,6 3 0</inkml:trace>
  <inkml:trace contextRef="#ctx0" brushRef="#br0" timeOffset="3">6733 5352 7791,'-23'10'166,"4"0"0,8-2 0,1 3 996,-1-2 0,0-4-715,2 5 0,2-9 1,7-1-1,0-9 1,3-9-1,5-7 1,7-6-1,2-6 1,4-3 839,3-4 1,3-9 0,2 2 0,0-2-835,0 0 0,4 1 0,1-4 0,-2 4-315,-2 9 0,-3 7 0,-3 8 0,-5 4-540,-3 5 0,-3 11 0,-3 10-609,-5 11 0,-10 7 1,-5 9-1,-4 1-1412,-5 4 0,-4-4 2423,-6 4 0,-10 2 0,-8 3 0,-3 4 0,-1-1 0</inkml:trace>
  <inkml:trace contextRef="#ctx0" brushRef="#br0" timeOffset="4">6388 4993 7813,'-15'0'1011,"2"-2"-304,4-3 1,-2 2-281,6-6 1,-2 4-1,4-5 1,-2-3 0,4-4-1,4-7 1081,7-3 1,6-2-1148,8 0 0,1-5 0,13-1 0,2 0 1,2 2-1,0 4 39,-4 3 1,2 10 0,-7 2-1,-2 7-344,-6 6 1,-5 7-1,-11 5 1,-4 9 41,-3 8 1,-4 1 0,-4 6-1,-9-1-348,-7-1 1,-5 6 0,-2-6 0,0-1-73,0-1 1,1-2 0,-1-2 0,-2-2-517,-2-1 0,7-8 0,-1-1-618,5-9 0,11-6-182,11-5 1,8-1 1637,11-4 0,61-3 0,-30 9 0,0 0 0</inkml:trace>
  <inkml:trace contextRef="#ctx0" brushRef="#br0" timeOffset="5">6992 5410 7813,'-7'14'0,"1"6"0,-4-1 0,4-2 4372,0-1-3222,4-8 1,-4-3 0,6-11-715,0-9 1,0-1-1,1-6 1,4 0-207,5-1 0,1 1 1,0-4-1,-1 4-54,1 1 0,3 2 0,4 6 1,1 2-67,-1 1 1,-3 7 0,0-2 0,1 5-185,3 5 1,-3 5 0,3 9 0,-4 3 68,-6 1 1,-2 9-1,-7-4 1,0 3 165,0-1 0,-8-1 1,-7-2-1,-7-1-165,-5-2 0,-4-12 0,-1 1 0,-1-5-582,1-5 1,1-4 0,4-7 0,5-8-652,7-5 1,3-8 0,7-4-1,2-1 1237,1-1 0,34-15 0,8-9 0</inkml:trace>
  <inkml:trace contextRef="#ctx0" brushRef="#br0" timeOffset="6">8675 4748 7912,'0'-22'0,"0"3"411,0 3 0,-2 1 1,-1 1-1,-2-1 20,2 1 1,0 1-1,-2 2-52,-4 1 0,1 2 0,-4-1 1,-2 4-1,-5 3 0,-2 4 1,-1 3-1,-1 4 0,-4 7 292,-5 8 1,2 2 0,-4 12 0,2 2-478,-1 2 1,9 1 0,1-1 0,11-2-76,7-2 1,3-4 0,7 2 0,8-1-147,11-3 0,19-8 1,5-4-1,6-3-102,4 2 1,-5-7 0,-4 0 0,-3-2 200,-4-2 1,-13 0 0,-2 3 0,-6-1 247,-8 1 1,-7 2 0,-11 1 0,-6 2 5,-7 3 0,-4-3 0,-7 5 0,0-2-206,1 0 1,-3 5 0,-2-4-1,-4-3-759,0-1 0,-3-3 0,5-3 1,0-6-934,0-2 0,3-4 0,9-2 0,9-9-674,8-10 1,4-2 2245,2-14 0,38-18 0,-14 23 0,0 1 0</inkml:trace>
  <inkml:trace contextRef="#ctx0" brushRef="#br0" timeOffset="7">8992 4993 7722,'-10'9'0,"0"1"0,-1 3 587,-2 4 1,4 1 0,-1 7 0,1 4 675,1 3 0,-4 8 0,8-1 1,0 2-641,3 2 1,1-6 0,3-5-1,5-6-429,6-7 0,12-5 0,1-4 0,7-5-125,3-4 1,-4-9 0,5-6 0,1-9-334,-2-4 0,1-3 1,-8-2-1,-4-3-695,-4-2 0,1 5 0,-7 0 0,-5 6-1182,-3 7 1,-3 3 2140,-5 2 0,-13 38 0,-3 9 0</inkml:trace>
  <inkml:trace contextRef="#ctx0" brushRef="#br0" timeOffset="8">9466 5324 7722,'-14'14'269,"1"0"0,2-1 1731,1-3 0,6-2-624,-6-3 1,7-5-675,-2 0 1,8-7-1,4-7 1,1-2-175,3-3 0,6-4 0,4-6 0,2 1-300,2-1 1,2 0-1,2 0 1,0 1-167,0-1 0,-1 2 1,1 3-1,-2 4-48,-3 4 1,2 8 0,-7 5 0,-3 8-166,-5 9 0,-4 7 0,-7 10 0,0 2-340,0 6 1,-5 2 0,-2 1 0,-1-2-686,-3-2 1,5-6 0,1 2 0,3-6-570,2-4 1,4-4-1,4-11 1745,6-4 0,25-29 0,10-14 0,2-2 0,0 0 0</inkml:trace>
  <inkml:trace contextRef="#ctx0" brushRef="#br0" timeOffset="9">10027 5280 9041,'-14'8'0,"1"-1"1798,4-1 1,-4-4-587,3 3 0,-1-5-931,1-5 0,6-3 0,8-7 0,8-1 726,5-3 0,2 2 0,9-7 0,2-3-399,0-5 0,7 1 0,1-2 0,4 2-229,1 2 0,-1 2 1,-4 3-1,-4 5-135,-4 3 0,-8 8 1,-2 3-1,-6 5-241,-4 5 0,-4 10 1,-6 10-1,-3 7-349,-7 6 1,1 4-1,-12 0 1,2-2-933,-1-2 0,1-1 0,5 1 0,1-4-574,4-4 0,2-8 0,9-2 977,3-4 1,3-10 874,6-6 0,13-31 0,5-15 0,3-5 0,0 0 0</inkml:trace>
  <inkml:trace contextRef="#ctx0" brushRef="#br0" timeOffset="10">10718 4834 7722,'6'-9'489,"4"-1"0,-2 7 1,0 0 571,-2 6 1,4 5 0,-5 8 0,-2 2-204,-1 1 0,2 11 1,1-1-1,-2 3-287,-1 3 1,0-3 0,1 5 0,2-2-1085,-2-3 0,3-3 1,0-4-1,2-4-667,4-5 0,2 0 0,5-11 0,5-2 24,3-1 1,7-10-1,0-7 1,-2-7 684,-2-5 0,3-7 0,1 1 1,-4 1 522,-4 1 1,-5 4 0,-7 3 0,-1 5 724,-3 3 1,-6 8 0,-8 5 0,-6 8 553,-3 9 0,-8 12 1,-3 10-1,-4 4-227,-6 5 1,2 8 0,-8 0 0,-3 4-519,-3 5 1,-7-1 0,28-28 0,0 0 0,-24 31-802,-1-4 1,4-4-1,9-8-4786,8-9 5001,13-14 0,3-36 0,6-14 0</inkml:trace>
  <inkml:trace contextRef="#ctx0" brushRef="#br0" timeOffset="11">13178 4518 7809,'-29'-5'406,"2"0"1,3 2-1,7 0 487,5-2 1,8-1 0,10-4-1,8 5-194,9 4-240,4 1 0,3 0 1,4 0-1,4 1 0,4 4 1,-1 5-1,-1 3 1928,-1 1-2253,-1 7 1,-1 1-1,-4 8 1,-4 4-1,-5 4 1,-6 6-1,-7 4 84,-6 4 1,-18 9 0,-11 1 0,-13 1-234,-9 1 0,-5-5 1,22-27-1,-1 0 1,-1-2-1,1 1-143,-1-2 0,-1-1 0,-30 22 0,6-15 0,3-5 135,5-7 1,12-12 0,7-10 0,10-9-25,8-11 0,4-14 0,10-11 0,7-7-37,9-5 1,8 4 0,5 2 0,3 4 268,2 4 1,-3 10-1,3 3 1,-2 9 302,-3 4 1,-2 8-1,-1 4 1,0 9-120,-1 10 0,-5 5 1,-4 9-1,-3 1-388,-2 4 1,-1-2-1,-3 5 1,-5-2-315,-4-3 1,-1 0-1,0 0 1,0 0-762,0-5 0,0 0 1,0-8-1,0-1-1412,0-2 0,2-8 2506,2-3 0,16-43 0,7-25 0,4-1 0,0 0 0</inkml:trace>
  <inkml:trace contextRef="#ctx0" brushRef="#br0" timeOffset="12">13984 4705 7822,'-23'0'663,"-2"0"1,6 2-1,-1 4 342,0 8 1,2 2-1,-6 10 1,0 4-226,2 7 0,-5 13 0,4 6 0,-1 8-31,0 6 0,11-3 0,1 5 0,4-10-370,5-7 0,9-11 0,8-10 0,10-7-354,8-9 1,0-12 0,8-3 0,3-7-36,4-11 0,5-6 1,-4-9-1,-1-4-161,-2-4 0,-2-5 1,-2-5-1,-4-5 189,-8-3 0,-7 0 1,-9 2-1,-3 0-55,-6-6 0,-15 1 1,-11-6-1,-13 1-685,-13 3 0,-7 3 1,-1 7-1,4 11 65,4 15 1,3 10 0,3 20 0,2 8-47,2 11 0,14 17 1,3 4 702,8 5 0,19-7 0,4 5 0,-1 5 0,0-1 0</inkml:trace>
  <inkml:trace contextRef="#ctx0" brushRef="#br0" timeOffset="13">15135 4575 7768,'0'-14'3668,"-2"6"-2515,-3 3 1,-3 16-1,-8 9-905,-3 5 0,-5 12 0,-9 8 0,-7 11 1,-7 9-1,21-29 0,0 0 0,-3 2 0,0-1 1,-1 2-1,-1-1 0,0 0 0,0 1-90,0 1 1,1-2 0,-19 23 0,10-5 0,15-15-1099,12-12 1,7-13 0,11-14-594,8-10 0,12-11 0,8-20 1533,-2-9 0,-12-6 0,1-15 0,0-3 0,2-6 0,0 1 0,0-1 0</inkml:trace>
  <inkml:trace contextRef="#ctx0" brushRef="#br0" timeOffset="14">14890 4288 7768,'-29'0'372,"1"0"0,0 0 315,4 0 0,-1 3 0,3 5 0,-4 8 260,-4 5 1,-4 9-1,0 8 1,-2 6-235,-1 4 1,2-2 0,8 5 0,4-3-272,9-6 0,7-7 0,14-13 0,7-7-513,9-9 1,5-4 0,6-6-1,4-4-84,4-6 0,-2-15 0,0 0 1,0-3-265,-5-3 1,-3 5 0,-5-5-1,-1 1-146,-2 1 0,-13-1 0,-2 5 1,-7 0 109,-7 1 0,-11-1 1,-11 2-1,-7 3-142,-2 5 1,-1 9 0,-1 5 0,4 5-746,4 5 1,7 11 1341,4 13 0,14 32 0,7 15 0,-2-19 0,1 0 0,-1 0 0</inkml:trace>
  <inkml:trace contextRef="#ctx0" brushRef="#br0" timeOffset="15">15092 5266 7765,'-15'0'731,"1"0"175,-1 0 1,6 2 0,-2 2 0,-4 6-180,-2 3 0,-4 8 0,2 3 0,-5 6-145,-3 8 0,4 1 0,4 9 0,5-4-288,4 0 1,4-8 0,9-2 0,6-5-246,11-5 1,7-5-1,6-9 1,7-6-296,7-2 1,-3-4-1,6-4 1,-2-7-940,0-4 0,0-9 0,-8 2 0,-5-2-2806,-6 2 3991,-16-3 0,-65-8 0,12 13 0,0-1 0</inkml:trace>
  <inkml:trace contextRef="#ctx0" brushRef="#br0" timeOffset="16">14933 5280 7730,'-35'13'-78,"6"-3"0,7 3 1,9-4 458,4 4 1,4-5 0,10-3 65,4-4 1,15 4-1,7 0 1,4-2 0,5-1-1,1-2 1,4 0 0,1 0-1,4 0 1713,1 0-2046,-5 0 0,-1 1 1,-8 6-1,-2 7 1,-6 9-1,-7 5 1,-9 6 100,-5 4 1,-11 5 0,-12 4 0,-7 1-102,-5-2 0,-3-1 0,-2-4 0,-4-2-222,0-6 1,2-9-1,-3-6 1,2-5-552,3-4 1,3-7 0,5-2 0,5-10 658,3-7 0,21-31 0,5-13 0</inkml:trace>
  <inkml:trace contextRef="#ctx0" brushRef="#br0" timeOffset="17">16832 4647 7683,'-28'0'329,"-1"0"0,2 0 0,1 0 0,4 2 0,1 3 0,2 4 629,-2 4 1,3 8 0,-6 3-1,-1 3-456,-2 2 1,3 6 0,1 3 0,3 6 22,2 4 0,4 1 1,4 4-1,7-5-187,6-3 0,7-7 1,9-3-1,5-4-538,3-9 0,6-5 0,3-4 0,0-3-692,4-5 1,2-4 0,-1-2 0,-1-4-816,-1-5 0,-1-3 0,4-3 1707,-4-3 0,1-29 0,2-16 0,-13 18 0,1-1 0,-1 0 0</inkml:trace>
  <inkml:trace contextRef="#ctx0" brushRef="#br0" timeOffset="18">17393 4288 8206,'-9'4'1045,"1"3"0,0 2-492,0 7 0,5 2 1,-4 11-1,1 6-57,-4 5 1,-2 10-1,-3 4 1,1 5 33,-1 3 1,-4 6 0,-2-5 0,1 0-431,-1-4 1,2-6 0,6-15-1,2-4-1666,1-4 1,9-9 231,1-7 0,11-6 0,9-9 0,1-4 90,0-5 1,5-7 1243,-2-3 0,1-14 0,2-8 0,4-1 0,-1-1 0</inkml:trace>
  <inkml:trace contextRef="#ctx0" brushRef="#br0" timeOffset="19">17523 4734 7683,'-2'14'39,"-1"1"0,-3-1 532,-2 0 0,3 1 0,-5 1 0,-1 3 314,-2 5 0,1 3 0,0 3 1,3 2-213,-2 2 0,-1 4 1,3-4-1,4-4-152,3-4 1,4-5-1,4-9 1,9-2-266,7-5 1,5-5 0,4-7 0,1-7-96,1-8 1,1-6 0,-7-2 0,-1-2-119,-2-1 1,-8-3-1,-2 4 1,-8-3-377,-4-2 1,-2 10 0,-2-2-1,-2 4-620,-6 3 1,-4 6 0,-6 8 0,-2 3-194,0 6 0,-4 7 0,5 10 1,2 3-1575,3 1 2720,-1 2 0,21 50 0,-3-32 0,0 0 0</inkml:trace>
  <inkml:trace contextRef="#ctx0" brushRef="#br0" timeOffset="20">17753 4878 7683,'5'-10'1834,"0"0"0,1 7-1229,-1-2 1,-3 5-1,4 5 1,-1 5 42,0 3 0,4 1 1,-2 2-1,-1 2-218,0 1 0,4 2 0,-4-4 0,2 2-262,3-1 1,4-2 0,2-3-1,3-2-113,-3-2 0,4-5 1,-2 0-1,-1-4-276,-2-4 0,-2-6 1,1-9-1,-1-5-849,0-3 1,-4-2-1,-2 0 1,-2 0-32,-3 1 1,-1-1-1,-2 2 1,0 3-1419,0 4 2519,0 5 0,0 7 0,0 1 0</inkml:trace>
  <inkml:trace contextRef="#ctx0" brushRef="#br0" timeOffset="21">18199 4849 7666,'8'0'1237,"-1"0"1,-7 8-1,0 5 1,0 4-990,0 1 1,-5-2 0,0-2-1,2 1-41,1-1 1,2 0-1,2-1-91,3-3 1,3-4 0,6-6 0,2-3 61,3-7 1,-3-1 0,5-14-1,-2-6 109,0-6 1,5-6 0,-5-3 0,-3-4-34,-4-1 1,-1-3 0,-5-9 0,1-4-238,-1-3 1,-1 4 0,-5 6 0,0 5-415,0 7 1,0 12-324,0 7 0,0 24 1,0 18-1,-2 9-394,-3 9 1,4 7 0,-6 0 0,3 4-242,-1 1 0,0-1 1355,5-4 0,13 16 0,3-1 0</inkml:trace>
  <inkml:trace contextRef="#ctx0" brushRef="#br0" timeOffset="22">18631 4619 8657,'8'0'5689,"0"0"-5110,-3 0 1,-4 1 0,6 4-1,-3 5-175,1 2 1,5 3 0,-5-1 0,-2 1-112,-2-1 0,4 0 0,0 2 0,-2 2-121,-1 1 1,-2 5 0,0-3 0,0 0-15,0-1 1,0 4 0,-2-3 0,-1 0-76,-2 0 0,-1-2 0,3-5 0,-2 1 79,2-1 1,1-4-363,2-1 1,6-7 0,4-2-569,3-8 0,1 0 1,0-2-1,1 1-938,-1 1 0,1-5-132,-1 3 1466,-6 4 1,-3 1 1443,-10 10 1,-3-2-1,-8 8 1,-2 4-390,-1 2 1,-5 4-1,4-3 1,-1 2-527,0 3 1,-3-4 0,3 3 0,0-1 91,1-3 0,0-4-249,6-4 0,0-29 0,-1-13 0</inkml:trace>
  <inkml:trace contextRef="#ctx0" brushRef="#br0" timeOffset="23">27479 7683 7812,'-2'-14'0,"-3"0"603,-4-1 1,-4 1 0,-1 1 306,-1 3 1,1-1 0,-2 6-619,-3 2 1,1 2-1,-6 1 1,-2 1-1,-2 6 1,-6 5-1,-4 9 1,-4 5 0,-3 6 111,-3 3 1,-3 10 0,-8 7-1,29-23 1,-1 0-227,0 2 1,0 0 0,-3 2-1,1 0 1,2 3 0,1 1 0,2 1-1,0 1-47,3 1 0,1 2 0,2 2 1,2 1-1,3 1 0,2-1 1,4 0-1,3 0 62,2-1 1,4 0 0,10 36 0,11-4 0,16-5-107,15-9 0,-19-33 0,3-4 0,7-4 0,2-3 1,1-1-1,3-2-27,2-1 1,2-3 0,7 0-1,3-2 1,3-4 0,1-2-1,2-2 1,0-2-189,3-2 0,1-2 0,4-7 0,2-2 1,-21 4-1,1-2 0,-1 0 0,1 0 1,1-2-1,-2 0 54,1 1 1,-1-2 0,-1 0-1,-1 0 1,0-1 0,-2-1 0,18-7-1,-2-1 1,-5 0 0,-2 0-10,-6 1 1,-3-1-1,-3-2 1,-5-1 0,17-23-1,-20-2-51,-15 1 0,-20 4 1,-12-7-1,-20-2 151,-18-4 1,16 29 0,-3 2 0,-8 1-1,-2 2 1,-3 0 0,-2 1 139,-3 1 1,-1 2 0,-7-1 0,-1 0 0,0 2 0,1 1 0,-1 2 0,-1 3-57,1 1 0,-1 3 1,2 0-1,1 3 1,0 2-1,2 1 1,3 1-1,1 0-122,5 2 0,2 2 0,-31 1 0,26 4 0,12 6 21,9 3 0,7 3 0,11 3 0,2 3 0</inkml:trace>
  <inkml:trace contextRef="#ctx0" brushRef="#br1" timeOffset="24">26990 16992 8047,'0'-23'0,"1"0"22,4 2 0,-2 2 1,5 5-1,-1-1 0,-4 1 1,-2 0-1,-1-1 566,0 1 0,-1 4 0,-4 1 0,-5-3-216,-2 0 1,-3 2 0,-1 2 0,-1 2 34,-3 2 1,-5-2-223,1 1 0,-8 0 1,-3 5-1,-4 0 1,-5 0-1,-8 0 119,-4 0 0,-7 2 1,-6 1-1,-5 5-211,-2 5 0,30-8 0,0 1 0,0 4 0,0 1 0,-4-1 0,1 1-78,-1 0 1,0 2-1,2 0 1,-1 1-1,-1 0 1,-1-1-1,0 0 1,0 0-25,-2-1 1,0 0 0,6-1 0,0 2 0,0 0 0,1 1 0,4-1 0,0-1 73,0 1 0,1-2 0,-2-1 0,1 0 0,-1 1 0,1 0 0,0 0 0,1-1 30,0-1 1,0-1 0,-35 8 0,-4-1 0,1 1 50,4 3 0,-1-3 0,5 1 0,11-4-26,8-3 0,9-1 0,3 6 0,5-1-76,5 1 1,-1-1-1,12-1 1,3-2 104,5-1 1,0-1-1,6 6 1,2 1-142,1 3 1,9-2 0,2 6 0,6-1 87,4 0 1,-2 2-1,7 4 1,2-3-53,1-1 1,7 0 0,-1 5 0,1 0-123,1 0 1,2-6-1,7 1 1,3 2 71,1 1 0,8 2 0,1-2 1,10-1 116,9-2 0,-34-12 0,2 0 0,4 2 0,1 0 0,3 0 0,0 0-81,3-2 1,1 0 0,4-1 0,1 0-1,4-2 1,1 0 0,4 0 0,1-1 136,2-1 0,1-1 0,0 1 0,1-1 0,-3-3 0,1 0 0,1 0 0,1 1-134,1-1 1,1 0 0,-22-1 0,1-1 0,-1 1 0,2-2 0,-1 1 0,1-1 0,-1 1-1,1 0 1,-1 1 57,1-1 1,0 1 0,0-1 0,-1 1 0,-1 0 0,1-1 0,0-1 0,0 0-1,1 0 1,0 0 0,-1 1 0,0 0-142,0 0 0,0 1 0,-1 0 1,26-2-1,-1 1 0,-7 2 1,-2-1-1,1-1 0,0 0-75,0-1 1,0 0-1,1 0 1,-1 0-1,-1 0 1,-1 0-1,-3-1 1,0 0 50,0-1 1,0-1 0,0 0 0,1-2 0,3-2 0,0 0 0,-1 0 0,1-1 140,-1 1 0,0 0 0,1 0 0,-1 0 0,-3-1 0,-1 1 1,1 0-1,0 0 77,-1 0 1,1-1 0,1 1-1,0 0 1,-1 0 0,0 1 0,0 0-1,0 1-80,1 0 1,0 0-1,-2 1 1,1-1-1,2-1 1,1-1-1,-1 1 1,1 1-187,-1 0 0,-1 0 0,-2 3 0,-2 0 0,-5-2 0,-2 0 0,-2 0 0,-2 0-83,-5 0 0,-1 0 0,-3-1 0,-1 0 0,35-9 0,-8 1 93,-4 3 0,-4-6 0,-4 3 0,-2-1 59,-3-4 1,1 1-1,-6 2 1,-2 1-293,-1 0 0,-3-1 0,-2 1 0,-2 0 250,2-1 1,0-4-1,0 0 1,-2 1-208,2 2 1,-5 2 0,0-1 0,-1 1 327,0 0 1,-1-6 0,-4 0 0,0-1-102,-1 0 0,1 2 0,0 3 0,-2-2-64,-3-1 0,-3 0 0,-8 3 0,-4-2 125,-4-1 1,-3-6-1,-2 2 1,0-1 140,0 0 1,-7 0 0,-2-4 0,-6-1-23,-4 0 0,-5 5 0,-11 0 1,-10-2-46,-11-1 0,20 10 0,-3-1 0,-5-1 0,-1 0 0,-4-2 0,-1 0-122,-5-1 1,-2 1-1,-7-1 1,-2-1-1,-8-1 1,-4 0-1,22 7 1,-1-1-1,-1 1-138,-3-2 0,-2 0 0,-1 1 0,-6-2 1,0 1-1,-1 0 0,-3 0 0,0-1 1,-1 1-1,-1 0 0,-2 1 0,1-1 254,17 6 1,0-1 0,0 1 0,0 1 0,-1-1 0,-1 1 0,0 1 0,1 0 0,0 2 0,-1 0 0,1 1 0,0 1 0,-19-2 0,0 1 0,0 1 16,1 0 1,0 1 0,-1 1 0,1 2-1,0 0 1,-1 1 0,18 1 0,0-1 0,0 1-1,0 0 1,0 1 0,0-1 0,0 1-1,0 0-41,-19 0 0,-1 0 0,1 0 0,-1 0 0,1 0 0,1 0 0,6 0 0,0 0 0,1 0 0,1 0 0,-1 0 1,1 0-28,1 0 1,0-1 0,0 2 0,3 0-1,0 1 1,1 1 0,4 0 0,2 1 0,0 0-1,4 1 1,1 1 0,1-1-488,-23 4 0,3 2 0,5 3 0,2 2 1,3-1-1,2 0 0,5 2 0,1 2 484,5 0 0,2 1 0,2 1 0,1 2 0,4 0 0,0 2 0,0 0 0,0 1 0</inkml:trace>
  <inkml:trace contextRef="#ctx0" brushRef="#br1" timeOffset="25">3381 9352 7887,'-7'-14'392,"-2"0"1,-4-1 0,0 1 0,2 1 5158,1 3-4690,7 4 0,-2 8 1,9 2-312,0 6 0,1 9 0,-5 5 0,0 3 47,0 2 0,-1 6 0,-4 5 0,-3 5-219,0 3 0,-7 2 0,3-2 0,-6 4-145,0 4 1,2-5-1,4-3 1,0-5 20,3-4 1,9-6-1,3-10-173,10-9 1,11-7-1,1-12 1,7-5 9,7-3 1,2-3 0,2-3-1,2-5 198,3-3 1,3-2 0,7 2 0,-1 2-152,1 1 1,-5 1 0,-2-1 0,-2 5-630,-2 3 0,-10 6 0,-9 2-266,-7 2 0,-11 8 1,-6 7-1,-2 4-1510,-2 1 0,-2 1 1,-1 1 2266,-1 3 0,-14-9 0,2 2 0</inkml:trace>
  <inkml:trace contextRef="#ctx0" brushRef="#br1" timeOffset="26">4100 9122 7889,'-6'-8'1838,"2"2"0,-4 9-863,2 7 1,-4 6 0,4 15-1,-2 8-283,-3 9 0,-4 13 0,-4 9 0,-3 8-306,11-35 1,0 1 0,-2 0 0,0 1 0,2-2 0,1 0 0,0 0 0,-1-1-135,1-1 1,0 0 0,0 0 0,2-1 0,-3 32 0,3-6-389,1-6 0,3-8 0,4-4 0,1-4-532,4 0 1,3-8 0,6-4 0,1-6-991,-1-7 0,2 0 1658,3-4 0,10-36 0,8-19 0</inkml:trace>
  <inkml:trace contextRef="#ctx0" brushRef="#br1" timeOffset="27">4920 9266 7833,'-13'-30'492,"2"2"1,-11 14 0,-1 1 654,1 4 1,-2-3 0,-6 9 0,-2 5-579,-2 6 0,-6 8 0,2 6 1,-4 9-55,-1 4 1,5-2 0,1 6 0,2-1-180,3-1 0,3 3 0,7-5 0,7-1-316,9-4 0,4 0 1,4-10-1,4-3-72,9-1 1,5-3 0,11-2-1,1-3-4,1-2 1,7 1 0,-1-4 0,2 2-54,2-2 1,-1 3-1,-2 1 1,-3 1 167,-2 3 0,-3 7 0,-8 2 0,-5 4 10,-3 7 0,-8-1 0,-5 9 0,-6 0-39,-7 3 0,-10 1 0,-8 0 0,-7 2-147,-6 3 0,5-5 0,-8 2 0,1-7-111,1-2 0,-3-3 0,12-6 0,2-4 360,6-9 0,10-16 1,11-17-1,5-14-170,9-12 0,6-17 0,14-14 1,-13 36-1,0-1 67,1-3 1,2 0 0,0-2 0,2 1-1,0 1 1,0 0 0,1 0 0,1 0 40,-1 1 1,2 1-1,2 1 1,0 1 0,-1-1-1,1 0 1,0 3 0,0-1 223,0 2 1,-1 1 0,22-26-1,-10 9 1,-6 14-438,-6 12 0,-6 10-1042,-5 12 0,-7 13 0,-2 17 0,-1 7-4562,0 7 5747,0 9 0,-1-2 0,1 7 0,0 0 0</inkml:trace>
  <inkml:trace contextRef="#ctx0" brushRef="#br1" timeOffset="28">5294 10230 7819,'-29'6'1772,"7"-2"643,3 5 0,11-7-1785,8-2 0,5-7 0,7-7 0,1 0-1241,3-1 1,3 1 0,1-2 0,4-3 610,3-5 0,-6-17 0,-1-9 0,3-5 0,-1 1 0</inkml:trace>
  <inkml:trace contextRef="#ctx0" brushRef="#br1" timeOffset="29">6114 9137 7772,'-8'-15'0,"-5"2"1257,-4 4 0,-2-2 1,4 6-453,1 2 0,-5 1 0,-2 5 1,-3 7-296,-6 9 0,-1 13 1,-7 9-1,-1 9-265,3 8 1,15-24 0,0 2 0,2 1 0,1 1 0,0 4 0,1 1-44,2 1 1,1 0 0,2 0 0,2 0 0,3-1 0,1 0 0,1 0-1,1 0 1,1 1 0,1-1 0,2 30 0,6-7 0,9-12-49,7-11 0,7-6 0,4-11 0,6-7-369,2-10 0,7-7 1,2-7-1,1-6-12,3-7 1,-4-6 0,-2-9-1,-5-4-55,-5 0 1,-4-4 0,-10 2-1,-7 1 3,-5 4 0,-6 1 0,-8 10 0,-4 1 169,-8 3 0,-2 9 1,-10 6-1,-3 5 119,-3 9 0,-8 6 0,2 14 0,-4 2-125,-1 2 1,5 4 0,1-3 0,2 2-598,3 3 1,8-5 0,6-3 0,7-6 712,7-7 0,34-35 0,10-10 0</inkml:trace>
  <inkml:trace contextRef="#ctx0" brushRef="#br1" timeOffset="30">7179 9223 7757,'-15'-15'40,"1"1"0,0 1 0,-1 4 0,1 4 0,-1 5 0,0 6 844,-5 9 1,0 5-1,-6 11 1,0 4-307,-4 8 1,0 10-1,-7 12 1,2 7-215,3 2 0,16-34 0,1 0 0,1 0 0,0 0 0,-1 1 1,1-1 1,-1 2 1,1-2-1,-8 29 1,2-2-1,5-8-256,0-6 1,7-10 0,3-11-1,4-7-719,1-5-649,0-11 1,0-9-1,1-11 1258,4-7 0,-8-46 0,-5-22 0,5 23 0,0 0 0,-1 0 0</inkml:trace>
  <inkml:trace contextRef="#ctx0" brushRef="#br1" timeOffset="31">6704 9180 7804,'-11'-15'420,"-4"1"0,-1 0 0,5 1 1,3 2 520,2 1 1,-5 7 768,1-2-1383,-3 3 1,4 9 0,-2 4 0,-4 8 0,-2 8 0,-3 8 0,1 5 373,0 5 1,0 8 0,4 0 0,3 1-428,2-1 0,5-4 0,10-7 0,6-2-161,7-2 1,4-17 0,9-3 0,1-10-77,1-10 1,7-4-1,-3-10 1,-2-4-43,-6-3 0,-4-9 1,-9-2-1,-4 0-157,-4-1 1,-5 5-1,-10-4 1,-7 4-58,-8 1 0,-7 0 0,-3 1 1,-3 0-338,-2 4 1,3 4 0,-2 7 0,2 2-496,7 1 1,6 8 0,11 4 0,7 11 1050,6 9 0,44 44 0,-16-28 0,0 1 0</inkml:trace>
  <inkml:trace contextRef="#ctx0" brushRef="#br1" timeOffset="32">7265 10014 7817,'-19'-17'0,"-2"2"300,-1 2 1,4 2 0,-1 0 0,3 3 560,2 2 1,-6 4 0,0 10 0,-3 10-92,-2 7 1,-2 4 0,-1 13 0,3 4-174,1 3 1,6 4 0,-1 3 0,5-5-229,4-7 1,10-5-1,11-10 1,8-6-310,10-6 1,8-10 0,9-7 0,4-12 109,1-10 1,-3-4 0,3-12 0,-3 0-84,-6 1 0,-2-6 0,-12 1 0,-7-4-80,-8 0 1,-8 1-1,-13 2 1,-13-1-189,-16 1 0,-12 0 0,-12 2 0,-1 4-498,1 8 0,3 2 1,6 9-1,5 4-4275,7 3 4954,11 7 0,47 17 0,16 11 0</inkml:trace>
  <inkml:trace contextRef="#ctx0" brushRef="#br1" timeOffset="33">8833 9396 7767,'-22'-21'257,"-4"5"0,9-3 0,4 3 0,7 1 0,2 2 0,1 2 0,-3 3 532,-2 2 0,-2 1 1,-4 7-1,-1 4-472,1 8 0,-7 9 0,-1 10 0,0 7 37,2 7 1,6-1 0,4 7 0,6 1-188,2 2 0,10-5 0,6-3 0,9-3 4,4-2 1,6-1 0,3-4 0,-1-4 133,0-4 1,-6-6 0,-7 0-1,-3 0 20,-6-2 0,0 4 0,-10-7 0,-5-1 117,-6-2 1,-12 0 0,-7 1-1,-7 2-149,-3-1 1,-3-7 0,-8-1 0,-4-1-508,-4-1 1,-2 4 0,2-8 0,3 0-367,5-3 0,5-9 0,6-6 0,10-9-799,11-4 0,10-2 0,12 1 0,10-3 1379,11-2 0,31 7 0,16 2 0,-20 4 0,0 1 0,1-1 0</inkml:trace>
  <inkml:trace contextRef="#ctx0" brushRef="#br1" timeOffset="34">9337 9813 7767,'-15'-8'1588,"1"3"-744,0 3 0,1 4 0,2 3 0,1 6-354,-1 7 0,-2 9 0,-3 9 0,-1 6 150,-3 8 0,3 4 0,6 4 0,3-1-76,1 1 1,9-12 0,9-6 0,7-8-447,6-10 1,9-10-1,6-8 1,2-4 15,2-4 1,2-11-1,1-10 1,2-6-60,-1-2 0,-9-7 0,-4 3 1,-4-2-680,-1 1 1,-8 1 0,-7-1 0,-6 4-1733,-2 4 1,-4 8 669,3 2 1,-9 12-1,0 8 1666,1 8 0,20 69 0,-5-30 0,0 1 0</inkml:trace>
  <inkml:trace contextRef="#ctx0" brushRef="#br1" timeOffset="35">9855 10216 7767,'-15'4'717,"1"3"2060,0 1-361,6 1-1596,1-1 1,9-9 0,3-12-162,4-5 0,4-7 0,3 1 0,3-3-356,5-2 0,3-6 0,2-2 1,1-1-60,4-1 1,-2 2 0,6-1 0,1 5-1,-2 2 1,-2 10-1,-7 7 1,0 8-98,-4 4 0,-5 15 0,-8 8 1,-3 9-143,-2 8 1,-2 9 0,-9 2 0,-5 1-323,-3-1 0,4-2 1,-1-7-1,1-4-679,1 0 0,1 0 0,7-5 0,0-6-372,0-2 0,2-10 0,4-7 0,7-1 265,5-1 1,7-7 0,-2-11 0,1-8 742,-1-6 0,0 0 0,1-1 1,-3 2 359,-1 3 0,-5-2 0,1 7 0,-5 1 209,0 2 1,-4 7 643,-3-1 1,-4 7 373,-4-2 1,0 2 0,-4-2-252,2-4 1,-4-4 0,6-3 0,2-3-179,5-5 1,2-5-1,8-3 1,4-3-301,4-2 0,3 0 1,6-3-1,2 2-128,2-2 1,1 5-1,-3 3 1,2 5-35,-2 3 1,1 8 0,-2 1-1,-6 9-124,-2 4 1,-4 13-1,-5 5 1,1 5-164,-1 5 1,-6 2-1,-3 4 1,-4 4-221,-1 0 1,-1 3-1,-4 2 1,-5-2-351,-2-6 0,-3 2 1,1-1-1,1-4-1411,3-4 1,-1 0-1381,6-7 1,2-6 3311,8-9 0,20-48 0,9-32 0,-8 26 0,0-1 0,0 1 0</inkml:trace>
  <inkml:trace contextRef="#ctx0" brushRef="#br1" timeOffset="36">11337 9597 8754,'-5'14'875,"0"1"0,-5-1 0,6 2 0,0 2 150,3 1 0,2 6 0,3-1 1,0 4-143,0 0 0,2 8 1,-1 2-1,0 2-293,1-2 1,-3 4-1,5-4 1,0 2-899,0-1 0,0-4 0,3-8 1,-1-3-943,1-5 1,2-5-1,1-4 1,2-5-555,3-4 0,-1-7 0,4-5 1,1-7-830,-1-6 2633,2-3 0,13-26 0,6-12 0,-12 18 0,0 0 0,0 0 0</inkml:trace>
  <inkml:trace contextRef="#ctx0" brushRef="#br1" timeOffset="37">11826 9784 7765,'5'-10'1089,"-1"1"-60,1 6 1,-6-2 0,-4 11 0,-6 9-29,-7 7 1,-4 18 0,-9 8 0,-4 8-422,-8 6 1,17-26-1,-1 2 1,-5 5 0,-1 2-1,-4 4 1,-2 1-396,-2 4 0,-1 1 0,-1 1 0,-2 1 0,-2 0 0,-1 0 0,2-2 0,0 0-387,2-2 1,0-1 0,5-4-1,2-1 1,2-4 0,1-2-1,6-4 1,2-2-1577,-16 24 0,17-7 0,20-11 1778,3-2 0,2 1 0,0-7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5.85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18084 10072 7865,'-14'9'174,"-1"1"1,1 1-1,1 2 1,2 0 657,1-4 0,7 9 1,-3-4-220,-1 2 1,6 0 15,-4-1 0,5-6 0,5 1 1,4-1-1,6 1 0,4 0 732,5 1 0,5 0 0,4 0 1,6-1-565,2 1 1,4-3 0,3 2 0,5-1-351,3-1 0,8-1 1,3-6-1,5 2-142,4 2 0,3 0 0,2-7 0,-4-1-258,-4-2 0,-2 1 0,-2 2 0,-7-1-420,-8-2 0,-9 0 318,-21 5 1,-11 0 0,-15 0 0,-12 0 318,-13 0 1,-15 0 0,-12 2 0,-7 1-296,-6 2 0,-10 1 0,36-4 1,-1-1-1,-2 2 0,-2-1-186,-1 0 1,-2-1 0,-1 0 0,-2 0 0,0 0 0,0 0 0,1 0 0,0 1-113,-1 0 1,0 0-1,1 2 1,0-1 0,2-1-1,0 1 1,3 1 0,1 1 42,2 1 1,3 1 0,-21 6-1,28-4 553,10-4 1,27-3-1,11-2 1,16 0-129,12 0 1,13 0 0,13 0 0,6-2 147,-35 0 0,1-1 1,2 3-1,-1-1 1,1-2-1,0 1 1,1 1-1,-1 0-14,0 1 0,0 0 1,2 0-1,0 0 0,-1 0 1,-1 0-1,0 0 1,-1 0-274,1 0 0,-1 0 0,38 2 0,0 1 0,-3 2 0,-7-2 0,-13 0 0,-15 1 0,-12 0 0,-9 0 0,-11-1 0,-9 0 0,-9 2 0,-8 0 0,-14-4 0,-5 2 0,-8 2 0,-9 2 0,-10-4 0,-5 2 0,-3-2 0,-12-2 0,41 0 0,-1-2 0,0 1 0,-1 0-214,-1 0 1,-1 0 0,2 0 0,-1 0-1,-1 0 1,-1-1 0,4-1 0,0 1-425,-35-4 1,15 0 0,20 5 566,12 0 1,17 0 0,19 2 0,17 1-18,12 2 1,13 4 0,6-4 0,7-2 467,6-1 1,8-2 0,2 0 0,-2-2-32,-2-3 1,4-3 0,0-4 0,-4 0 43,-4 3 1,-11 4-1,-10-3 1,-7 2-394,-7 2 0,-7 3 0,-21 1-9139,-6 0 9139,-6 0 0,-25-38 0,-10-20 0,-2-2 0,0 0 0</inkml:trace>
  <inkml:trace contextRef="#ctx0" brushRef="#br0" timeOffset="1">17839 9885 7834,'-9'0'205,"-1"0"720,-1 0 0,-2 0 153,-1 0 1,0 0-332,-1 0 0,1-5 1,-1-1-72,1-2 1,0 4 0,-2-2-1,-2 1-32,-1 0 1,-7-4 0,2 2 0,-4-2-120,-6-7 0,-1 0 1,-5-8-1,3-3-196,2-5 1,-3-5-1,4-8 1,2-1-37,2-2 1,4-7 0,5 4 0,8 0 134,5 3 0,4 0 0,4 3 1,1 4 89,4-1 1,5 2 0,9-1 0,5 1-340,3 0 0,2-5 0,0 7 0,-1-4-179,1-1 0,5 1 0,1 2 0,2 4 0,3 1 0,-4 6 0,3 6 0,-1 3 0,-1 2 0,0 4 0,-5 2 0,1 4 0,-1 2 0,-3 1 0,-5 5 0,-3 0 0,-1 0 0,-2 0 0,6 0 0,-11 0 0,0-1 0,-5-4 0,-4 3 0,-5-11 0,-2 4-2131,-2-4 0,-6-1 0,1 1 0,-3 2-365,-1 1 0,-2 2 0,-3-3 2496,-5 1 0,-31 10 0,-13 4 0,-7-4 0,1 1 0</inkml:trace>
  <inkml:trace contextRef="#ctx0" brushRef="#br0" timeOffset="2">17552 8288 8178,'0'-15'1519,"1"2"0,3 2-511,0 2 0,8 4 1,-3-3-1,6 1 118,4 4 0,-2 0 0,7 0 0,2-2-310,1 2 1,7 1 0,1 2-1,0 0-430,0 0 1,5 0-1,-3 0 1,1 0-238,1 0 0,-6 0 1,4 0-1,-2 2-115,-3 3 0,-2-4 1,-2 6-1,-3-3-100,-1 1 1,-5 2 0,4-4 87,-3 2 0,-2 6 412,-8-2 1,-4 4-1,-8 2 1,-2-1 11,-6 0 1,-3 7-1,-1 3 1,-1 3-447,1 2 0,-2 8 0,-3 4 0,-3 6 0,-1-1 0,1 4 0,4-1 0,-1 1 0,1-1 0,7-1 0,3-6 0,2-2-841,3-2 1,1-6-1,2 0 1,2-6-1291,2-7 1,0-5 0,5-4 2130,2-5 0,-17-16 0,-4-5 0</inkml:trace>
  <inkml:trace contextRef="#ctx0" brushRef="#br0" timeOffset="3">14257 8403 7803,'-14'0'27,"4"-2"1,1-3 883,-3-4 1,4 1-440,-1-2 1,-1 2 0,-4-3 0,-1 3-1,1 2 1,0 2 0,-1 3 472,1 1 1,-5 8 0,0 5 0,-1 7-519,0 8 0,4-1 0,-4 13 0,6 3-234,4 3 0,-1 13 0,6-1 0,2 1 18,2 0 1,7-9-1,5-7 1,5-8-74,3-5 1,7-9 0,-2-6-1,2-11 268,-2-7 0,3-13 1,-3-13-1,1-9 374,-1-8 1,2-7 0,-7-9 0,-3-7-362,-5-6 1,0-4 0,-8 38 0,-1-1 0,0 2 0,-1-1-327,0-1 1,0 1 0,-2-2 0,0-1 0,0 1 0,-1 0 0,-1 2 0,0 0-94,-5-29 0,-2 11 0,-4 11 0,-1 10 0,1 6 0,0 11 0,1 8-197,3 11 0,2 6 1,5 8-1,-2 6-2261,2 3 0,1 9 1,4 9-1,3 2 981,4 2 1,4 0 0,0 1 0,-2-1 1476,-1 0 0,-5 10 0,-1 7 0,4 6 0,-1 0 0</inkml:trace>
  <inkml:trace contextRef="#ctx0" brushRef="#br0" timeOffset="4">14415 8561 7811,'-4'10'1626,"-1"-1"1,0-4 122,5 5 0,2-2 1,2 1-723,6-4 0,3-3 0,3-2 1,1 0-374,3 0 1,4 0-1,-4 0 1,1-2-79,0-3 0,0-3 0,-4-6 0,4-1-497,1 1 0,-6-5 0,0-2 0,-6-1-333,-4-4 1,-1 4-1,-5-1 1,-1 3-267,-4 2 0,-5 2 1,-7 3-1,-6 4-114,-4 4 0,1 6 0,-9 9 0,2 11 511,-1 9 1,1 8 0,4 9 0,2 2 131,3 3 1,4 2-1,11 7 1,4 1-16,3-1 0,6-8 0,5-7 0,10-8-722,7-9 1,8-7 0,1-9 0,2-3-189,2-5 1,3-4 0,1-4-1,2-5-1190,3-6 0,-10-10 2106,1 0 0,-7-16 0,-4-5 0</inkml:trace>
  <inkml:trace contextRef="#ctx0" brushRef="#br0" timeOffset="5">14905 8878 7827,'-2'14'0,"-3"2"386,-4 3 0,-4-1 0,-2 4 0,1-1 845,0-4 1,-1-1-1,1-1 1,-1-1 234,1 1 1,0-6 0,-1-1-489,1-1 1,6-14 0,3-10 0,4-9-448,1-9 1,0-7-1,1-7 1,2-9-421,2-7 0,8-1 1,0 1-1,6-1 47,3 0 1,2 1 0,5-2-1,0 6-36,0 7 1,-1 15 0,1 14 0,0 5-171,0 8 1,-5 13 0,-4 7 0,-2 13 224,-5 13 0,-8 7 0,-1 6 1,-4 2 154,-4 2 0,-4-4 1,-8 2-1,-4-1-204,-4 0 1,-8 0-1,-1-6 1,-1-4-761,-1-4 1,-2-4 0,-4-4 0,2-7-1287,6-10 1,4-9-1,5-9 1,7-12-353,5-9 0,6-9 0,9-9 2270,7-5 0,8 5 0,5-4 0,8-5 0,-1 0 0</inkml:trace>
  <inkml:trace contextRef="#ctx0" brushRef="#br0" timeOffset="6">15207 8388 7827,'0'15'1637,"-5"-1"0,0 0-352,2 1 0,3-2 0,5-2 349,4-2 1,4-5 0,1 0-1,1-2-456,-1-2 1,5-6 0,2-4-1,0-4-991,0-6 0,0 3 1,-4-5-1,2-1-349,-1 1 1,-4 3 0,-4-4-1,-5 2-115,-4 4 0,-4 2 0,-5 6 0,-8 4-518,-5 3 1,-9 10 0,-7 8-1,-1 13-44,-1 13 1,7 3 0,-1 9 0,4 3 12,5 4 1,5 0 0,9-8 0,9-5 138,9-4 1,9-12 0,17-6-1,4-8 177,4-10 0,-4-5 1,1-5-1,-1-3 429,-1-4 0,-9-4 1,-8-1-1,-6-1 641,-4 1 0,-4-1 1,-6 1-1,0 0 651,0-1 1,0 1 0,0-2 0,0-2-239,0-1 1,0-2 0,0 4 0,2-4-691,2-1 0,4 4 0,7-1 1,-1 3 431,1 1 0,1 6 1,1 1-1,4 1-126,1 4 1,-4 3 0,1 7-1,-3 7-425,-2 8 0,-4 2 0,-2 2 1,-2 1-1103,-2-1 0,-3-1 0,-1 4 0,0-2-1190,0-3 0,0 2 0,0-7-3170,0-1 5298,7-2 0,1-2 0,6 0 0</inkml:trace>
  <inkml:trace contextRef="#ctx0" brushRef="#br0" timeOffset="7">16012 8417 7805,'-8'-14'1452,"-4"6"-137,2 3 1,-3 3-1,-1 4 1,1 3-239,3 4 1,-2 11 0,4 5 0,-2 5-480,0 4 0,7 0 0,-2-6 1,4 1-238,1 0 0,0-7 1,0-3-1,1-4 69,4-6 0,3-2 0,7-10 1,1-7 109,3-9 0,-3-11 0,5-7 0,-2-3-235,0-5 1,0-8-1,-4 1 1,-1-4-373,0-2 0,-4 0 0,-2 1 1,-2-2-304,-3-4 0,-6 11 0,-3 0 0,-2 13-1960,-3 10 1,3 13 0,0 14 534,1 10 0,3 15 1,5 15-1,4 5-2123,4 5 3918,4 3 0,13-7 0,7 2 0,3 2 0,-1 1 0</inkml:trace>
  <inkml:trace contextRef="#ctx0" brushRef="#br0" timeOffset="8">16430 8244 7805,'0'-9'1507,"-2"1"-95,-3 1 0,2 3 1,-7 4-595,-1 0 0,-2 1 0,1 4 0,0 6-529,3 7 1,4 4 0,-3 7-1,2 1-230,2 4 1,3 1-1,1 5 1,0-2 403,0 2 0,1 2 0,3 0 1,0-2 250,0-2 1,-4-1 0,-4 1 0,-2-4-312,-2-4 0,-6-3 0,-7-1 0,-1-4-754,-4-1 0,-1-8 0,-4-9 0,-2-2-1205,-6-2 1,-5-6-1,-7-4 1556,-7-3 0,6 18 0,-15 8 0,-7 3 0,2 0 0,-7 0 0,1 1 0,0-1 0,-1 0 0</inkml:trace>
  <inkml:trace contextRef="#ctx0" brushRef="#br0" timeOffset="9">14617 9338 7804,'-2'-22'0,"-1"2"875,-2 4 1,-1-3-1,3 0 1089,-2 1 1,0 7-1198,5 2 1,0 7 0,0 2-1,0 8-233,0 5 1,0 12 0,0 6 0,0 4-193,0 5 0,0 6 1,0 2-1,0-3-64,0-5 0,6-5 0,2-6 1,2-2-170,0-3 0,4-5 0,5-9 0,-1-5 136,-2-4 0,3-9 0,0-8 0,-1-9-56,-2-7 0,-8-8 1,-4 1-1,-2-2-170,-2-2 0,-6 0 0,-4 1 0,-3 4-1415,-1 4 0,1 4 0,2 2-845,1 4 1,7 12 0,-2 13 2240,4 12 0,23 48 0,13 20 0,-11-20 0,0-1 0,0 0 0</inkml:trace>
  <inkml:trace contextRef="#ctx0" brushRef="#br0" timeOffset="10">15034 9683 7804,'-6'10'0,"-4"-1"0,-3-5 0,0-3 2004,4-9 1,2-9 0,7-15 0,0-3-871,0-2 1,7-2-1,4-4 1,5 0-346,3 0 1,7 6-1,-2 4 1,1 4-342,-1 5 1,2 0 0,-7 9 0,-1 7-283,-2 5 1,1 10 0,-1 4-1,-3 8-226,0 10 0,-7 1 0,-1 9 0,-3 0-367,-2 3 0,0 0 0,0-4 0,0-3-497,0 0 1,0-9 0,1 3 0,2-2-768,2 0 0,0-5 1,-3-1-1,1-2-2829,2 1 4520,-1-1 0,-29-5 0,-7 1 0</inkml:trace>
  <inkml:trace contextRef="#ctx0" brushRef="#br0" timeOffset="11">15178 10057 7770,'-14'7'99,"4"-6"1,0 6-1,-1-2 1447,-2-1-1030,-1 8 1,4-3 0,1 10 0,-1 7-1,1 6 1,-1 8 0,-1 5 3202,-2 3-3430,5 6 1,2-5-1,6 3 1,1-9 0,4-10-1,6-9 1,7-9-21,6-9 1,3-12 0,3-10 0,2-11-87,2-10 0,-1-10 1,-5-2-1,-4-2-51,-5-4 1,0 1 0,-5 1 0,-6 5-235,-4 4 1,-6 7 0,-3 2-1,-6 3-497,-7 3 0,-6 5 0,-8 14 0,-1 5-923,1 4 0,2 7 1,2 5-1,4 9-1855,5 8 3377,10 8 0,7 21 0,4 12 0,2 4 0,0 1 0</inkml:trace>
  <inkml:trace contextRef="#ctx0" brushRef="#br0" timeOffset="12">15408 10503 8091,'-6'10'0,"-4"-2"836,-3-2 0,1-2 0,2-9 368,5-5 0,4-4 0,1-4 0,1-3-356,4-1 1,3-2 0,6-5 0,1 1-225,-1-1 0,5 0 0,2 0 0,1 0-58,4 1 1,-4 5-1,1 6 1,-2 5-240,-4 8 1,-1 2-1,-1 5 1,-1 7-315,0 9 0,-6 7 1,-1 4-1,-3 4-423,1 4 1,0-1 0,-5-1 0,0 0-1002,0-4 1,-2-2 0,-1-1 0,-2 0-467,2-1 1,2-5 1876,1-4 0,12-41 0,4-12 0</inkml:trace>
  <inkml:trace contextRef="#ctx0" brushRef="#br0" timeOffset="13">15955 9698 8177,'-11'6'761,"-4"4"0,9 2 0,-7 3 0,5 1 353,5 3 1,1-1 0,2 6 0,0 3-290,0 5 0,5 4 0,0 8 0,-2 0-345,-1 4 0,-2 2 0,1 4 0,2-1-272,2 1 0,5-6 1,-5-6-1,-1-12-1443,3-9 1,1-11 0,6-6-1,2-2-4871,3-2 6106,-3-6 0,24-60 0,-21 23 0,1 0 0</inkml:trace>
  <inkml:trace contextRef="#ctx0" brushRef="#br0" timeOffset="14">16257 10115 7770,'-6'16'489,"-4"3"1,2-3 0,-2 5 0,-1 0 873,-2 3 0,4 3 0,-2 3 1,-4 4-344,-2 4 0,-4 15 1,2 6-1,-7 7-776,-6 7 0,15-35 0,-1 1 0,-2 2 0,0 1 0,1-3 0,1 0 188,-17 35 0,5-13 1,10-20-1,11-10-1024,6-11 592,3-10 0,19-48 0,5-18 0</inkml:trace>
  <inkml:trace contextRef="#ctx0" brushRef="#br0" timeOffset="15">15365 10777 7780,'-14'-8'1315,"-1"-3"1,2 4 0,4 2 458,4 4 1,3-1 0,4 13 0,3 4-1077,4 2 1,-1 9 0,2 0 0,1 4-306,2 3 0,-3 7 0,-2-1 0,0 4-334,0 5 1,-5-2 0,3 5 0,-1-1-540,0-4 1,-1-2 0,-4-4-1,0-4-1903,0-1 0,0-7 762,0-9 1,0-11 0,0-8 0,0-10 157,0-7 0,-6-6 1463,-3-6 0,-17-8 0,-6-5 0,-3-5 0,0 1 0</inkml:trace>
  <inkml:trace contextRef="#ctx0" brushRef="#br0" timeOffset="16">15192 10762 7782,'0'-9'-61,"0"-1"-517,0-1 1357,0-2 1,2 7 0,1 6 0,3 9 1595,2 9-1849,2 11 1,4 3 0,1 8 0,1 3-1,1 5 1,3 3 0,-1 3 149,2 2 1,-4 3 0,6 1 0,-3-1-422,-2-3 1,-2-8-1,-2-2 1,1-4-160,-1-4 1,-1-8 0,-4-1-1690,-4-8 117,3-5 1,-6-10 0,1-6 280,-6-8 1,0-4 0,-5-3-1,0 1-924,0-1 2119,-8 1 0,-20 19 0,-8 8 0,-7-1 0,1 1 0</inkml:trace>
  <inkml:trace contextRef="#ctx0" brushRef="#br0" timeOffset="17">15034 11755 7782,'-21'0'201,"5"0"0,-1-1 0,6-4 576,6-5 1,6-9 0,9-7 0,11-7 187,9-10 0,8-8 1,10-10-1,-22 28 1,1 0-498,1-2 1,0 0 0,4 0 0,0 0 0,1-5 0,0 0 0,-1 0 0,1 1-123,-2 1 1,0 1-1,-1 3 1,-2 1-1,23-26 1,-8 8-849,-8 8 1,-11 17-1821,-4 7 0,-11 11 1,-4 13-691,-3 4 1,-2 9 3011,0 1 0,0 0 0,0-5 0</inkml:trace>
  <inkml:trace contextRef="#ctx0" brushRef="#br0" timeOffset="18">15725 11338 7763,'-15'10'1499,"1"-1"1,1-4 136,3 4 1,4-4 0,6 5-597,0 1 1,6-5 0,6 1 0,5-2-364,7-1 1,-1 3-1,1-4 1,3 3-442,5 2 1,-2 2-1,2 4 1,-5 2-122,-3 4 1,-6-3-1,-1 7 1,-4 3-204,-3 5 1,-9 0-1,-2 7 1,-12-1-185,-9-1 0,-7 3 0,-3-7 0,-2-2-155,2-6 0,-3-10 0,3-11 0,3-4 420,4-4 1,9-11 0,1-9 0,11-4 176,7-6 1,5 2 0,8-5 0,5 4 559,7 5 0,3 1 0,7 10 0,2 2-395,2 4 0,2 8 0,4 0 0,5 6-1756,3 7 1,2 2 1420,-1 3 0,-5-16 0,5-3 0,4-1 0,-1 0 0</inkml:trace>
  <inkml:trace contextRef="#ctx0" brushRef="#br0" timeOffset="19">24644 6863 8439,'-28'-56'287,"-3"3"1,-4 7 0,-8 8 0,-11 7 0,-12 9 0,-12 6 119,35 11 1,-2 2-1,-5 1 1,-2 1 0,-6 0-1,-1 0 1,-4 0 0,-2-1-276,-3 0 1,-2-1 0,0-1 0,0-1 0,1 1 0,0 1 0,4 0 0,1-2-1578,2 0 0,2-1 1730,4 0 1,2-1-1,5 2 1,2 1-1,-26-4 1,23 1 0,28 4-1,25 1 198,26 2 1,33 0 0,-18 0-1,5 0 1,10 0 0,3 0-388,11 0 1,3 0 0,-18 2 0,2 0-1,1-1 1,8 1 0,1 0 0,2-1 0,3 0-1,1 0 1,0 0-76,1 0 0,1 0 1,0-1-1,-16 0 0,1 0 1,1 0-1,0 0 1,4 0-1,1 0 0,0 0 1,1 0-1,5 0 0,1 0 1,0 0-1,1 0-148,-11 0 0,0 0 0,1 0 0,0 0 1,0 0-1,-1 0 0,0 0 0,0 0 0,0 0 1,1 0-1,0 0 0,2 0 0,-1 0 0,0 0 1,0 0-1,14 0 0,-2 0 0,1 1 1,-1-1 70,-2 1 1,-1 1-1,0-1 1,-1 0 0,-2 1-1,0-1 1,-1 1-1,-1 0 1,-4 0 0,-1 1-1,-1 0 1,0 0 0,16 0-1,0 0 1,-3 0 63,-7 1 0,-1 0 0,-1 0 0,-8-2 0,-1 1 0,-2 0 0,17 1 0,-4 0 0,-8 0 0,-3 0 59,-9 0 0,-5 0 0,4-1 0,-39 0-158,-40-6 1,-52-7-1,20 1 1,-7-1-1,12 2 1,-3 0-1,-2 0 23,-8-1 1,-3 0-1,-3 0 1,11 0-1,-1 1 1,-2-1-1,-1 0 1,-7-1-1,-1 1 1,-1 0 0,-1 0-1,11 1 1,0 0-1,-1 1 1,0-1-1,-1 1-10,-4-1 0,-1 0 0,0 0 0,-1 1 0,1-1 1,0 1-1,0-1 0,1 0 0,-2 1 0,0-1 0,-5-1 1,0 1-1,-2-1 0,1 0 0,-1 1 0,13 1 1,0-1-1,0 1 0,-1 1 0,1-1 0,-1 0 123,-2 0 1,1 1-1,-1-1 1,0 1 0,0 0-1,-1 0 1,0 0 0,0-1-1,-1 1 1,1 1 0,-1-1-1,1 1 1,-1 0 0,1 0-1,-1 0 1,1 1 0,0 0-1,0-1 1,3 1-1,-1 0 1,1 0 0,1 0-1,-1 0 1,2 0 2,-10 0 0,1 0 0,1 1 0,0-1 0,2 0 0,-10 0 0,1 0 1,1 0-1,3 0 0,7 0 0,1 1 0,2-1 0,2-1 0,-12 0 1,3-1-1,2 0 257,12 0 0,2-1 1,5 0-1,2 0 0,8 0 1,7-1-1,49 2-34,48 2 1,-2 3 0,9 1 0,-6 0 0,6 0 0,2 0 0,-10 0 0,3 0-1,1 1 1,2-1-361,7 1 1,3 1 0,0-1 0,2 0 0,-10 1-1,1-1 1,1 1 0,1-1 0,1 1 0,6 1 0,0 0-1,2 0 1,0 0 0,1 0 0,-11-1 0,1 1 0,1-1-1,-1 0 1,2 1 0,0-1-47,3 0 0,2 1 0,0-1 0,1 0 1,-1 1-1,1-1 0,-1 1 0,-1 1 0,1-1 1,0 1-1,1-1 0,0 1 0,-7 0 1,0-1-1,1 1 0,1-1 0,-1 1 0,0 0 1,1 0-1,-1 0 0,1 0 0,0 1 1,0-1-1,0 1 0,1 0 0,-1 0 105,2 0 1,0 0 0,0 1 0,1-1 0,-1 1 0,1-1 0,0 1 0,0 0 0,1 0 0,0 0 0,0 0 0,1 1 0,-1-1 0,-1 0 0,1 1 0,-1-1 0,1 1 0,-1-1 0,1 1 0,-1 0 0,-1 0 0,-1 0 0,0-1 0,0 1 0,-1 1 0,1-1 0,-2 0 0,0 0 9,9 2 1,-1-1 0,0 1 0,-1-1 0,0 1-1,-1-1 1,-5 0 0,1 0 0,-2-1 0,0 1-1,-1 0 1,0 0 0,9 1 0,-1 1 0,-1 0-1,0-1 1,-1 1 0,-5-1 0,0-1 0,-1 1-1,-1-1 1,0 1 3,11 1 1,0 0-1,-3 0 1,-2-2-1,7 1 1,-3-1 0,-5-1-1,-12-2 1,-2 0-1,-4-2 1,10 1-1,-6-3 277,19-8 1,-44-7-1,-47-18 1,-38-6-388,7 13 1,-7 2 0,-22-5-1,-7 1 1,14 8 0,-3-1-1,-2 2 1,11 3 0,-1 0 0,-2 1-1,-1 0 35,-5-1 1,-3 1-1,0 0 1,-1 0-1,-2-1 1,-1 1-1,-1 0 1,-2 1-1,12 2 1,-2 0 0,-1 0-1,1 1 1,-1 0-1,-2 0 1,-1 0-1,1 1 1,-1-1-1,-1 1 33,-2 0 1,0-1-1,-1 1 1,-1 1-1,0-1 1,-4 1-1,-1 1 1,0-1-1,-1 1 1,0 1-1,11 0 1,-1 0-1,1 1 1,-1-1-1,0 1 1,0 1-1,-2-1 1,0 0-1,-1 1 1,1 0-1,-1 0 1,1 0 69,-1 0 1,0 1 0,1-1 0,-1 1 0,0 0 0,1 1 0,0 0 0,1 0 0,0 0-1,0 1 1,-1-1 0,1 1 0,1 0 0,0 0 0,0 0 0,0 1 0,0-1 0,1 0 0,1 1-1,-1 0 1,1-1 0,1 1 0,-1 0 0,1 0 53,-13 0 1,1-1 0,0 1 0,1 0 0,1 1 0,8-1-1,2 1 1,0 0 0,1 0 0,1 1 0,-10-1 0,0 1 0,2-1-1,2 1 1,8 0 0,2 0 0,1 0 0,1 0 200,-10 1 0,1 1 1,5 0-1,-8 1 1,7 1-1,-14 6 1,53-4-55,51-2 1,17-1-1,11 0 1,23-2-1,10-2 1,-16 1-1,4-1 1,4 0-242,-10-1 1,3 1 0,1-1-1,2 0 1,5-1 0,2 0-1,1 0 1,3-1 0,-9 1 0,2 0-1,1 0 1,1-1 0,0 1-1,-10 0 1,0-1 0,0 1 0,1 0-1,0-1 1,0 1-56,4-1 0,0 0 0,1 0 1,0 0-1,0 0 0,2 1 1,3-1-1,1 1 0,0 0 1,1 0-1,0 0 0,1 0 0,-10 1 1,2-1-1,-1 0 0,1 0 1,0 1-1,0-1 0,1 1 1,0-1-1,2 1 0,-1 0 0,1 0 1,-1 0-1,1 0 0,-1 1 34,1-1 0,-1 0 0,0 1 0,0-1 0,1 1 0,-1 0 0,0 0 62,-1 1 0,1-1 0,0 1 0,0 0 1,-1 0-1,0 1 0,0 0 0,-2 0 1,0 1-1,0-1 0,-1 2 0,0-1 1,0 1-1,-1 0 0,-1 0 0,0 0 1,0 0-1,-1 1 0,0 0 0,0 0 1,0 0-2,8 2 0,1-1 0,-1 1 0,-1 0 0,0 0 0,-3 0 0,7 1 1,-2-1-1,-2 1 0,0 0 0,-2 1 0,-6-1 0,-1 1 0,-1 0 0,-1 0 1,-2 0-1,7 2 0,-2-1 0,-2 1 0,-2 0-175,8 2 1,-2 0 0,-4 1 171,13 5 0,-12 0 0,-10 0 0,-65-5-132,-52-9 0,-3-5 1,-10-3-1,8 0 0,-5-1 1,-3 0-1,9-1 0,-2 0 1,-2 0-1,-1 0 102,-11-1 0,-1-1 0,-3 1 0,0 0 0,12 1 0,0 1 0,-2-1 0,0 1 0,-2-1 1,8 1-1,-1 0 0,-1-1 0,-1 1 0,0 0 0,0 0 0,-2 0 0,0 0 0,-1 1 0,1-1 1,-2 1-1,1-1 45,-3 1 0,0-1 0,0 1 0,-1-1 1,0 1-1,0 0 0,-3-1 0,-1 1 0,0 0 1,0 0-1,-1 0 0,-1 0 0,10 0 0,-2 1 1,0-1-1,0 1 0,-1-1 0,1 1 0,-1 0 1,-3 1-1,0-1 0,0 1 0,0-1 1,-1 1-1,1 0 0,-1 1 19,9-1 1,-1 1-1,0 0 1,1 0-1,-1 0 1,0 0-1,0 1 1,0-1 0,0 0-1,-1 0 1,1 0-1,0 0 1,-1 0-1,1 1 1,0 0 0,1 0-1,-8 1 1,1 0-1,0 1 1,0 0-1,1 0 1,-1 0-1,1-1 1,0 1 0,0 0-1,1 0 1,-1 0-1,1 1 1,-1-1-1,1 0 32,2 1 0,-1-1 0,1 1 0,0-1 0,0 1 0,0 0 0,1-1 0,-9 2 0,0-1 0,0 1 0,0 0 0,2-1 0,1 1 0,5-1 0,2-1 0,0 1 0,1-1 0,1 1 0,0-1 0,-6 1 0,1 0 0,1 0 0,0-1 0,3 1 26,-11 0 0,1 0 1,3 0-1,2-1 0,12 0 1,1 0-1,3 0 1,2 0-1,-2 0 0,3 1 1,5-1-1,-6 1 1,9 0 133,1-1 1,75-5-1,15-3 1,10-2-1,24-3 1,8-3-282,-12 3 0,4-2 0,3 1 0,-6 1 1,3-1-1,3 0 0,2 1 0,-7 0 1,1-1-1,3 1 0,0 0 0,0-1 1,-8 2-1,0 0 0,1 0 0,0 0 1,2 0-1,-1 0 14,6 0 1,0 0-1,1 1 1,0-1-1,1 0 1,1 1 0,-8 0-1,0 1 1,0 0-1,1 0 1,1-1 0,0 2-1,0-1 1,4 0-1,1 0 1,1 0-1,0 1 1,1 0 0,-1-1-1,1 1 1,-9 1-1,0 0 1,0 0 0,1 0-1,-1 0 1,1 1-1,0-1 1,0 1 19,2 0 1,-1 0 0,1 0 0,0 0 0,0 1 0,0 0 0,0-1 0,1 1 0,0 0 0,0 0 0,1 0 0,0 0 0,0 1 0,-1-1 0,1 1 0,-1 0 0,-2 1-1,0 0 1,0 0 0,0 1 0,0-1 0,0 1 0,0 0 0,-1 0 0,1-1 0,-1 1 0,1 0 0,-1 0 0,1 1 0,-1-1 0,0 1 0,0-1 10,-1 1 0,0 0 1,-1 0-1,1 0 0,-1 1 1,0 0-1,0-1 0,0 1 1,7 1-1,-1 0 0,1 0 1,-1 1-1,-1-1 0,0 1 1,0 0-1,-5-1 0,0 1 1,0 0-1,-1 0 0,-1 1 1,0-1-1,0 0 0,6 1 1,-1-1-1,0 1 0,-1 0 1,-1 0-1,0 0-18,9 1 0,-1 0 1,0 0-1,-2 0 1,-1 0-1,-7 0 1,-1-1-1,-2 1 1,-1-1-1,-1 0 1,6 0-1,-1 0 1,-3 0-1,-2-1 0,7 0 1,-3 0-1,-5-1-154,7 0 1,-9-2-1,1-3 1,-88-9 0,-54-11 37,15 6 0,-8 0 0,6 3 1,-6 0-1,-3-1 0,7 2 1,-4 0-1,-3 1 0,0-1 1,9 2-1,-2 1 0,0 0 0,-2-1 1,0 2 57,-7-2 1,0 2-1,-2-1 1,-1 1-1,-1-1 1,9 1-1,-1 1 1,-1-1-1,-1 0 1,0 0-1,-1 1 1,6 1-1,0 0 1,0 0 0,-1 0-1,-1 1 1,0-1-1,1 1 1,-3-1-1,0 1 1,0-1-1,-1 1 1,0-1-1,0 1 1,0 0 89,-2 0 0,0 0 0,0 0 1,-1 1-1,1-1 0,-1 1 0,-1 0 1,-1 0-1,0 0 0,-1 1 0,0 0 1,0 0-1,0 1 0,1-1 0,0 1 1,0 0-1,0 1 0,0-1 0,0 1 1,0 0-1,-1 0 0,9 0 1,-1 1-1,0-1 0,0 0 0,0 1 1,0 0-1,-1 0 0,0 0 40,-1 0 1,0 1 0,0-1 0,-1 1 0,1 0 0,-1 0 0,1 0 0,0 0 0,0 1 0,0-1-1,0 1 1,0-1 0,1 1 0,-1 0 0,1 0 0,0 1 0,-7 0 0,-1 0 0,0 0 0,1 1 0,1 0-1,-1 0 1,2 0 0,4-1 0,0 1 0,1 0 0,0 0 0,1 0 0,0 1 0,0-1 38,-8 1 1,0 0 0,1 0 0,1 0 0,1 1-1,1-1 1,-6 0 0,2 0 0,1 1 0,2-1-1,0 1 1,8-1 0,0 1 0,2 0 0,1-1-1,2 1 1,-6 0 0,3 1 0,2-1 0,3 0 225,-5 1 0,3 0 0,6 0 1,-2 1-1,15 3 0,22 2 1,49 0-313,52 1 1,-5-10 0,11-2-1,-9-2 1,7 0 0,2-2 0,-11 0-1,2 0 1,2-2 0,2 0-15,-8 0 0,2 0 0,0-2 0,3 1 0,0 0 1,-5 1-1,1-1 0,1 1 0,0 0 0,2-1 1,1 1-1,-6-1 0,2 1 0,0-1 0,1 1 1,1-1-1,-1 1 0,1 0 0,3-1 0,0 1 1,1-1-1,0 1 0,0-1 0,1 1 0,-1 0-13,-7 0 1,0 0-1,-1 0 1,1 0-1,1 0 1,-1 0-1,2 1 1,-1-1 0,4 1-1,0 0 1,0 0-1,1 0 1,1 0-1,-1 0 1,0 1-1,0 0 1,-1 0 0,1 0-1,-1 0 1,1 1-1,-1 0 1,1 0-1,0 0 1,1 0-1,2 0 1,0 0 0,1 0-1,0 1 1,0 0-1,0-1 1,1 1-1,-1 0 7,-7 0 0,-1 1 1,1-1-1,0 0 1,1 1-1,-1 0 1,0 0-1,0 0 1,-1 0-1,8 0 1,1 1-1,-1 0 0,0 0 1,0 0-1,-1 1 1,0 0-1,0-1 1,-4 1-1,0 0 1,0 1-1,0-1 1,-1 1-1,-1-1 1,0 1-1,0 0 0,5 0 1,-1 0-1,0 0 1,-1 0-1,0 0 1,-1 1-1,-1-1 6,-3 1 1,-1-1 0,0 1 0,-1 0 0,0-1 0,-1 1-1,-1 0 1,6 1 0,-1 0 0,-1 0 0,-1 0 0,0 0-1,0 0 1,8 1 0,-1 0 0,0 1 0,-2-1 0,-1 0-1,-5 0 1,-2 0 0,-1 0 0,-1-1 0,-1 1-97,7 0 0,-1 1 0,-2-1 0,-3 0 0,9 1 0,-2-1 0,-7-1 0,6 3 0,-6-1 56,-12 0 0,-7-2 1,-1 1-1,-62-3 1,-53-3-16,12-2 1,-7 0-1,5 0 1,-3-1-1,-4 0 1,5 0-1,-1 0 1,-3 0-1,-1-1 1,-8 0-1,-2 0 1,-1 0-1,-2-1 20,11 1 0,-2-1 0,-1 1 1,0-1-1,-2 0 0,7 0 1,-2 0-1,0 0 0,-1-1 0,0 1 1,0 0-1,-4 0 0,0-1 1,-1 1-1,-1 0 0,1 0 1,-2 0-1,-2 0 0,-1 0 0,-1 0 1,0 0-1,0 0 0,-1 0-1,10 1 1,0-1 0,0 1 0,-1 0-1,0-1 1,-1 1 0,0 0 0,-5 0-1,0 0 1,-1 0 0,0 0 0,-1 0 0,0 0-1,1 0 1,-2 0 0,0 0 0,0 0-1,0 0 1,0 0 0,0 1 0,-1-1 0,11 1-1,-1-1 1,0 1 0,0 0 0,0-1-1,0 1 1,0 0 0,0 0 76,-1 1 0,0-1 1,0 0-1,0 0 0,1 1 1,-1-1-1,0 1 0,1 0 1,-9-1-1,0 1 0,0 0 1,1-1-1,-1 1 0,1 0 1,0 0-1,0 0 0,0 0 1,1 0-1,-1 0 0,1 0 1,0 0-1,1 0 0,3 0 1,0 0-1,1 0 0,0 0 1,1 0-1,0 0 0,1 0 100,-8 0 0,0 0 1,1 0-1,1 0 0,0 0 1,3 0-1,-8 1 0,1 0 1,2 0-1,2 0 0,3 0 1,-3 0-1,2 0 1,4-1-1,2 1 0,-8-1 1,3 0-1,6 0 441,-9 0 1,12-3-1,10-8 1,94 3 2,9 3 1,10 2-536,1-2 1,6 1 0,4 0 0,0 0-1,5 1 1,2-1 0,2 0 0,-6 0-1,2-1 1,1 0 0,2 0 0,1 0-1,-8 1 1,0 0 0,2-1 0,0 1-1,1 0 1,1 0-70,4 0 1,1 0-1,1 0 1,1 0-1,0 0 1,1 0-1,-8 0 1,1 0-1,0 1 1,1-1-1,0 0 1,1 1-1,-1-1 1,3 1-1,0 0 1,1 0 0,-1 1-1,1-1 1,1 1-1,0-1 1,-7 1-1,0 0 1,1 0-1,0 0 1,0 0-1,1 0 1,0 0-1,0 0-63,3 0 0,1 1 0,1-1 0,-1 1 0,1-1 0,0 1 0,1 0 0,0 0 0,-7 0 0,1 0 0,0 0 0,0 1 0,1-1 1,-1 1-1,1-1 0,0 1 0,0 0 0,1 0 0,0 1 0,0-1 0,1 1 0,0 0 0,-1 0 0,0 0 0,0 1 0,0-1 39,-3 1 1,0-1 0,0 1 0,0 0 0,-1 0 0,0 1-1,0-1 1,0 1 0,-1-1 6,6 1 1,0 0 0,0 1 0,-1-1 0,0 1 0,-1-1-1,0 2 1,0-1 0,5 1 0,0 1 0,0 0 0,-1 1 0,-1-1-1,0 1 1,-1-1 0,-4 0 0,-1 0 0,-1 0 0,0 0 0,-1 0-1,0 0 1,-2 0 0,5 0 0,-1 0 0,0 1 0,-2-1 0,-1 0-1,-1 0-96,4 0 0,-1 0 1,-2-1-1,-1 1 0,-3-1 1,4 1-1,-2 0 0,-3-1 1,-6-1-1,20 2 0,-11-2 1,-19-2-1,-8-1 112,-1-4 0,-72-12 1,-7 3-1,-8 0 1,-25-2-1,-8 0 49,11 2 0,-4 1 1,-4 0-1,6 3 1,-3 0-1,-3 1 1,-2 0-1,6 0 1,-2 0-1,-2 0 1,-1 0-1,-1 1 1,8 1-1,0 0 1,-2 0-1,0 0 1,-1 1-1,0-1-41,-5 1 1,0 0 0,-1 0-1,-1 0 1,0 0 0,0 0 0,7 1-1,0 0 1,0 0 0,-1 0 0,-1 1-1,1-1 1,0 1 0,-2 0 0,0 0-1,0 1 1,0-1 0,-1 1 0,0-1-1,0 1 1,-3 0 0,1-1 0,-1 1-1,-1 0 1,1 0 0,-1 0 0,0 0 23,8 0 0,0 0 0,-1 0 0,1 0 0,-1 0 1,0 0-1,-1 1 0,1 0 0,-2 0 0,-1 0 0,1 0 1,-1 0-1,0 1 0,0 0 0,0 0 0,0 0 0,0 1 1,0 0-1,-1-1 0,1 2 0,-1-1 0,1 0 0,0 1 1,1 0-1,2 0 0,0 0 0,0 1 0,1-1 0,0 1 1,0 0-1,0 0 0,0 0 73,-8 0 0,0 1 1,1 0-1,-1 0 1,1 0-1,0 1 0,1-1 1,4 0-1,-1 0 1,1 1-1,0-1 1,1 1-1,0-1 0,1 1 1,-8 1-1,0 0 1,0 0-1,1 0 0,1 0 1,1 0-1,5-1 1,1 1-1,0-1 1,1 1-1,1-1 0,1 0 78,-7 1 1,1 0 0,1 0 0,2 0 0,2-1 0,-5 0 0,1 0 0,4 0 0,5 0 0,1 0 0,5 0 0,4-1 0,-7 1 0,8 0 94,1-2 0,74-2 0,22-2 1,11-2-1,-3 1 0,6-1 1,2-1-237,16-1 0,4-1 1,4 0-18,-9 0 1,3 0-1,3-1 1,1 1-1,-5-1 1,3 0-1,1 1 1,1-1-1,2 0 1,-9 1-1,3 0 1,0 1-1,1-1 1,0 1-1,1 0-67,-9 0 0,2 0 0,-1 1 0,1-1 0,1 1 0,0 0 0,0 0 0,4 0 0,0 0 0,1 0 0,1 0 0,-1 0 0,1 1 0,0 0 0,1 0 0,0 0 0,1 0 0,-1 1 0,1 0 0,1 0 0,-1 0 0,-7 0 0,-1 1 0,1-1 0,1 1 0,-1 0 0,1 0 1,0 0-1,0 0-45,2 1 1,1-1 0,-1 1 0,2 0 0,-1 0 0,0 0 0,1 1 0,0-1 94,2 1 1,0 1 0,1-1 0,0 1 0,-1-1 0,1 2 0,-2-1 0,0 1 0,-6 0 0,0 0 0,-1 1 0,0-1 0,0 1 0,-1 1 0,-1-1 0,1 0 0,5 1 0,1 0 0,-2 1 0,1-1 0,-1 1 0,-2-1 0,1 1-43,5 0 1,-1 0 0,0 0 0,-2 0 0,0 1 0,-3-1-1,4 2 1,-1 0 0,-2 0 0,-2-1 0,-2 0 0,6 0-1,-1 0 1,-4-2 0,-2 1 0,6 0 0,-4 0 0,-6 0-156,6 0 1,-11-1 0,-4-3-1,-97-13 1,-7 0 0,-8-1 159,3 2 1,-5-2 0,-4 1 0,1 1 0,-4 0 0,-3 0 0,-2-1 0,3 2 0,-3-1 0,-1 0 0,-2 1-1,-1-1 1,8 2 0,-2-1 0,-1 1 0,0 0 0,-2 0 0,0 0 54,-6 0 1,0-1-1,-2 1 1,-1 0-1,0 0 1,-1 0-1,6 0 1,1 0 0,-2 0-1,0 0 1,-1 0-1,0 1 1,-1-1-1,6 1 1,-1 0 0,-1 0-1,0 0 1,-1 0-1,0 0 1,0 1-1,0-1 1,-2 1 0,0 0-1,0 0 1,-1-1-1,0 1 1,0 1-1,0-1 1,-1 1 26,-1-1 0,0 1 0,-1 0 1,1 0-1,-1 0 0,0 0 0,0 1 1,0 0-1,7 1 0,1-1 1,-1 1-1,1 0 0,-1 1 0,0-1 1,1 1-1,0-1 0,0 1 1,-6 0-1,1 0 0,-1 0 0,1 1 1,0-1-1,1 1 0,-1 0 1,0-1-1,2 1 0,-1 0 0,1 0 1,0 0-1,-1 0 0,1 0 1,1 0-1,-1 0 74,3 1 1,-1-1 0,0 0 0,1 1 0,0 0 0,1-1 0,-1 1 0,2 0 0,-7 0 0,1 1 0,0 0 0,1-1 0,0 1 0,1 1 0,2-1 0,-6 1-1,1 0 1,1 1 0,1-1 0,1 1 0,1 0 82,-7 0 0,1 1 0,1-1 0,2 1 0,2-1-13,-7 0 0,2 0 0,3 0 0,4 2 0,-1 2 0,4 0 0,7 1 0,-4 0 0,14 1-143,13 8 1,112-8 0,-17-8 0,10-1-1,3-1 1,-5-1 0,2 0 0,3 0-1,2-1-104,-5 0 0,2-1 0,1 0 0,2 0 0,2 0 1,-4 0-1,1 1 0,2 0 0,0-1 0,2 1 0,0-1 1,-5 1-1,1-1 0,0 0 0,2 0 0,-1 0 0,1 1 1,0-1-1,2 1 0,1-1 0,-1 1 0,1 0 0,1 0 1,-1 0-1,1 1 3,2-1 0,1 0 1,0 1-1,0-1 1,1 1-1,0 0 1,0 0-1,-7 1 1,0-1-1,1 1 1,-1 0-1,1 0 1,1 1-1,0 0 0,0 0 1,4 0-1,0 1 1,1-1-1,0 2 1,0-1-1,1 0 1,0 1-1,0 0 1,-8 0-1,1 0 1,0 1-1,0-1 0,0 1 1,0 0-1,0 0 1,1 0-1,-1 1 51,1 0 0,0 0 0,0 0 0,0 0 0,1 1 1,-1 0-1,0 0 0,0 0 0,-1 1 0,0 0 1,0 0-1,0 0 0,0 0 0,-1 1 0,0 0 1,0 0-1,-1 0 0,-1 1 0,4 0 0,-1 1 1,0 0-1,-1 0 0,-1 1 0,0-1 0,0 1 1,0-1-1,7 2 0,-1 0 0,0 0 0,0 0 1,-1 0-1,0 1 0,-2-1 41,-3 0 1,0 0-1,-1 1 1,-1-1 0,0 1-1,-2-1 1,-1 0 0,17 4-1,-2 0 1,-1-1 0,-2 1-1,-3 0 1,3 1 0,-2 0-1,-2 1 1,-5-2-1,5 3 1,-5-1 0,-6 0-85,4 2 0,-12 0 0,-15-1 0,-84-13 0,-7-7 0,-11-4 86,5 0 0,-5-2 1,-4 0-1,1-1 0,-4 0 1,-2-1-1,-3 0 0,5 1 1,-2-1-1,-2 1 0,-1-1 1,-1 0-1,6 1 0,-1-1 1,-1 1-1,-1-1 0,0 1 1,-1-1 30,-6 0 0,-1-1 1,0 1-1,-2-1 0,0 1 1,-1 0-1,6 1 1,0-1-1,-2 1 0,0 0 1,0 0-1,0-1 1,-1 1-1,8 1 0,-1 0 1,0 0-1,0 0 0,0 0 1,0 0-1,0 0 1,-1 0-1,1 1 0,0-1 1,-1 0-1,1 1 1,-1 0-1,1-1 0,-1 1 1,0 0-38,0 0 1,-1 1-1,0-1 1,0 0-1,0 1 1,1 0-1,-1 0 1,0 0-1,1 1 1,0-1 0,0 1-1,0 0 1,0 1-1,1-1 1,-1 1-1,0 0 1,0 0-1,-1 0 1,1 1-1,0 0 1,0 0 0,0 0-1,0 0 1,1 0-1,-7 0 1,0 0-1,1 1 1,0-1-1,0 0 1,1 1-1,0 0 79,5 0 0,0 0 1,0 0-1,1 1 1,0-1-1,1 1 1,2-1-1,-6 1 1,1-1-1,1 1 1,1 0-1,1 0 1,3 0-1,-4-1 1,3 1-1,1 0 0,2 1 1,0-1-1,-8 0 1,2 0-1,1 0 1,3 0 150,-9 0 0,3 0 0,5 0 1,-6 0-1,12 0 0,12 0 1,62 0-372,63 0 0,-3-6 0,11-1 0,-6 1 0,5-1 0,4 1 0,-12-1 0,2 1 0,2-1 0,2-1 64,-10 2 0,2-1 0,2 0 0,0 0 0,2 1 1,-7 1-1,2 0 0,0 0 0,2 0 0,-1 1 0,1-1 1,4 0-1,0 0 0,1 0 0,0 0 0,1 1 1,0-1-1,-7 2 0,0-1 0,0 1 0,1 1 0,0-1 1,1 0-1,-1 0 20,4 1 1,-1-1-1,1 1 1,1-1-1,0 1 1,0 0-1,1 0 1,-6 1-1,0 0 1,1 0-1,0 0 1,0 0-1,1 1 1,0-1-1,0 1 1,2 0-1,0 0 1,0 0-1,0 0 1,1 0-1,0 1 1,-1 0 0,1 0-1,-1 1 1,0 0-1,1 0 1,-1 0-1,0 0 1,1 1-1,-1 0 1,0 0 14,1 1 1,0 0 0,-1 0 0,1 1 0,0 0 0,-1 0 0,1 0-1,-2 0 1,-1 1 0,0-1 0,0 1 0,-1 0 0,0 0 0,0 0-1,0 1 1,0-1 0,-1 1 0,0 0 0,0 0 0,0 1 0,-1-1-1,0 1 1,0 0 0,-1-1 0,6 2 0,-1-1 0,1 0 0,-2 1 0,0-1-1,-1 1 1,0 0 27,6 0 1,-1 0-1,0 1 1,-2-1 0,0 1-1,-3 0 1,7 1-1,-2 1 1,-2 0 0,-2-1-1,-3 1 1,0-1-1,-3 0 1,-3-1 0,-2 1-55,10 2 1,-3-1 0,-10 0 0,-7-2-1,-24-3 1,-63-5 0,-21-8 0,-15-4 87,6 0 1,-7-1 0,-5 0-1,6 0 1,-5 0 0,-2-1-1,-3 1 1,4 1 0,-2 0-1,-3-1 1,-1 1 0,0 0-1,7 1 1,0 0 0,-1 0-1,-1 0 1,-1 0 0,0-1-9,7 2 0,-1 0 0,-1-1 1,1 1-1,-2-1 0,0 1 1,0-1-1,-5 1 0,0-1 1,-1 0-1,-1 0 0,1 0 1,-1 1-1,0 0 0,9 0 1,-1 1-1,1 0 0,0 0 1,-1 0-1,0 0 0,0 0 1,-1 1-1,-2-1 0,0 0 1,0 1-1,-1-1 0,0 1 1,0-1-1,0 1 0,-1 0-29,-2 1 1,0-1-1,-1 0 1,1 1 0,-1-1-1,0 1 1,-1 0 0,1 0-1,8 1 1,0 0-1,0 0 1,-1 0 0,1 0-1,-1 1 1,1-1 0,-1 1-1,1 0 1,-8 0-1,-1 0 1,1 0 0,-1 1-1,1-1 1,1 1 0,-1 0-1,2 1 1,3-1-1,0 0 1,0 1 0,1 0-1,0 0 1,1 0 0,0 0-1,0 0 97,-7 0 1,1 0-1,-1 1 1,1-1-1,1 1 1,0 0-1,1 0 1,5 0-1,0 1 1,0 0-1,1 0 1,1 0-1,0 0 1,1 0-1,-7 1 1,2-1-1,0 0 1,1 1-1,0 0 1,1 0 179,-9 0 0,-1 0 0,2 1 0,2 0 0,1 0-198,-5 0 1,1 0-1,4 1 1,3 0-1,-3 0 1,3 1-1,8 0 1,-2 2-1,10 1 1,-4 6-94,65 0 1,31-4-1,17-5 1,2 0 0,7-1-1,3 0 1,-4-1-1,2-1 1,3 0 0,2 0-88,11 0 0,4-1 1,1 0-1,3 0 1,-7 0-1,2-1 1,1 1-1,2 0 1,2-1-1,-7 1 0,2 0 1,2-1-1,0 1 1,1 0-1,0 0 1,-8 0-1,0 0 1,1 1-1,0-1 1,0 1-1,1-1 0,0 1 49,2-1 1,1 1 0,0-1 0,0 1-1,0 0 1,1 0 0,0 0 0,-7 1 0,-1-1-1,1 1 1,0-1 0,0 1 0,0 0 0,1 0-1,-1 1 1,0-1 0,0 1 0,0 0-1,0-1 1,0 1 0,1 1 0,-1-1 0,1 1-1,3 0 1,-1 0 0,1 1 0,0-1 0,0 1-1,0 0 1,0 1 0,1-1 16,1 1 1,0 0 0,1 0 0,0 1 0,0-1 0,0 1 0,-1 1 0,0-1 0,-1 0 0,-1 1 0,1 0 0,-1 0 0,0 1 0,0-1 0,-1 1-1,0-1 1,-4 1 0,0-1 0,1 1 0,-2-1 0,0 1 0,0 0 0,-1-1 0,-1 1 0,3 1 0,-1-1 0,0 0 0,-1 1 0,-1 0 0,-1-1-1,0 1 73,4 0 1,-1 1 0,-1-1 0,-1 0 0,-2 1 0,-1-1 0,3 2 0,-2-1 0,-2 1 0,-1 0 0,-3-1 0,4 1 0,-3 0 0,-2-1 0,-4 1 0,5 1 0,-4 0 0,-5 0-10,3 1 0,-13 0 1,-18-1-1,-86-15 1,5-5-1,-9-1 46,7 0 0,-4 0 0,-4-1 0,3 0 0,-3-1 0,-3 1 0,-2-1 0,6 1 0,-3 1 0,-1-1 0,0 0 0,-2 1 0,-5-2 0,0 1 0,-2-1 0,-1 0 0,0 0-22,8 2 1,0-1-1,-1 0 1,0 0-1,-1-1 1,0 1-1,-4 0 1,-1 0-1,0 0 1,0 0-1,-2-1 1,0 1-1,9 0 1,-2 0-1,0 0 1,-1 1-1,1-1 1,-1 0-1,0 1 1,-1-1-1,0 1 1,-1 0-1,1 0 1,-1 0-1,0 0 1,0 0 30,0 0 0,-1 1 0,-1-1 0,1 1 0,0-1 0,0 1 1,0 0-1,0 0 0,0 1 0,0-1 0,0 1 0,1 0 0,0 0 1,1 0-1,4 2 0,1-1 0,1 1 0,-1 0 0,2 1 0,-1-1 1,1 1-1,-10-1 0,0 1 0,0 0 0,1 0 0,1 0 0,0 0-31,4 0 1,-1 1-1,2-1 1,-1 1-1,2 0 1,1 0-1,-8 0 1,1 0-1,2 0 1,0 0-1,3 0 1,-9 1-1,2-1 1,2 1-1,2-1 1,8 1-1,1-1 1,2 0-1,2 0-337,-11 0 0,2 0 1,4-2-1,-16-2 1,6-2-1,18 0 1,5-1-1,-23-12 288,40-3 0,13-4 0,23 5 0</inkml:trace>
  <inkml:trace contextRef="#ctx0" brushRef="#br0" timeOffset="20">30155 4475 8515,'0'-43'128,"-23"7"1,-22 8-1,8 16 1,-7 4-1,-16 2 1,-6 1 0,11 3-1,-2 0 1,-2 1-1,-11 1 1,-2-1-1,-2 1 1,12 0 0,-2 0-1,0 0 1,-2 0 7,-4 0 0,-2 0 0,0 0 1,-2 0-1,-4 0 0,0 0 0,-2 0 1,0 0-1,13 0 0,1 0 1,-2 0-1,1 0 0,-1 0 0,-1 0 1,-1 0-1,0 0 0,0 0 1,-1 0-406,-2 0 0,-1 0 0,0 0 0,-1 0 0,0 0 0,-3 0 0,-1 0 0,-1 0 0,0 0 0,-1 0 0,11 0 0,-1 0 0,-1 0 0,1 0 1,-1 0-1,0 0 0,-1 0 0,0 0 0,-1 0 0,1 1 0,0-1 0,-1 0 361,0 1 1,0 0-1,-1-1 1,1 1 0,0 0-1,-1 0 1,0 0 0,0 1-1,0-1 1,1 1 0,-1 0-1,2 0 1,2 0 0,1 1-1,0 0 1,0 0 0,1 0-1,0 0 1,0 1 0,1-1-1,0 0 1,0 1 0,0 0-1,1-1 49,-12 1 0,1 1 0,0-1 0,0 1 0,1 0 0,3 0 0,0 0 0,1 1 0,1 0 0,1 0 0,-12 2 0,1 1 0,2-1 0,2 1 0,6-1 0,3 0 1,0 0-1,2 0 18,-13 2 0,2 0 0,4 0 0,17-1 0,2 0 0,6 0 0,-3 3 0,8 0 0,4 8-97,51-4 1,63 3-1,-10-9 1,9-3 0,-12-1-1,3-2 1,3-1-123,-8 0 1,2-2 0,2 1 0,2-1 0,9-1 0,2 0 0,2 0-1,1 0 1,-10-1 0,1 0 0,2 0 0,0 0 0,0 0 0,2-1 0,1 1-1,0-1 1,0 0 0,1 1-9,3-1 0,1 1 0,0-1 0,0 1 0,1-1 0,-12 0 1,1 0-1,0 0 0,1 0 0,0 0 0,0 1 0,3-1 0,1 1 1,1 1-1,-1-1 0,1 0 0,0 1 0,1-1 0,1 1 0,-1-1 1,1 0-1,0 1 0,-1 0-85,2-1 0,0 1 0,0-1 1,0 1-1,0 0 0,0 0 1,1 0-1,0 0 0,0 1 1,0-1-1,0 1 0,-1 0 1,-1 0-1,-1 1 0,-1-1 1,1 1-1,0 0 0,0 0 1,2 0-1,-1 1 0,1 0 1,0 1-1,0-1 0,0 1 117,2 0 0,-1 0 1,0 0-1,1 1 1,0-1-1,-1 1 0,1-1 1,0 0-1,0 0 1,0 0-1,-1 0 1,0 0-1,-1-1 0,0 1 1,-1 0-1,0 0 1,0-1-1,-1 1 1,-4-1-1,1 1 0,-2 0 1,1-1-1,-2 0 1,1 1 112,10-1 1,-1 1 0,0-1 0,-1 1 0,-2-1 0,-4 1 0,-1 0 0,-2 1 0,0-1 0,-1 0 0,9 1 0,-2 0 0,0 0-1,-4-1 1,-8 0 0,-1 1 0,-2-1 0,-3-1 242,7 1 1,-3 0-1,-5-1 1,7 2-1,-13-3 1,-22-5 87,-44-7 1,-52-6 0,6 3-1,-8-1 1,14 5 0,-2 0-1,-3 1-327,-10 0 0,-4 0 1,-1 0-1,10 2 1,-2 1-1,-1-1 1,-1 1-1,-10-1 1,-1 0-1,-1 0 1,-2 0-1,13 2 1,0 0-1,-2 0 1,0 0-1,0 1-149,-4-1 0,0 1 1,0 0-1,-1 0 1,-1 0-1,-2 0 0,-1 0 1,0 0-1,0 0 1,0 0-1,0 1 1,1-1-1,0 0 0,-1 1 1,0 0-1,11 0 1,-1 0-1,1 0 0,-1 1 1,0-1-1,-1 1-54,-2 0 0,-1 0 0,0 0 0,-1 0 0,0 1 0,0-1 0,-3 1 0,-1-1 0,0 1 0,0 0 0,-1 0 0,0 0 0,-1 0 0,-1-1 0,0 2 0,1-1 0,-1 0 0,1 0 0,3 0 0,-1 0 0,1 0 0,1 0 0,-1 0 0,1 0 164,2 0 0,0-1 0,1 1 1,0 0-1,0 0 0,0 1 0,4-1 1,-1 1-1,1 0 0,1 0 1,-1 1-1,2-1 0,-12 1 0,2 0 1,0-1-1,0 1 0,1 1 0,5-1 1,0 0-1,0 0 0,2 1 1,0-1 89,-11 0 1,0 0 0,3 1 0,1-1 0,11 1 0,1 0-1,2 0 1,3 0 0,-3-1 0,3 0 0,3 0 0,-11 1-1,6 0 719,-16 4 0,51-2 0,59-5 0,48-2-796,-18 0 0,8-1 0,-6 0 0,5 0 1,3 0-1,-7-1 0,3-1 0,1 1 1,2-1-1,7 0 0,1 0 0,2 0 1,1 1-93,-12 0 0,2 0 0,0 1 0,0 0 1,2-1-1,3 1 0,1 0 0,1-1 1,1 1-1,-1 0 0,1 0 0,0 0 1,1 0-1,-1 1 0,2-1 0,-12 0 1,0 1-1,1 0 0,0-1 0,0 1 0,1-1-41,2 1 0,-1-1 0,2 1 0,-1-1 0,2 1 0,-1 0 0,-6 1 0,1-1 0,0 1 0,0 0 0,1 0 0,0 0 0,1 0 0,2 0 1,1 0-1,0 0 0,1 1 0,0-1 0,0 1 0,-1-1 0,2 1 0,-1 0 0,1 0 0,0 0 0,0 1 0,-1-1 0,1 1 53,1 0 1,0 0 0,0 0 0,0 0 0,0 1 0,0 0 0,0-1 0,-2 1 0,0 0 0,0 0 0,-1 0 0,1 1 0,0-1 0,-1 1-1,1 1 1,0 0 0,-1 0 0,1 0 0,0 1 0,-2-1 0,1 0 0,-4 0 0,0 0 0,0 0 0,-1 1 0,0-1 0,-1 0 0,0 0-61,6 1 0,1-1 0,-2 1 0,1 0 0,-2 0 0,0 0 0,8 0 0,1 1 0,-2 0 0,-2 0 1,-1 0-1,4 0 0,-1 1 0,-3 0 0,-1 0 0,-4-1 0,-1 0 0,-2 0 0,-1 0 61,15 1 1,-3-1 0,-3 0 0,-14-2-1,-2 0 1,-4-1 0,8 1 0,-6 0 564,-14-1 1,-7 0 0,-6 2 0,-49-6 0,-41-3-502,10 2 1,-6 0-1,-21-4 1,-8 0 0,15 3-1,-4-1 1,-2 0 0,11 1-1,-2-1 1,-1 0-1,-1-1-113,-7 1 0,-1-1 1,-2 0-1,-1 0 1,10 0-1,-2 1 0,-1-1 1,-1 0-1,0 0 1,-5 1-1,-1 0 1,-1 0-1,0 1 0,0-1 1,-1 0-1,-1 0 1,1 1-1,-2-1 1,1 0-25,12 0 1,-1 1 0,0-1-1,0 0 1,0 1 0,-2 0-1,-3 0 1,-1 1 0,0-1 0,-1 1-1,-1 0 1,0 0 0,7-1-1,-1 1 1,0-1 0,-1 1 0,0 0-1,0 0 1,-1 0 0,-3 0-1,-1 0 1,1 1 0,-2 0 0,1-1-1,-1 1 1,0 0 118,8 0 0,-1 0 1,1 0-1,-1 0 1,0 1-1,0-1 0,-1 0 1,1 1-1,-2-1 1,-1 0-1,0 1 1,1-1-1,-1 1 0,0 0 1,1-1-1,-1 1 1,2 1-1,1-1 1,-1 0-1,1 1 0,-1 0 1,1-1-1,0 1 1,-1 0-1,0 0 0,0 0 1,0 1-1,0-1 1,0 0-1,0 1 1,0 0-1,1-1 43,-1 1 1,0 0 0,1 0-1,-1 0 1,1 0 0,-1 1 0,1-1-1,-1 1 1,1 0 0,0 0 0,0 0-1,-1 0 1,1 1 0,1 0-1,-1-1 1,1 1 0,-8 1 0,0 0-1,1 0 1,0 0 0,0 0 0,0 0-1,1 0 1,3 0 0,0 0-1,0 0 1,0 0 0,1 0 0,0 0-1,0 1 9,-9-1 1,0 1 0,1 0 0,0 0-1,1 0 1,0 0 0,6 0 0,0 0-1,1 1 1,1-1 0,0 1 0,1-1-1,-8 1 1,1 0 0,0 0 0,2 0 0,2 0-1,6 0 1,2 0 0,0-1 0,2 1-1,2 0 195,-7 0 0,1 1 0,3-1 1,3 1-1,-7 2 0,4 1 0,7-1 1,6-1-1,8 1-183,1 7 1,91-7-1,15-7 1,11-3 0,-10 0-1,4-2 1,4-1-130,-9 0 0,3 0 1,2-1-1,1 0 1,-4 0-1,0 0 1,3 0-1,0 0 1,2-1-1,-4 1 1,0-1-1,2-1 1,1 1-1,0 0 1,1 0-1,3-1 0,1 1 1,0 0-1,1 0 1,1-1-1,-1 1-45,4-1 0,0 1 0,1-1 0,0 1 0,1-1 1,0 0-1,-9 1 0,1-1 0,0 1 0,0-1 1,1 1-1,-1-1 0,0 1 0,0 0 0,0 0 1,-1 0-1,1 0 0,0 0 0,0 1 0,0-1 1,3 1-1,0-1 0,0 1 0,0-1 0,0 1 1,1 0-1,0 0 75,2 0 1,1 0 0,-1 0-1,1 1 1,0-1 0,1 1-1,0-1 1,-8 1 0,0 1-1,1-1 1,-1 0 0,1 1-1,0-1 1,0 1 0,1 0-1,0 0 1,1 0 0,-1 0-1,1 0 1,0 1 0,0 0-1,-1-1 1,0 1 0,-2-1-1,-1 1 1,1 0 0,-1-1-1,0 1 1,0 0 0,-1 0-1,1 0 1,8 0 0,0 0 0,0 1 0,-1-1 0,0 0 0,0 1 0,-1-1 0,-3 1 0,-1 0 0,0-1 0,0 1 0,-1 0 0,0 0 0,0 0 0,-2 0 0,0 0 0,0 0 0,-1 0 0,0 0 0,0 0 1,-1 0-1,9 0 0,-1 0 0,-1 0 0,0 0 0,0 0 0,-1 0-51,-5 0 0,0 0 0,0 0 0,-1 0 0,-1 0 0,0 0 0,8-1 0,0 0 0,-1 0 0,-2-1 0,-2 0 0,6 0 0,-1 0 0,-3 0 0,0-1 0,-6 0 0,-1-1 0,0 1 0,-3-2 78,14-1 0,-3 0 0,-3-1 0,-12 2 0,-3 0 0,-4-2 0,2-4 0,-6-2 0,13-13 31,-34-1 1,-48-7 0,-38 1-1,11 16 1,-6 2-98,-15-1 1,-6 1 0,13 6 0,-3 2 0,-2-1 0,-10 1 0,-2 0 0,-3 1 0,15 1 0,-2 0 0,-1 1 0,0 0-12,-6 0 1,-1 1 0,-1 0 0,-2 0 0,11 2-1,-1 0 1,0 0 0,-2 0 0,0 0 0,-3 0-1,-2 0 1,0 0 0,0 0 0,-1 1 0,-1-1-1,-1 1 1,0-1 0,0 1 0,0 0-14,0 0 1,-1 0-1,1-1 1,-1 2 0,0-1-1,10 1 1,0 0-1,0 0 1,-1 1 0,0-1-1,-1 1 1,-2 0-1,0 0 1,0 1 0,-1 0-1,0 0 1,-1 0-1,8 0 1,0 1 0,0 0-1,-1-1 1,-1 2-1,1-1 1,-1 0 109,-3 1 0,-1 0 0,0 0 0,-1 1 0,1-1 0,0 1 0,1-1 0,1 0 0,1 0 0,1 1 1,-1-1-1,1 0 0,-1 1 0,1-1 0,-2 0 0,1 0 0,-1 0 0,1 1 0,0-1 0,0 0 0,0 1 1,-7 0-1,-1 0 0,1 0 0,0 0 0,1 0 0,0 0 83,3 0 0,0 1 1,0-1-1,1 0 0,0 0 1,1 0-1,4-1 0,0 1 1,0-1-1,1-1 0,1 1 1,0 0-1,-7 1 0,1 0 1,0 0-1,2 0 0,1-1 1,-9 1-1,1-1 0,2 0 1,2 0 232,10-1 1,1 0 0,2 0-1,4 0 1,-1-1 0,3 0-1,5 1 1,2-1 0,10 2 70,16 1 0,79-8 1,9-3-1,10-2 0,-12 0 1,3-1-1,4 0-445,-9 1 1,2-2-1,2 0 1,2 1-1,-5 0 1,0-1 0,2 1-1,2 0 1,0-1-1,7 0 1,1 0 0,2-1-1,0 1 1,0 0-1,-9 1 1,0-1 0,1 1-1,0 0 1,0-1-1,1 1-29,1 0 1,1-1-1,0 0 1,0 1 0,1-1-1,0 1 1,3 0-1,0 0 1,0 0 0,1 0-1,0 0 1,1 0 0,-8 1-1,0-1 1,1 1-1,-1 0 1,1-1 0,1 1-1,0 0 1,3 0-1,0-1 1,0 1 0,1 0-1,0 0 1,1 0 0,0 0-34,-7 1 1,1 0 0,1 0 0,0 0 0,0 0 0,0 0 0,0 1 0,-1 0 0,8 0 0,0 0 0,0 0 0,-1 0 0,1 1-1,-1 0 1,1 0 0,1 0 0,0 0 0,1 1 0,-1-1 0,0 1 0,0 0 0,-1 0 0,-2 0 0,-1 1 0,0-1 0,0 1-1,0 0 1,0 0 0,-1 0 32,-1 0 0,-1 1 0,1-1 1,-1 1-1,-1 0 0,1 0 1,0-1-1,-2 1 0,0 0 0,0 0 1,0 0-1,0 0 0,-1 1 1,0-1-1,9 1 0,-1 0 1,-1 0-1,0 0 0,0 0 0,-1 0 1,-3 0-1,0 0 0,-1 0 1,0 0-1,-1 0 0,-1 0 6,10 0 0,-1 0 0,-1 0 1,0 0-1,-3 0 0,-5 1 1,-2 0-1,0 0 0,-2 0 1,0 0-1,8 0 0,0 1 1,-3 0-1,-1-1 0,13 1 1,-3 0-1,-3 1-65,-11-1 1,-2 0-1,-5 0 1,-1 1-1,-9-3 1,-6-5 264,-46-4 0,-65-4 1,10 6-1,-8 1 0,9 2 1,-3 0-1,-2 1-246,-12 0 1,-3-1 0,-4 1-1,9 1 1,-3 0 0,-2-1-1,-1 1 1,7-1 0,-2 0 0,0 0-1,-2 0 1,-1 0 0,9 1-1,-1-1 1,-1 1 0,0-1 0,-1 0-1,-1 0 63,-4 0 0,-1 0 1,-1 0-1,-1-1 0,1 1 1,0 0-1,-1 1 0,1 0 1,-1 0-1,0 1 0,0-1 1,-2 0-1,9 0 0,-2 0 1,1 0-1,-1 1 0,-1-1 1,1 0-1,-1 0 0,0 1 1,0 0-1,-1-1 0,0 1 1,0 0-1,0 0 0,-1 0 44,-2 1 1,0-1-1,-1 0 1,0 1-1,0 0 1,-1-1-1,0 1 1,8 0-1,-1 0 1,0 0-1,0 0 1,0 0-1,-1 0 1,1 0-1,-1 0 1,-2 0-1,0 1 1,0-1-1,-1 1 1,1-1-1,-1 1 1,1 0-1,-1 0 1,2 0-1,-1 0 1,0 0-1,0 1 1,1-1-1,-1 1 1,1-1-1,0 1 64,2 0 1,0 0 0,1 0 0,-1 0-1,1 0 1,0 1 0,0-1 0,0 1-1,-8 0 1,-1 0 0,1 0 0,-1 0-1,2 1 1,-1 0 0,0 0 0,3 0 0,-1 0-1,1 1 1,0-1 0,0 1 0,1 0-1,0 0 1,1-1 0,0 1 0,1 0-1,-1 0 1,1 1 0,1-1 0,-1 0 22,2 0 1,0 0 0,0 0 0,0 1 0,1-1 0,0 0 0,2 1-1,-4-1 1,1 1 0,1-1 0,1 1 0,0-1 0,1 1 0,-9 1 0,2 0-1,0 1 1,1-1 0,1 1 0,7-1 0,0 0 0,2 0 0,0 0 0,2 0 45,-10 1 1,2 0 0,1 0 0,4 0 0,-8 2 0,4-1 0,4 1 0,-5 2 0,8 0 0,-15 7-77,54-3 1,70-3 0,3-7 0,9-3 0,-5 0-1,5-2 1,2 0-183,15 0 0,4 0 0,4-1 0,-10-2 0,3-1 1,3 0-1,1 0 0,-4 0 0,2 0 0,1-1 1,2 1-1,0 0 0,-8 0 0,1-1 0,1 1 0,0 0 1,1 0-1,0-1 68,-6 1 1,0 0 0,1 0 0,0 0 0,1 0 0,0 0 0,1 1 0,4-1 0,1 0 0,0 0 0,1 0 0,0 0 0,0 1 0,1-1 0,-8 2 0,1-1 0,-1 0 0,1 0 0,0 1 0,1-1 0,-1 1 0,1 0 0,0-1 0,2 1 0,-1 0 0,0-1 0,1 1 0,-1 0 0,1 0 0,-1 0 52,1 0 0,-1 0 1,0 1-1,1-1 1,-1 1-1,1-1 0,0 1 1,-1-1-1,2 1 1,0 0-1,0 0 0,0 0 1,0 0-1,0 0 1,1 0-1,-1 0 0,2 1 1,1-1-1,-1 1 1,0-1-1,1 1 0,-1 0 1,1 0-1,-1 1 1,0-1-1,1 1 0,-1-1 1,1 1-1,-1 0 1,0 1-1,1-1 0,-1 1-43,0-1 1,0 1 0,0 1-1,0-1 1,0 0 0,-1 1 0,0 0-1,-1 0 1,5 0 0,0 1 0,-2 0-1,1 0 1,-2 0 0,1 0 0,-1 1-1,-3 0 1,0 0 0,-1 0-1,0 0 1,-1 0 0,1 1 0,-2-1-1,8 1 1,0 0 0,-1 1 0,-1-1-1,0 0 1,-1 0 1,-4 0 1,1 0 0,-2 1 0,0-1-1,-1 0 1,-1 1 0,7 0 0,0 1-1,-2-1 1,-1 1 0,-2 0 0,9 1 0,-3 0-1,-2 0 1,-1 0 0,-10-1 0,-2-1-1,-2 1 1,-2 0 49,7 1 0,-4 0 1,-6-1-1,3-3 0,-11 0 1,-11 4-210,-54-7 1,-19-5 0,-13-4-1,-28 0 1,-9-1 0,16 1 0,-3 0-1,-3-1 121,10 2 1,-1-1 0,-3 1-1,-1-1 1,5 0 0,-2 1 0,-1-1-1,-1 0 1,-1 0 0,-7-1-1,-1 0 1,-2 0 0,0 0 0,-1 0-1,9 1 1,-1 0 0,0 0 0,-1 0-1,0 0 1,0 1-3,-3-1 1,-1 0 0,0 0-1,-1 0 1,0 0 0,0 1 0,8-1-1,0 1 1,0 0 0,-1 0 0,0 0-1,0 0 1,-1 0 0,-3 1 0,0-1-1,-1 1 1,0 0 0,0-1-1,-1 1 1,0 0 0,7 0 0,0 0-1,0 0 1,-1 0 0,0 1 0,0-1-1,-1 0 1,0 1 83,-4-1 1,0 0 0,0 0 0,-1 1 0,0-1 0,0 1 0,0 0 0,1 0-1,1 1 1,0 0 0,1 0 0,-1 1 0,1 0 0,0-1 0,-1 1 0,0 0-1,-1-1 1,0 1 0,-1-1 0,0 1 0,0 0 0,0 0 0,1 0 0,0 0-1,2 0 1,0 1 0,0 0 0,1-1 0,-1 1 0,1 0 0,0 0 0,0 0 45,1 1 0,1-1 1,-1 1-1,1-1 1,0 1-1,0 0 0,0-1 1,1 1-1,-10 0 1,1 0-1,0 1 0,0-1 1,0 0-1,0 1 1,1 0-1,2 0 0,1 0 1,-1 1-1,1-1 1,0 1-1,1 0 0,0-1 1,2 1-1,1 0 1,0 0-1,1 0 0,-1 0 1,2 0-1,0 0 37,-8 1 0,1-1 1,1 1-1,1 0 0,0 0 1,2 0-1,-8 0 1,1 1-1,1-1 0,2 1 1,0 1-1,7-1 0,0 1 1,2-1-1,1 1 1,0 0-1,-8 1 0,1 0 1,2 0-1,2 0 267,-12 0 0,3 1 1,5 1-1,-5 1 1,10 0-1,-5 3 1,52-2-376,46-1 0,14-7 0,10-3 0,27 3 0,8-1 0,-13-2 0,3 0 0,3 0-1,-9-1 1,1 0 0,3 0-1,2-1 1,-6 0 0,2-1-1,1 0 1,2 0 0,1 0 0,-5-1-1,1 1 1,1-1 0,1 0-1,0 0 1,1 0 0,3 0 0,2 0-1,0 0 1,0 0 0,1 0-1,1 0-55,-7 1 1,0-1 0,1 1 0,1-1 0,-1 1 0,0-1 0,0 1 0,-1 1 0,-1-1 0,0 0 0,0 1 0,0 0 0,1-1 0,0 1 0,4-1 0,1 0 0,0 0 0,0 1-1,1-1 1,-1 0 0,0 1 54,0-1 1,0 1 0,0-1 0,0 1-1,-1-1 1,2 1 0,-1 1 12,1-1 0,1 1 0,-1-1 0,1 1 0,0 0 0,1 0 0,0 1 0,-7-1 0,1 0 0,0 0 0,0 0 0,1 1 0,-1-1 0,1 1 0,-1 0 1,0 0-1,1 0 0,-1 1 0,0-1 0,0 1 0,1 0 0,-2 0 0,1 0 0,-2 0 0,0 0 0,0 0 0,0 1 0,0-1 0,-1 1 0,0 0 1,-1 0-9,7 1 0,0 0 0,-1 0 0,0 0 0,-1 1 0,-1-1 0,0 1 0,8 0 0,-1-1 0,0 1 0,-1 1 0,-1-1 0,0 1 0,-5 1 0,1 0 0,-2 0 0,1 1 0,-2 0 0,1 0-16,-3-1 1,0 1 0,0 0 0,-1-1 0,0 1 0,-2 0-34,11 0 1,-1-1-1,-1 1 1,-2 0-1,-1 1 1,6 2-1,-1 0 1,-2 1-1,-2-1 1,-9 0 0,-1-1-1,-1 0 1,-3 0-1,10 3 1,-3 0-1,-2 1-289,15 4 1,-7 0-1,-23-6 1,-9 1-1,-2 8 1,-44-6 153,-45-4 0,0-6 0,-10-2 0,4-2 0,-5 0 0,-3-2 0,-11 1 0,-3 0 1,-4-1 153,12 0 1,-2-1 0,-1 1 0,-3-1 0,10 1-1,-2-1 1,-1 1 0,-1-1 0,0 0 0,-8 0 0,-1 0-1,-1 0 1,0 0 0,-1-1 0,10 1 0,0 1 0,-1-1-1,0 0 1,-1 0 0,0 0 33,-3 0 1,-1-1 0,-1 1 0,1 0-1,-2 0 1,1 0 0,8 0 0,1 0 0,-1 0-1,-1 0 1,1 0 0,-1 1 0,0-1 0,-3 1-1,0 0 1,0 0 0,-1 0 0,0 0 0,0 0-1,0 0 1,-1 0 0,-1 0 0,1 0 0,-1 0-1,0 1 1,0-1 0,0 0 54,1 1 1,-1-1 0,1 1 0,-1-1 0,1 1 0,0 0-1,0 0 1,2-1 0,0 1 0,0 0 0,0 0 0,1 0 0,-1 1-1,1-1 1,1 1 0,0 0 0,0 0 0,0 0 0,0 0 0,1 0-1,0 0 1,-9 0 0,-1 0 0,2 1 0,-1-1 0,1 0 0,0 1 57,3-1 1,-1 1 0,1 0 0,0 0 0,2-1 0,1 2-1,-5-1 1,1 0 0,2 1 0,1 0 0,0 0-1,7 0 1,0 0 0,1 1 0,1 0 0,1-1 0,-6 1-1,1 0 1,2 0 0,1 0 59,-10 0 1,2 0 0,5 0 0,-9-1 0,9-1-1,25 2 1,7-1 0,3 0 202,44-2 0,62-3 0,-11-1 0,9 0 0,-11-2 0,4 0 0,4 0-309,-8 0 0,2-1 0,2 1 0,1-1 1,8 1-1,2 0 0,2-1 0,1 1 1,-6-1-1,1 1 0,1-1 0,1 0 0,1 0 1,3 1-1,1-1 0,1 1 0,1 0 1,0-1-74,-9 2 0,-1-1 0,2 0 0,-1 1 1,1-1-1,1 1 0,3-1 0,0 1 0,1 0 1,1 0-1,-1 0 0,1 0 0,-8 1 0,0-1 1,0 0-1,1 0 0,0 1 0,0-1 1,0 1-1,2 0 0,0 1 0,1-1 0,0 0 1,0 1-1,0 0 0,0 0-73,0 1 0,1-1 1,0 1-1,0 0 1,0 0-1,-1 1 1,1-1-1,0 1 0,-1-1 1,1 1-1,0 0 1,-1 0-1,1 1 1,-1 0-1,1 0 1,1 0-1,-1 1 0,0 0 1,0 0-1,0 0 1,0 1-1,-1 0 1,0-1-1,-1 2 1,1-1-1,0 0 0,-1 1 1,0 0 15,0 0 1,0 1-1,0-1 1,0 1-1,-1 0 1,0 1 0,-1-1-1,5 1 1,-1 1-1,0-1 1,-1 1 0,0 1-1,0-1 1,-3 1-1,1 0 1,-1 1-1,-1-1 1,0 1 0,0 0-1,8 1 1,-1 0-1,0 0 1,-1 1 0,-1-1-1,-5 1 1,0-1-1,-1 0 1,-1 1-1,-2 0 1,10 3 0,-2 0-1,-2 1 1,-2-1-1,11 3 1,-4-1 0,-3 0-1,-12-1 1,-3-1-1,-4 0-330,9 3 1,-8-1-1,2 6 1,-53-12-1,-39-4 307,-47-3 1,15-5-1,-8-1 1,9 1 0,-5-1-1,-2 0 1,9 0 0,-2 0-1,-2-1 1,-1 0 143,-9 0 1,-1-1-1,-2 0 1,-3-1-1,9 1 1,-2 0-1,-2-1 1,-1 0-1,-1 0 1,8 1-1,0-1 1,-2 1-1,0 0 1,-1-1-1,0 1 1,-3-1-1,-2 0 1,1 0-1,-1 0 1,0 0-1,-1 0 21,11 1 1,0 0-1,-1-1 1,1 1 0,-1 0-1,-1 0 1,0 0 0,-4-1-1,0 1 1,-1 0 0,0 0-1,-1 0 1,0 0 0,-1 0-1,7 0 1,0 1-1,0-1 1,-1 1 0,-1-1-1,1 1 1,-1 0 0,-1-1-1,-3 1 1,0 0 0,-1-1-1,-1 1 1,0 0 0,0 0-1,0 0 1,-1 0 7,6 0 0,-1 1 0,0 0 0,0-1 0,0 1 0,-1 0 0,1 0 0,0 0 0,0 0 0,-6-1 0,-1 1 0,0-1 1,1 1-1,0 0 0,0-1 0,0 2 0,0-1 0,0 1 0,0-1 0,0 1 0,1 1 0,-1-1 0,1 0 0,-1 1 0,2 0 1,1-1-1,1 1 0,0 0 0,0 0 0,0 1 0,1-1 0,0 1 0,0-1-38,2 1 1,-1 0 0,2 0-1,-1 0 1,0 0 0,1 0 0,0 1-1,1 0 1,-9 0 0,1 0 0,0 1-1,0-1 1,1 1 0,0 0 0,1 1-1,4-1 1,-1 0 0,2 1 0,-1 0-1,1 0 1,1 0 0,0 0 0,-7 1-1,0 1 1,1-1 0,1 1 0,0 0-1,2 1-108,-8 0 1,0 2-1,2-1 1,2 1-1,0 1 1,8 0-1,1 1 1,1 0-1,2 0 1,1 1-1,-7 2 1,1 0-1,3 1 1,1 1-1,-12 4 1,3 1-1,3 2 62,11 0 0,3 3 0,2 0 0,5-2 0,2 1 0,2 2 0,-13 14 0</inkml:trace>
  <inkml:trace contextRef="#ctx0" brushRef="#br0" timeOffset="21">33219 8374 8080,'-14'-8'704,"2"-2"1,8 10 558,8 7 1,3 4 0,2 3-1,3 1 539,0-1-1506,3 0 0,-1 6 0,1 0 0,-1 3 0,0 2 1,1 3-1,-1 0 200,1 1 0,-1 5 0,0 1 0,1 2-313,-1 3 1,0 1-1,1 2 1,-2 1-123,-4-1 1,-2 1 0,-7 3-1,-2 1-362,-3-2 1,-3 4 0,-6-2 0,-1-2-24,1-1 1,-2-7-1,-2-1 1,-1-2 110,2-3 0,1-8 0,1-5 200,1-3 1,0-8 810,-1-3-580,7-3 0,2-9 1,6-2 41,0-4 0,0-2 0,1 1 0,4 0-157,5-1 1,3-4 0,1 0-1,0 1-42,1 2 0,-1 2 0,1 0 0,-1-1 47,0 1 1,1-1 0,-1 3 0,0 0 9,1 3 1,-2 4 0,-2-5-1,-2 1-188,3 1 1,0 1-1262,3 7 1007,-7 0 1,-3 7 0,-10 2 0,-5 4-107,-3 2 1,-1-1 0,0 0-1,-2 2 207,-4 4 0,0-4 0,-4 3 0,3-3 203,0-2 1,4 1 0,-6 0 0,2 1 120,4-1 0,-2 2 0,3-9 0,3 2 49,0 0 1,5-6 118,-2 6-137,7-7-699,-3-3 0,7-6-838,4-4 0,3 2 1,7 5 1404,-1-2 0,13 0 0,4 5 0</inkml:trace>
  <inkml:trace contextRef="#ctx0" brushRef="#br0" timeOffset="22">33133 9223 8080,'-15'-13'720,"1"3"0,4-1 1,2 5-1,4-1 805,5 1 1,6 1 0,5 7 0,0 1-891,-3 2 1,1 6-1,2-1 1,0 4-21,-3 5 0,-1-1 1,3 6-1,-1 1-346,1 3 0,-3 0 0,2 1 0,-1 0-299,-1 0 1,5-2 0,-3-2 0,3-1-45,1 2 1,-4-5-1,-1-2 1,1-3-413,-2-2 0,-2-4 307,-6 0 1,0-9 410,0-1 0,0-6 0,0-9 3,0 1 0,0 0 0,0-1 0,0 1-236,0-1 0,2-1 0,1-1 1,3-2-15,2 1 0,-3 2 1,5 0-1,1-3-111,2-5 1,3 3 0,1 0 0,4 2 47,1 0 0,2-7 0,5 4 0,0 0 53,0 2 1,-2 4-1,0 4 1,0 0 27,4 3-3,-6 6 0,15 9 0,-1 10 0</inkml:trace>
  <inkml:trace contextRef="#ctx0" brushRef="#br0" timeOffset="23">33795 9194 8080,'-12'5'0,"0"1"2457,-4 2 1,-2 2-1,2 4 1,-2 1-1589,-1-1 0,-6 2 1,1 2-1,-2 1-822,2-2 0,-3 6 0,3 1 1,-2 1-22,2-1 1,-1 2 0,6-5 0,-1-1 25,0 1 0,4 3 0,-4-5 0,5-1 14,0-2 1,2-2 0,2-1 0,3-2 137,2-1-235,-5-7 0,11 2-92,0-10 1,4 2-1,8-7 1,-4-1 97,-2-2 0,0-6 0,-2 0 0,0 0 77,0-2 1,-3-1 0,-1-7 0,0 2-119,0 3 0,0-4 1,0 5-1,0-5-258,0 0 1,-5 4 0,-1 1-1,-2 2-302,-3 4 1,-2 2 0,-1 4-389,-1 2 0,2 7 1014,4 2 0,9 45 0,8 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5.88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22832 12086 8473,'-15'0'-308,"1"0"473,0 0 1,-1 0-1,1 0 1,-1 0 1857,1 0-1626,6 0 0,3 0-288,10 0 0,3 0 0,8 0 0,2 0-79,1 0 0,11-1 0,1-3 0,4 0-37,5 0 0,6-2 1,2 0-1,0-2 23,1-4 0,1 4 0,4-1 0,-2-1-50,-3 2 0,-6-3 1,-6 5-1,-3-1 123,-7 1 1,-11-1 0,-13 4 58,-6-2 0,-13 1 1,-11 4-1,-9 0-25,-5 0 0,-1 4 0,-9 1 1,2 0 61,2 1 1,2-2 0,4 4-1,1 0-49,2 0 0,7-5 1,2 2-1,10-2-104,8 2 0,1-4 0,12 4-215,9-3 0,8 2 0,13 1 1,5-2-60,6-1 1,4-4 0,-4-1 0,-2-2-104,-2 2 0,-2 2 0,-7 1 0,-1 0 345,-7 0 0,-68 0 0,-20 0 0</inkml:trace>
  <inkml:trace contextRef="#ctx0" brushRef="#br0" timeOffset="1">31867 12144 8547,'-8'-2'33,"1"-1"0,2-4 355,1-1 0,0 0 0,9-3 13,5 2 1,4-1 0,5-4 0,4-1-1,2 1 1,3 0 0,4-1 0,3 1 0,5-1-2,1 1 0,4 1 0,1 2 0,4 3-313,1 2 1,-3-4-1,3 5 1,-1 2-252,-4 1 0,-3 2 0,-4 0 0,-7 2-42,-7 3 1,-6-2 0,-12 5 236,-12-2 0,-11 6 0,-18-4 1,-7 1 14,-10 1 0,-8-1 1,-13 4-1,-2-2 135,-3-1 1,4-2-1,-2 3 1,6-3 73,7-1 0,9 2 0,8-4-339,10-2 1,16 0-1,20 1 1,14 0-204,12 0 1,11-3 0,15-1 0,9 0 56,7 0 0,5 0 1,1 0-1,0 0-549,-5 0 1,1 0 0,-12 0 778,-8 0 0,-85-13 0,-33-3 0</inkml:trace>
  <inkml:trace contextRef="#ctx0" brushRef="#br0" timeOffset="2">29838 18201 8397,'-16'-11'609,"-3"-3"1,5-4 0,-2 4 392,4-1 0,9 6-797,-2-1 0,5 7 0,7-2 0,7 3 0,9 2 1,5 0-1,6 0 0,6 0-17,6 0 1,5 0-1,7 0 1,1 0-205,3 0 1,-1 0 0,6 0 0,-1 0-328,-5 0 1,-9 2-1,-18 1 435,-10 2 0,-21 1 0,-16-2 0,-19 2 67,-19 2 1,-11-3-1,-12 4 1,-1 3-49,-2 0 0,2-2 0,8-2 0,5 0 45,3 0 0,9 0 0,9 1-143,10-4 1,25-3 0,20-2-1,18 0-156,13 0 1,8 0-1,9-2 1,5-1-65,3-2 0,6-4 0,-4 4 0,-7 2-352,-4 1 0,-5 2 0,-3 0 559,-6 0 0,-53 6 0,-15 2 0</inkml:trace>
  <inkml:trace contextRef="#ctx0" brushRef="#br0" timeOffset="3">22760 18546 8400,'1'-9'1043,"4"1"-806,5 1 1,3 1 0,3 3 0,1-2 0,6 0 0,2 0 0,7 1 0,3-1 145,5-2 0,7 6 1,2-6-1,2 3-333,4-1 0,5 0 0,6 5 0,1 0-171,2 0 0,-2 0 0,-11 0 0,-3 0 50,-5 0 1,-12 2-1,-7 1-14,-8 2 0,-18-1 0,-11-4 1,-13 2 279,-12 3 1,-15-4 0,-10 6 0,-7-2-119,-6-1 0,-5 8 0,-1-4 0,2 1 3,1 1 0,2-5 0,0 3 0,2-2-45,3-3 0,9 4 0,10-3 0,5 0 0,5-3 0,7-1-180,17 0 1,16 0 0,22-1-1,4-3 59,6 0 0,9-8 0,12 3 0,5-2 56,7 1 0,4-3 0,1 4 0,0-3 0,0 3 0,-1-4 0,3 5 1,0 0 40,-3 3 1,-10 4 0,-19 1 145,-12 0 0,-15 0 0,-17 0 0,-14 1 186,-16 4 0,-11-2 0,-18 5 0,-4 0-44,-7 0 1,-4 2-1,3 3 1,-2-2-66,-2-2 0,0-1 1,9 4-1,5-4 11,11-2 0,13 4-532,10-6 0,23 1 1,20-5-1,18 0-231,13 0 0,14-5 1,15 1-1,-32 2 1,2 0-957,5 1 0,1 1 1409,3 0 0,8 0 1,-5 0-1,9 0 0,7 0 1,2 0-1,-1 0 1,7 0-1,1 0 0,-1 0 1,0 0-1,0 0 1</inkml:trace>
  <inkml:trace contextRef="#ctx0" brushRef="#br0" timeOffset="4">26860 4345 8047,'-37'7'268,"2"-1"1,6 7 0,2 0-1,3 4 1,5 2 0,5 4-1,2-2 695,3-1 1,6 1 0,-1-3-1,8 1 336,5-2-1068,10-1 1,5-6 0,10-2 0,4 0 0,4-2 0,1 1-1,2-4 274,3-1 0,-2-2 0,7 0 0,0 0-297,-2 0 0,6-7 1,-1-4-1,7-5-51,2-3 1,-4 0 0,1 4 0,-3 1-165,-1 0 0,-5-1 0,-4 2 0,-4 2-303,-8 2 1,-5 5 0,-5 0 0,-2 2 373,-1 2 1,-4 6 0,2 4 0,-1 3 165,-4 1 0,-1 7 0,-1 1 0,-1 2 69,1 0 0,1-5 0,1 4 0,4-2-48,1-4 1,1-2 0,4-6 0,0-4-188,3-3 1,10-2 0,2-2 0,4-3-173,1-4 0,2-9 0,1-3 1,1 0-132,3 1 0,-4 0 0,-4 6 0,-4 0 25,-4-1 0,-6 7 1,2 2-1,-4 1 136,-1 0 0,0 1 1,-1 4-1,3 0 106,2 0 1,-1 0 0,5 1 0,1 2 205,4 2 1,-1 0-1,12-4 1,2 3 73,1 0 1,6 1 0,2-3 0,3 1 15,6 2 1,-4 0-1,6-5 1,2 0-104,1 0 1,4 0-1,-39 0 1,0 0-1,0-1 1,1 0-201,-1-1 1,0-1 0,-1 0 0,1-2 0,-2-1 0,1-2 0,-1 0 0,-1 0-726,2-1 1,-1-1-1,31-11 1,-6-5 0,-10 2 703,-8-1 0,-7-32 0,1-16 0,-12 21 0,1 0 0,-1 0 0</inkml:trace>
  <inkml:trace contextRef="#ctx0" brushRef="#br0" timeOffset="5">17120 6000 7898,'-14'0'532,"-1"0"653,1 0 0,4 0-108,1 0 1,7 0-746,2 0 1,13 0 0,11-3 0,5-5 0,4-8 0,6-5 1261,2-5 0,9-1-1277,3-2 0,-2 1 1,0-1-1,0 0 0,-1 0 1,-2 2-139,-7 3 1,-4-1-1,-10 7 1,-5 4-2172,-7 2 897,-7 9 0,-15-3 0,-1 7 0,-1 4-134,-1 5 1,1-2 0,-6 0 0,1-2 1228,-1-3 0,-44-1 0,-11-2 0</inkml:trace>
  <inkml:trace contextRef="#ctx0" brushRef="#br0" timeOffset="6">17480 5655 7898,'0'-10'1171,"0"0"0,6 1 1,5-6-1,7 1-495,6 0 1,3-2-1,4-2 1,2-1-268,5 1 0,4 2 0,0 4 0,-2 0-141,-2 3 1,-6 6-1,0-2 1,-7 3-28,-5 2 0,-9 7 0,-3 2 0,-2 6 140,-3 4 1,-1 3-1,-4 5 1,-1-1-91,-2-2 0,-4 0 0,2 5 0,-1-1-113,-3 1 1,5-2-1,-1-1 1,3-2-215,-1 1 0,0-4 0,5-2 0,0-3-1406,0-1 1,0-1-3418,0 1 1115,0-7 3744,0-2 0,-38-12 0,-10-2 0</inkml:trace>
  <inkml:trace contextRef="#ctx0" brushRef="#br0" timeOffset="7">19293 4921 7858,'0'-15'280,"-5"6"0,-2-1 0,1-1 0,-2-2 0,2-1 844,-1-1 0,-2 1 1,2 1-276,-1 4 0,3 1 0,-4 4 582,-2 0-1168,-2-1 0,-3 5 0,0 1 0,-2 4 1,4 5-1,0 1 100,2-1 0,1 2 0,-3-2 0,-1 3-179,1 1 1,4 1-1,2 1 1,0 1-13,0 2 0,5 1 0,-3-4 0,1 3-118,0 5 0,-1 3 0,3 2 1,-2 1-56,2 4 1,-4 4 0,1 8 0,-2 5 0,-3 5 1,-2-6-1,-3 8 1,-2-2 91,-1-1 0,-2 3 0,4-2 0,-2-3 4,1-5 1,2-4 0,3-2 0,2-4-25,1-4 1,7-5 0,-2-5 60,4-5 1,1-8 0,1-3 131,4-2 0,-2-1 1,7-5-11,1 0 1,2 0 0,1 0 0,1 0 172,-1 0 0,2 0 1,2 0-1,1 0 101,-1 0 1,4 2 0,2 1 0,3 2-440,2-2 1,0-1-1,1-2 1,2 0-91,2 0 0,1 0 0,-3 1 0,0 2-127,-5 2 1,-3 0-1,-7-5 1,3 2-2144,-3 2-547,-7-2 0,-2 4 662,-4-6 0,-2-1 1,3-4 2154,-4-5 0,-35-21 0,-21-8 0,-1-4 0,0 0 0</inkml:trace>
  <inkml:trace contextRef="#ctx0" brushRef="#br0" timeOffset="8">19566 5079 7813,'0'-14'1430,"0"-1"3504,0 1-4024,0 6 0,5 8 0,1 9 0,0 6-179,1 4 0,-2 3 0,-5 7 0,0 2 39,0 2 1,0 9-1,0 7 1,0 2-196,0 4 1,-2-4 0,-3 2 0,-4 1-344,-4 2 1,-1-5 0,1-3 0,2-5-428,1-4 1,2-6 0,-2-9 0,4-5-2856,0-3 1274,4-8 0,-3-8 0,10-9 0,3-6 1776,0-4 0,-9-27 0,-4-13 0,-3-8 0,0 1 0</inkml:trace>
  <inkml:trace contextRef="#ctx0" brushRef="#br0" timeOffset="9">21005 5237 7956,'-20'-4'0,"0"-1"214,-3 2 1,6-4 0,-4 2-1,2 2 425,0 2 0,-1 2 1,4 4-85,-3 5 1,3 4 0,-1 5-1,4 7 1,3 6 0,1 8 0,-1 8-1,2 8 1,0 6 509,0 3 1,5-2 0,-2 2 0,3-2-611,2-7 0,7-12 0,4-12 0,5-6-195,3-7 0,7-9 1,-2-5-1,5-5 31,4-5 0,-3-3 1,6-8-1,-4-3-119,-4-5 0,3-8 1,-12-4-1,-3 0-102,-5-4 0,-4-3 0,-7-4 0,-2-2-302,-3-3 0,-9 4 1,-10-4-1,-3-1-414,-2 2 1,0 3 0,0 11-1,2 8-334,3 9 1,-1 5 0,7 7 0,5 8-929,7 8 1,4 13 0,4 8 1907,3 7 0,6 2 0,5 4 0,3 4 0,0 0 0</inkml:trace>
  <inkml:trace contextRef="#ctx0" brushRef="#br0" timeOffset="10">21753 5424 7777,'-7'-9'307,"-2"-1"0,-2 5 1,-1-3 1176,3 2 1,-1 1-1,-4 7 165,-1 3-1288,1 3 1,4 8 0,1 1-1,-1 6 1,1 2 0,-1 7-1,-1 3 463,-2 5 0,3 7 0,2 1 1,2 0-374,3 1 1,1-4 0,4 3 0,3-7-267,4-7 0,12-2 1,8-13-1,9-3-113,9-5 1,1-8-1,7-11 1,5-9 68,-1-9 0,0-1 1,-3-10-1,-3 1 10,-5-1 0,-12-2 1,-7-4-1,-10 0-63,-8 0 0,-4 1 1,-10 2-1,-7 2-227,-9-2 0,-15-5 0,-7 2 1,-7 6-374,-3 5 0,-1 12 0,-2 5 0,3 9-716,1 4 1,4 10 0,9 7 0,9 9-953,7 8 0,6-2 0,7 4 2180,8-4 0,39 18 0,15 5 0</inkml:trace>
  <inkml:trace contextRef="#ctx0" brushRef="#br0" timeOffset="11">22990 5381 7743,'-21'0'690,"5"2"0,-3 1 181,3 2 1,2 1 0,-1-1 0,2 5 774,4 2-1230,-4 3 0,0 6 1,-6 4-1,2 7 1,1 6-1,1 6 0,1 2 550,-1 2 0,7 5 0,5-7 0,8-3-599,9-3 1,9-14-1,12-2 1,8-8-143,8-7 1,5-2-1,3-10 1,2-5 41,1-7 1,4-4 0,-8 0 0,-9-5 47,-7-3 0,-9-2 0,-9 0 1,-6 0 124,-7 1 1,-8-6 0,-12-1 0,-11-2-354,-5-3 0,-12-6 0,-6-2 1,-8 1-1179,-5 3 0,0 7 0,1 3 0,4 4-758,2 1 1,9 13 0,11 7-2633,8 5 4481,5 4 0,-17 45 0,-6 11 0</inkml:trace>
  <inkml:trace contextRef="#ctx0" brushRef="#br0" timeOffset="12">23479 4878 7751,'-9'-13'-9,"-1"3"0,7-3 1,-2 4-1,5-4 1,5-1-1,6-1 1,7 1-1,6 0 967,3-1 1,3 1-1,2-1 1,3 3-212,2 2 0,-3 4 0,4 6 0,0 0 1266,-1 0-1709,-2 0 1,-8 8 0,-1 4 0,-4 8 0,-1 2-1,-5 5 1,-3 3 225,-4 4 1,-5 6 0,2 0 0,-1 5-527,0 3 1,-1 1 0,-5-1 0,-2 5-56,-2 3 0,-5 1 0,4 1 0,-1 0-343,1-1 1,0-4-1,2 0 1,0-1-19,0 0 0,3-4 0,1-9 1,1-2 129,4-2 0,3-1 0,5-7 0,-2-3 173,-1-5 0,-2-3 1,3-1-1,-1-1 212,1 0 1,-3 1-1,0-1 467,-2 1 1,-3-1-4,-7 0 0,0-4 0,-7-2 1,-3 0-18,-4 0 1,-9-5-1,0 4 1,-7-3-219,-2 1 0,-8 5 1,-4-5-1,2-2-580,1-2 0,9-1 0,2 0 0,4 0-1245,1 0 1,13-8 0,6-6 1492,7-8 0,16-17 0,6-7 0,1-4 0,0-1 0</inkml:trace>
  <inkml:trace contextRef="#ctx0" brushRef="#br0" timeOffset="13">24573 5468 7829,'-7'-8'104,"-2"3"1,2 5 313,2 5 0,10-2 1,6 6 665,7 3 1,0-1 0,5 0 0,3-2 0,1 1 0,4 0 0,1-2 0,1 0 0,1-2-651,1 0 1,-5-1 0,4-5-1,-4 0-1356,-1 0 0,0 0 0,0 0 1,-2-1-2247,-3-4 3168,3-3 0,-50-26 0,-4-4 0</inkml:trace>
  <inkml:trace contextRef="#ctx0" brushRef="#br0" timeOffset="14">25695 5525 7829,'-7'-8'860,"-1"5"0,0 6 0,4 7 83,2 2 0,-3 9 0,-1 3 0,-1 5-752,1 5 1,-4-2 0,4 6 0,-2 0-300,-3-1 0,0-2 1,-1-8-1,4-3-1603,2-4 0,0-11 1711,1-4 0,-16-67 0,6 22 0,0 0 0</inkml:trace>
  <inkml:trace contextRef="#ctx0" brushRef="#br0" timeOffset="15">25781 5122 7829,'-10'-6'0,"1"-2"1557,-2 0 0,6 1-849,5 7 1,8 0 0,9 0 0,4 0-687,2 0 0,-4 2 1,3 1-1,1 4-998,-1 1 0,-4-4 1,1 4-1,-3 0-199,-2 0 1,-1-3 0,-2 5 1174,-1 1 0,-7 2 0,2 1 0,-5-1 0,-4-2 0,0-1 80,0 1 0,3-3 0,-1 1 1,-1 3 739,-2 0 1,0 0 0,5 0-1,0 4-40,0 0 0,0 0 0,0 0 0,0 4 12,0 4 0,0 3 0,0 3 1,0 2-242,0 2 1,-1 6 0,-4-4 0,-3 3-387,0-1 0,-3-6 0,6 2 0,0-4-731,-1-1 1,4-7 0,-3-3-1,4-3-1768,1-1 1,-2-7 2333,-2-3 0,-43-36 0,-15-9 0</inkml:trace>
  <inkml:trace contextRef="#ctx0" brushRef="#br0" timeOffset="16">25637 5611 7829,'2'-8'1418,"3"4"0,4 2-492,4 2 0,6 0 1,2 0-1,1 0-225,4 0 1,6 0-1,3 0 1,0 0-1012,0 0 1,4 0 0,-6 0 0,1 0-1505,1 0 1,-6-5 0,0 0 1813,-9 2 0,-16-11 0,-6-2 0</inkml:trace>
  <inkml:trace contextRef="#ctx0" brushRef="#br0" timeOffset="17">26630 5410 7829,'-24'2'0,"-2"2"400,1 6 1,1-2 0,-2 2 0,4 1 563,1 2 1,2 1 0,4 0 0,1 2-804,0 3 0,6-1 0,3 4 1,3-1-482,2-3 1,8-2 0,5-2 0,5 1 218,-1-1 1,2 0-1,-3-1 1,-4-2 226,-4-1 1,-4 0 0,-4 4 0,-1-1 430,-4-4 1,-8 4-1,-8-3 1,-1 2-584,-4 3 0,1-7 0,-1-3 0,4-4-939,1-1 1,7-13 0,6-6 964,1-6 0,9-15 0,4-7 0,2-3 0,0 0 0</inkml:trace>
  <inkml:trace contextRef="#ctx0" brushRef="#br0" timeOffset="18">26443 4935 7826,'-39'10'0,"1"-1"0,6 1 0,0 4 0,7 1 1217,5-1 0,9 2 0,2 2 1,-1 1-929,2-2 0,2-1 0,9-1 1,5-2-2025,6-4 1735,10 4 0,11-37 0,10-2 0</inkml:trace>
  <inkml:trace contextRef="#ctx0" brushRef="#br0" timeOffset="19">27867 5568 7767,'7'-8'-254,"-7"5"1,-8 6 1105,-5 7 1,-3-2 0,-2 1-1,-1 3-337,1 0 1,-2 8 0,0-1 0,3 0-195,1 2 0,3 0 0,2 3 0,3-5-159,1-3 0,3-2 1,7-1-1,5-2 33,6-1 1,10-9 0,0-1 0,5-9 32,5-9 0,-4-6 0,4-8 1,-4-5 29,-1-4 1,-1-1 0,0-11 0,-4-1 42,-5-2 1,-8-1 0,-3-3 0,-2 0-183,-2-3 1,-3 4 0,-2 10 0,-4 9-552,-5 8 1,4 6 0,-1 13 0,3 5-678,-1 8 1,0 10-1,5 12 1,0 9-3028,0 4 4136,0 3 0,-5 20 0,-3 11 0,0 4 0,0 1 0</inkml:trace>
  <inkml:trace contextRef="#ctx0" brushRef="#br0" timeOffset="20">28169 5712 7767,'2'-9'1216,"3"-1"1,4-1-761,4-2 1,3-1 0,2-2 0,2-2 536,3-1 1,1-5 0,3 3 0,-2 0-279,-1 0 0,-6-2 0,0 3-622,-7 3 1,-5 1-1,-7 3 1,-6 3-245,-7 6 0,-7 2 0,-8 5 0,-1 5-157,-4 7 1,2 9-1,-4 1 1,-1 5 122,0 4 0,5 8 0,-1-1 0,4 4 489,5-3 0,5 1 0,9-5 1,5 2 1,4-2 1,9-2-1,6-9 1,10-3-199,8-5 0,0-8 1,6-3-1,1-2-1063,-3-2 1,1-3 0,-6-2 0,1-3-162,-1 0 0,-10-3 0,3 4 0,-6-3 1116,-4-2 0,-6-2 0,-1-4 0</inkml:trace>
  <inkml:trace contextRef="#ctx0" brushRef="#br0" timeOffset="21">28817 5942 7989,'-15'0'925,"1"0"1,4 0-252,1 0 0,5-6 0,0-4 0,2-4 93,2-5 0,7-5 1,2-10-1,4-7-144,1-11 0,5-2 1,2-15-1,2-3-119,2-3 1,-1-1 0,2 5-1,1 6-48,-2 7 0,1 9 0,1 12 0,-1 8-61,-2 8 1,-2 12 0,2 4-290,-5 3 1,-3 10 0,-3 5 0,-2 5-347,-1-1 1,-5 6 0,3 1 0,-2 3-877,-3 2 0,4-2 0,-3-2 0,0-1-312,-3 2 0,-1 3 1,0 3-1,0 1 1428,0-1 0,-51 5 0,-13 0 0</inkml:trace>
  <inkml:trace contextRef="#ctx0" brushRef="#br0" timeOffset="22">28702 5583 10938,'14'0'1669,"5"0"1,2 0-1,1 0-504,4 0 1,6 0 0,1 1 0,1 2-522,1 2 1,-4 0 0,2-5-1,-3 2-996,-1 2 1,-2-2 0,-3 3 0,-4-4-1922,-4-1 1,3 7 2272,0 2 0,-19 30 0,-10 7 0</inkml:trace>
  <inkml:trace contextRef="#ctx0" brushRef="#br0" timeOffset="23">29378 5827 7767,'-19'10'621,"-1"-1"0,-4-1 1,5 4 2035,2-3 0,5-4-1868,3 5 1,7-9-2312,2-1 0,8-8 1522,11-11 0,7-14 0,3-8 0,5-5 0,1 0 0</inkml:trace>
  <inkml:trace contextRef="#ctx0" brushRef="#br0" timeOffset="24">29478 5482 7767,'-8'14'188,"4"1"0,2-1 260,2 0 1,0 1 0,0 1 0,0 1-76,0 3 0,0-1 1,0-3-1,0 1-148,0 3 0,0-1 0,0-5 0,-2 1 352,-2-1 1,2 0 0,-4 1 2051,-1-1-1964,-1 0 0,0-14 0,5-9 0,8-12-211,9-6 1,2-2-1,8-1 1,2-2-178,1-2 0,2 1 0,1 5 0,2 3 126,2 1 0,-1 6 0,-4 1 0,-2 6 64,-3 6 1,-3 3-1,-7 4 1,-1 4-284,-3 9 0,-4 7 1,-6 10-1,-1 3-411,-4 2 1,-5 0 0,-7 1 0,-3-4-306,3-4 0,1-1 1,3-1-1,2 0-1606,1-4 0,7-4 1,-2-5 2137,4-1 0,26-44 0,7-12 0</inkml:trace>
  <inkml:trace contextRef="#ctx0" brushRef="#br0" timeOffset="25">30155 5554 7767,'-2'-8'5065,"-1"5"-3814,-2 6 1,0 5 0,4 6 0,-4 1-785,-5-1 1,2 5 0,-1 0-1,-1-1-1123,2-2 0,-3 3 0,6 0 656,2-1 0,40-79 0,-13 20 0,0 1 0</inkml:trace>
  <inkml:trace contextRef="#ctx0" brushRef="#br0" timeOffset="26">30644 5079 7807,'-15'6'0,"1"2"0,0 8 0,1 4 1649,3 4 1,-4 9 0,1 6 0,-6 4-583,-3 5 1,-4 3 0,-6 6 0,-3 1-728,-2-1 1,0-4-1,-1 0 1,4-2-1020,4-5 0,9-4 679,7-13 0,-1-7 0,7-1 0</inkml:trace>
  <inkml:trace contextRef="#ctx0" brushRef="#br0" timeOffset="27">30428 5468 8422,'14'0'2477,"1"0"0,1 0-1312,3 0 0,3 0 0,9 0 1,1 0-8,1 0 0,7 1 1,-3 2-1,1 2-746,1-2 0,-9-1 0,0-4-1327,-4-2 0,-10-4-226,-2-7 1,-14 2 0,-14 4-1,-8 4 416,-6 3 0,-5 4 1,-1 4-1,1 7 647,-2 5 1,4 7 0,-2-1 0,4 3 347,5 2 0,3 5 0,8-1 0,4-1 44,4-1 0,5 1 0,6-2 0,9-4-551,7-4 0,10-4 1,3-9-1,2-4-897,3-3 1,1-6 0,1-5 1133,-4-10 0,-10-10 0,-1-6 0,-1-4 0,1 1 0</inkml:trace>
  <inkml:trace contextRef="#ctx0" brushRef="#br0" timeOffset="28">31277 5050 7785,'-15'15'226,"1"-1"1,0 2 0,-1 3 1122,1 5 1,-1 10 0,0 4-1,-5 5-419,-4 5 0,2 2 1,-2 4-1,0-3-529,2-1 1,1-4 0,6-7-1,1-6-871,0-2 0,6-9 0,3-3-465,3-3 1,4-8 0,3-3 0,6-3-2464,6-2 3398,-1-7 0,50-33 0,-31 13 0,0 0 0</inkml:trace>
  <inkml:trace contextRef="#ctx0" brushRef="#br0" timeOffset="29">31205 5597 8364,'8'6'776,"-3"4"0,-4 3 0,-1 1 0,0 1 123,0-1 0,5 0 1,0 1-1,0-1-220,1 1 1,-3-1-1,7 0 1,1 1-252,2-1 0,1-1 0,1-2-503,-1-1 1,0-6 189,1 6 1,-9-2 0,-6 3 0,-9 0-57,-9 5 1,-6 0-1,-10 7 1,-4-1-459,-4 1 0,4-6 0,0 4 0,-1-2-3619,3 0 4018,-6 0 0,-5-10 0,-7-3 0,-7 1 0,-1 0 0</inkml:trace>
  <inkml:trace contextRef="#ctx0" brushRef="#br0" timeOffset="30">27018 6216 7811,'-1'-15'570,"-4"1"98,-5 0 1,-1 4 0,0 2 884,1 2-1209,1 1 1,-6 6 0,1 4 0,-2 5 0,-2 3 0,-2 3 0,-3 3 316,-2 5 1,2 3 0,-1 2-1,0-1-410,2 1 0,1 5 0,8-1 0,4-1-227,4-1 0,11-3 0,9 1 1,9-2-62,8-3 1,9-3 0,7-6 0,-1-3-133,-3-2 0,-2-2 1,-5-5-1,-9 2 436,-7-2 1,-8 4 0,-8-1 320,-10 2 1,-14 2 0,-10 2 0,-8 0-203,-4-3 1,-7 1-1,0 2 1,1 0-617,3-3 0,5-6 0,4 2 0,5-3-1198,7-2 1,7-2 0,10-3-3396,11-4 4823,9-4 0,19-6 0,8-2 0,1-2 0,0 0 0</inkml:trace>
  <inkml:trace contextRef="#ctx0" brushRef="#br0" timeOffset="31">27349 6475 7811,'-6'8'0,"-4"-2"375,-3 0 1,-1-2-1,0 5 1,1 2 517,3 2 0,-3 3 0,4 2 0,-4 3-131,-1 1 0,6 2 0,3 5 0,3 0-229,2-1 1,2-5 0,3-4 0,6-3-171,6-2 1,7-6 0,10-5 0,4-6-38,4-6 0,-4-11 0,-1-4 0,0-3-215,0-1 1,-5-3-1,0-1 1,-7-1-564,-6 1 1,-7 3 0,-4 5 0,-2 5-6131,-3 3 1641,-1 8 4941,-2 8 0,-7 65 0,3-22 0,0 1 0</inkml:trace>
  <inkml:trace contextRef="#ctx0" brushRef="#br0" timeOffset="32">27781 6777 7811,'8'1'3892,"-3"4"-2815,-4-3 1,1 4 0,1-7-380,2-4 1,6-3-1,-3-7 1,2 1-116,-1 0 0,2-2 0,7-3 0,3-4-211,1 1 0,2-5 1,5 3-1,0-2-149,-1 2 1,1 3 0,-2 8 0,-3 2-67,-5 2 0,-3 5 0,-3 1 0,-3 8-190,-5 9 1,-4 7 0,-1 8 0,-1 0-161,-4 0 0,-3-1 0,-7 1 0,1 2-434,0 2 1,-1-7 0,3 1 0,0-3-499,3-2 0,6-7 0,-1 1 1,8-4-523,5-5 1,6-4 0,4-3 1646,5 0 0,28-45 0,-21 17 0,-1 0 0</inkml:trace>
  <inkml:trace contextRef="#ctx0" brushRef="#br0" timeOffset="33">28356 6719 7807,'-6'8'358,"-4"-3"0,2-3 1,-1-1 1451,-2 4 0,4-5-838,2 0 1,4-6 0,1-9 0,1 1-117,4 0 0,3-2 0,8-4 0,2-2-235,1 0 1,8-6 0,0 4 0,5-3-197,0-2 1,3 7 0,0 3-1,1 3-2,-1 2 1,-2 6-1,-4 3 1,-2 5-390,-3 5 1,-4 7-1,-11 9 1,-4 3-173,-4 6 0,-2-1 0,-4 5 1,-4-4-712,-4-1 0,0 0 0,2 0 0,3-2-1422,1-3 1,3-4 801,4-5 0,1-7 0,4-3 0,6-5 1469,7-5 0,17-29 0,10-12 0</inkml:trace>
  <inkml:trace contextRef="#ctx0" brushRef="#br0" timeOffset="34">29090 6561 9639,'-8'6'1909,"3"4"0,4 3 0,1 1 0,0 1-1462,0-1 0,1 0 0,2 2 0,4 2-844,1 1 1,0 0-1,3-6 1,-1-2-1078,1-1 1,6-7 0,4 2 0,0-4 844,0-1 1,4-1 0,-1-4-1,3-5-28,2-2 1,-2-4 0,-1-2-1,-2-1 672,2 1 0,-1-1 0,-1 3 0,-5 3 1228,-3 1 0,-8 4 339,-3-2 1,-11 15 0,-10 4-1,-12 12-253,-8 6 0,-6 2 0,-3 2 1,-3 2-474,-4 5 1,1 4 0,-2 1 0,0 0-701,2 1 0,8-6 1,9-3-1,5-3-874,5-5 1,5-8-8051,10 1 8768,9-11 0,-5-22 0,3-11 0</inkml:trace>
  <inkml:trace contextRef="#ctx0" brushRef="#br0" timeOffset="35">30644 6432 7669,'8'-7'2122,"0"6"-717,-3-4 1,-4 5-886,4 5 1,-3 3 0,-4 8-1,-1 3 1,-4 6 0,-2 7 0,-6 7-1,-2 2 1,-2 4 318,-2 3 1,-2 3 0,-4 5 0,2-3-666,1-5 1,6-5 0,-3-5 0,4-4-1009,2-4-1266,-2-7 1,17-11-1,0-12 2100,8-8 0,-4-27 0,-2-13 0,1-3 0,1 0 0</inkml:trace>
  <inkml:trace contextRef="#ctx0" brushRef="#br0" timeOffset="36">30284 6705 7681,'-14'0'273,"4"0"0,2-2 318,2-2 0,3 2 0,9-3 1,7 4 565,4 1 0,9 0 0,-2 0 1,3 0-669,2 0 0,1 0 1,2 1-1,2 2-219,-2 2 1,-4 5 0,-2-4-1,-2 0-746,2 1 1,-6 2-1,0-2 1,-4 1-1626,-2 3 0,2-5 2101,3-1 0,3 16 0,7 3 0</inkml:trace>
  <inkml:trace contextRef="#ctx0" brushRef="#br0" timeOffset="37">30960 6777 7681,'-14'0'0,"0"0"0,-1 0 1047,1 0 0,-2 0 0,-2 0 0,-3 0-535,-1 0 0,0 6 0,-4 4 0,2 3 505,-1 1 0,-1 7 0,0 1 0,6 2-347,4 0 0,0 0 0,11 5 0,3-2-379,5-3 0,13-3 0,13-8 0,10-4-104,7-4 1,0-5 0,5-5 0,-1-6-105,-4-7 0,-1-2 0,-3-6 1,-4 2-78,-4-1 0,-12-3 1,-8 1-1,-7 2-319,-6 1 0,-10 1 0,-9-2 0,-11 2-586,-6 2 1,-8 4 0,-5 6 0,3 3-641,5 1 1,7 3 0,9 4-1183,5 0 2721,9 6 0,48 47 0,-10-18 0,0 0 0</inkml:trace>
  <inkml:trace contextRef="#ctx0" brushRef="#br0" timeOffset="38">31521 6820 7681,'0'-10'0,"0"1"463,0-2 1,0-2-1,-1-2 341,-4 1 1,-3 4-1,-8 2 1,-2 2-240,-1 3 0,-11 3 1,-1 5-1,-4 6-187,-5 6 1,4 1-1,-1 6 1,2 2-134,3 1 1,8 2 0,5-2 0,4-2-102,6-1 1,2-6-1,9 1 1,4-5-60,9-4 1,5 1 0,11-6-1,1-3 136,1-6 1,7-4 0,-3-8 0,0-3-40,-4-5 0,2-3 0,-1-2 0,-4 1 27,-4-1 0,4-2 0,-6-2 0,-3-4-96,-3 0 0,-4-4 0,0 2 1,-1-2-231,-3-2 0,-4 4 1,-6 4-1,0 3-710,0 5 1,-1 8-570,-4 0 1,-3 9 0,-5 7-288,3 6 0,2 5 0,5 6 1683,-2 1 0,-6 57 0,7-29 0,0 0 0</inkml:trace>
  <inkml:trace contextRef="#ctx0" brushRef="#br0" timeOffset="39">31939 6748 7681,'0'-14'1161,"0"-1"0,0 6 456,0-1 0,-2 7-1032,-3-2 1,-4 5 0,-9 5 0,-3 5-246,-1 2 0,-2 3 0,-5 1 1,0 3-119,1 5 1,0 1 0,3 1-1,2-2-85,3 2 0,2-4 0,7 0 0,3-1 64,1-3 0,4-4 0,8-4 1,6-6-151,7-2 1,3-4-1,4-2 1,-1-6-31,2-3 0,-1-3 1,1-1-1,-2-2-41,1 1 0,-4 2 1,-2 2-1,-4-1 106,-6 1 1,4 1 65,-3 3 0,-4 6 0,-1 8 1,-5 8 130,-5 5 0,-4 6 0,-9 5 0,-1 1-245,1 0 0,2 0 0,2-1 1,0 0-435,-1-4 0,7 1 1,2-6-1138,-1-1 0,7-4 0,0-4 1,10-7 1532,8-6 0,26-29 0,11-14 0,7-6 0,0 1 0</inkml:trace>
  <inkml:trace contextRef="#ctx0" brushRef="#br0" timeOffset="40">32241 6863 7723,'-7'13'0,"-2"-2"222,-4-1 1,3-2 0,2 3 0,2-1 1302,3 1 0,0 2 0,-1 1 0,0 0-568,0 1 0,8-1 0,2 0 0,2 1-468,3-1 0,2-4 1,1-2-1,1 0-505,-1 0 1,0-5 0,1 2 0,-1-4-620,1-1 0,-1-1 1,2-4-1,2-3-870,1 0 0,0-5 0,-5 5 0,1-1-1439,-1-1 2976,1 7 0,-11-2 0,-8 10 0,-14 6 597,-8 7 0,-9 1 1,-5 8-1,-6 3 568,-7 1 1,-3 4 0,-1 0 0,1 0-1060,3 0 0,5-3 0,8-8 0,5-4-138,4-4 0,-13-21 0,5-5 0</inkml:trace>
  <inkml:trace contextRef="#ctx0" brushRef="#br0" timeOffset="41">2618 8403 7935,'-14'0'-121,"-1"5"1,1-1-1,0 0 1,-1-3 0,1-1-1,-1 2-73,1 3 0,0-4 0,-1 4 119,1-4 28,6-1 0,-5 0-178,4 0-54,2 0 142,1 0 116,6 0 1,-2 0 7,-3 0 0,2 0 19,-6 0 2,5 0 1,-4 0 96,4 0-90,2 0 1,-4-1-1,4-2 286,-3-2 105,4 0-95,-6-1 0,6-1 0,-3-4 342,0 2 1,-1 4-14,5-5 1,-5 5-137,0-4 1,0 4-33,5-5 1,2 7 601,3-2-541,3 4 0,6 2-182,1 4 0,-7-2 0,-4 7-192,-2 1 0,3 2 0,0 1 0,-1-1 54,3-3 0,-6 3 0,6-4 0,-2 4-85,-1 1 1,6 1 0,-4-1-255,2 0 1,-3-4-1,5 0 73,1 1 0,-3-5 1,1-1-1,3-2 41,0 2 0,3-3 1,1 1-1,1-5 12,3-3 0,4-4 0,-4 2 0,3-1-88,2-3 1,1 0 0,-1 0 0,-1 3 9,2 1 0,-4-2 0,1 4 0,-2 0 46,-4-1 1,4 4 0,-2-3 0,-1 4 37,-2 1 1,-7 1 0,1 3 18,1 0 1,2 6-1,1-4 62,1 2 0,-6-4 0,1 0 1,1-2-17,2-2 0,1 0 0,1 0 0,1-2-85,3-2 1,-3 0 0,3-4 0,-2 0 0,3 0 0,-4 4 0,3-4 0,-3 0-27,-2 0 1,1 5 0,-1-2 0,0 3-50,1 2 1,-1 0 63,1 0 0,-1 0 1,0 0-1,-1 2-32,-3 3 0,2-4 0,-2 5 0,3-1 46,1 0 1,1 0 0,-1-5 0,0 0 16,1 0 1,4 0-1,0 0 1,-1 0 67,-2 0 1,-2 0 0,2 0 0,2 0-21,1 0 0,0 1 0,-5 3 1,1 0-24,-1 0 0,5-3 0,1-1 0,-3 0-23,-1 0 0,-1 5 0,1 0 0,1-2-8,2-1 0,2-2 1,-3 0-1,2 0-8,3 0 1,-1-5-1,4-2 1,-2-1 0,1-3 0,-2 0 0,1 0 0,1 1-16,2-1 0,-3 0 1,-1 0-1,-1 3-154,1 1 1,-1-2 0,2 4 0,-3 2 80,-1 1 0,-4 2 0,4 0 0,-4 0 78,-2 0 0,0 2 0,1 1 75,-1 2 1,-4 4 0,-1-4 0,3 0 25,0 1 0,3-2 0,-1 4 0,0-2-30,1-3 1,1 0 0,1 1 0,3 0-104,-3 0 1,4-3-1,0 1 1,1 1 5,4 2 1,-4-1-1,2-4 1,2 0 27,1 0 1,-3 0 0,-2 0 0,1 0 43,-1 0 1,0 0 0,4 0 0,-4 0 67,-1 0 1,0-4 0,-4-1 0,4 0 16,2-1 1,-6 3-1,2-7 1,-1 0-106,1 2 1,-3-4-1,3 4 1,-3-2-215,-1 0 1,-6 6 0,1-6 0,1 0-149,2 2 0,1-3 1,1 5-1,-1-1-556,0 1 1,2 0 0,2 2 909,1 0 0,0 18 0,-4 10 0</inkml:trace>
  <inkml:trace contextRef="#ctx0" brushRef="#br0" timeOffset="42">6085 8316 7886,'-14'-4'124,"0"-1"1,4 0-1,0 5 1,-1 0 1167,-2 0 0,4 0 129,-1 0-910,7 0 1,-3 2 0,6 2 248,0 6 1,1 3 0,3 1-267,0 1 0,7-1 0,-3 0 0,2 1-177,0-1 0,-1 0 0,6 1 1,-1-1-114,0 1 1,1-1-1,-1 0 1,1-1-48,-1-3 0,2 1 0,2-5 0,1 1-53,-2-1 0,4-1 0,-2-7 0,0-1-54,2-2 0,2-11 0,4 2 0,-2-4-78,-1-2 0,-4 4 1,3-4-1,1 4-9,-1 2 0,-2 1 0,-7 2 0,0 3 44,1 2 0,4 1 1,0 5 62,-1 0 0,-4 2 1,-3 1-1,-1 3 34,1 2 1,-3-3-1,2 3 1,1 0-15,2 0 1,-4-5 0,1 3 0,1-1 13,2 0 1,-4 0 0,1-4 51,1 4 1,2-3-188,1 3 1,-4 1 0,0-1-71,1-2 0,-3-1 0,1-2 0,3 0-24,0 0 0,3 0 0,-1-2 0,0-1 17,1-2 1,4-5-1,0 6 1,-1-1 38,-2-2 1,0 6 0,1-6 0,3 3 3,-3-1 0,-1 0 0,-2 5 0,1 0 33,-1 0 1,1 0-1,-1 2 1,0 1 55,1 2 0,-1 4 0,1-4 0,-1 0-16,0 1 1,1-4 0,-1 3 0,1-4-34,-1-1 0,5 5 0,0 0 0,-1-2-10,-2-1 0,0-2 1,1 0-1,4 0 43,2 0 0,-4 0 1,5-2-1,0-3 19,-2-4 1,5-4 0,-3-2 0,3 0-14,2-5 1,-6 4 0,-3-3 0,0 3 6,-1 2 0,-2-1 1,-6 3-1,-1 0-262,1 3 0,2 6-259,1-2 1,1 3 0,-1 1-231,1-4 0,-1 3 0,0-3 0,2 2-428,4-2 0,2-1 0,7-5 1158,-1 1 0,8-19 0,0-9 0</inkml:trace>
  <inkml:trace contextRef="#ctx0" brushRef="#br0" timeOffset="43">8675 8489 7826,'-14'-6'254,"6"2"1,3-5-1,5-2 1,5-1 717,4 3 1,-1 1 0,2 5-374,1-2 0,-3 0 0,2 5 328,1 0-788,2 0 1,1 0 0,-1 2-1,-2 1 1,-1 3 0,1 2-1,2 3 357,1 2 1,0 0 0,2-2 0,2-1-248,1 1 1,7 0 0,-2 0 0,4-3-77,6-1 1,-2-2-1,5-5 1,-1 0-23,1 0 0,-3-2 0,3-1 0,-2-2-78,-3 2 0,-2 0 1,-1-1-1,-2 0-59,-3 0 1,2 3 0,-6 1 0,1 0-3,0 0 0,4 0 0,-1 0 1,4 0-46,0 0 1,3-5-1,2-1 1,6-2 36,2-4 0,-2 1 0,-1 0 1,2 1-33,2-1 0,-1-2 0,-1-1 0,-3 0 39,-2-1 1,5 6 0,-3-1 0,1 1 42,0 1 1,-6 1-1,2 7 1,-2 0 39,2 0 0,-6 0 0,3 2 0,-6 3-26,1 4 0,-1 4 0,1 1 0,-4 1-69,-1-1 0,3 0 1,-3 1-1,1-1 15,4 1 1,-4-6 0,2-1 0,2-1-23,1-4 0,3-2 0,2-1 1,2 0-106,-2 0 0,5-1 1,-1-4-1,4-3 45,4 0 0,-9-5 0,8 4 0,-3-3-29,-3 3 0,4-2 0,-4 4 0,1 1 66,1 0 0,-7 1 1,1 3-1,-1-1 132,2-2 1,-4 0 0,4 5 0,-4 0-51,-1 0 1,-4 0 0,1 0 0,1 0-29,-1 0 1,-1 2-1,2 1 1,1 2 15,0-2 1,-7 4-1,8-1 1,-2 0-8,0 1 0,2-1 0,0-3 0,-2 2-28,-3-2 1,3 4 0,-3-3 0,3 0 35,2-3 0,0 4 0,0 0 1,-1-2-22,1-1 0,0-4 0,0-1 0,0-2 26,-1 2 1,-1 1-1,-1 1 1,-2-3 27,2 0 1,1-1 0,0 5 0,-3 0 7,-5 0 0,4 0 1,-1 0-1,0 0-91,-3 0 0,4 0 0,1 0 0,3 0 61,2 0 0,-5 0 0,0 0 0,1 0-35,2 0 0,2 0 0,0 0 0,0 0-37,0 0 1,-5-5-1,0 0 1,1 0 106,2-1 1,0 5 0,-1-6 0,-2 2-12,2 1 1,-4-3 0,0 4-1,1-2-94,-1 2 0,-3 0 0,4 0 0,-1-2-13,0 2 1,2 1 0,4 2 0,-3 0-3,-1 0 0,0 0 0,5 0 0,0 0-74,-1 0 0,0 0 1,-3 0-1,-1 0 85,2 0 0,-1 0 1,-1 0-1,-3 0 55,0 0 0,-5 0 1,3 0-1,-3 0 51,-2 0 0,1 5 1,-1 1-1,1 2-60,-1 3 1,5-3 0,2 2 0,0-1-3,-1-1 0,6 0 0,-2-4 0,5 0-31,4 0 1,3-3-1,3-1 1,1 0-107,5 0 1,-6 0 0,4 0 0,-3 0 84,-4 0 1,6 0-1,-7-1 1,-1-3 108,-5 0 0,-4-1 1,4 5-1,0 0 78,-1 0 0,0 0 0,-3 0 0,-2 0-159,-3 0 1,6 0 0,-2 0-1,1 0-5,-1 0 1,-1 0 0,-6 0 0,4 0 4,2 0 1,-6 1-1,2 3 1,-1 0-8,1 0 0,-1-3 0,6-1 0,1 2 137,2 3 0,2-4 0,0 4 0,1-3-220,4-2 0,-4 0 0,5 0 0,-1 0-13,0 0 1,4 0-1,-3 0 1,0 0-1,0 0 0,-1 1 0,-5 2 0,0 4-37,-1 1 1,1-5 0,-2 2 0,-1-4 79,-2-1 1,-5 5-1,3 0 1,1-2 357,-1-1 1,-4-2 0,3 0-1,-2 0-197,0 0 1,5 0 0,-3 0 0,-1 0-69,1 0 1,6 0-1,1 1 1,4 3-160,0 0 1,4 6 0,3-5 0,4-2 55,5-1 0,-2-2 0,5 0 1,-1 0 26,-4 0 1,-1 0 0,-3 0 0,-4 0 236,-5 0 1,-4 0 0,-5 0-1,-3 0 261,0 0 1,-10-5-1,3 0 1,-1 0 114,0-1 1,1 3 0,1-5-1,-1 0-279,0 0 0,2 3 1,4-3-1,5 0-279,7 0 0,0 0 0,5-3 0,0 1-68,-1-1 1,3 3-1,2 0 1,-1 0-163,-1 0 1,-7 5 0,1-2 0,-2 3-354,-3 2 0,-5 0 0,-4 0-785,-3 0 0,-6 0-2303,-1 0 3662,1 0 0,-60-6 0,-15-2 0</inkml:trace>
  <inkml:trace contextRef="#ctx0" brushRef="#br0" timeOffset="44">11898 8849 7897,'0'-16'0,"-2"-2"265,-3-1 0,2 0 1,-5 4-1,0 3 93,0 2 0,3-1 1,-4 4-1,-2 1 1,-2 0-1,-2 4 1,1 5 261,0 7 1,-1 9 0,1 7 0,-2 4-333,-3 4 0,3 12 1,-3 0-1,3 4-41,1-2 0,2-3 1,2-2-1,3-2 4,2-2 1,1-6 0,7-9-1,4-6 2,8-7 1,6-5 0,5-7 0,-1-6 256,2-7 0,4-8 1,0-12-1,-2-6-82,-1-6 1,-2-1-1,-1-5 1,-5-3 55,-3-1 1,-6-3 0,-2-3-1,-2-4-656,-2 1 0,-3 1 0,-1 6 0,0 2-839,0 4 0,0 15-299,0 13 0,0 14 0,0 10 0,0 10-17,0 7 0,2 12 0,3 9 1,3 4 1326,0 1 0,14 7 0,7 7 0,-1 5 0,0-1 0</inkml:trace>
  <inkml:trace contextRef="#ctx0" brushRef="#br0" timeOffset="45">12329 8964 8137,'-20'-7'541,"2"4"0,-4-5 0,1 2-157,3 3 1,1-4 0,-1 2 0,-3 2 802,-1 2 0,4 7 0,-2 5 0,0 5-450,1 3 0,0 7 0,5-2 0,-1 5-298,1 4 0,4-2 0,2 2 0,2-4-221,3-5 1,14-5 0,8-9 0,7-5 57,2-4 1,12-4-1,3-5 1,2-10 120,0-7 1,-2-2 0,-1-12 0,-4 1-136,-4 1 0,-6 0 0,-5 4 0,-9-4-304,-7 0 0,-7-1 0,-8 8 0,-10 4-904,-9 4 0,-12 9 0,1 8 1,-2 5-683,2 5 1,4 4 0,10 11-1,7 2 1628,5 0 0,38-7 0,14-9 0</inkml:trace>
  <inkml:trace contextRef="#ctx0" brushRef="#br0" timeOffset="46">11955 9640 7923,'-6'-14'1156,"3"1"0,-5 2 256,1 1 0,2 9-1062,5 1 0,0 8 0,-1 11 0,-2 5-20,-2 3 0,-6 2 1,1-1-1,-1 1 4,1 0 0,-2-5 0,4-2 1,-2-1-24,0-3 1,7-7 0,-2-5-143,4-4 0,7-7 0,4-16 0,4-7 27,5-9 1,-1-5-1,6-1 1,1 1-119,3 4 0,-6 3 1,-1 8-1,-2 3 185,0 5 0,0 9-114,-4 5 1,-7 16 0,-3 10 0,-4 8-242,-1 5 1,-1 4-1,-3-5 1,-2-1-536,-2-1 1,5 2 0,-2 1 0,3-4-621,2-4 1,0 0-1,0-7 1,2-2-316,3-1 1,3-6 0,8-2 1561,3-2 0,22-46 0,12-16 0</inkml:trace>
  <inkml:trace contextRef="#ctx0" brushRef="#br0" timeOffset="47">12372 9698 8067,'-8'-7'791,"-4"6"0,2-4-103,-3 3 1,4 9 0,-1 2-1,-1 4-140,-2 1 0,-1 7 1,-1 2-1,3 1-17,2 0 0,4-7 1,6 2-1,0-3-177,0-1 0,11-7 0,5-4 0,6-5-24,9-9 1,-3-1 0,6-13 0,-4-1-173,-1-3 0,-7 0 1,-2-1-1,-6 0-116,-4 0 0,-4 5 1,-6 2-1,-2 3-474,-2 6 0,-11 0 1,-9 10-1,-3 5-875,-2 6 1,5 4-1,2 4 1,1 4 1306,4 3 0,52 5 0,14 0 0</inkml:trace>
  <inkml:trace contextRef="#ctx0" brushRef="#br0" timeOffset="48">12804 9381 7923,'-6'-8'1015,"-4"3"0,-1 10 0,0 6 1,3 7-310,1 6 0,-4 5 0,2 6 1,-3 6-583,3 6 0,-4 6 0,5-4 0,0 1-544,3-1 1,-1 2 0,1-7-1,2-8-643,1-4 0,2-9 0,-1-4 1063,-4-3 0,-54-72 0,20 19 0,-1 0 0</inkml:trace>
  <inkml:trace contextRef="#ctx0" brushRef="#br0" timeOffset="49">12502 9726 7923,'2'-14'70,"2"0"0,6 1 283,3 3 1,1-3-1,2 4 1,3-4 566,5-1 1,3 1-1,2 3 1,0 6-962,0 2 1,6 2-1,3 0 1,4 2 40,1 2 0,-4-8 0,4-3 0,2 2 0,1 1 0</inkml:trace>
  <inkml:trace contextRef="#ctx0" brushRef="#br0" timeOffset="50">13840 9755 8259,'-5'-9'882,"0"-1"1,-6 7-420,2-2 1,1 10 0,-2 4 0,0 6 0,1 2 0,-1 4 0,1 0 0,-1 1 268,0 1 0,6-6 0,-4 4-265,1 0 1,-2-5-133,4 3 1,0-11-286,5-8 1,2-13 0,2-11 0,6-5-142,3-4 0,1 1 1,2-6-1,2-1 60,1 2 0,7-4 1,-2 4-1,1 0 67,-1 4 0,2 4 1,-6 5-1,1 6 60,0 7 1,-2 6 0,-6 12 0,-3 9 99,-6 11 0,-2 3 1,-4 9-1,-2 1 171,-6 1 1,-3 2 0,-3 1 0,-1-1-56,-3 0 1,1-6-1,5-5 1,-1-7-51,1-6 1,5 1-254,-1-6 0,8-6 0,2-18 0,8-10-322,5-11 0,8-6 0,3-6 0,3 0 29,2 0 1,0 0-1,-1 1 1,1 4 213,0 4 0,-5 7 0,-2 6 0,-1 9 199,-3 4 1,-4 4 0,-3 9 0,-3 8 126,-1 9 1,-3 4 0,-4 11 0,0-1 94,0 1 0,-4 0 0,-3 3 0,-1-2-374,-3 2 1,3-5 0,0-1 0,2-4-960,2-1 0,3-6 0,1-4 0,3-5-951,7-4 1,1-4 0,14-7 1932,6-4 0,-3-27 0,4-19 0,0-2 0,7-5 0,-1 0 0,1 0 0</inkml:trace>
  <inkml:trace contextRef="#ctx0" brushRef="#br0" timeOffset="51">14703 9611 9402,'-14'-4'729,"-1"-1"0,6 0 1,-1 5-1,-1 0-55,-2 0 1,-1 6 0,-2 4 0,-2 4-127,-1 6 0,-5 2 0,3 7 0,-1 1-230,-4 4 1,6-4-1,0 4 1,6-6-167,4-4 0,4-3 1,8-8-270,2-4 0,9-4 0,10-11 0,2-10-47,6-11 1,1-7 0,-4-6 0,1 3 0,0 2 0,-2 2 0,-1 4 0,-4 0 121,-1 0 0,-4 12 1,-5 4 168,-3 5 1,-6 6 0,0 10-75,-6 7 1,-5 14 0,-4-1 0,0 3-665,3-1 0,1-1 0,-2 0 0,5-2-664,4-3 1,-4-2 0,2-6 460,4-1 1,6-4 0,9-13-1,3-4 814,5-9 0,-1-16 0,0-10 0,4-5 0,-1 0 0</inkml:trace>
  <inkml:trace contextRef="#ctx0" brushRef="#br0" timeOffset="52">15048 9122 7901,'0'-14'319,"0"-1"473,0 1 0,0 8 0,0 7 91,0 12 1,0 14-1,-1 13 1,-4 6-220,-5 7 0,-2 5 0,-3 4 0,-1 5-516,-3 4 1,2 7 0,5-37 0,0-1 0,-2 3 0,0-1-193,-2 2 0,0-1 1,4-4-1,0 0 1,-12 33-1,8-10-888,7-7 0,2-17 0,9-13-1860,3-7 0,3-15 2792,6-17 0,-8-23 0,-4-11 0,1-6 0,1-1 0</inkml:trace>
  <inkml:trace contextRef="#ctx0" brushRef="#br0" timeOffset="53">14804 9568 7901,'0'-14'1379,"0"-1"0,6 7 0,5 2 0,7 1-657,6 0 0,5 1 0,3 4 0,3 0-350,2 0 0,1 0 0,4 0 0,-2 1-882,-2 4 1,-1-2-1,1 5 1,-6 0-848,-6 0 0,-1-3 1,-6 3-1,-3 0 1357,-4 0 0,-25-11 0,-11 1 0</inkml:trace>
  <inkml:trace contextRef="#ctx0" brushRef="#br0" timeOffset="54">15595 9237 7901,'-11'10'0,"-3"-2"931,-2-2 0,0 5 0,1 1 1,1 5 53,-1 7 1,1 5 0,0 5 0,-1 5-337,1 8 1,-7 4 0,-1 7 0,-1 1-541,4 3 1,-2-3 0,4 2 0,2-7-1229,4-6 0,8-9 1,0-7-1,6-8-3840,7-10 4959,-4 0 0,0-76 0,-6-12 0</inkml:trace>
  <inkml:trace contextRef="#ctx0" brushRef="#br0" timeOffset="55">15351 9640 10608,'14'0'1130,"7"0"1,3 0-1,3 0-373,2 0 0,1 5 1,4 0-1,4-2-207,4-2 1,1-1 0,0 0 0,-2 0-427,-2 0 0,-4-6 0,-8-3 0,-3-4-200,-5-2 0,-9 1 0,-5 0 0,-5 1-524,-5 3 0,-5-1 1,-9 6-1,-5 2-39,-3 1 1,-3 9 0,-2 4 0,-2 7 236,2 6 1,3 3 0,5 3 0,5 2-110,3 2 0,8-1 0,3-4 0,4 0-146,1 0 1,13-1 0,4-1 656,4-3 0,57-3 0,-35-14 0,1 1 0</inkml:trace>
  <inkml:trace contextRef="#ctx0" brushRef="#br0" timeOffset="56">15854 9928 7901,'0'-15'0,"0"1"0,0 0 423,0-1 1,2-1-1,2-1 1,8-4 586,5-1 0,1-1 0,7-2 1,6 1-241,6-2 0,-1 5 0,3 2 1,-1 5-677,-1 4 0,3 4 0,-7 6 0,-1 0-1626,-1 0 1,-3 1 1531,1 4 0,-6 10 0,-3 7 0</inkml:trace>
  <inkml:trace contextRef="#ctx0" brushRef="#br0" timeOffset="57">17768 8000 7916,'0'-15'801,"-7"7"1,6-4 79,-4 2 1,3-3 384,2-1-681,0 6 1,2-3 0,3 6 1369,4 2-1655,4 1 1,1 2 0,1 2-1,-1 1 1,2 3 0,3 1 239,5-1 1,3 4 0,4-4-1,4 0-265,8 1 0,2-2 0,8-5 0,-1-2-85,0-3 0,2 2 0,-6-6 0,-3-1 42,-5 2 1,-12-3 0,-8 6-307,-5 2-122,-7-5 0,-8 6 1,-9-3-4,-4 4 0,-1 6 0,-2-1 1,-2 1 60,-1 2 1,-7-4 0,2 5 0,-3-2 88,-2-3 1,1 4-1,-3-1 1,-1 0 18,-1 1 0,-7-2 1,1-4-1,-2 2-1,-2 2 1,-5 2 0,1-4 0,4 2 34,3-2 1,8 3-1,0 1 1,7-1-64,6 0 57,9-1-1,5-5 1,12 0 0,5 0 203,6 0 0,9 0 0,0 0 0,5 0 104,0 0 1,3-5 0,1 1 0,-1-1-13,0-2 1,3 4 0,-3-5 0,2 2 1,3 3 1,-3-4 0,1 1 0,1-1-189,-3 1 1,0-3 0,-9 4 0,-3 2-89,-5 1 1,-3-3-1584,-2 0 106,-6 1 0,-8 4 0,-8 1 291,0 4 0,-3-2 0,5 5 0,-2 0-478,-3 0 1,-2 2 1644,-2 4 0,-31-6 0,-8-2 0</inkml:trace>
  <inkml:trace contextRef="#ctx0" brushRef="#br0" timeOffset="58">17998 7626 7926,'-7'-15'-415,"4"1"0,-5 0 844,2-1 0,7 7 1,9 3-1,4 4 435,6 1 0,-3 0 0,7 0 1,2 0-214,1 0 1,6 0 0,3 0-1,0 0-317,4 0 0,0 0 0,0 0 0,-1 0-118,1 0 1,-4 0-1,1 0 1,-2 0-56,-3 0 1,-1 0 0,-4 0 0,-3 0 48,-5 0 0,-9-2-183,-6-3 0,-5 4 0,-9-4 0,-9 3-59,-7 2-1,-9 0 1,-3 0 0,-4 2-107,-1 3 0,0-2 0,1 5 0,2 0 35,2 0 0,0-3 0,-4 4 0,4 1 163,4-2 1,-1 0 0,1-5 0,1 2 183,-2-2 1,6-1 0,-1-2-1,6 0 80,3 0 1,2 0 0,4-2 44,1-3 0,6 2-52,3-6 0,5 5 1,6 0-378,9 2 0,1 2 0,8 2 0,1 1-268,3 2 0,5-1 0,2-2 1,2 1 451,3 2 1,-3 0-1,0-5 1,-1 1 156,1 4 0,-5-3 1,2 3-1,-4-4-157,-1-1 0,-7 0 0,-3 0 34,-3 0 1,-11 0-82,-10 0 0,-6 0 0,-18 0 0,-6 2-252,-5 3 1,-8-2 0,-3 5 0,-3 0 21,-5 0 1,-2-3-1,3 3 1,2-1 311,4 1 0,2-4 0,9 2-353,2 0-34,10-4 0,21 4 0,15-6 0,7 0 176,5 0 1,9 0 0,-1-1 0,5-2 52,0-2 0,0-2 0,0 4 1,1-2 206,-1 2 1,-1 0 0,-1 0 0,2-2 88,1 2 0,1 1 0,-5 2 0,0 0-60,-1 0 1,1 0 0,0 0-1,-2 0-40,-3 0 1,-3 2-391,-7 3 1,-7-4 324,-7 4 0,-7 1 1,-9-1-1,-3-2-213,-5-1 1,-5-2-1,-3 0 1,-3 0-40,-2 0 0,4-5 0,-4-1 1,0-1 55,0 1 0,6-3 0,-3 2 0,2 1-119,-2-1 1,10 1 0,0 3 0,7-2-738,2 2 1,1 1-1029,0 2 1141,6 0 1,3 5 0,10 1-1,4 2 1,4 4-653,1 0 1,2 7-1,4 2 1,4 0 1459,3 0 0,12-5 0,8 0 0,3-1 0,1 0 0</inkml:trace>
  <inkml:trace contextRef="#ctx0" brushRef="#br0" timeOffset="59">18070 8144 7492,'-2'-15'0,"-1"1"-17,-2 0 0,0 4 1,7 0 1843,3-1-1508,-4-2 1,12 4 0,-3 1 0,2 1-1,4 3 1,4-1 0,2-2 776,0-1 0,6 5-811,-4-2 1,3 2 0,1 0-1,1-2 1,0 2 0,0 1-3,0 2 0,-1 0 0,1 0 0,0 0-134,0 0 1,-5 0 0,-2 0 0,0 0-44,1 0 0,-7-1 0,0-2-89,-5-2 0,-9 0 0,-4 5-164,-11 0 0,-9 0 0,-12 0 0,-6 0-174,-6 0 0,1 2 0,-4 2 0,1 4 159,0 0 0,0 4 0,5-6 0,-1 2 107,1 3 0,6-3 1,4 0-1,1 0 241,-2 0 0,10-5 0,2 4 1516,9-1-1188,0-4 0,18 4 0,0-7-440,6-4 0,5 2 0,3-5 0,5 0-108,4 0 0,2 0 1,3-4-1,4 3 80,0-2 1,5 3 0,-6-2 0,3 0 27,-1 2 0,-4-3 0,2 5 0,-2-1 56,-7 1 1,0 1 0,-8 5-9,-1 0 1,-10 0-1,-8 0-70,-8 0 0,-11 0 0,-7 0 0,-6 0-55,-6 0 0,-4 2 1,-1 1-1,-2 3-83,-2 2 0,2-3 0,-3 5 0,1-1 27,0-1 1,2 5 0,-2-5-1,7 2-8,7-1 1,4-4-1,5 3-38,5-1 1,11-3 0,8-4-1,10 0-65,7 0 0,5 0 0,9 0 1,2 0 130,6 0 0,2 0 1,3-1-1,-1-2 218,0-2 1,-5-2-1,-1 4 1,0-2-11,-1 2 1,-4 0-1,2 0 1,-4-2 71,-1 2 1,-6 1 0,-4 2-35,-3 0 0,-10 0 1,-6 0 152,-8 0 0,-6 0 1,-5 0-1,-5 0-306,-4 0 0,0 0 1,-3 0-1,-1 0-60,-1 0 0,-1 0 0,5 0 0,1 0-173,-1 0 1,2 0 0,3 0 0,4 0-517,5 0 0,0 0 0,2-1-3797,4-4 2637,2 3 1,7-3 0,0 10 1854,0 5 0,13 28 0,3 9 0</inkml:trace>
  <inkml:trace contextRef="#ctx0" brushRef="#br0" timeOffset="60">1784 8734 8045,'-15'0'322,"1"-5"0,0 0 1,-1 2-1,1 1 1832,-1 2-1148,7 0-688,2 0 1,8 7-1,2 2 1,6 4-1,3 1 1,0 2-1,-2 4 451,-2 4 1,-1 3 0,2 3-1,-4 4-369,1 4 0,-6 4 0,4 2 1,-5 4 48,-5 5 0,-3 8 1,-6 1-1,-2-1-171,-3-2 0,3-3 0,-3-3 0,3-7-132,1-6 1,7-6-1,3-10-135,4-5 1,12-10 0,5-4 0,5-3-164,4-2 0,7 0 0,5 0 0,3 0 56,5 0 0,9 0 1,4-2-1,9-1 139,8-2 0,-33 2 1,1 0-1,3 1 1,0 1-1,1-2 1,1 1-32,0 0 1,1 1 0,1 0 0,-1 0-1,3 2 1,0 0 0,2 0 0,-1 1-99,2 0 1,1 1 0,2 1 0,0 1 0,-2-2-1,-1-1 1,2 0 0,1-1 84,1 0 0,2 0 1,5-2-1,2 0 1,4-1-1,0-1 1,1-1-1,1-3-123,1-1 0,0-1 1,3-2-1,1-1 1,-24 3-1,1-2 1,1 1-1,-1-1 1,1 1-1,-1-1 122,1 0 1,-1 0 0,1-1 0,0 1 0,0 0 0,0 0 0,19-4 0,-1 1 0,2 0 0,-2-1 28,0 1 0,-1 0 0,2 0 1,0 0-1,-3 2 0,-1 0 1,-3 2-1,-2 1-9,-1 1 1,-1 0 0,1 1-1,-1 0 1,2-1 0,-1 0 0,-2-1-1,0 0-78,-2 0 0,-1-1 0,1 0 0,-1 1 0,-6 2 0,-1 1 0,1 0 0,0 1 101,0 0 1,0 0 0,-3 1 0,-1 0 0,-1-1 0,-1 1 0,-5 1 0,0 1-110,34 0 1,-4 2-1,-4 0 1,-5 0-226,-7 0 1,-15 2 0,-12 1 0,-9 3 119,-6 2 1,0-3 451,-11 5 0,1-7 1271,-1 2-1493,-4-4 0,12-1 119,-3 0 1,3 0-1,1 0-114,0 0 1,1-4 153,-1-1 1,1-6 0,-3 1 77,-2-3 1,3 1-1,-5-1 1,1 2 96,1-1 1,0-8-1,4 5 1,0-1-422,1 0 1,4 2-1,0-1 1,0 1-229,2 0 1,-5-1 0,3 2-1,-3 2 108,-1 2 1,-1-1 0,2-4 0,0-1 169,-2 1 1,7-2-1,-10-2 1,-1-2 247,-2-3 1,1-1 0,-4-5 0,-2 1-252,-1-1 1,-7 0 0,-1 2 0,-1 1-1047,1 2 1,-4 7 0,4-1 1028,-2 7 0,-46 56 0,19-13 0,-1 0 0</inkml:trace>
  <inkml:trace contextRef="#ctx0" brushRef="#br0" timeOffset="61">26687 8288 7925,'-9'-8'763,"-1"3"193,-1 3 1,5 4-1,1 3-460,3 4 0,-3 4 0,1 1 0,0 2-93,3 4 0,-1-4 0,-1 4 0,-2 0-155,2-1 1,-3 1 0,-1-2 0,1 1-107,-1-1 0,3-2 0,4-2 0,0 1-19,0-1 1,1 0 0,6-1-4,7-3 1,2-2 0,8-5-1,2 2-205,1-2 1,8-1 0,3-2 0,4 0 524,1 0 1,7 0 0,2 1 0,4 2 30,2 2 1,6 5-1,3-4 1,3 1-233,2-1 0,-5 4 0,0-4 1,4 2-59,4 3 0,-8-3 0,2 0 1,-5-2-63,-2-2 0,7 2 0,-4-1 0,3-2-17,-1-1 1,-5-2 0,4 0-1,-1 0-92,1 0 0,-6 0 0,3 0 0,-4 0-115,-2 0 0,-1 0 1,-3 0-1,-7-2 20,-6-3 1,-9 4 0,-7-4 0,0 3-10,-2 2 0,-1-5 0,-7 1 0,2 0 57,3 3 0,-3-1 0,4-1 0,-4-2-1,-2 2 0,-4 1 0,-1 2 51,2 0 191,-4 0 0,-1 2 45,-6 3 1,-1-4-616,-4 4-419,3-3 414,-4-2 1263,6 0 231,0 0 0,0-7-717,0-2 0,0-4 0,0-1 0,1-1-174,4 1 1,-2-2 0,5-3-1,0-5-288,0-3 0,2-7 0,4-1 1,1 0-323,-1 0 0,-1-1 0,-2 4 1,-3-1-355,-2 1 0,-1 3 1,-5 5-1,0 5-565,0 3 0,-1 2 0,-3-1-666,0 1 1963,-8 6 0,-21-5 0,-13 5 0</inkml:trace>
  <inkml:trace contextRef="#ctx0" brushRef="#br0" timeOffset="62">3668 11424 7878,'-14'0'388,"0"0"0,-1 0 0,1 0 0,-1 0 0,1 0 1,0 0 641,-1 0 1,6 0 0,-1 0 0,-1 0-337,-2 0 1,-3 2 0,-1 3-1,-4 4-102,-2 4 1,-1 3-1,-4 2 1,-3 4-160,-2 5 0,2-1 0,-2 7 0,2-2-149,3-3 0,5-4 0,4 0 0,5 0-102,4-1 0,4-2 0,6-7 0,0 0-1,0 1 0,1-2 0,4-4 0,5-2 35,2-1 0,-2-5 0,0 4 0,1-3 54,2-2 1,6 5-1,2-1 1,1 0-105,4-3 1,-4-1 0,2 0 0,0 0-82,-2 0 0,5 0 1,-4 0-1,-1 0-90,-3 0 0,-3 0 0,-1 0 171,-1 0 1,-6 7 0,-5 2-70,-6 4 0,-2-3 1,-7-1-1,-6 4 94,-3 5 0,2-2 0,-5 3 0,-2-2-360,-1 3 0,-1-4 0,-1 3 0,0-3-39,0-2 1,7 0 0,3 1-1,3-2-521,1-4 1,7-1 259,3-3 0,5-3 0,5 2 0,6-4 263,7-4 1,0 0 0,4-4 0,0 2 342,1 3 0,-4 0 0,3-1 0,-1 0-26,-3 0 1,-2 3 0,-2 1-1,0 1 176,1 4 0,-7 3 1,-3 7-1,-4-1 105,-1 0 0,0 6 1,-1 0-1,-4 3 8,-5 2 0,-3 4 1,-1 3-1,0 2-243,-1-2 0,1 0 0,0 0 0,1 1-157,3-1 0,-1-6 0,6-4 0,2-1 0,1-4 0,4-1 0,3-1 0,4-2 0,4-4 0,6-2 0,1-6 0,-1 2-255,1 2 0,-4 0 0,5-5 0,-2 0-777,1 0 0,-1 0 0,-5 0 1,1 0-171,-1 0 1,0 2 0,1 1 0,-1 2 1201,0-2 0,-25-40 0,-6-11 0</inkml:trace>
  <inkml:trace contextRef="#ctx0" brushRef="#br0" timeOffset="63">4301 11798 7743,'-14'-12'282,"0"2"0,4-1 1,0 6 485,-1 2 0,3-4-292,-1 3 0,-1-1 1,-4 5-1,-1 1 0,1 4 1,1 5-1,2 3 0,1 3 373,-1 3 0,-2-2 0,-1 9 1,0 3-401,-1 3 0,2 8 0,2-2 1,2 5-138,-3 5 0,6 2 0,1 2 0,4-2-114,1 0 0,6-6 0,5 3 0,7-7-28,6-7 1,3-9 0,2-5 0,1-4-28,4-6 0,-4-2 0,5-9 0,-1-3 231,-1-4 0,6-9 0,-6-3 0,-1-1 90,-1-4 1,-4-6-1,-3-1 1,-3-1-167,-1-1 0,-4 0 0,2-5 0,-7 2-132,-6-2 0,-3 1 0,-2-2 0,-2-4-64,-3 0 0,-8 0 0,-9 4 0,-4 1-252,-4 2 0,-8 12 1,1 2-1,-1 6-544,-1 4 0,-1 6 0,-5 5 1,1 8-465,2 9 0,9 7 0,1 6 1,6-1 185,7-2 0,4-5 0,6 3 0,4-1-900,3-4 0,7-1 0,2-3 1872,1-3 0,8-4 0,6-6 0</inkml:trace>
  <inkml:trace contextRef="#ctx0" brushRef="#br0" timeOffset="64">4014 11712 7893,'8'-8'1550,"-2"-5"1,-6 10-573,0-7 0,-2 6 0,-1-6-198,-1-1 0,-8-2 0,4-3 0,-1-2 74,-1-1 0,1-8 1,-6 0-1,1-5-500,-1 0 1,6-3-1,-1 1 1,1 2-182,1 2 1,8 29-168</inkml:trace>
  <inkml:trace contextRef="#ctx0" brushRef="#br0" timeOffset="65">3914 11337 11260,'15'44'0,"3"12"0,1 10 0,0-1 0</inkml:trace>
  <inkml:trace contextRef="#ctx0" brushRef="#br0" timeOffset="66">4345 11654 7948,'-15'-4'0,"1"-3"193,-1-1 0,7-1 0,4-6 0,2 1 1062,2 0 0,2-7 0,2-3 0,6-3-431,3-2 1,8-5 0,1-1-1,2 0-155,0 0 0,0-4 0,3 7 1,-3 4-63,-5 2 0,2 4 1,-2-1-1914,-1 9 0,-7 6-709,-1 8 0,-7 6 0,2 5 2015,-4 7 0,-20 43 0,-5 16 0</inkml:trace>
  <inkml:trace contextRef="#ctx0" brushRef="#br0" timeOffset="67">4647 11669 7898,'8'-19'0,"-3"-1"0,-4 3 837,-1 1 1,2 2 0,1-2 0,2-2 471,-2-1 1,5 0 0,0 3 0,1-2-374,1-1 0,1-5 1,7 5-1,1 1-621,-1 2 0,-1 2 0,1-1 1,1 3-994,-1 2 1,-2-1 0,-2 6 0,0 2-325,1 1 1,-3 4 0,-2 4-1,-5 9-3153,-4 7 4155,-1 5 0,-23 21 0,-11 10 0,-2 4 0,0 0 0</inkml:trace>
  <inkml:trace contextRef="#ctx0" brushRef="#br0" timeOffset="68">4676 11971 8183,'0'-14'2588,"1"4"-1416,4 0 0,3 6 0,6-4 0,2 0-337,3 0 1,4 3 0,6-3-1,-1 0-438,1 0 0,0 3 0,0-3 1,-2 2-553,-3 2 1,1 3 0,-5 1 0,-3 0-1439,-1 0 0,-8 1-501,-3 4 1,-3 3 0,-4 8 2093,-3 3 0,-41 23 0,15-16 0,-1 1 0</inkml:trace>
  <inkml:trace contextRef="#ctx0" brushRef="#br0" timeOffset="69">4704 12230 14358,'10'6'0,"1"2"469,5 0 0,-2 5 1,7-2-1,-2 5 87,1 4 0,4 0 0,-4-2 0,1 1-519,0-1 0,-2 2 0,-5 1 0,1 0-981,-1 0 0,-6-2 1,-3-5-2126,-3 1 1,-4-1 3068,-3 1 0,-28-20 0,-14-5 0</inkml:trace>
  <inkml:trace contextRef="#ctx0" brushRef="#br0" timeOffset="70">4733 12489 7898,'-6'10'170,"-4"-1"1,4 1 1760,1 4 0,3 1-764,2-1 0,0 0 1,2 1-676,3-1 0,-2-4 0,5-1-815,-2 2 0,-1-3 1,-3 2-1045,2 1 0,-2-3 0,1 0 1367,-6-1 0,-37-15 0,-14-8 0</inkml:trace>
  <inkml:trace contextRef="#ctx0" brushRef="#br0" timeOffset="71">4028 12388 7898,'-6'-14'0,"3"6"0,-7 3 0,-1 3 808,-2 2 1,-1 7-1,-1 2 1,1 6 184,-1 4 1,1 3 0,0 7 0,-1 0-670,1 0 0,-1-2 0,3-3 1,0-3-703,3-1 1,6-4-833,-2 4 0,11-12 1,7-8 1209,5-8 0,7-50 0,-2-12 0</inkml:trace>
  <inkml:trace contextRef="#ctx0" brushRef="#br0" timeOffset="72">3870 11957 7898,'-39'-15'0,"1"2"785,-2 4 0,0 2 0,0 9 0,2 1-262,-2 2 0,0 6 1,0-1-1,3 4-530,2 5 1,1-3 0,9 4 0,4-4-2233,7-2 2239,9 0 0,-1 1 0</inkml:trace>
  <inkml:trace contextRef="#ctx0" brushRef="#br0" timeOffset="73">5668 12331 8295,'-5'14'932,"1"0"0,-6 2 1,4 4-1,-1 2 274,1 0 1,-4 10-995,5-3 0,-4 5 0,2-2 1,-1 3-1,-3 0 0,-2 0 1,-1-3-1,0-3 0,-1-3 0,1-4-455,0-1 1,4-8 0,0-9-2269,-1-2 0,0-4 2511,1-2 0,-28-62 0,18 23 0,0 0 0</inkml:trace>
  <inkml:trace contextRef="#ctx0" brushRef="#br0" timeOffset="74">6503 11784 7756,'8'-6'642,"-4"-4"617,-2-3 1,-2 4 493,0-1-1306,-6 7 1,-2-2-1,-7 10 110,1 4 1,-1 6-1,1 4 1,-2 7-173,-3 6 1,1-1 0,-4 8 0,0 2-86,-1 6 1,4-2 0,-3 3 0,1-4-103,3-1 0,2 1 0,3-3 1,2-4 27,2-8 1,6-2 0,-1-10-179,8-4 0,-1-5 0,6-9-167,2-4 0,2 2 0,2-7 0,-1-3 45,0-4 1,1 1-1,1-5 1,1 2-21,3 0 0,-1-2 1,-5 3-1,1-1-85,-1 1 0,2 7 0,1 3 258,3 2 1,-1 1 0,-5 8 75,1 7 1,-6 1 0,-1 13 0,-1 2 24,-4 1 0,-2 2 0,1-2 0,1-2-137,2-1 1,1-6-1,-1-1 1,3-4 27,0-3 1,5-7-148,-3 2 0,2-4 0,1-2 0,-2-4 32,-1-5 1,0-2-1,4-4 1,0-2-9,1-1 1,-1-2 0,2 4 0,2-3-38,1 3 0,0-4 1,-5 3-1,2 4 103,4 3 0,-9 6 1,3-3-1,-1 2 105,0 2 0,-4 4 1,-1 5-1,0 5 145,0 3 1,-5 6-1,2 0 1,-3 0-26,-2 2 1,0-5 0,0 3 0,1-3-143,4-2 0,-3 1-128,3-1 0,-2-1 0,0-2-56,2-1 1,6-7 0,-1 0-114,2-6 0,3-2 1,-1-8-1,1-3-55,-1 0 1,5-6 0,2-2-1,0-3 129,-1-2 1,4 0 0,-4 1 0,-3 0 45,-1 4 0,-1-1 1,-1 6 487,0 1-46,-6 8 0,-1 6-98,-7 8 0,0 4 1,0 8-1,0 2-82,0 1 0,-5 0 0,0-4 0,2-1-84,1 1 0,2 4 0,0 0-132,0-1 0,0-7-199,0-2 0,0-7 0,0-2 1,0-8 54,0-5 0,2-6 0,1-2 0,2-3 11,-2-6 0,-1-1 0,-2-5 0,0-1-51,0 0 1,0-6-1,0-7 1,0 1-194,0-1 0,-5-2 0,-1 2 0,-2 0 27,-4 1 0,0 3 1,-3 7-1,1 7 510,-1 7 0,1 10 0,0 10 0,-2 4 237,-4 1 0,5 6 0,-6 4 0,2 3 39,-1 1 1,1 0-1,6 1 1,2-2 6,2-4 1,4 2-1,-5-4-170,-1 1 0,-2-5 1,-1 3-1,-1-1-31,1 0 0,0 0 0,-1-5 0,-1 0-69,-3 0 0,-2 0 0,-4 0 0,1 0-81,-2 0 0,4-5 0,-1 0 0,1 2-227,0 1 0,9 2 0,-1 0-410,1 0 0,2 2-390,1 3 1,10 3-1,11 4 1,7 0 968,6-3 0,35 26 0,-25-11 0,1-1 0</inkml:trace>
  <inkml:trace contextRef="#ctx0" brushRef="#br0" timeOffset="75">8848 11453 7775,'0'-14'134,"-2"1"380,-3 3 0,2-1-118,-6 6 0,5-1 0,-2 3 0,0-2 0,-2 3 0,-2 5 1,0 7-1,-1 4 376,-2 6 1,4-3 0,-1 9 0,-1 3-484,-2 3 0,-3 8 0,-1-2 0,-3 3 15,3 3 1,-4 0 0,2 3 0,0 2-21,-2 2 0,10-11 0,-2-1 0,5-9-75,5-6 1,3-3 0,5-8 0,4-4-267,4-4 0,3-3 0,2-2 1,2 0-34,3 0 0,-4 0 0,3-2 0,-1-1 19,-3-2 1,-2-4-1,-2 4 1,0 0 181,1-1 1,-1 4 0,1-3 41,-1 4 1,-4-4 0,-1 0-143,2 2 1,-3 1-1,0 4 1,-1 3 35,-4 4 0,3 6 0,-1 2 0,0 4-52,1 1 1,-3 2 0,5 3 0,0-3 29,0-4 0,-3-3 0,5-1 0,1 0 0,2-3 1,1-8 0,1 0 0,1-4-3,3-1 1,-2-6 0,6-4 0,-3-3 12,-2-1 0,0 0 0,-1-2-124,2-4 1,1 4-1,-6-3 1,0 3 3,1 2 0,-1 4 0,1 2 1,-1 0-63,0 0 1,1 4-1,-1-4 1,0 0 48,1 0 1,-1 4-1,1 0 279,-1 2 0,0 2 0,-1 2 16,-3 2 1,-4 0 0,-4 5 0,1 2-61,2 2 1,0-3-1,-5-1 310,0 2 0,1 1-280,4-3 0,-2-2 1,7-7-308,1 0 1,-3-2 0,0-3 0,0-4-138,0-4 1,1-8 0,6-1 0,-1-4 175,1-3 1,1 2 0,1-13-1,4-3 56,1-3 1,1-7 0,1 5-1,-5 3 77,-3 5 1,-3 0 0,-2 8 0,-3 5 53,-2 6 1,-3 7-1,-7 3 0,-6 3 51,-3 1 1,-6 3 0,-2 2 0,-1-1-57,-4-2 0,-1-1 0,-2 2 1,1-2-8,-1-2 0,0-2 1,-1-4-1,-2 0-78,-2-1 0,-4 1 0,3-1 0,-2 1-155,-3 0 0,0 1 0,0 2 0,2 3 275,-2 1 0,3 3 0,-3 4 0,-2 0 28,1 0 0,-4 4 0,11 3 0,3-1-61,0 1 0,4 4-856,3-2 1,11-2 0,13-3-497,8-2 0,7-2 0,5 0 1,8 0-627,4 0 1,1 0 1893,-4 0 0,-20 13 0,-4 3 0</inkml:trace>
  <inkml:trace contextRef="#ctx0" brushRef="#br0" timeOffset="76">8661 12302 7775,'0'-10'0,"-2"2"2767,-3 2-1709,4 1 1,-6 7 0,7 3-531,0 4 0,5 10 1,0 5-1,-2 3-215,-1 2 0,-2 0 0,0 1 0,0 2-185,0 2 0,0 0 0,0-4 0,0 0-261,0-1 0,-2 3 1,-1-10-1,-2 1-1222,2-4 1,1-3 0,4-3 1354,3-4 0,35-21 0,14-12 0</inkml:trace>
  <inkml:trace contextRef="#ctx0" brushRef="#br0" timeOffset="77">8948 12647 8338,'-14'8'900,"1"5"1,2-3-282,1 2 1,7 3-1,-2-1 1,2 2-308,-2 3 0,4-1 0,-4 6 0,3 0-539,2-2 0,0 5 1,-1-4-1,-2 1-573,-2 0 0,0-7 0,5 3-922,0-4 0,0-2 1722,0 0 0,0-18 0,0-6 0</inkml:trace>
  <inkml:trace contextRef="#ctx0" brushRef="#br0" timeOffset="78">8992 12906 7775,'-10'5'454,"0"0"0,7 6 0,-2-1 13,4 2 0,-4 3 0,0-1 1,2 1-164,1-1 0,2 7 1,0 3-1,0 1-278,0-1 1,0 2-1,0-7 1,2-1-228,3-2 1,-2-8-1,7-4-1110,1-2 1,2-4 1310,1-2 0,7-43 0,1-15 0</inkml:trace>
  <inkml:trace contextRef="#ctx0" brushRef="#br0" timeOffset="79">9294 12532 14265,'0'15'198,"0"-1"1,0 0 0,0 2 0,0 3-434,0 5 0,0-3 0,0 0 0,0-2-2028,0 0 0,0 1-849,0-6 3112,0-6 0,12-40 0,4-16 0</inkml:trace>
  <inkml:trace contextRef="#ctx0" brushRef="#br0" timeOffset="80">9423 12374 7775,'0'-15'121,"0"1"356,0 0 1,2 7 0,1 7 372,2 8 1,0 11-1,-5 5 1,0 4-505,0 0 1,0 3 0,0 1-1,0 3-417,0 2 1,0-5-1,0 1 1,0-2-783,0-3 1,0 0 0,0-4 852,0-5 0,-7-48 0,-1-13 0</inkml:trace>
  <inkml:trace contextRef="#ctx0" brushRef="#br0" timeOffset="81">10315 12316 7692,'-6'15'232,"3"1"0,-5 1 0,1 4 0,2 3 0,1 5 0,-3 4 0,-1 4 1057,-3 3 1,-2 2 0,-1 2 0,-2 3-846,-3 1 0,-2 1 0,-5-2 0,2-1-456,-1-4 1,-6-1 0,3-9 0,5-5-893,6-6 1,7-13 903,0-8 0,-12-35 0,-3-19 0,-7-6 0,1 1 0</inkml:trace>
  <inkml:trace contextRef="#ctx0" brushRef="#br0" timeOffset="82">11754 11151 7860,'-8'0'4859,"1"1"-4231,7 4 0,0-2 1,0 7-1,-1 1-65,-4 2 0,3 6 0,-4 2 0,0 3 582,-4 6-982,-9 6 1,-3 7 0,-7 0-1,-2 2 1,-2 3 0,-6 3-1,-2 0 133,23-31-173</inkml:trace>
  <inkml:trace contextRef="#ctx0" brushRef="#br0" timeOffset="83">12182 11712 27169,'19'-14'-72,"-9"-1"1,-8 7 181,-7 3 1,2 4-1,-5 2 1,0 3-49,0 0 1,3 6-1,-5-4 1,2 1-23</inkml:trace>
  <inkml:trace contextRef="#ctx0" brushRef="#br0" timeOffset="84">11698 12300 28671,'-14'16'0,"-25"27"0,6-1-752,2-4 0,9-4 1,4-10-1780,7-5 1,6-4 0,10-6-2982,5-4 5512,-4-10 0,-44-35 0,-18-14 0</inkml:trace>
  <inkml:trace contextRef="#ctx0" brushRef="#br0" timeOffset="85">7855 12403 7649,'-13'-10'321,"2"2"1,1 2-1,-1 2 1,-2 3 0,-1 2 1229,0 4 0,-1 5 1,-1 11-1,-1 6-898,-2 5 0,-7 9 0,2 3 0,-3 7-499,-2 5 1,0 1-1,2-1 1,2-3-453,1-5 1,8-3 0,1-5-1,9-7-1926,4-9 2224,2-13 0,39-49 0,8-18 0</inkml:trace>
  <inkml:trace contextRef="#ctx0" brushRef="#br0" timeOffset="86">12545 11036 7745,'-9'0'678,"1"1"0,0 3 930,0 0 1,3 1-1215,-5-5 0,5 5 0,-3 1 0,2 2 0,3 4 1,3 0-1,3 4 0,5 2 0,3 3 301,5 1 0,8 0 0,2 2 0,4-3-412,4 0 0,4-7 0,-3 2 0,0-6-26,1-4 0,2-1 1,-6-5-1,-3 0 740,-4 0-744,-7 0 0,-5-1 0,-13-3 0,-10 0-21,-8 0 1,-6 4-1,-8 5 1,-3 5-283,-1 3 0,-1 6 0,-3 1 1,3 3-167,2 2 0,3 4 0,8 3 0,5 2-37,3-2 0,8-2 0,3-1 0,5 1 73,5 4 1,3-10 0,6 1 0,-13-23 177</inkml:trace>
  <inkml:trace contextRef="#ctx0" brushRef="#br0" timeOffset="87">12728 12388 28671,'-2'13'0,"-8"11"0,-4 2 0,-5-6 0,-5 1 0,-4 0 0,0 3 0,-3-5 0,-1-1-81,-1-2 0,-7-4 0,1 0 0,-1-4-2049,2-2 0,5-8 0,9-7 1,6-6 2129,7-4 0,3-30 0,3-14 0,1-7 0,1 14 0</inkml:trace>
  <inkml:trace contextRef="#ctx0" brushRef="#br0" timeOffset="88">3870 13395 7952,'-10'-12'-187,"1"2"1,4-3-1,-3 4 1,1-4-1,4-2 1,3 3-1,5 1 44,5 1 1,-2 7 0,1-2 89,2 3 1,2 2 0,2 0 45,-1 0 0,-4 0 381,-1 0 0,-4 5 1701,5 0-1188,-7 0 0,3-7 0,-6-3-112,0-4 0,0-4 0,0-1-224,0-1 1,0 6 0,-1 1 0,-3 0-125,0 0 1,-3 4 0,2 0-3,-4 2 1,1 2 0,-2 0-1,-1 2 237,-2 2 1,-1 4-1,-1 7 1,-1-1-263,-3 1 0,-1 1 0,-6 1 1,2 2-130,-2-1 1,-1 3-1,-2-1 1,2 1-205,3 0 1,0-2 0,8-4 0,4-1-492,-1 0 0,6-4 208,3 0 0,2-1 1,4 6-1,1-1 107,2 0 1,-1 7 0,-4 3-1,0 5 243,0 4 1,0 6 0,0 9-1,0 5-38,0 2 0,-1 5 0,-2 2 0,-2 4 16,2-1 1,1-3-1,2-9 1,0-5-20,0-3 0,2-15 1,2-6-1,6-6 8,3-4 0,6-4 1,0-2-1,0-2 106,2-3 1,-5-1 0,3-2-1,-1 0 51,1 0 0,-3 0 0,5 0 0,-2 0-108,0 0 1,2-5 0,-4-1-1,4-1-47,2 1 1,-1-5 0,4 1 0,-2-3-463,1-1 0,2 0 1,0-1-1,-1 2-863,-2 4 0,-6-2 1,1 6-840,-3 2 1,-3 3-1,-2 5-2253,-2 4 4314,-5 4 0,-49 14 0,-19 3 0</inkml:trace>
  <inkml:trace contextRef="#ctx0" brushRef="#br0" timeOffset="89">4316 13467 8043,'-23'7'660,"4"2"0,3 3 0,3 0 1,2 1 321,2 3 0,6 6 0,-4-1 0,2 2-16,1 2 0,-1 4 1,5 3-1,0 2-205,0-2 1,-2 3 0,-1-2 0,-3 1-429,-2 1 0,3-5 0,-3 2 0,1-4-488,4-4 0,-3-5 0,1 3 1,2-1-554,1-4 0,2-5 0,0-3 0,0 2-1704,0 2 1,2-3-1,3-2 2412,4-2 0,4-14 0,1-8 0</inkml:trace>
  <inkml:trace contextRef="#ctx0" brushRef="#br0" timeOffset="90">5093 13712 8008,'-7'-14'0,"-2"-1"1549,-4 1-1041,5-1 1,0 7 0,3 4 0,-4 2 0,-4 2 0,-2 2 466,1 2 1,3 6 0,-2 9 0,-3 7-301,0 6 1,-5 5-1,2 7 1,2 4-149,1 5 0,1 0 0,2 1 0,4 0-268,4-4 1,5-10 0,5-6 0,6-6-208,7-4 1,4-9 0,7-10 0,-1-5 69,1-5 1,0-5-1,0-9 1,0-5-70,-1-3 1,-5-2 0,-4 0-1,-3-1-86,-2-4 1,-6 4-1,-3-4 1,-3 4-666,-2 1 1,-2 0-1,-4 2 1,-7 3-511,-5 5 0,-2 9 0,2 6 1,-1 2 600,1 2 0,4 2 0,3 4 607,1 8 0,39 39 0,4 16 0</inkml:trace>
  <inkml:trace contextRef="#ctx0" brushRef="#br0" timeOffset="91">6244 13453 7926,'-15'0'1314,"1"0"-623,0 0 1,-1 0 0,1 0 0,-1 2 18,1 2 0,0 4 0,-1 8 1,-1 4-104,-3 4 1,1 11-1,-6 8 1,0 8-115,2 5 0,1 8 0,9 1 0,0 1-119,3-4 0,7-14 0,4-8 0,11-8-279,9-9 0,7-12 0,4-6 0,4-4 50,0-1 1,4-11 0,-4-5 0,0-5-42,-4-4 1,-4-4-1,-5-3 1,-5-3-40,-3-2 1,-3 0 0,-3-3-1,-5 2 83,-4-2 0,-7 2 0,-5-2 0,-7-2-1439,-6 2 0,-3 6 0,-2 3 0,0 3-81,1 4 0,0 12 0,4-1 0,5 5 1372,3 5 0,8 59 0,2 15 0</inkml:trace>
  <inkml:trace contextRef="#ctx0" brushRef="#br0" timeOffset="92">7251 13439 7885,'-7'-10'322,"-2"0"0,-4 7 1,-1-2-1,-1 2 0,1 0 1,-1-2-1,3 4 787,2 4 1,-3 5 0,5 8 0,-1 3-467,-1 5 1,2 10 0,-1 6-1,2 7-156,1 11 0,4 0 0,-1 6 0,6-2-77,7 0 1,9-4 0,5-9 0,3-4-208,2-8 0,1-12 1,2-7-1,3-7 65,2-6 0,-5-3 1,2-6-1,-4-5 53,-1-10 1,-2-9 0,-3-4-1,-5-3-51,-3-1 1,-8-3 0,-3-4 0,-4-2-205,-1-3 0,-6 4 1,-5-4-1,-7 3-711,-6 2 0,-4-2 0,-6 0 0,-3 2-843,0 6 0,2 12 0,7 7 1,-1 7-25,0 6 0,8 10 1,7 8-1,7 7-2009,6 9 3521,1 10 0,2-1 0,2 5 0,0 7 0,0-1 0</inkml:trace>
  <inkml:trace contextRef="#ctx0" brushRef="#br0" timeOffset="93">7452 13280 7923,'-22'-12'0,"3"0"0,3 4 525,1 2 0,7-5 0,5 1 0,6-1 1,8 1-1,5 4 0,5 1 508,2 0 1,1-1 0,6 3 0,2-2-431,1 2 0,7 1 1,-1 2-1,2 0-124,3 0 0,3 0 1,0 0-1,-4 2-206,-3 3 1,-3-2 0,1 6-1,-4 3-56,-4 0 0,-9 3 0,-5 1 1,-7 1 53,-2 3 0,-2 5 1,-5-1-1,-2 3-201,-3 2 1,-3 6-1,-6 5 1,-1 7-222,1 5 1,0 4 0,1 2-1,2 1 1,1 3 0,2 2 0,-3 2 0,3-9 3,2-7 0,1-5 1,5-4-1,1-4 178,4-8 0,-2-7 0,7-9 439,1-3 0,-3-4 422,2-6-83,-7 0-482,3 0 1,-19 2 0,-6 1-311,-6 2 0,-9 6 0,-3-2 0,-3 4-335,-4 1 1,-3 1 0,6-1 0,2 1-780,6-1 0,4-6 0,5-3 0,6-5 1097,7-5 0,0-35 0,3-17 0,0-7 0,0 1 0</inkml:trace>
  <inkml:trace contextRef="#ctx0" brushRef="#br0" timeOffset="94">1036 16014 7862,'-10'8'142,"0"-3"0,1-2 0,-1 0 1109,1 2 1,5 6 0,0-1 534,2 3-1374,2-5 1,0 9 0,0-1 0,0 5 0,0 5-1,0 2 1,0 6 176,0 4 1,0 5 0,0 4 0,0 2-311,0 3 0,5 0 1,0 7-1,-2 4-19,-2 4 0,4-3 0,0 0 0,-2-2-36,-1 1 0,-2 4 0,0-7 0,0-4-66,0-6 0,0-7 0,0-3 0,0-5 92,0-4 1,0-6-18,0-10-85,0-7 0,0-8 0,0-10 0,0-3 3,0-1 0,0-9 0,0-4 0,-2-6-60,-3-4 0,2-1 0,-5-6 0,2 0-98,3-4 0,-4 1 0,2-5 1,1-1 4,-3 2 1,6-5-1,-4 3 1,3-3 89,2-2 0,0-2 0,0 0 1,2 6 113,3 3 0,3-2 0,6 4 1,0-1-99,1 1 1,-1 7-1,1 8 1,-1 4-6,0 1 0,1 2 1,-2 1-1,-2 4-46,-2 1 0,1 2 0,6 3 0,2 0-59,1 2 0,0-4 0,-3 9 1,1-3 70,3 3 1,4-2-1,-4 6 1,1 0-24,0-1 0,5 4 0,-2-3 0,1 4-23,-1 1 0,2 0 1,-6 0-1,1 1-14,0 4 1,3 5-1,-5 7 61,-1 2 1,-4 2-1,-3-2 1,-3 4 106,-1-1 0,-3 5 0,-4-3 1,0 5-174,0 5 0,-1-4 0,-4 4 0,-4-2 0,-4 1 0,-8-2 0,-5 4 0,-4-2 0,-4 1 0,-6-2 0,2-7 0,-3-2 0,-3-2 0,-4-2 0,0-6 0,2-4-720,1-4 1,4-3 0,2-2-1,7-2-2446,7-3 0,6-3 1508,9-6 1,13 6 1657,16 3 0,42-3 0,-19 4 0,-1 0 0</inkml:trace>
  <inkml:trace contextRef="#ctx0" brushRef="#br0" timeOffset="95">2546 15467 7995,'0'-14'128,"0"4"1,-1 2 377,-4 2 0,-3 3 0,-8 8-8,-3 4 1,1 4 0,-4 3 0,-1 3-1,1 5 1,-4 5 0,-1 3 0,-2 3-1,1 2 494,-1 3 0,0 8 0,0 6 0,1 5-579,-1 4 0,0 5 0,0 1 0,0 5-28,15-36 0,0 0 0,-7 39 0,7-5 0,7 0 166,6 0 0,1 3 1,1-1-1,4-6-150,5-2 1,7-2 0,4-3 0,3 1-170,6-1 1,-1-2 0,5-2 0,-2-1-68,1-3 0,2 1 1,4-6-1,-6-3-43,-2-5 1,-1-5-1,2-4 1,2-1-260,-3-1 1,0 1-1,-2-11 1,-1-1-288,1-2 1,0-2-1,-2-1 1,-1-3-1100,-2-5 0,-5-4 1,5-2-1,1-6 1523,3-7 0,-38-58 0,0 25 0,1 1 0</inkml:trace>
  <inkml:trace contextRef="#ctx0" brushRef="#br0" timeOffset="96">3222 15712 7971,'-6'-14'779,"3"4"1,-7 2 0,-1 2 661,-2 2 0,7 4 0,6 7-422,8 7 1,5 4 0,3 11 0,1 6-53,2 5 0,7 8 0,-2 3 1,3 3-158,2 5 0,4 8 0,3 1 0,0 4-526,-16-34 0,0 0 0,1-1 1,0 0-1,0 1 0,1 1 0,-1-3 1,0-1-141,17 33 0,2-9 0,-6-8 0,-2-2-144,-2-2 0,-3-7 0,-3-3 0,-5-2 0,-3-3 0,-1-2 0,-1-3 0,-1-1-484,-4-2 1,-1-8 0,-4 0-1485,0-5 0,1-11 0,-5-3 1214,0-10 0,0-13 754,0-2 0,-18-7 0,-9-4 0,-1-6 0,0-1 0</inkml:trace>
  <inkml:trace contextRef="#ctx0" brushRef="#br0" timeOffset="97">4028 15568 7927,'-8'0'0,"-24"0"384,7 0 0,-1 6 1,5 4-1,-1 4 748,-4 6 1,4 8 0,-2 11-1,-2 6-402,-1 7 1,-3 4 0,-2 15 0,14-34-1,1 1-337,-2 1 0,1 0 0,-2 4 0,0 0 0,-3 3 1,0 1-1,-2 1 0,0 0-150,0 3 1,-1 0 0,0-1-1,-1-1 1,-1 3 0,0-1 0,1-3-1,0 0-68,0-2 0,1 0 1,3-2-1,0-1 1,-1-3-1,1 0 1,3-2-1,0 0-303,-13 33 1,9-12 0,6-13 0,9-7-1802,9-11 1,14-15 1928,15-18 0,8-4 0,11-15 0,3 0 0</inkml:trace>
  <inkml:trace contextRef="#ctx0" brushRef="#br0" timeOffset="98">4676 16949 7859,'-15'-6'303,"1"-4"0,-1 2 0,1 0 0,0 0 0,-1 0 1,1-1-1,-1 1 695,1 3 0,0 3 0,-1 2 1,1 2-508,-1 3 0,6 3 0,-1 8 0,-1 3 631,-2 5-880,-1 9 0,0 4 0,-1 8 0,2 5 0,2 6 0,3 6 0,2 5 338,3 7 1,3-2-1,4 3 1,8-8-390,5-10 0,7-5 0,10-13 1,4-5-173,4-10 0,1-13 0,-2-6 0,1-5-70,1-5 1,-8-9-1,7-10 1,-7-5-36,-8-4 0,0 1 0,-7-7 1,-5 1 28,-3 1 0,-6 2 1,-6 6-1,-2 0-129,-2 1 0,-4 5 0,-8 4 0,-3 5 135,-5 4 0,-8 4 0,-4 7 0,1 6 154,0 7 0,-5 8 0,3 12 0,-1 4 23,0 4 0,7 3 0,2 1 0,10 2-223,8-2 1,0-6 0,8-5 0,4-3-1093,7-4 0,11-14 0,7-1 0,4-5-4278,4-5 5467,6-8 0,-15-25 0,0-12 0,4-5 0,1 0 0</inkml:trace>
  <inkml:trace contextRef="#ctx0" brushRef="#br0" timeOffset="99">5150 17223 8274,'-14'0'2419,"6"0"0,3 0 0,10 0-1522,4 0 0,6-2 0,2-1 0,4-3-166,2-2 1,5 0 0,6-4 0,0 3-124,1-2 0,-3-1 1,4 1-1,1 2-246,0-3 1,-3 6 0,2 0 0,1 1-159,0 0 1,-5 0 0,0 5 0,-7 0-17,-5 0 0,0 0 1,-1 2 55,-1 3 0,-8 4 0,-6 9-88,-2 1 0,-2 5 0,-2-2 1,-2 4-157,-6 4 0,-8 9 0,-1-1 0,0 4 0,-2 1 0,-1 6 0,-7 4 0,2 3 0,3 2 0,-2-2 0,7-4 0,2-4-271,1-3 1,3-2-1,3-1 1,6-5-1618,2-9 1,4-7 0,2-10 1887,6-1 0,-10-77 0,-2-15 0</inkml:trace>
  <inkml:trace contextRef="#ctx0" brushRef="#br0" timeOffset="100">6877 16388 18531,'30'2'1173,"2"1"0,2 2-664,-2-2 0,0-1 0,0-2 0,1 0-348,-1 0 0,-2 1 1</inkml:trace>
  <inkml:trace contextRef="#ctx0" brushRef="#br0" timeOffset="101">7164 16528 9999,'-10'5'0,"-55"31"0,-5 3 0,0 0 0</inkml:trace>
  <inkml:trace contextRef="#ctx0" brushRef="#br0" timeOffset="102">6834 16762 7881,'-15'0'1873,"7"0"0,19-1 1,13-3-738,5 0 0,1-3 0,-1 4 0,2-2-252,2 2 0,-1 0 0,5 0 0,0-2-356,-1 2 1,-4 1 0,2 2 0,-4 0-447,-1 0 0,-2 0 0,-3 0 1,-3 0-596,0 0 1,-5 0 0,3 2-1142,-3 3 0,-2-4-1388,1 4 0,-1-4 3042,1-1 0,-52-38 0,-13-10 0</inkml:trace>
  <inkml:trace contextRef="#ctx0" brushRef="#br0" timeOffset="103">8704 15496 7895,'-13'-9'521,"2"-1"1,3-1 3080,1-2-2910,3 5 1,4 3 0,0 10 0,0 5 22,0 2 1,-7 11-1,-2 4 1,-4 6-142,-1 4 0,-12 8 1,-4 8-1,-6 4-337,-4 6 0,-8 2 0,22-28 0,-2 0 0,-1 0 0,-1 1-25,-1 0 0,0 1 0,0-4 0,1 0 0,28-33-204</inkml:trace>
  <inkml:trace contextRef="#ctx0" brushRef="#br0" timeOffset="104">8200 16403 27944,'19'0'223,"17"0"162,-1-2-356,0-3 1,5 4 0,-2-4 0,4 3-30,1 2 0,0 0 0,0 0 0,1 0 0,-1 0 0,0 0 0,0 2 0,-1 1 0,-4 2 0,-3 0 0,-6-5 0,0 0 0,-1 0 0,1 0 0,-2 0 0,-3 0 0,-4 0 0,-9 0 0,-2 0 0,-6 0 0,2 0 0,-10 0 0,2 0 0,-6 0 0,6 0 0,-4 0 0,2 1 0,1 4 0,-8 3 0,6 6 0,-4 1 0,-1-6 0,6 1 0,-4 0 0,2 4 0,-1 0 0,4 1 0,-4 1 0,0 1 0,0 2 0,-2 7 0,-4-2 0,-2 5 0,-4 4 0,-2 1 0,-7 7 0,-1 4 0,-4 0 0,2 5 0,-4-2 0,0-4 0,4-4 0,2-5 0,1-6 0,2-2-378,3-3 0,3-3 0,7-6-4395,0-1 3044,6 0 1,12-6 0,12-3 1728,5-3 0,1-36 0,-1-15 0,6-3 0,-1 0 0</inkml:trace>
  <inkml:trace contextRef="#ctx0" brushRef="#br0" timeOffset="105">9941 15309 7840,'-2'-14'305,"-2"-1"0,1 2 0,-5 2 1,1 2-1,2-1 0,1 1 1297,-1-1 0,0 8-926,5 2 0,0 13 0,0 11 0,0 5 1108,0 4-1435,0 4 1,0 11-1,2 3 1,1 4-1,3 5 1,1 4-1,-1 5 84,-3 1 1,0 9 0,-1-38 0,0 1-1,0 2 1,0 0-185,0 1 0,-1 1 0,0-3 0,-2 0 0,0-2 0,-1 0 0,-1 0 0,0 1 35,-1 0 0,0 1 1,0-1-1,0-1 0,-7 37 1,3-7 64,1-6 1,3-7 0,4-7-1,0-2-198,0-2 0,1-4 0,2-3 1,2-3-13,-2-2 1,-1 3 0,-2-4 0,0-2-140,0-2 0,-2-6 0,-2 0 0,-4 0-921,0-2 1,0-2-1024,3-11 1,2-2 557,-7-7 0,7-7 0,-2-4 1,2-7-1253,-2-6 0,3-8 2638,-2-1 0,-11-12 0,-4-8 0,-1-1 0,0 0 0</inkml:trace>
  <inkml:trace contextRef="#ctx0" brushRef="#br0" timeOffset="106">10747 15712 7817,'-7'-8'582,"-2"3"1,2 7 202,3 7 0,4 3 1,4 13-1,6 4 0,3 4 1,3 4-1,1 3 0,4 2 346,1 1 1,2 2-1,5 3 1,2 3-710,2 0 1,-2 3-1,2-4 1,-3 1 43,-1 3 1,-5 1-1,-1-2 1,-3-4-182,-2 1 0,-2-6 0,-2 4 0,1-4-285,-1-6 1,-4-3-1,-2-6 1,0 0-284,0-1 0,-3 0 0,2-4 0,1-7-2423,0-6 0,-3 1-2375,5-8 5081,-7-5 0,-3-35 0,-6-19 0,-2-5 0,0 1 0</inkml:trace>
  <inkml:trace contextRef="#ctx0" brushRef="#br0" timeOffset="107">11409 15525 7854,'-15'-7'205,"1"6"0,-1-4 1,1 5 439,0 5 0,-1 3 1,1 8-1,-2 5 252,-3 7 1,1 8-1,-6 8 1,-1 4-124,-3 5 1,-2 5 0,-4 4 0,-4 7-440,17-32 0,0 1 0,2-1 0,0-1 0,0 3 0,0-1 1,-1-1-1,0 0-83,-1-1 0,0 0 0,-1 0 0,-1 1 0,1 1 0,0-1 0,-1 1 0,1-1-118,1-1 0,0-1 0,-11 30 0,4-9 0,7-3-283,5-5 0,8-10 0,3-6 0,4-6-956,1-7 0,6-8 0,5-3 0,5-1-534,3-4 1,7-13 0,-4-6-1,2-4 1639,0-6 0,-25-40 0,-3-10 0</inkml:trace>
  <inkml:trace contextRef="#ctx0" brushRef="#br0" timeOffset="108">11495 16777 7854,'-7'-16'414,"-2"-4"1,-4 9 0,-1-1 0,-1 4 743,1 4 1,0 3 0,-1 1-666,1 0 1,-1 8 0,1 5 0,0 7 84,-1 7 1,1-1-1,1 9 1,2 0-238,1 4 0,2 2 1,-3 2-1,3 2 116,2 3 0,1-3 1,5 3-1,0-2-247,0 2 0,5-9 0,3-3 0,3-7-247,5-5 0,8-11 0,0 0 0,3-5-176,2-5 1,0-8 0,-1-6-1,1-5-49,0-3 1,-7-5-1,-3 3 1,-4 0 78,-6 0 1,-2-3 0,-7 4 0,0-1 92,0 0 1,-7 4-1,-4 5 1,-5 4-52,-3 2 0,-5 1 0,3 5 0,1 0-130,-1 0 1,-5 0-1,4 2 1,-2 3-422,0 4 1,6-1 0,-1 2 0,3 1-628,2 2 1,6-4 0,3 1 1318,3 1 0,34-5 0,8 1 0</inkml:trace>
  <inkml:trace contextRef="#ctx0" brushRef="#br0" timeOffset="109">11926 16748 7854,'0'-15'60,"0"1"0,0 0 1,-1 1 866,-4 3 1,2-1 1618,-7 6-2145,7 1 0,-10 4 0,4 1 0,-4 4 0,-1 6 1,-1 7-1,-1 7 515,-3 7 0,-2 5 1,-4 8-1,1 3-505,-2 5 1,4 4-1,-1 5 1,4 6-242,6 2 0,1-5 1,8-4-1,6-6-183,6-7 1,11-13 0,7-11-1,6-13-394,6-8 1,8-6-1,2-5 1,-3-10-75,-5-7 0,-5-1 0,-6-7 0,-2 1 309,-3-2 1,-9 8 0,-11-1-1,-2 5 326,-2 4 1,-11 2 0,-4 4 0,-2 2-58,-4 5 1,-1 4 0,-7 2 0,2 4-461,3 5 0,-2 2 0,7 3 0,3-1-4524,5 0 4887,-2 1 0,-1-46 0,-9-10 0</inkml:trace>
  <inkml:trace contextRef="#ctx0" brushRef="#br0" timeOffset="110">12372 16000 7811,'-14'0'416,"0"1"1,-1 2-1,3 4 716,2 1 0,10-5 1,10 2-1,4-2 1143,5 2-1884,-3-4 1,11 7 0,-3-4 0,3 0 0,2 1 0,0 0 0,0 0 231,0-2 0,-1 3 1,1-1-1,0-2-290,0-1 0,-2 3 0,-2 0 0,-2-2-329,-2-2 1,-2 4-1145,-5 0 0,-1 1 425,-4-1 1,-4-3 0,-8 4-1833,-2 1 1,-6-6 1260,1 4 1,-2-3 0,-3-1 1285,1 4 0,-26 12 0,-11 6 0,-4 4 0,0 0 0</inkml:trace>
  <inkml:trace contextRef="#ctx0" brushRef="#br0" timeOffset="111">12416 16374 7811,'-20'0'0,"1"0"0,0 6 1074,5 4 0,6-2 0,5 0 39,6-2 0,5 4 0,8-5 0,3-2-209,5-2 0,3-1 1,2 0-1,0 0-167,-1 0 0,3 5 0,-1 0 0,2-2-195,0-1 1,-5-2 0,7 0 0,-4 0-346,-1 0 1,0 0 0,-2 1 0,-2 3-419,-1 0 0,-4 1 1,2-3-1,-1 1-1479,-4 2 1,-1 4 0,0-4 0,2-2 1699,1-1 0,-6-8 0,-7-2 0</inkml:trace>
  <inkml:trace contextRef="#ctx0" brushRef="#br0" timeOffset="112">14214 15582 8182,'-16'-1'0,"-2"-2"472,-1-2 0,0 0 0,5 5 1,-1 0 512,1 0 1,4 0 0,1 2-592,-2 2 0,-2 0 0,-2 5 0,1 2 0,0 4 0,-1 4 0,1 5 0,-1 3 1,3 4 434,2 2 1,-3-1 0,5 8 0,-1 3-463,-1 4 0,7 1 0,-2-5 0,3 0-126,2 0 0,0-1 0,2-4 0,1-4-37,2-4 0,6-3 0,-1-1 1,3-6-132,1-4 1,0-3 0,1-10 0,-1 2-115,1-2 1,-1-3 0,2-4 0,2-6-15,1-3 1,0-3 0,-5-1 0,1-4 29,-1-1 1,0 2 0,1-2-1,-2 1 2,-4 4 0,2-4 0,-6 2 171,-2 1-39,-1 8 0,-2 6 1,0 10-142,0 8 1,0 2-1,0 8 1,0 4 62,0 4 0,0 0 0,2 6 0,1 2-1,2 1 0,6 3 0,-2-1 0,4-2 24,2-2 1,-1-1 0,0-9 0,1-7 87,-1-4 0,2-10 0,2-3 0,2-4-19,3-1 0,-4-13 0,5-7 0,2-11-49,1-7 0,6-10 0,1-3 0,-2 0-176,-2 3 1,-3 1-1,-1 1 1,-2 0-61,2 4 0,-6 0 1,-1 9-1,-3 2-192,-1 6 0,-2 4 96,-4 7 378,-2 6 1,-7 3 0,0 10 56,0 4 1,-2 4-1,-1 3 1,-2 2-14,2 1 1,1 2-1,2-4 1,0 2-14,0-1 1,0-2 0,2-2 0,1 1-261,2-1 0,4 1 1,-2-3-1,1-2 95,3-5 1,2-4 0,1-2 154,1-4 0,-1-5 1,-1-9-1,-2-5 132,-1-3 0,-2-8 0,3-4 0,-3-2-57,-2-2 0,4-2 0,-6-3 0,0-3-198,-3 0 0,-1 1 1,0 7-1,-1 0-151,-4 0 0,-3 1 1,-8 4-1,-2 4-46,-1 4 0,-8 6 1,0 0-1,-7 0 31,-3 1 0,4 3 0,-5 5 0,-2 1 7,-2-1 1,-6 1 0,0 1 0,2 4 128,1 4 1,2 3-1,-2 4 1,-1 3 103,-2 4 1,5 4 0,4 3-1,-1 2 24,-1 1 0,-1 0 0,4-5 1,4 1-204,4-1 0,7-1 0,3-2-1270,-1-1 1,11-5-161,1 4 1,9-4 0,8 3 0,8 0-968,4 0 1,-2 1 2483,1 6 0,-9 31 0,-4 9 0</inkml:trace>
  <inkml:trace contextRef="#ctx0" brushRef="#br0" timeOffset="113">13897 16762 7825,'0'-14'0,"-4"-1"0,-1 1 3249,2 0-2427,1 6 1,2 3 0,0 10 0,2 6-1,1 7 930,2 5 0,6 5-1498,-2 0 0,-2 3 0,-1 1 0,-1 3 0,0 0 0,-2 2-110,-1 0 1,-2-4 0,0 6-1,0-1-865,0-1 0,0-2 0,0-8 1,0-3-5590,0-5 6310,0-3 0,6-8 0,2-1 0</inkml:trace>
  <inkml:trace contextRef="#ctx0" brushRef="#br0" timeOffset="114">14300 16949 9643,'-8'7'1299,"4"2"0,2 4 0,2 1 0,0 1-340,0-1 1,0 7-1,0 3 1,0 5-823,0 4 0,0-2 0,2 4 0,1-3-935,2-3 0,4 1 0,-2-11 1,0-3-424,5-5 0,0 1 0,3-8 1221,-1 0 0,1-41 0,-1-11 0</inkml:trace>
  <inkml:trace contextRef="#ctx0" brushRef="#br0" timeOffset="115">14617 16964 7835,'-10'6'1025,"1"4"0,1-2 0,-2 1 1,5 4-190,4 5 0,1-2 0,0 3 0,0-2-649,0 3 1,0 0 0,1 6 0,2-4-459,2-1 0,5 3 0,-4-3 1,2 0-2091,3-1 1,-3-7 2360,2-8 0,-7-35 0,4-10 0</inkml:trace>
  <inkml:trace contextRef="#ctx0" brushRef="#br0" timeOffset="116">14962 16705 7835,'-1'14'0,"-4"2"0,-3 3 869,0 5 0,-3 3 0,4 2 1,1 2-178,-1 2 1,3-1-1,2 7 1,-1 0-397,-2 3 0,0-4 1,5-1-1,0-2-765,0-3 1,5-3-1,1-5 469,2-5 0,-36-35 0,-6-9 0</inkml:trace>
  <inkml:trace contextRef="#ctx0" brushRef="#br0" timeOffset="117">16444 16417 7827,'-8'6'395,"-5"-2"0,5 5 0,0 2 0,3 2 1,4 2 221,1-1 1,0-5 0,1-1-852,4-1 0,2-1 1,4-3 535,-2 2 0,-5 6 395,0-1 0,-2-2 0,-2 2 56,0 1 1,-6-3 0,-2 3 0,-2 3-195,0 4 1,-1 6-1,-6-3 1,-3 3-225,3 6 0,-4-1 1,2 4-1,0-2-217,-2-2 1,5 4 0,-3 1 0,3-4-76,1-4 0,1-1 0,0-4 0,-1 0-686,1 0 1,-1-2 0,1-5 0,0 1-1392,-1-1 1,-4 0 2033,0 1 0,-32-39 0,-4-10 0</inkml:trace>
  <inkml:trace contextRef="#ctx0" brushRef="#br0" timeOffset="118">17393 15683 7797,'-6'-14'1741,"-2"-1"-400,-6 1 1,7 8 0,9 7-1,9 12-434,7 9 0,6 6 0,-4 2 1,3 3 1130,2 6-1710,3 2 1,-1 7-1,-2 0 1,-1 0-1,2 0 1,1 2-1,2 1 142,0 3 0,-7-4 0,-3-2 0,-3-3-438,-1-2 1,-3 0 0,-2-1 0,-5-6-949,-4-7 0,4-7 0,0-7-5818,-2-1 992,-1-6 5742,-2-27 0,0 13 0,0-20 0</inkml:trace>
  <inkml:trace contextRef="#ctx0" brushRef="#br0" timeOffset="119">18041 15510 7827,'-29'-7'0,"0"2"0,1 5 86,-1 5 0,5 2 0,1 9 1,1 4 975,0 4 1,3 4 0,-5 8 0,-2 5 280,-1 6 1,-2 8-1,0 1 1,-1 8-964,-4 7 0,-2-4 0,14-30 1,0-1-1,-21 33-156,0 0 0,21-34 0,1 0 1,-21 34-1,4-7-519,4-9 1,6-10-1,5-8 1,7-7-2069,5-6 1,9-9 438,2-8 0,7-4 1,7-2 1923,1-4 0,-7-16 0,-2-9 0</inkml:trace>
  <inkml:trace contextRef="#ctx0" brushRef="#br0" timeOffset="120">18170 16460 7776,'-1'-22'0,"-4"3"279,-5 3 0,-2 1 0,-3 2 0,1 4 589,-1 4 1,1 3 0,0 4-1,-2 3-106,-3 4 0,1 6 1,-4 4-1,1 7-205,3 6 0,-3 6 0,2 8 0,2 4-226,1 1 0,3 2 0,3 6 0,5 2-239,4 1 0,2-1 1,6-9-1,9-7-482,11-10 0,3-3 0,9-14 0,1-5-105,1-7 1,-4-12 0,-3-7 0,-4-6 206,-1-4 0,-12-1 0,-4-3 1,-5 2 285,-5 1 0,-3 6 0,-6-1 0,-7 5 252,-4 4 1,-9-1 0,2 6 0,-5 2-97,-4 1 1,7 7-1,-3 1 1,4 2-634,2 4 0,3 0 0,5 3 0,2-1-521,4 0 0,2-4 1,11-2-1,4-2-2286,6-2 3286,10-3 0,24-26 0,13-7 0</inkml:trace>
  <inkml:trace contextRef="#ctx0" brushRef="#br0" timeOffset="121">18357 16662 7776,'-1'-8'899,"-4"3"1,2 3 0,-7 2 94,-1 0 1,3 7-1,0 4 1,0 5-397,0 3 0,3 7 0,-3-1 0,0 7-307,0 6 1,5-1 0,-3 0-1,1-2-286,0-3 1,0-2-1,7-2 1,1-4-220,2-5 1,6-8 0,-1-3-1,2-2 6,3-2 1,4-3 0,0-2 0,0-3 139,2 0 1,-5-6 0,3 5 0,-4 0 259,-6-1 0,4 4 69,-3-2 0,-4 4 1,-3 4-1,-6 8-31,-6 5 0,-4 1 0,-3 6 0,-2 0-399,-1-2 1,-7 5 0,4-4 0,-2-1-209,0-3 1,6-3 0,-1-3-1,3-3-1613,2-6 1,0-10 1989,-1-8 0,-2-31 0,1-14 0,-4-8 0,1 1 0</inkml:trace>
  <inkml:trace contextRef="#ctx0" brushRef="#br0" timeOffset="122">18185 16575 7776,'0'-14'0,"1"-1"929,4 1 1,3 4 0,8 1 0,2-2 62,1-2 0,11-1 0,2-1 0,7 2-682,5 4 0,3-4 0,-4 5 0,2 0-919,3 3 1,-4-1 608,4 1 0,-16-6 0,-5 3 0</inkml:trace>
  <inkml:trace contextRef="#ctx0" brushRef="#br0" timeOffset="123">19336 15899 7723,'-15'0'475,"7"2"1,7 1 0,7 2-1,10-1 1169,5 3 1,8-6-1,6 4 1,2-3 14,3-2-1232,-5 6 0,5-4 1,-5 3-1,0-4 0,0-1 1,-3 0-1,-3 0 164,-5 0 0,-3 0 0,-7 0-1367,0 0 0,-6 2 0,-6 3-1000,-10 4 0,-2-1 0,-10 0 0,-1 0 1776,-3 0 0,-42 8 0,-10 6 0</inkml:trace>
  <inkml:trace contextRef="#ctx0" brushRef="#br0" timeOffset="124">19235 16302 7731,'-8'6'3339,"0"-4"-2920,13 3 1,3-4 0,19-2-1,5-4 1175,3-5 0,3-3 0,6-3 0,0-1-868,4-2 0,2 0 1,3 4-1,-7 2-1194,-6 4 0,0-2 0,-5 4 0,0 1-897,0-1 0,-6 3 1,-6 4-1,-3 1 1365,-2 4 0,-21 9 0,-7 9 0</inkml:trace>
  <inkml:trace contextRef="#ctx0" brushRef="#br0" timeOffset="125">20846 15453 7753,'0'14'-393,"0"1"1,-1-1 0,-2 0 397,-2 1 0,-2-7 610,3-3 4,2-4 0,-6-2 1,5-4-1,-4-3 737,-1 0 1,4-5-529,-6 4 0,5-3-177,-4 3 1,-1-2-316,-4 6 0,-1 2 0,1 7 0,1 6-37,3 3 1,-2 3 0,2 3 0,-3 6-98,-1 7 0,-5 7 1,0 9-1,1 5-30,2 2 0,2 5 0,-1 2 0,1 5-18,-1 3 0,3 1 0,2-2 1,4-4 59,-1-1 0,6 2 0,-4-7 0,3-5 68,2-3 0,7-9 1,4-9-1,5-4-168,3-5 0,7-3 0,-2-8 0,4-4-27,6-4 1,-4-5 0,5-5 0,-1-6-52,0-6 0,4-6 1,-3-7-1,0-4-132,0-4 1,-1-5 0,-7-2 0,-3 0-66,-5 4 1,-3 2 0,-3 1-1,-3 6 84,-5 6 1,-5 6 0,-5 7 229,-5 3 0,-7 5 1,-3 12-1,3 7-13,1 9 1,-3 4 0,1 1-1,4 1-28,2 0 0,9 1 0,-3 2 0,1 2-108,0-2 0,0-3 1,7-4-1,1-2-71,2-3 0,6 3 0,-1-7 0,4-5-23,5-3 0,-3-3 1,5-5-1,-2-3 56,1-7 0,0-1 0,-2-12 0,1 1-5,-1 0 0,2-2 0,0-5 0,-1 0-7,2 0 0,-5 2 1,4 2-1,0 2 24,-1 2 1,0 2 0,-5 6-1,1 4 96,-1 4 0,-1 5 0,-2 5 48,-1 4 1,-7 11 0,2 4 0,-4 3 119,-1 2 1,0-1 0,0 1 0,0 0 82,0 0 0,0-1 1,0 0-1,2-4 142,3-5 1,-4-3-487,4-2 0,-2-6 0,2-5-64,5-6 1,2-11 0,3-10 0,-1-5-126,1-5 0,4-4 0,2-10 0,-1-3-116,1 0 1,3-7 0,-5 2-1,0-6-150,2-4 0,-5 1 1,3-2-1,-4 8 88,-6 9 0,-2 10 0,-7 16 191,0 5 0,0 11 0,0 8 0,-2 9 180,-3 9 0,-3 4 0,-6 9 0,0 1 611,-1 1 1,1 6 0,-1-4 0,1 0-329,0 0 0,4-1 0,2-7 0,0-1-74,0-2 0,3-7-254,-4 2 0,6-11 0,-1-9-15,8-12 1,-1-13-1,5-9 1,0-3-33,0-7 0,-5 0 0,2-6 0,-4 2 43,-1 2 0,0-4 0,0-2 0,-1-3-20,-4-1 1,2 4-1,-7 0 1,1 0-7,1 2 1,-5 2-1,3 7 1,-3 5-240,-1 9 0,0 5 0,-2 9 1,-2 1 218,-1 4 0,-7 4 1,2 11-1,-1 7 360,1 4 0,-7 7 1,6-3-1,1 0-49,1 0 0,4-2 0,3-3 0,0 2-119,2 1 1,-4-5 0,9-4-101,-4 1 1,3-5-189,1-1 1,-1-5 0,-4-5-3,-1-4 1,3-4 0,0-3 0,3-2 121,-2-1 1,-7 0 0,-1 5 0,1-1 83,2 1 1,2 6 0,-1 3 0,1 3-42,0 2 1,-1 0 0,3 2 0,0 4-54,3 9 1,-1-1 0,-3 5 0,2-3-424,2-1 0,5-1 0,0 1 0,2-1-771,2 0 0,-5-4 0,2-2-234,5-2 1,-1-1 1523,9-5 0,12-25 0,9-7 0</inkml:trace>
  <inkml:trace contextRef="#ctx0" brushRef="#br0" timeOffset="126">21508 14489 7763,'-1'-14'389,"-4"-1"1,3 6-1,-3-1 1,4-1 0,2 0-1,4 1 846,5 5 0,-2 4 0,1 1 0,4 1-258,5 4 1,-1 8-1,7 9 1,2 4-278,1 4 0,2 13 1,0 2-1,-1 5-166,1 4 1,6 8 0,2 5 0,-17-31 0,0 0-292,2 2 1,-1 1-1,-3 1 1,-1 0-1,5 2 1,-1 1-1,0-2 1,-2 1-92,0-1 0,-1-1 0,0 2 0,-1 0 0,-2 1 0,-2 2 0,-2-2 0,0 0 86,3 37 0,-1 0 0,-8-4 0,-2 1-206,-1 2 1,-9-11-1,-2 4 1,-6-1-33,-4-1 0,-3 2 0,-9 0 0,-2-2 0,-6-3 0,3 4 0,-3-6 0,-2 2-295,17-33 1,1-1-1,-15 33 1,0 1 0,4-5-842,1-2 0,2-12 1,-1-5-1,7-6-241,5-12 0,4-7 1377,2-9 0,-13-41 0,-3-16 0</inkml:trace>
  <inkml:trace contextRef="#ctx0" brushRef="#br0" timeOffset="127">8977 18403 7975,'-14'0'1100,"-1"0"0,4 0 941,6 0 0,13 0 0,15 0-1440,-1 0 0,5 0 0,-4 0 1,1 0 368,0 0 1,-5 0 0,3 0 0,1 0-156,-1 0 0,-3 0 1,4 0-1,-1 0-398,0 0 1,1 0 0,2 0 0,-2 0-347,-3 0 1,6 0-1,-4 0 1,1 0-655,-4 0 0,-3 0 0,-2 0-2711,1 0 1225,-1 0 0,-8 1 0,-6 4 212,-7 5 0,-6 4 1,-3 3 1856,-3 3 0,-9 9 0,-5 6 0,-6 0 0,1 0 0</inkml:trace>
  <inkml:trace contextRef="#ctx0" brushRef="#br0" timeOffset="128">8992 18705 7975,'-23'0'963,"4"0"1,5 1 86,4 4 1,5-2-1,10 5 81,5-1 0,7-3 1,4-2-1,1 1 37,4 2 1,6 0 0,0-5 0,-3 0-361,-4 0 0,-1 0 1,5 0-1,-2 0-426,-3 0 1,2 0-1,-6 0 1,1 0-601,0 0 1,-2-2 0,-4-1 0,-1-2-2010,0 2 1,1 1 0,-1 2 2226,1 0 0,-14 0 0,-2 0 0</inkml:trace>
  <inkml:trace contextRef="#ctx0" brushRef="#br0" timeOffset="129">10517 18259 7905,'-15'-15'840,"6"6"1,1-1 276,1-1 1,4 4 0,8 3-468,4 2 1,-2 8-1,-1 4 1,-1 4 92,0 6 0,0-3 1,-5 7-1,0 3-389,0 5 0,0 0 1,0 7-1,-2 1-8,-3 1 1,-1 9 0,-5 3 0,1 3-204,-1 1 0,-2-1 1,0-2-1,2-2-115,1-3 1,6-7 0,-4-10-220,1-7 0,4-7 125,5-16 40</inkml:trace>
  <inkml:trace contextRef="#ctx0" brushRef="#br0" timeOffset="130">10408 19049 21444,'1'-7'-45,"6"-22"-21,-2-8 70,-1-4 1,1-9 0,-3-4 0,3-5-100,4-4 1,-1-5 0,2 1-1,1-4-217,2-1 0,3 0 1,1 0-1,4 4 361,2 5 1,-1 9 0,3 16-1,-2 7 416,-2 10 1,-1 9 0,-2 15 0,3 6 61,1 11 0,-3 7 0,5 6 0,0 4-77,-1 0 0,-3 3 0,-5-7 0,-2-1-50,-4-1 0,2 2 0,-6-1 0,-2-3-92,-1-3 0,-10-4 0,-5 4 0,-6-4-393,-3-1 0,-2-2 1,-7-6-1,-1-2-808,-1-1 0,-6-7 0,6 2 0,2-4-388,6-1 1,-2-1-1,3-4 1,-2-3-4093,2 0 5373,10-5 0,-5-1 0,3-9 0</inkml:trace>
  <inkml:trace contextRef="#ctx0" brushRef="#br0" timeOffset="131">11538 18028 7932,'-24'-8'0,"0"4"0,0 2 603,2 2 0,-1 0 174,4 0 1,2 6 0,-7 6 0,0 5 0,0 9 0,0 4 1245,-2 4 1,-1 7-1550,-2 2 0,2 1 1,3 4-1,3-4 1,4 0-1,1-1 192,3 0 1,3 3 0,1-1 0,4-5-432,3-3 0,4 1 0,3-3 0,6 0-546,6 1 1,1-4 0,6-7 0,2-2-781,1-3 0,0 0 0,-1-6 0,-4 0-790,-1 1 0,3-6 1,-5-1 1880,-2-1 0,-20-35 0,-6-11 0</inkml:trace>
  <inkml:trace contextRef="#ctx0" brushRef="#br0" timeOffset="132">11739 18115 7932,'0'-15'1581,"0"6"-295,0-1 1,0 9 0,2 1-1,1 9-64,2 9 0,6 4 1,-1 7-1,3 0-451,1-1 1,-4 6 0,-2 1-1,0 0-349,0 1 1,-5 2 0,2-3 0,-4 0-359,-1 0 1,0 5 0,0-3 0,0 0-568,0-3 0,0-4 0,0-1 0,0-1-1880,0 1 1,0-6-1,2-6 2383,3-6 0,3-55 0,6-20 0</inkml:trace>
  <inkml:trace contextRef="#ctx0" brushRef="#br0" timeOffset="133">12243 18043 8072,'-11'-13'644,"-4"3"1,-4 4 0,0 6-1,-3 0 873,-1 0 0,-4 8 0,3 6 0,-3 9-794,-2 4 1,-1 8 0,-4 4 0,-6 2-472,-6 2 0,-2 7 0,-8 3 1,-3 3-168,29-27 0,1-1 0,-30 23 0,3-4 0,4-7-332,9-7 0,13-9 0,12-5-1344,7-3 0,11-8 0,11-3 1,9-5-2131,8-5 3721,-5-3 0,36-38 0,-5-8 0</inkml:trace>
  <inkml:trace contextRef="#ctx0" brushRef="#br0" timeOffset="134">12200 18518 8089,'-2'-10'2265,"-3"0"1,-3 2-1212,-6-1 0,4 2 1,1 7-1,-1 2-316,2 3 0,-4 4 0,2 11 0,-4 4-140,-6 3 0,4 2 0,-3 1 0,3 2-138,2 1 0,4 3 0,2-4 1,2 1-203,3-1 1,1-3 0,4-3 0,2-4-326,6-1 0,4-4 0,4-6 0,3-3-214,1-1 1,2-2-1,3-5 1,-1-2-74,-2-3 0,-7-3 0,3-6 0,-4 0 24,-2-1 1,-6 1 0,-3-1 228,-4 1 1,-7 1 0,-4 2 0,-2 3-23,-3 2 1,-4 1 0,-2 6 0,0 3-744,1 0 1,1 6 0,4-4 103,1 2 0,4 0 0,2 4 0,3-4-1494,7-2 0,4-1 2256,9-5 0,31-7 0,8-1 0</inkml:trace>
  <inkml:trace contextRef="#ctx0" brushRef="#br0" timeOffset="135">12502 18590 8079,'0'-10'2729,"0"0"1,2 6-1,2-4-1740,6 1 0,3 2 0,3 5 0,3 0-412,5 0 1,-2 0 0,2 0-1,2-1-291,1-4 1,-3 3 0,-2-2 0,1 2 35,-1 2 0,-4 0 0,1 2 16,-3 2 1,-8 0 0,-3 5-138,-4 2 0,-1 2 0,-1 2 0,-4 1-185,-5 3 0,-3-2 1,-3 7-1,-1 3-193,-2 5 0,-7-1 0,2 2 0,-3-1-429,-2 2 1,7-4 0,1 4 0,2-5-266,0-5 0,4 1 0,7-6 0,0-3 871,0-4 0,18-19 0,0-9 0</inkml:trace>
  <inkml:trace contextRef="#ctx0" brushRef="#br0" timeOffset="136">13293 18374 8040,'-9'0'618,"-1"0"1,2-2 584,5-3 0,9 4 0,15-6 0,1 3-433,4-1 0,6-2 1,3 4-1,0-3-151,0-2 0,-1 5 0,-5-2 0,0 2-481,-1-2 0,-5 3 0,-4-3 0,-3 4-575,-2 1 1,-6 1-1,-3 4-680,-3 5 0,-4-1 1,-3 4-1,-6 3-1565,-6 0 0,-1 0 2682,-6-1 0,6-1 0,-2 0 0</inkml:trace>
  <inkml:trace contextRef="#ctx0" brushRef="#br0" timeOffset="137">13264 18618 9241,'-6'0'2203,"6"-1"0,10-2-1204,7-2 0,6-5 0,4 4 0,0-1-463,2 1 0,-4 0 1,9 2-1,-4 0-504,-1 0 1,0 3-1,-2 1 1,-1 0-1540,-2 0 1,-5 1 0,3 4 1506,-1 5 0,-21 22 0,-10 6 0</inkml:trace>
  <inkml:trace contextRef="#ctx0" brushRef="#br0" timeOffset="138">14516 18057 8032,'0'-14'2553,"0"-1"0,-6 7 0,-4 5-1949,-3 6 0,-1 5 1,0 8-1,-2 2-53,-4 1 1,-2 7 0,-7-2-1,0 3-131,1 2 1,-1-1 0,0 1 0,0 0-80,1 0 1,-1-2 0,2-3-1,3-3-233,4 0 1,5-10-1,2 3-35,3-1 1,4-5-185,6 1 1,1-5 0,4 0 0,5-2 280,3-2 1,1 5-1,0 0 1,2-2-30,3-2 0,-1-1 0,4 0 0,1-1 516,-1-4 1,4 3 0,6-4 0,1 1-400,-1 0 0,3-1 0,1 3 0,0-3-166,4-2 0,0 3 0,-1-3 0,-4 0-112,0 0 0,-5 5 0,2-2 0,-6 3-259,-7 2 1,-8 0 60,-1 0 1,-9 0 700,-1 0-222,-6 0 1,-8 0-246,-1 0 1,3 7-1,0 1 1,3 1-17,-2 1 0,-2 4 0,-2 5 0,-1 0 0,-3 2 0,2 2 0,-7 7 0,-2 2 0,-1 2 0,-2 4 0,-1-3 0,-2 0-296,-2 0 1,5 4 0,7-6-1,1-2-842,4-6 0,9-4 0,8-8-332,8-3 0,6-4 1470,5-6 0,23-38 0,11-10 0</inkml:trace>
  <inkml:trace contextRef="#ctx0" brushRef="#br0" timeOffset="139">15523 18028 8023,'-9'-14'151,"1"0"0,0-1 1019,0 1 0,11 6 0,0 5 0,5 6-217,2 6 0,-2 6 1,3 4-1,-3 7 19,-2 6 0,1 0 1,-4 4-1,2 1-134,-2 0 0,-2 1 1,-2 5-1,-2 1-445,-2-1 1,-6 0-1,1 0 1,-3 0-530,-1 0 1,-1-1 0,1-4 0,1-4-340,4-4 1,-4-3 0,5-1-1,0-4-936,3-1 1,3-6 0,4-7-949,3-2 0,-2-3 2359,7-8 0,6-60 0,-5 22 0,0 0 0</inkml:trace>
  <inkml:trace contextRef="#ctx0" brushRef="#br0" timeOffset="140">16084 18043 8020,'-14'-8'419,"4"-3"0,2 4 0,4 1 1,5-1 1184,7 4 0,5 8 0,3 6 1,1 7-570,3 6 1,4 3-1,-4 2 1,1 0-225,0-1 1,-2 6 0,-4 1 0,-1 0-322,0 0 0,-4 9 0,-2-4 0,-2 0-304,-3 1 0,-1-4 0,-2 1 0,-2-1-413,-2-5 1,0 2 0,-3-12-1,0 0-1992,4-3 0,-3-3-4905,1-1 7124,0-7 0,-1-59 0,-2-21 0</inkml:trace>
  <inkml:trace contextRef="#ctx0" brushRef="#br0" timeOffset="141">16674 17913 8360,'-14'0'0,"-1"0"734,1 0 1,0 0-1,-1 4 1,-1 4 447,-3 6 0,1 10 0,-6 1 1,-1 7-605,-2 7 1,-13 9-1,-3 5 1,-4 4-265,-2 5 0,23-30 0,-1 0 1,-3 3-1,-1-1 0,1-2 1,-1 0 121,-24 27 0,3-4 1,11-12-1,4-2-680,8-2 1,8-6-1,12-9-548,4-5 1,10-9-1,6-5 1,7-4-731,6-1 0,-2-1 1522,2-4 0,-13-22 0,2-12 0</inkml:trace>
  <inkml:trace contextRef="#ctx0" brushRef="#br0" timeOffset="142">16703 18446 8020,'-6'-15'567,"2"6"1,-5 1 2194,-2 1-2329,-2 3 0,-2 10 0,1 4 1,0 4-1,-2 5 0,-2 5 1,-1 5 1818,1 4-1971,2-2 1,2 9 0,0-7 0,1 1 0,3-1 0,5-1 0,4-4 335,1-8 1,0-4-1,1-1 1,6-2-514,7-4 1,2-2 0,6-7 0,-1-2-179,-3-3 0,3 2 1,-2-7-1,-2-1-362,-1-2 1,-3 4 0,-2-1-250,-1-1 0,-7-2 0,2-1 284,-3-1 1,-9 7-1,-4 4 1,-5 2 69,-3 2 0,0 0 0,4 0 0,1 0-156,-1 0 0,3 2 0,0 1 1,4 3-470,2 2 1,1-3 0,8 3-1498,7-2 2453,0-1 0,29-11 0,13-7 0,-1 1 0,0 0 0</inkml:trace>
  <inkml:trace contextRef="#ctx0" brushRef="#br0" timeOffset="143">17005 18590 8012,'0'-15'0,"0"1"0,0-1 205,0 1 1,-2 1 0,-1 2 1721,-2 1 0,-1 2 1,1 0-698,-4 8 0,-1 8 0,-3 12 0,-3 5-684,0 7 0,-4 0 0,0 7 0,3-1-206,1-1 0,1 3 0,3-7 0,2-1-348,5-1 1,4-7 0,2-2 0,4-3-320,5-6 1,4 0 0,4-9 0,2 0 70,3-3 1,-1-7 0,2-5 0,-3-5-285,0-3 0,-5-1 1,1 4-1,-4-1-139,-3-2 1,-7-1 0,2 6 614,-4 0 0,-7 6 1,-4 3-1,-3 3-26,-1 2 1,0 2-1,-2 1 1,0 3-563,1 2 0,-2 2 0,9 4 652,0 1 0,40-20 0,16-5 0</inkml:trace>
  <inkml:trace contextRef="#ctx0" brushRef="#br0" timeOffset="144">17753 18331 8001,'-14'0'230,"1"-2"1,2-1 771,1-2 0,5 0-227,-4 5 0,7 0 1,2 2-1,8 1 188,5 2 0,1 0 0,1-5-235,-1 0 1,2 0 0,2 0-312,1 0 0,0 0 0,-3 0 0,2 0-198,1 0 1,0 0-1,-5 0 1,1 0-212,-1 0 0,1 0 0,-1 0 0,0 0-231,1 0 0,-1 0 1,1 0-1190,-1 0 1,0 0-3888,1 0 3052,-1 0 2247,-6 0 0,-72 12 0,20-4 0,0 0 0</inkml:trace>
  <inkml:trace contextRef="#ctx0" brushRef="#br0" timeOffset="145">17624 18518 8001,'-13'1'1205,"3"4"0,10-2 1,11 5-1,5-1-446,4-4 0,5 3 0,-2 1 0,1-1-115,0 0 0,-2 1 1,4-4-1,-4 2-235,-1-2 0,3-1 0,-4-1 1,1 2-191,0 2 1,-2 0 0,-4-5 0,-1 0-728,0 0 1,1 0 0,-1 0 0,1-2-723,-1-2 0,-5 2 0,1-3 0,1 4-2542,2 1 3772,-5 0 0,-2-32 0,-6-8 0</inkml:trace>
  <inkml:trace contextRef="#ctx0" brushRef="#br0" timeOffset="146">18832 18043 8001,'-6'-15'-279,"4"6"1199,-3-1 1,-1 5-220,1-4 0,-1 6 0,3-1 0,-2 8 37,2 5 1,-5 6-1,-2 2 1,-3 4-369,-1 1 1,-1 2 0,-1 7 0,-1 1-130,-2 1 0,0 1 0,4-7 0,1-1-89,-1-2 0,6-2 1,1 2-1,1-5-137,4-3 0,3-8 0,5-3 1,5-3-240,2-2 0,9-2 0,3-3 0,2-4-25,-2-4 0,6-6 0,-4-1 0,-2 1 114,-2-2 0,2 5 0,-5-3 0,-1 3 105,-2 2 0,-3 4 1,-2 2-1,-3 0 718,-2 0-467,5 5 0,-9-2 0,1 10 0,-6 5 34,-7 2 0,2 8 0,-1 0 0,-2 3-122,-2 2 1,-2-2 0,1-1 0,1-1-87,4-3 0,-3-2 0,6-2 0,0 0-241,-1 1 1,2-6-12,5 1 0,7-9 1,2 1-1,4-7 29,2-3 1,1-6-1,1-5 1,4 0 4,1-2 0,-3 5 0,4-3 0,-2 3 70,-4 1 0,-1 2 0,-1 2 1,-1 3-18,0 2 1,1 1 188,-1 5 1,-6 2 502,-3 2 1,-3 4 166,-2 7-632,0-7 0,1-2 0,4-7-3,5-4 0,-1-3 0,4-8 0,3-3-219,0-5 0,0 1 0,0-1 0,1-3-220,3-5 1,-3 2-1,-6-4 1,-3 5-94,-1 5 0,-2-3 0,-5 3 0,-2-1 102,-3 1 1,-3 3-1,-8 8 1,-3 2 192,-5 1 1,-3 7-1,0-2 1,1 4 279,2 1 1,0 0-1,-3 1 1,3 4 54,5 5 1,3-2-1,1 1 1,1 1-25,0-2 1,-1 3 0,2-4 0,2-1-100,2 0 0,-1 1 0,-4-4 0,-1 3 87,1 2 0,0 2 0,-1 3 0,1-2-113,-1-2 1,1 1 0,1 6 0,2 2-322,1 1 1,7 0-1,-2-5 1,4 1-577,1-1 0,0-4 1,1-1-1,3 3-2177,0 0 3019,8-4 0,-36 18 0,-2-2 0</inkml:trace>
  <inkml:trace contextRef="#ctx0" brushRef="#br0" timeOffset="147">18688 18518 8001,'0'-10'620,"-1"2"269,-4 2 0,3 2 0,-4 9 0,1 5-429,0 3 0,-1 1 1,3 0-1,-4 2-263,-1 4 0,4-3 0,-4 6 0,0-3-319,0-2 0,4-2 0,0-2 0,2 1-1273,2-1 1,0 0 1394,0 1 0,0-14 0,0-2 0</inkml:trace>
  <inkml:trace contextRef="#ctx0" brushRef="#br0" timeOffset="148">18803 18618 8001,'-14'7'1116,"1"-4"1,2 7-303,1 1 1,7-3-1,-2 1 1,4 3-342,1 0 1,0 3-1,0 1-648,0 3 0,0-3 1,0 3-1,0-3-2575,0-2 2750,0 1 0,6 6 0,2 1 0</inkml:trace>
  <inkml:trace contextRef="#ctx0" brushRef="#br0" timeOffset="149">18947 18705 8365,'-13'6'3380,"4"4"-2798,4 2 1,-1 3 0,1-1-888,2 1 0,3-1 0,5 0-2784,4 1 3089,-3-1 0,20-19 0,-2-4 0</inkml:trace>
  <inkml:trace contextRef="#ctx0" brushRef="#br0" timeOffset="150">19120 18618 8001,'-8'2'2032,"2"1"0,1 4-1474,0 1 1,0 1 0,5 6-1,0-1-424,0 0 0,0 1 0,2-1 0,1 0 199,2 1 0,0-6-333,-5 1 0,-7 12 0,-1 9 0</inkml:trace>
  <inkml:trace contextRef="#ctx0" brushRef="#br0" timeOffset="151">19336 17597 8001,'6'-15'328,"-3"7"1,7 2-1,1 1 1,2 0-1,1 4 1,2 4-1,2 7 1058,1 2 0,7 11 0,-2 4 0,3 7-704,2 2 1,-2 9 0,-2 9 0,-2 7 1063,-3 6-1531,-7 10 1,-6-2-1,-7 7 1,-2-1 0,0-40-1,-2 0 1,-9 39 0,-6-2 37,-4-3 0,-1-8 0,-4-4 0,-1-4-224,0-2 0,0-5 1,0-4-1,1-4-591,-1-1 0,0-6 0,12-17 210</inkml:trace>
  <inkml:trace contextRef="#ctx0" brushRef="#br0" timeOffset="152">19240 19049 15663,'-2'-27'0,"-1"-17"0</inkml:trace>
  <inkml:trace contextRef="#ctx0" brushRef="#br0" timeOffset="153">19926 18331 8001,'0'-15'1049,"1"1"1060,4-1-1661,-3 7 1,10 2 0,-2 4 0,4-1 0,4-2 0,3 2 0,-1 2 542,1 1 1,3 1-1,-5 2 1,-1 2-791,-2-2 0,-3 5-1025,-4 2 0,-2 3 0,-7 1 0,-2 1-3341,-3-1 4165,-3 0 0,-35 6 0,-18 0 0,-2 4 0,0-1 0</inkml:trace>
  <inkml:trace contextRef="#ctx0" brushRef="#br0" timeOffset="154">19810 18518 8867,'2'8'1771,"3"-4"0,4-2 0,9-2 0,3 2-898,1 2 1,2-2-1,5 3 1,0-4-874,0-1 0,10 14 0,8 4 0,3 2 0,1 0 0</inkml:trace>
  <inkml:trace contextRef="#ctx0" brushRef="#br0" timeOffset="155">20904 18201 8065,'-5'-9'111,"0"-1"0,-1 7 3284,1-2-2795,4 3 1,-6 4 0,6 1 0,-3 4 0,0 1-1,0 3 49,3 1 0,-4 3 0,-1 1 1,-2 1-480,-4 3 0,4-1 0,-1-3 1,-1 1-124,2 3 1,-5 0 0,5-2 0,-1 1-79,-1-1 0,5-4 0,-3-3 0,2-1-134,3 1 1,0-5-1,-1 1-8,0-1 1,0-4 279,9 3 1,3-4 0,7-2 38,-1-4 0,2 3 0,2-3 0,1 2 9,-2-2 0,4 4 0,-2-4 0,0 3 25,2 2 0,-5 0 0,5 0 0,-2 0-37,0 0 1,5 2 0,-4 3-1,-3 4-15,-1 4 0,-6 2 0,-2-1 0,-2 0 108,-3 1 1,-1-1 0,-2 1 0,-3 1-20,-7 3 0,1-3 0,-12 3 0,0-3-188,-3-2 1,-3 1 0,-2-1 0,0 0-161,0 1 1,6-6-1,-3-1 1,-3-1-446,-3-4 1,-1-1 0,4-2 0,0 0-412,0 0 1,2 0-1,3-2 1,5-1-1430,3-2 1,6-6 271,1 1 2144,12-3 0,31-46 0,-7 24 0,0 0 0</inkml:trace>
  <inkml:trace contextRef="#ctx0" brushRef="#br0" timeOffset="156">20947 18115 8094,'18'-19'0,"-4"-1"331,-1 3 1,0 2 0,1 4 0,0 2 708,1-3 0,1 4 0,1 0 0,3 2-417,-3 3 1,4-4 0,0 3 0,-1 0-168,1 3 0,0 1 0,-3 0 0,1 0-266,-2 0 0,-1 0 0,-1 1-847,-1 4 0,0-2 0,1 5-489,-1-1 1,1 2 0,-1-2 0,2-1 1145,3 1 0,16-3 0,10-4 0</inkml:trace>
  <inkml:trace contextRef="#ctx0" brushRef="#br0" timeOffset="157">21839 18086 8094,'-6'-14'349,"2"6"0,-5 3 409,-2 3 0,3 2 0,-2 0 1251,-1 0-1715,-2 7 0,-1 2 0,-2 9 0,-2 3 0,-1 1 1,0 4-1,-2 1 214,-3 1 0,2 1 1,-2 2-1,0 1-450,1 1 1,-2 2-1,4-3 1,0 2-469,0-2 1,2-7-1,6-2 1,2-2-1439,2-4 0,5-1 1848,0-1 0,2-14 0,2-2 0</inkml:trace>
  <inkml:trace contextRef="#ctx0" brushRef="#br0" timeOffset="158">21652 17856 8094,'-14'-15'0,"-1"1"442,1 0-18,-1 6 0,1 1 0,0 7 1,-1 2-1,3 3 2451,2 4-2689,-3 4 0,10 1 1,-5 1-1,2-1 1,1 1-1,0-1 1,0 0 363,2 1 1,1-1-230,2 0 0,2-1-202,3-3 1,1-5-1,5-10 1,-1-5-132,1-3 0,2 1 1,1 1-1,1 1-298,-1-1 0,0-2 0,-1-1 0,-2 1 51,-1 3 1,-7-3-1,4 5 1,-3-1-1937,1-1 1156,0 7 0,-11-3 1,-4 7-53,-3 4 0,4 8 1091,-1 6 0,-8 16 0,-6 7 0,-3 1 0,0 0 0</inkml:trace>
  <inkml:trace contextRef="#ctx0" brushRef="#br0" timeOffset="159">21710 18403 8094,'-15'-7'1636,"1"-2"1,4-3-953,1 3 1,4 4-1,-3 10 1,1 4-275,4 4 1,-3 6 0,-1 2 0,1 1-161,0 4 0,1-4 1,5 2-1,0 0-97,0-1 0,1-2 0,4-7 1,5 0-142,3 1 1,6-2 0,0-4 0,-1-4-18,-2-3 1,3-2 0,0-2-1,-3-3 65,-5-4 1,0-9-1,-6-3 1,-2 0-99,-1 1 1,-2-6-1,0 4 1,0-2-574,0 0 1,-2 6 0,-1-3 72,-2 1 538,-6 4 0,-10-12 0,-9 6 0</inkml:trace>
  <inkml:trace contextRef="#ctx0" brushRef="#br0" timeOffset="160">27033 16834 8194,'-23'0'0,"4"0"234,3 0 1,7 0 0,-1 2 0,-1 3 645,-2 4 1,-1 10-1,-1 5-461,1 4 1,-1 0 0,3 3 0,0 2-1,3 4 1,-1 1 0,1 2 0,-1 4 0,-1 2 375,-2 0 1,-1-1-1,-1-2 1,-1 0-533,-3 1 0,3-8 0,-3-2 1,3-5-3,2-5 0,-1 1 0,2-6 0,2-3 441,2-4-689,5-6 0,0-4-32,8 2 1,6-2-1,8 3 1,2-2 157,3 2 0,7-2 1,9 5-1,4 0 77,5 0 1,3 2 0,8 4 0,3-1-38,5-4 0,13 4 1,-35-8-1,0 0 1,4 0-1,1 1-155,1-1 1,0-1-1,1 2 1,0 0-1,-1-3 1,1-2 0,-1 1-1,0 0-1,-1-1 1,-1-1 0,-5 0 0,0 0-1,37 2 1,-12 1-61,-8 2 0,-10 0 0,-6-5-72,-10 0 190,-14 0 0,-21 0 0,-10 0 124,-3 0 0,4 0 0,-1 0-474,-1 0 1,-2 0 142,-1 0 0,6-2-105,3-3 1,3 2-1,2-7 1,2-2 143,3-6 1,-2 0 0,7-7 0,-1-5 154,-1-7 1,3-6-1,-4-5 1,1-7-34,3-5 0,2-6 0,1-6 0,0 2-94,1 3 0,-1 7 0,-1 9 0,-2 2-116,-1 2 0,-7 9 0,3 6-660,1 6 553,-6 6 0,-1 12 197,-9 3 0,-4 5 0,-1 3 0,-2 2 80,-4-2 0,1-1 0,-9-2 0,-8 0 185,-4 0 0,-6 0 0,-5 0 0,-10 0-169,-8 0 0,-6-2 0,32 1 1,0-1-1,0-1 0,0 1-588,0 0 0,-1 1 0,0 0 1,-1 0-1,-1 1 0,1 0 0,-2 0 1,1 0-1574,2 0 0,0 0 2150,-34 0 0,15 6 0,-4 1 0,-1 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6.04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10603 8590 8042,'-14'-13'0,"-1"3"57,1 6 1,4-3 0,1 2-1,-3 2 730,0 2 0,2 1 666,0 0 1,1 0-863,-6 0 0,6 1 0,1 6 0,0 7 0,0 8 0,-2 6 2783,2 0-3102,-5 7 0,5 4 1,-4 7-1,0 5 1,3 5-1,-2 8 1,-4 7-122,-4 5 1,11-35 0,0 0-1,-2 4 1,-1 1 0,2 1 0,-1 0-126,1 1 1,-1-1 0,0-1 0,1-1 0,1-4 0,1-1 0,-7 37-42,0-3 1,6-4 0,1-5 0,2-7-44,1-8 1,-1-6 0,3-2 0,-1-4 78,-2-4 1,1-10-1,4-5 378,0-3 0,1-3-151,4-4 1,-2-4-1,7-10 1,1-4 68,2-4 1,1-6 0,2-2 0,2-1 173,1-4 1,2-1-1,-4-2 1,2 0-316,-1 1 0,3 0 0,-2 3 0,-3 2-899,-5 3 0,2 0 1,-5 6-3406,0 0 0,-2 9 2001,-6 10 0,0 11 0,-1 17 2127,-4 6 0,-15 4 0,-7 6 0,-4 5 0,0-1 0</inkml:trace>
  <inkml:trace contextRef="#ctx0" brushRef="#br0" timeOffset="1">10085 10302 8042,'-51'5'0,"3"0"0,3-2 630,2-2 0,6-7 0,4-5 0,4-5 167,5-3 1,3-7-1,8 4 1,4-2-730,4 0 0,5 6 0,6-1 0,9 3-68,7 2 0,-1-33 0,0-7 0</inkml:trace>
  <inkml:trace contextRef="#ctx0" brushRef="#br0" timeOffset="2">10977 7640 7969,'-14'0'1658,"4"0"-945,0 0 1,7 8-1,-2 5 1,4 8 164,1 6-474,0-2 1,0 15 0,1-3 0,3 3-1,2 5 1,0 0 0,1 1 379,-4 2 1,-1-3 0,-2 3 0,0-5-302,0-5 1,0 7-1,0-7 1,-2-2-169,-3-4 0,4-5 0,-6-2-24,1-1-171,4-13 1,-4-6 0,6-21 0,0-11 31,0-10 1,0-7 0,0-8 0,0-7 26,0-5 1,0-3 0,1-5 0,3 0 2,0 0 1,12-4-1,0 0 1,4 6 44,0 6 1,7 13-1,1 8 1,5 9-58,4 9 1,-5 10 0,3 12 0,-1 6 189,-1 7 1,4 11 0,-7 7 0,-4 8-214,-4 0 1,-4 8 0,-7-3 0,-3 6-148,-1-1 0,-4-1 0,-8-2 0,-6 0 0,-7 0 0,-4 3 0,-7-1 0,-1-5 0,-4-3 0,2-3 0,-6-6 0,-1 0 0,3-4 0,-4-9 0,6-7 0,4-1-1713,4-4 1,2-8 0,8-4 0,5-4 138,3-1 1574,3-7 0,24-8 0,5-8 0</inkml:trace>
  <inkml:trace contextRef="#ctx0" brushRef="#br0" timeOffset="3">11668 8014 7892,'0'-14'544,"-5"-1"1,0 1-1,2 0 1,1-1 2391,2 1 1,0 8-1520,0 6-1088,0 12 1,0 6 0,0 6 0,0 1 0,0 3 0,0 0-1,-1 1 310,-4 0 0,3-5 1,-4-2-1,1 1 104,0-1 1,-1-4-467,1 1 0,3-13 0,-2-11 0,2-14-144,2-11 0,5-15 0,1-11 0,2-6-24,3-4 1,7 1 0,1-1 0,-1 9 171,-2 7 1,-2 7 0,2 5 0,2 6 156,1 6 0,0 12 0,-5 9 1,1 6-606,-1 9 0,5 1 0,-1 13 1,-4 2-644,-2 1 0,-3 2 0,7-1 0,2 1-665,1 0 1,2 0 0,-2 0 0,5-1-2264,3 1 1,-3-2 3737,0-3 0,-13-9 0,2-9 0</inkml:trace>
  <inkml:trace contextRef="#ctx0" brushRef="#br0" timeOffset="4">12315 7741 8133,'-14'-2'0,"-1"-1"1172,1-2 0,-1-4 0,1 4 214,0 2 1,-1 7 0,-1 8 0,-1 7-475,-3 10 1,0 6-1,2 10 1,-1 3-319,1 4-1,7 9 1,3 1 0,2-2-254,3-6 1,9-11 0,7-13-1,8-7-498,6-9 1,-2-9-1,10-2 1,-1-8 126,0-9 0,-1-7 1,-6-8-1,-3 1-63,-5-1 0,-3 0 0,-3 0 0,-3 1-32,-5-1 0,-4 2 0,-2 1 0,-4 4-782,-5 1 1,-4-3-1,-4 5 1,-2 0-606,-3-2 1,4 5 0,-3-2 0,1 5-605,3 4 1,4-1 2116,4-4 0,10-1 0,8 1 0</inkml:trace>
  <inkml:trace contextRef="#ctx0" brushRef="#br0" timeOffset="5">12617 7295 8282,'0'14'1104,"0"2"1,0 3 0,0 7-107,0 6 1,0 11 0,0 10 0,0 4-281,0 6 0,-2-2 0,-1 6 0,-3 1-180,-2 3 0,0-6 0,-3-4 0,3-8-112,1-10 1,3-8-433,4-11 0,0-11 0,1-13 0,4-10-328,4-7 0,4-12 0,2-8 0,-1-1 79,0-1 1,2 6 0,2-4 0,1 2 401,-1 3 0,-1 8 0,1 5 0,1 4 272,-1 6 1,-2 2-1,-2 7 1,0 4 27,1 5 1,-6 9 0,-1 14 0,-1 3 50,-4 2 0,-3 1 1,-6 5-1,-7-1-181,-5-4 0,-7 2 1,1-6-1,-5-4-842,-5-4 0,2-2 0,-4-8 0,-1-4-932,0 1 1,5-6 0,0-3 0,7-4 1456,5-4 0,-1-34 0,1-16 0,-3-5 0,-1 0 0</inkml:trace>
  <inkml:trace contextRef="#ctx0" brushRef="#br0" timeOffset="6">13998 7324 7877,'-1'-28'336,"-3"4"1,0 5-1,0 3 1,3 2 691,1-1 1,1 9 0,3 6 0,2 8 1204,2 5-1771,-5 14 0,8 0 1,-6 15-1,0 3 0,0 1 1,0 3-1,-2 4 369,-2 3 0,-1-1 0,0 1 0,-1 3-515,-4 0 1,2 0 0,-7-1 0,-1-1-412,-2 1 1,-1-4 0,1-4-1,2-9-1863,1-4 0,7-10 110,-2-8 0,8-11 0,4-9 0,-1-12-2650,1-10 4498,-3-4 0,-28-32 0,-16-13 0,14 20 0,-1 0 0,1 0 0</inkml:trace>
  <inkml:trace contextRef="#ctx0" brushRef="#br0" timeOffset="7">13768 7669 7877,'0'-10'737,"0"1"1,6 1 0,4-2-1,3 5 164,1 4 1,7 1 0,3 0 0,5 0-266,4 0 1,-1 0-1,7 0 1,1 0-772,1 0 0,-3 0 1,1 0-1,-1 0-1101,-1 0 1,3 0-1,-6 0 1236,-3 0 0,-13-51 0,-5-13 0</inkml:trace>
  <inkml:trace contextRef="#ctx0" brushRef="#br0" timeOffset="8">14430 7252 7877,'-21'14'549,"5"5"0,-3 0 1,4 1 495,6 0 1,-2 9 0,6 10 0,2 4-391,1 5 1,2 1-1,0 7 1,0 0 91,0 3 0,0 2 0,0-3 0,0-2-141,0-4 1,0 3-1,0-9 1,0-6 575,0-10-1159,0-1 0,2-22-155,2-7 0,0-10 0,5-17 0,1-5 90,-2-3 0,5-4 0,-2-4 0,5 0 161,3 0 0,0 3 0,-4 5 0,-1 7 494,0 6 0,-2 3 0,0 6-272,4 3 0,2 14 1,-5 13-1,-2 12-113,-2 6 0,-5 4 0,0 5 0,-2 3-608,-2 1 0,2 0 0,1-7 0,2-1-1416,-2-1 1,0-9 0,2 0 0,4-6-1581,4-3 0,2-2 3376,-1-4 0,8-43 0,2-20 0,4 0 0,-1-1 0</inkml:trace>
  <inkml:trace contextRef="#ctx0" brushRef="#br0" timeOffset="9">14991 7827 7877,'0'-14'543,"0"-1"0,-2 6 0,-3 1 653,-4 1 1,-1 3 0,-2 5 0,-4 4-302,0 5 1,-2 10 0,-1 8-1,-5 7-146,-3 6 1,4-1 0,2 8 0,2-3-329,0-2 0,6 0 0,9-1 0,2-5-633,2-9 0,8-7 1,5-11-1,7-5-51,8-4 1,-3-7 0,9-7-1,-4-8-102,-1-8 1,0-7 0,-2 1 0,-2-1 147,-1 1 1,-8-3 0,0 4 0,-4 4 453,-1 4 0,-5 6-180,-1 5 0,-5 7 0,-3 5 0,-4 8-496,-1 9 0,5 1 1,-2 5-1,4-1-1041,1 1 1,0-1 285,0-5 1,6-6 0,4-5 0,3-7-1563,1-11 2756,0-6 0,-2-25 0,-1-21 0,0-2 0,2-4 0,0-1 0,-1 1 0</inkml:trace>
  <inkml:trace contextRef="#ctx0" brushRef="#br0" timeOffset="10">15336 7122 7877,'0'-3'1440,"0"13"0,0 14 1,0 25-1,0 10-845,0 12 0,0-30 0,-1 2 1,-1 5-1,0 0 0,0 2 0,0 1-397,0 2 1,0-1 0,1-3 0,1-2-1,0 2 1,0-2 0,0-3 0,0-1-201,0 33 1,0-5-1,1-19 1,3-7-6092,0-11 6093,8-20 0,-36-27 0,-2-19 0</inkml:trace>
  <inkml:trace contextRef="#ctx0" brushRef="#br0" timeOffset="11">15063 7726 13719,'30'-14'0,"5"0"848,9-1 0,7-1 0,11-1 0,5-2-954,3 1 0,1 0 0,-4 1 0,-6-2 106,-7 1 0,-43-4 0,-16-1 0</inkml:trace>
  <inkml:trace contextRef="#ctx0" brushRef="#br0" timeOffset="12">17509 6878 7784,'-15'-15'97,"1"2"0,1 5 1194,3 8 0,4 13 1,4 13-1,-1 7-294,-2 11 1,1 0 0,4 11 0,0 4-214,0 6 1,0 6 0,-2-1 0,-1-3-434,-2-5 0,0 2 0,5-3 0,0-5-506,0-6 0,-5-7 0,1-5 0,0-4-2298,3-4 646,1-14 1,0-9 0,0-19 1806,0-5 0,-20-19 0,-14-14 0,-2-2 0,-1-5 0,0-1 0,-1 1 0</inkml:trace>
  <inkml:trace contextRef="#ctx0" brushRef="#br0" timeOffset="13">17163 7352 7841,'0'-14'316,"0"0"1,3-1 851,7 1 0,1 4 0,13 2 1,2 2-363,1 3 0,2 1 0,1 2 0,2 2-863,2 2 0,6 9 0,-4 6 0,3-1-727,-1-2 0,1 0 0,4 2 0,-2 1-302,-2-2 1086,-4-1 0,6-1 0,4-1 0</inkml:trace>
  <inkml:trace contextRef="#ctx0" brushRef="#br0" timeOffset="14">17897 7396 7814,'-14'1'325,"-1"4"1,1-2 0,-1 5 0,1 0 886,0 0 1,1 2 0,2 4-1,1 0-270,-1 1 0,0 6 0,1 3 0,4 3-353,-1 2 0,6-1 1,-2 0-1,6-3-370,6-1 1,4-11-1,5 0 1,4-5-268,7-5 0,3-3 0,-2-7 0,2-7-57,2-8 1,-2-5 0,-8-2-1,-5-2-123,-3-2 0,-8 2 0,-3-2 0,-5 2-9,-5 3 1,-9-1-1,-10 0 1,-4 2-1091,0 3 0,-6 3 0,2 8 0,3 4 253,4 4 1,12 5 0,0 5 0,5 8-851,5 9 1924,8 2 0,17 24 0,8 9 0,6 2 0,-1-1 0</inkml:trace>
  <inkml:trace contextRef="#ctx0" brushRef="#br0" timeOffset="15">18185 7669 7814,'-10'8'410,"2"-2"1,0-1 1264,0 0 1,3 0 72,-4-5 1,6-2-1075,-2-3 0,3-3 0,4-6 0,3 0-324,4-1 0,4-6 0,1-3 0,1-1-193,-1 1 1,5-3 0,1 4 0,-3 1-99,-1 3 0,-2 3 1,1 3-42,-1 3 1,-6 6-1,-3 10 1,-3 8-66,-2 9 0,-2 4 1,-3 2-1,-4-1 55,-4 1 0,3 0 1,1-2-1,-1-3-193,2-5 0,2-3-210,6-1 0,6-11 0,4-8 1,4-14 185,5-7 0,2-12 1,6-5-1,0-6 356,4-3 1,-4 5 0,-3-2 0,1 3 89,3 2 0,-1 8 1,-3 7-1,-5 12 1,-3 10 0,-3 8 0,-2 6 0,-3 9 349,-2 9 1,-1 1 0,-5 11 0,0 2-58,0 2 0,-1 1 0,-3-1 1,-2-2-405,-2-2 1,3-6-1,-3 2 1,0-6-899,0-4 0,5-3 0,-2-7-1376,4 1 1,2-7 2147,4-3 0,9-29 0,9-8 0</inkml:trace>
  <inkml:trace contextRef="#ctx0" brushRef="#br0" timeOffset="16">19451 7093 7755,'-23'-8'78,"-2"-4"1,6 4 0,1-2 592,2 0 1,0 6 0,-1-4-162,-3 1 0,1 2 0,3 7 0,-1 3 0,-4 4 0,-2 6 0,-1 4 0,0 7 0,1 6 603,-3 6 0,0 15 0,2 6 0,5 3-700,3 2 1,8-2-1,3-6 1,5-4-344,5-9 0,5-14 1,9-15-1,5-8-82,3-4 0,7-10 0,-1-6 0,-1-10 124,-1-8 1,-9-7-1,-1-9 1,-4-3-231,-2 0 1,1 0 0,-11 4 0,-2-1-182,-2 2 1,-2 1 0,-4 4 0,-5 2-818,-2 6 0,-3 10 0,2 7-569,4 5 0,4 21 0,10 6 1685,4 13 0,10 21 0,6 19 0,2 2 0,-6-12 0,1-1 0,-1 1 0,1 0 0</inkml:trace>
  <inkml:trace contextRef="#ctx0" brushRef="#br0" timeOffset="17">19609 7741 7771,'-21'0'407,"10"-7"1,-3-2 0,1-7 564,0-8 0,5-3 0,3-15 1,4-4-141,1-4 0,1-3 0,6-6 1,6 0-128,4 2 1,9-1 0,-2 13 0,4 5-315,6 4 1,-4-1 0,4 10-1,-4 9-824,-1 10 0,-2 6 1,-3 6-1,-5 5-599,-3 10 1,-3 7-1,-3 4 1,-4 4-622,1 4 1,-6 4 1652,4 1 0,-12 4 0,-4 7 0,-1 3 0,0 1 0</inkml:trace>
  <inkml:trace contextRef="#ctx0" brushRef="#br0" timeOffset="18">19868 7669 7771,'-14'-2'440,"1"-2"1,2-6 541,1-3 0,5-9 0,-3-7 0,2-9 3,3-9 1,7-4 0,8-8-1,5-2-135,7-1 1,3-1 0,2 8 0,2 2-345,2 5 0,-2 5 1,2 6-1,-3 8-273,-1 8 0,-2 12 0,-1 4 0,-4 3-507,-1 2 0,-3 12 1,-7 4-1,-2 6-1371,3 8 1,-6 1 1644,-1 7 0,3-19 0,0 0 0</inkml:trace>
  <inkml:trace contextRef="#ctx0" brushRef="#br0" timeOffset="19">20515 7151 8182,'-14'-13'1130,"0"4"0,-1-3 1,1 8-12,0 0 1,-1 3 0,-1 2-1,-1 4-313,-3 5 0,1 9 0,5 7 0,1 6-460,3 6 0,-2 3 0,4 3 0,0-3-302,3-2 0,6-4 1,7-8-1,8-5-214,5-7 0,3-7 0,5-8 0,0-4 101,0-5 1,-7-2-1,-3-12 1,-3 1 150,-2 0 1,-6-2 0,-3-5 0,-3 0-18,-2 0 1,0 0 0,-2 2-1,-3 2-721,-4 1 0,-4 0 1,-1-3-1,-1 3-1368,1 4 0,4 6 1,2 3-105,2 1 0,8 9 2128,7 1 0,29 64 0,-14-21 0,-1 0 0</inkml:trace>
  <inkml:trace contextRef="#ctx0" brushRef="#br0" timeOffset="20">20717 7252 10135,'1'-8'7205,"4"3"-6002,-3 3 1,4 9-1099,-6 2 1,5 4-1,1 1-222,2 1 1,-3-1 0,5 1-135,1-1 1,2-1 0,0-2 0,-2-3-207,-2-2 1,1-1 0,4-5-1,1 0 20,-1 0 1,0 0-1,1 0 397,-1 0 0,-4 0 1,-1 0-1,3 0 102,0 0 0,-2 0 1,0 0-1,1 0 185,2 0 0,1 0 1,0-1 26,1-4 1,1 3-1,1-4 1,3-1 46,-3-2 0,-1 1 0,0-2 0,2-1-206,1-2 1,0-1-1,-3-2 1,2-2-597,1-1 0,0-2 1,-5 4-1,1-4-1039,-1-1 1,-1 2 0,-2-2 1519,-1 1 0,-26-24 0,-2-1 0</inkml:trace>
  <inkml:trace contextRef="#ctx0" brushRef="#br0" timeOffset="21">22515 6863 7725,'-14'-5'0,"-1"1"1280,1 0 1,4 3 0,1 1-797,-2 0 0,4 1 0,1 4 0,1 5 0,0 4 0,2 5 0,0 5 0,0 4-72,-2 0 1,-1 1 0,2 0 0,0 0-662,0-1 1,3 0 0,1-4-1532,0-5 1,1-10-1,4-4 1780,5-3 0,15-73 0,-10 27 0,1 0 0</inkml:trace>
  <inkml:trace contextRef="#ctx0" brushRef="#br0" timeOffset="22">22990 6503 8254,'-6'-8'1814,"-2"2"0,-7 6-921,1 0 1,-1 6 0,1 4-1,0 4-634,-1 6 0,1 2 0,-1 7 0,1 0-370,0-1 1,1 8 0,2 0 0,3 3-92,1-1 0,-2-1 1,4 1-1,2-4 52,1-4 1,2-1 0,0-2 0,2-1 198,3-2 1,3-7 0,6 2 0,0-3 815,1-1 0,-6-6 0,-1 1-198,-1 1 0,-3 2 0,-4 1 0,-3-1-327,-6-3 0,-2 3 0,-13-6 1,-4 3-721,-4 0 0,2-7 0,-4 2 0,4-7-1054,1-8 1,5-1 1433,0-13 0,7-44 0,6 25 0,1 1 0</inkml:trace>
  <inkml:trace contextRef="#ctx0" brushRef="#br0" timeOffset="23">24141 6561 7757,'-13'-37'0,"4"2"0,-9 6 0,7 2 840,6 3 0,3 2 0,4 4 1,4-1-1,9 1 0,7 4 0,5 4 1,4 6 388,2 2 1,-1 4 0,5 2 0,-2 9-772,-3 10 0,-1 4 0,-4 14 0,-2 6-201,-1 2 1,-13 1 0,-1 6-1,-7 5-236,-3 2 0,-8 3 0,-8 3 0,-11-2-189,-10 2 0,14-34 1,-3 0-1,-2 0 1,0-1-1,-2-2 1,-1 0-221,1-2 1,-1-3-1,-28 16 1,2-3 0,1-9 122,3-14 1,13-9 0,14-16 0,12-12 248,6-17 0,11-11 0,12-10 0,7 1 151,5-1 0,7 9 0,1 5 0,2 9 682,3 5 0,1 8 0,2 4 0,0 7-200,1 6 1,-6 18 0,0 11 0,1 11-823,-3 6 0,-2 3 0,-8 0 0,-2 3-989,1 1 0,-2 0 0,-1-7 1194,-1-2 0,-40 2 0,-13 4 0,-5 1 0,0 1 0</inkml:trace>
  <inkml:trace contextRef="#ctx0" brushRef="#br0" timeOffset="24">15135 8906 7775,'-21'15'186,"5"-1"1,-3 2-1,4 2 1,6 1-1,4 0 1,3 2 0,4 1 681,3 1 0,-2 4 0,5-2 0,0 6-456,0 2 1,-5 2 0,2-3 0,-3 2-153,-2-2 0,0 0 0,0-2 0,0-1-590,0-7 0,0-12-1649,0-10 1979,0-13 0,1-28 0,1-22 0,1-2 0,0-6 0,-1 0 0,1 0 0</inkml:trace>
  <inkml:trace contextRef="#ctx0" brushRef="#br0" timeOffset="25">15221 8403 7775,'-16'0'264,"-1"0"0,-3 0 1988,3 0 1,2 6-1138,6 4 0,2 2 1,7 3-947,0-1 0,2 1 1,1-1-1,4 2-584,1 3 1,1-8 0,6 4 0,-1-1-1977,0 4 1,-1-1 2390,-3 7 0,-11 16 0,-5 8 0,-2 7 0,0-1 0</inkml:trace>
  <inkml:trace contextRef="#ctx0" brushRef="#br0" timeOffset="26">15566 9496 7775,'-22'5'0,"3"1"0,3 1 666,1-1 1,1-1-1,0-8 433,-1-7 0,7-3 1,3-15-1,4-8-336,1-3 0,0-13 0,0-7 0,0-11-477,0-10 0,0 36 0,1 0 1,1-2-1,1-1 0,1 0 1,0 0-68,0 3 1,0 0 0,5 3 0,0 0 0,5-29 0,2 5 78,0 7 1,3 10-1,1 15 1,-1 10 18,2 10 0,-4 7 0,7 6 1,2 2-231,1 2 0,0 11 0,-1 9 1,-2 4-358,1 6 0,-4 1 1,-2 5-1,-5-1-967,-4 1 0,1-4 0,-6 3 1,-2-1-1003,-1-1 1,-4 0 2238,-3-4 0,-25-2 0,-11 0 0,-7 7 0,1 0 0</inkml:trace>
  <inkml:trace contextRef="#ctx0" brushRef="#br0" timeOffset="27">15235 9165 7775,'-9'0'0,"1"-1"1023,1-4 1,11 0 0,10-8 0,10-4 554,8-4 0,6 2 0,10-4 0,5 3-402,3 2 0,2 4 1,-1 2-1,-1 4-1150,-3 2 1,-4 1 0,-7 5 0,-4 2 118,-4 3 0,-4-2-145,-1 6 0,-19 20 0,-6 10 0</inkml:trace>
  <inkml:trace contextRef="#ctx0" brushRef="#br0" timeOffset="28">17839 8216 7773,'0'-7'350,"0"7"1,0 11 547,0 12 0,-1 9 0,-2 16 1,-4 6-230,-1 7 1,-1 4 0,-4 9 0,2 3-111,6-37 0,0 1-700,-4 38 0,-6-3 0,1-9 0,1-4 0,2-6 0,3-5-1948,1-9 1,4-15 2088,8-13 0,-19-45 0,-9-22 0,2-4 0,1 0 0</inkml:trace>
  <inkml:trace contextRef="#ctx0" brushRef="#br0" timeOffset="29">17509 8820 7931,'-7'0'755,"7"0"1,10 0 19,7 0 1,11 0 0,7 0 0,1 2 6,4 2 0,2 0 0,1 4 0,0 0-876,0 0 1,1 1-1,-1 4 1,-2-2-744,-2-1 0,-4-5 1,-6 3-1,-1-1-1633,1 1 0,-6-4 2470,-4 0 0,-10-8 0,-4-6-67,-3-3 1,-2-1-1,-2 1 70,-3 4 0,-3 2 0,-6 7 0,0 0 1341,-1 0 1,1 2 0,-1 4-1,1 7-518,0 5 1,-1 7-1,1-1 1,1 3-487,4 2 1,-3 0 0,8 0 0,0-1-192,3 1 0,2-6 0,4-4 1,6-5-45,7-4 0,6-4 0,8-8 0,3-6 12,2-11 0,-5-5 0,1-16 0,-4-3-133,-5-3 1,-5-2 0,-9 6 0,-5 4-37,-4 4 1,-12 6 0,-5 2-1,-5 5-815,-4 5 0,-2 0 1,-1 11-1,4 2-649,5 2 0,5 7 0,4 4 0,5 4 1516,4 5 0,27 12 0,12 5 0,2 7 0,0-1 0</inkml:trace>
  <inkml:trace contextRef="#ctx0" brushRef="#br0" timeOffset="30">18688 8834 7773,'5'-14'-366,"0"0"1,0-1 0,-5 1-1,0-1 946,0 1 0,0 4 1,-2 2 322,-3 2 1,-3 3 0,-6 8 0,0 6-332,-1 6 1,-4 6-1,-2 7 1,0 4-300,1 4 1,-1 4-1,5 1 1,0 0-253,3 0 1,8-1 0,0-5 0,4-9-174,1-7 1,13-7 0,6-4-1,6-8-163,4-10 0,0-8 1,1-15-1,2-2 435,2-6 0,-2-9 0,-7-4 0,-2-4 81,-2-2 0,-7-1 0,-6-3 0,-2-4 643,-2 1 0,-3-6 1,-1 4-1,-1-2-990,-4 2 1,-3 0-1,-5 9 1,3 9-2180,6 7 1,-3 22 2324,2 15 0,7 54 0,6 22 0</inkml:trace>
  <inkml:trace contextRef="#ctx0" brushRef="#br0" timeOffset="31">19695 8834 7751,'-14'-33'0,"-2"-1"0,-3 2-1009,-5 2 1037,3 7 0,-1 8 1,4 7-1,-1 1 1,1 4-1,2 1 0,4 4 990,2 3 0,-3 8 1,4 7-1,-4 3-369,-2 2 1,6 2-1,1 4 1,0 1-192,0 1 0,3 6 0,-3-6 1,2-1-114,2-1 0,3-4 1,1-3-1,0-5-243,0-3 0,11-3 0,5-4 0,3-4-18,2-3 0,5-9 1,-2-4-1,3-5-220,2-3 1,-1-2 0,-1 4 0,-3-3-99,-4 3 1,-4 6-1,-2 3 575,0 1 1,-1 4-192,-3 8 1,1 8-1,-6 7 1,-2 3-127,-1 2 0,-2-2 0,0-1 1,0-1-1154,0-3 0,6 2-209,4-1 1,2-6-1,3-8 373,-1-3 1,-4-9 0,-1-2 0,1-4 533,-2-1 1,3-7-1,-5-2 1,2-1 430,4 0 0,-4-1 0,1-7 0,2-2 0,2 2 0,2-3 0,-1 2 0,0 1 0,1 1 0,-1 6 0,-1 4 0,-2 8 0,-1 5 0,-1 3 0,6 5 166,-1 0 1,0 2-1,1 1 1,-2 3 548,-4 2 0,4-3 0,-3 5-315,2 1 0,-4-3 1,-1 2-1,-2 1-484,-1 2 0,1-4 0,-5 1 0,2 1-533,3 2 1,-4 1 0,4 1-169,-3-1 1,2-4 784,1-1 0,0 1-15,-5 4 0,0 0 0,0 1 0,0 1 1019,0 3 0,-6 3 1,-4 7-1,-4 2 116,-6 2 1,-2 6 0,-7 8 0,-1 8-493,-4 6 1,-2 3-1,-6 3 1,4-5-489,4-3 1,7-14-1,6-7-1118,7-6 0,17-16 0,6-9 1,14-14 977,9-12 0,-1-34 0,0-15 0,-6 18 0,0 0 0,0 1 0</inkml:trace>
  <inkml:trace contextRef="#ctx0" brushRef="#br0" timeOffset="32">21393 8216 7929,'-10'-5'573,"1"0"0,-1 0 727,-4 5 0,6 2-731,3 3 0,2 4 0,0 10 0,-2 7 1,2 4-1,1 6 0,2 0 0,0 4 1,0 3-1,0 4 173,0 1 1,-1 5 0,-3-7 0,-2-5-1916,-2-5 1,5-8-1,-2-4-695,3-4 0,2-14 1868,0-11 0,8-35 0,4-17 0,-1-10 0,1 1 0</inkml:trace>
  <inkml:trace contextRef="#ctx0" brushRef="#br0" timeOffset="33">21580 8014 7733,'-13'2'2543,"5"1"-2414,8 2 0,2 6 0,7-1 1,3 2-134,0 3 0,3-6 0,-1 1 1,1 1-960,-1 2 1,-1 1-1,-4 1 896,-4-1 0,-3 1 0,-4-1 0,-1 0 431,-2 1 0,-6-1 0,1 0 0,-1 1 82,2-1 0,-3 1 1,8-1-1,0 0-284,3 1 0,7-2 1,4-2-1,3-2-139,1 3 0,0 0 0,-1 3 0,-2-1 608,-1 0 1,-7 6 0,2 0 0,-3 1 435,-2 0 1,-7 5 0,-2-2 0,-4 3-273,-2 2 0,-4-5 0,-2 0 0,1-1-586,-1 0 1,-3 1-1,5-8-654,1-3 0,2-9 1,3 0-1,2-8-711,2-5 1,4-6-1,-3-4 1156,1-5 0,-9-14 0,-4-8 0,0-5 0,0 1 0</inkml:trace>
  <inkml:trace contextRef="#ctx0" brushRef="#br0" timeOffset="34">23119 7885 7710,'-28'-23'90,"1"4"1,3 8-1,4 3 2010,4 2-1515,2 1 1,0 5 0,-1 1 0,1 4 0,-2 5 0,-2 6 0,-1 6 0,0 10 0,0 7 515,0 5 1,-5 14 0,4 3-1,3 6-677,1 6 0,9-32 1,1 0-1,-4 39 1,6-2-71,2-6 1,10-14 0,8-15 0,11-10-243,10-7 0,6-13 1,5-13-1,5-12 77,3-10 1,1-3 0,-1-15 0,-3-4-6,-5-2 0,-10-8 0,-6 1 1,-6-3-154,-7-2 1,-9 1 0,-9-1-1,-9 1 60,-11-1 0,-15 5 0,-7 2 0,-7 2-625,-3 2 1,0 14-1,-2 7 1,5 9-966,3 9 0,8 6 0,5 7 1,7 6-896,6 7 1,9 10 2393,5 11 0,-3-17 0,0-3 0</inkml:trace>
  <inkml:trace contextRef="#ctx0" brushRef="#br0" timeOffset="35">1683 10316 7811,'-10'-4'63,"2"-3"0,0 1 0,2-2 1,0 0 1013,2-3 0,-2 3-348,1-2 0,-6 2 1,3-3 268,0 1-478,-5 7 0,4-3 1,-9 6-1,-1 1 0,1 4 1,1 5 125,-2 2 1,3 8 0,-5 0-1,2 3-470,-1 2 0,1 3 1,5 0-1,0 1-20,-1 0 0,7 0 0,3-2 1,4-2-155,1-1 1,6 0-1,4 4 1,3-5-58,1-3 0,2-4 0,1-2 0,3 0 278,-3 1 0,-6-1 1,-3 2-1,-1 2 383,-4 1 0,-1 5 0,-2-3 0,-2 1-270,-3 4 0,-4-4 1,-9 2-1,-1 2-484,1 1 1,-2 0 0,0-1 0,3-4-1900,1-1 1,1-2-1133,1-5 1,6-9 2175,3-10 0,4-4 1003,1-15 0,-14-11 0,-4-5 0,-2-7 0,0 1 0</inkml:trace>
  <inkml:trace contextRef="#ctx0" brushRef="#br0" timeOffset="36">1179 10734 7875,'7'-23'0,"-6"1"0,4 4 0,-2-1 758,2 1 1,-2 3-1,7 0 1,1 1 500,2-1 0,-3 1 1,-1 1-1,2 4-392,2 4 0,2-2-1,-1 3 1,0 0-920,1 3 1,-1 6 0,2 1 0,2 0-448,1 1 1,6-2 0,-2-4 0,2 2-360,4 2 0,-8 0 0,8-5 0,-2 0-3409,0 0 4268,2 0 0,-13 6 0,-3 2 0</inkml:trace>
  <inkml:trace contextRef="#ctx0" brushRef="#br0" timeOffset="37">1884 10834 7875,'0'10'702,"0"0"1,-1-6 829,-4 6 1,3-5-1018,-2 4 1,-3 1 0,2 4-287,2 1 0,0-6 0,0 1 9,-2 1 1,-5 2 222,6 1 0,-3-7-182,3-7 1,2-13 0,-3-13 0,4-6 166,1-6 1,4-8 0,3-4-1,1 0-94,3 1 0,6-6 0,4 4 1,0 2-10,0 6 0,3 6 1,-5 10-1,0 4-488,2 9 1,-5 6 0,3 10 0,-3 2-755,-2 6 0,-4 9 1,0 5-1,1 2-565,2-2 0,1 3 1,0-3-1,1 3 1464,-1 2 0,-12 31 0,-4 9 0</inkml:trace>
  <inkml:trace contextRef="#ctx0" brushRef="#br0" timeOffset="38">2345 10633 7875,'-15'-5'0,"-1"-1"0,-1-1 1113,-2 1 0,3 1 0,3 5-589,-3 0 0,0 7 0,6 2 1,6 5 270,2 6 0,2-3 0,0 7 0,2 2-431,2 1 0,4-1 0,7-1 1,1 1-266,3-5 0,-2-4 0,7-4 0,0-4-43,-1-4 1,2-3 0,-4-2 0,0-2 265,0-3 0,-7-7 0,-4-7 0,-1-1 65,-1 0 1,-1 2 0,-9-4 0,-3-1-449,-4 1 1,-6 4-1,-4-1 1,-5 3-319,-3 2 1,-2-1 0,2 1 0,1 1-2849,2 4 1,7-3 654,-2 8 1,11 0 2571,8 9 0,57 41 0,-18-14 0,1-1 0</inkml:trace>
  <inkml:trace contextRef="#ctx0" brushRef="#br0" timeOffset="39">2676 10762 7875,'-2'8'0,"-3"-1"0,-4-2 1846,-4-1 1,3 3-71,1-2 0,4-4-1135,-5 4 0,7-5 1,-2-5-206,4-4 1,2-4 0,3-2 0,2 3-203,2 2 1,-3-3 0,3 4-1,0-3-51,0 3 1,-3-4 0,4 5-213,2 0 1,-3-3 0,2 6-125,1 2 1,-5 3-1,1 5 1,-2 4 24,-1 4 1,1 1 0,-5 2 0,0 2 230,0 1 0,0 5 1,-1-5-1,-3-1 66,0-2 1,-1-2 0,5 1-256,0-1 1,0-8 0,1-6 116,4-7 1,-2-8 0,7-4 0,1-7 118,2-6 1,3 2 0,2-4-1,1 4 77,-2 1 0,-2 2 1,-4 3-1,-1 7 76,1 5 0,-3 1 1,1 8 137,3 5 0,-6 10 1,-1 12-1,-4 4-50,-1 0 1,0 1 0,0 0 0,0 0-142,0-1 1,0-4-1,0-1 1,0-2-252,0-4 1,2 6-1151,3 0 0,-4-7 0,6-3-2118,-1-5 0,-3-5 349,7-7 2920,-7-4 0,-3-32 0,-8-7 0</inkml:trace>
  <inkml:trace contextRef="#ctx0" brushRef="#br0" timeOffset="40">1381 11683 7845,'-6'-14'59,"-2"-1"1,-7 3 0,1 0 0,-1 3 741,1-2 1,0 0-1,1-1 1,2 4 403,1 2 1,5 1-165,-4 5-922,-1 0 1,0 0 0,2 2 0,2 3 0,1 4 0,0 4 0,1 3 51,0 3 0,-2-1 1,1 6-1,2 1-139,1 2 0,2 2 0,0 0 0,0 0 82,0 0 0,2-1 0,1-1 1,4-1 73,1-2 1,0-2-1,1 4 1,-2-4-83,-1-1 1,-4-2-1,2-4 1,-2-1-123,-2 0 1,0 1-1,0-1 1,-2 1-836,-2-1 1,0-1-1,-5-2 259,-2-1 1,-7-2-1,-1 1 1,1-6 591,2-6 0,-24-30 0,-6-14 0</inkml:trace>
  <inkml:trace contextRef="#ctx0" brushRef="#br0" timeOffset="41">949 12014 9173,'7'-8'1828,"2"2"0,4 1-1177,1 0 1,7-4 0,3 4 0,5 0-443,5-1 1,-2 2 0,6-4 0,0 2-631,-1 3 0,5 0 0,-4-1 0,2 0 421,-2 0 0,29 16 0,2 4 0</inkml:trace>
  <inkml:trace contextRef="#ctx0" brushRef="#br0" timeOffset="42">1726 12043 7845,'-14'8'522,"-1"-3"1,6-2 0,-1 0 336,-1 2 0,5-2 0,1-8-29,3-4 1,2-6 0,0-4 0,2-5-64,3-3 0,1-8 0,7-5 1,0-5-446,3-3 0,1-5 0,-1 7 1,2 3-603,1 3 0,5 10 1,-5 1-1,-1 10-459,-2 7 1,0 6 0,1 8 0,2 4-318,-1 8 0,-7 9 0,-1 9 0,1 3 1056,2 2 0,1 33 0,-7-28 0,1-1 0</inkml:trace>
  <inkml:trace contextRef="#ctx0" brushRef="#br0" timeOffset="43">2014 11827 8150,'-14'0'852,"-1"0"1,6 2 0,-1 3-108,-1 4 0,4 4 1,3 3-1,2 3-262,2 5 0,0-2 0,0 2 0,0 0-149,0-1 1,6-2-1,6-7 1,4-1-71,3-4 1,2-4 0,-2-10 0,3-6 153,0-6 0,4-11 0,-5-7 1,-2-2-177,-3-3 1,0 4 0,-11-3 0,-2 1-289,-1 1 0,-9 2 0,-4 8 1,-7 3-607,-6 5 1,-3 4 0,-2 7 0,1 7-538,-1 4 1,7 14-1,2 1 1,6 4 389,4 2 1,4 0-1,8 4 1,2-3 798,6-1 0,48-6 0,12 3 0</inkml:trace>
  <inkml:trace contextRef="#ctx0" brushRef="#br0" timeOffset="44">2417 11842 7845,'-7'14'167,"-2"0"0,1-4 0,-2-1 3519,-1 3-2654,5-6 0,-1-1 1,9-10-473,3-5 0,-2-2 0,5-3 0,0 1-199,0 0 0,1-2 1,6-2-1,-2-1-207,-4 1 1,4 2-1,-3 0 1,2-1-163,3-3 0,-6 6 0,1 4-111,1-1 0,2 5 0,1 3 13,1 6 0,-7 5 0,-2 8 0,-1 3 91,0 5 1,-1-2 0,-4 2-1,0 0 69,0-1 0,0-2 0,0-7 246,0 0-215,0 1 0,5-14 0,2-6 0,1-7-61,3-8 0,-3-2 1,3-7-1,3 1 88,4-1 0,1 5 1,-4 1-1,0 1 117,5 0 1,-4 10 0,3 3 0,-3 6 294,-2 3 0,-4 1 0,-2 6 1,0 7-95,0 8 0,-5 6 0,2 0 1,-4 1-218,-1 0 0,0-5 0,0-2 0,0 1-525,0-1 1,2-4-1,1 1-2085,2-3 0,6-8 1,-1-3 2396,3-4 0,14-33 0,3-8 0</inkml:trace>
  <inkml:trace contextRef="#ctx0" brushRef="#br0" timeOffset="45">5165 8489 7873,'-8'-14'179,"3"-1"1,-2 1 0,3-1 368,0 1 0,1 6 0,0 2 1120,-2-1-1198,0 6 0,5 2 1,0 12-1,0 6 0,0 2 1,0 1-1,0 2 1,0 5 228,0 3 1,0 8 0,0-3-1,0 1-511,0 1 1,-4-1 0,-1 7 0,2 0-147,1-2 1,2 3 0,0-9 0,0 0-419,0-4 0,7-2 0,2-6 0,4-4-103,1-7 1,1-9 0,1 0 0,1-3 92,2-2 1,1-7 0,-6-2-1,0-6-108,1-4 1,-2 3 0,-2-3 0,-3 3-984,-2 1 1,-1 1 1476,-5 0 0,-77 6 0,29 4 0,0 1 0</inkml:trace>
  <inkml:trace contextRef="#ctx0" brushRef="#br0" timeOffset="46">4920 8734 7874,'2'-8'1240,"2"3"0,0 3 1,5 2-1,2 0-835,2 0 0,2 0 0,-1 0 0,2 0 313,3 0 1,2-1 0,5-3 0,-2 0-363,1 0 0,4-2 0,1 0 0,1-2-803,-4-4 1,-2 5-1,3-3 1,-3 0-980,-1 2 0,-11-3 1,1 6-2184,-1 2 3609,0 2 0,-37 39 0,-10 10 0</inkml:trace>
  <inkml:trace contextRef="#ctx0" brushRef="#br0" timeOffset="47">5639 8806 7874,'-1'-13'82,"-2"2"1,-4 1 410,-1-1 0,5 3 0,-3 0 1175,-1 1 1,-1 3-1102,-6 4 0,1 11 0,2 5 0,3 5-190,2 4 0,-4 9 0,4 4 1,-1 4-186,1 1 1,1-5 0,5-1 0,2 0-127,2 0 0,4-7 0,8-3 0,2-11-104,1-10 0,7-4 1,-2-4-1,3-4 57,2-8 1,-2-12 0,-2-9 0,-2-2 118,-3-3 0,-7 3 1,-8 1-1,-3-1-171,-2 0 1,-2 5 0,-4-1-1,-9 4-1040,-7 5 0,-2 5 0,-3 9 1,-4 7-4191,1 6 5263,0 5 0,1 25 0,-3 17 0,0 3 0,-4 2 0,-1 1 0,1-1 0</inkml:trace>
  <inkml:trace contextRef="#ctx0" brushRef="#br0" timeOffset="48">7049 8388 7826,'-14'7'94,"0"-4"0,-1 5 0,2 0 0,2-2 0,3 2 0,0-1 1328,0-1 1,5 0-1130,-2-1 0,4 3 0,1 8 0,0 2 1086,0 1-940,0 7 1,-2-2 0,-1 8 0,-2 3 0,2 2-1,0 4 1,-1 4 112,0 3 0,-1 5 0,6-7 0,4-3-456,5-3 1,4-8 0,4 2 0,3-6-144,1-4 0,-3-4 0,5-11 0,2-4-239,1-3 1,0-2 0,-3 0 0,-5-2-300,-3-3 0,-3-3 1,-3-6-1,-6-1-542,-2 1 1,-2 0-1,-2-1 1,-4 1 1126,-8-1 0,-37 14 0,-15 7 0,-8-1 0,-1 0 0</inkml:trace>
  <inkml:trace contextRef="#ctx0" brushRef="#br0" timeOffset="49">6647 8849 7826,'1'-13'0,"2"2"0,4 1 1040,1-1 1,6 3 0,8-2 0,4-1-42,4-2 0,10-1 0,2 0 0,6-2-519,3-4 0,0 4 1,2-1-1,-5 4-663,-3 4 1,-9 5 0,-4 0 0,-4 2-1104,-4 2 1,-7 2 0,2 2 1285,-3 6 0,-20 67 0,-1-30 0,0 0 0</inkml:trace>
  <inkml:trace contextRef="#ctx0" brushRef="#br0" timeOffset="50">7567 8690 7824,'-27'2'0,"3"3"0,3 3 0,7 6 0,0 1 0,-1-1 839,7 0 0,-5 7 0,5 5 0,0 4 0,2 5 0,1 1 0,0-1 73,2-3 0,3-4 0,5-4 0,5-4-849,2-4 0,9-8 0,2-4 1,1-4 49,0-4 0,-5-9 0,5-8 0,0-1-35,-2-4 1,-1-1-1,-7-2 1,-1 0-158,-3 1 1,-4-1 0,-6 0-1,0 0-636,0 0 1,-2 5 0,-2 2 0,-6 0-781,-3-1 0,-1 6 0,-1-1 1495,1 7 0,-26 24 0,-6 11 0</inkml:trace>
  <inkml:trace contextRef="#ctx0" brushRef="#br0" timeOffset="51">7826 8619 8059,'0'14'1243,"2"0"-1486,3 1 0,-2-6 243,6 1 0,14 12 0,7 9 0</inkml:trace>
  <inkml:trace contextRef="#ctx0" brushRef="#br0" timeOffset="52">7898 8892 7807,'-6'16'0,"-2"1"0,0 3 700,1-1 0,9-11 0,3-3 1,4-4-371,4-1-330,2 0 0,-14-45 0,-2-10 0</inkml:trace>
  <inkml:trace contextRef="#ctx0" brushRef="#br0" timeOffset="53">3395 10475 7650,'-10'0'3395,"1"0"-2323,6 0 1,-2-7-339,10-2 0,-2 1-411,6-2 1,-1 5 0,4-4-1,-3-3 1,2 0 0,2-3-1,2 3 1,-3 0 220,-2 3 1,3-1 0,-4-4 0,4-1-392,2 1 1,4 0-1,0-1 1,-1 1-35,-3-1 0,-5 3 0,0 0-145,1 3 0,0 4 1,0-3 233,-1 2-102,-7 1 1,3 11 0,-6 4-3,0 3 0,0 1 0,0 0 0,0 1-26,0-1 0,-4 2 0,-1 2 1,2 3-122,1 1 1,2-3-1,0 5 1,0 2 11,0 1 1,0 2 0,0 1-1,0 2 55,0 2 0,0 6 0,0-4 1,0 3 49,0-1 1,0-6 0,0 3 0,0-1-12,0-1 0,0-4 0,0-7 0,0 1-11,0-1 0,0-4 1,0 1-642,0-3-876,0-8 0,0-3-818,0-10 0,0 2-862,0-7 3145,0 1 0,-38 52 0,-10 14 0</inkml:trace>
  <inkml:trace contextRef="#ctx0" brushRef="#br0" timeOffset="54">3395 11079 8144,'0'-8'1560,"3"2"1,5 6 0,7 0-768,1 0 1,4 0-1,1 0 1,2 0-131,2 0 0,2 0 0,2 0 0,1 0-218,4 0 0,-4 0 0,4 0 1,-2 0-347,2 0 0,-4 0 0,3 0 0,-2 0-329,-2 0 0,-7-5 0,-1-2-1382,0-1 0,-7-1-930,0-6 0,-6 6 2542,-8-1 0,-51 13 0,-13-1 0</inkml:trace>
  <inkml:trace contextRef="#ctx0" brushRef="#br0" timeOffset="55">3510 11511 7849,'-14'0'-206,"4"-5"1,2-2-1,2-1 1,3-3 956,1-2 1,4 4 0,2-1 0,6 1 691,3 1-1189,1-5 1,1 6 0,-1-2 0,0 2 0,2 3-1,2-1 1,1 2 312,-1 1 1,-1 2 0,1 2-1,1 2-308,-1 6 0,2-2 0,0 2 1,-3 1-143,-1 2 0,-1 3 1,-1 1-1,-1 2-77,-4-1 0,-1 3 1,-5 0-1,2 1-229,-2 4 1,-3-1 0,-3 1 0,-3-2-137,-2 1 1,-2-2-1,-4-1 1,0-1 30,-1-4 0,1-1 1,-2-3-1,-2-3 190,-1-5 1,0-4-1,4-1 1,1 0 223,0 0 1,4-6 0,2-4 234,2-3 1,1-1-1,6 1 63,4 4 0,3 2 0,7 7 1,1 0-65,3 0 1,-3 0 0,5 0 0,-2 0-284,0 0 1,0 5-1,-4 1 1,-1 1-463,0-1 0,1 5 1,-1-3-1,0 2-2319,1 0 1,-1-6 2709,1 6 0,12-64 0,3-12 0</inkml:trace>
  <inkml:trace contextRef="#ctx0" brushRef="#br0" timeOffset="56">5265 9770 8114,'-12'-2'4335,"2"-3"-3894,4 4 0,7-11 1,2 6 254,2-2 0,6 3 0,-1-4 0,3-1 658,1 2-1146,1-5 1,-1 5-1,0-6 1,2-1-1,2 1 1,1 1-1,0 2 109,2 2 1,-5 1-1,3-4 1,-3 4-118,-1 2 1,-6-4 0,1 4-234,1-2-32,2 5 1,-5-2 186,-3 10 1,-4-2-1,-1 7 1,0 2-26,0 6 0,0-2 0,0 5 0,0 0-81,0 2 0,-1 0 0,-3 1 0,0 1-51,0 3 0,3 0 1,-1 3-1,-1 1-104,-2 1 0,-4 1 0,4-4 0,2 2-26,1 2 1,-3-1 0,0-5-1,2-3-224,2-1 0,1-5 0,-2 4 0,-1-3-695,-2-2 1,0-7 0,5-1 0,-1 1-477,-4 2 0,2 0 1,-7-2 1559,-1-2 0,-40 14 0,-12 7 0</inkml:trace>
  <inkml:trace contextRef="#ctx0" brushRef="#br0" timeOffset="57">5237 10331 10135,'9'-5'2517,"1"0"-1693,1 2 0,2 1 0,1 2 0,2 0-22,3 0 1,0 0-1,9 2 1,2 1-710,0 2 1,2 0 0,0-5-1,2 0-754,-2 0 1,-2 0 0,-3 0 0,-1 0-1879,-2 0 2539,-6-7 0,-30-26 0,-13-14 0</inkml:trace>
  <inkml:trace contextRef="#ctx0" brushRef="#br0" timeOffset="58">7265 9640 7761,'-5'-9'230,"2"-1"0,5 0 1,6 2 808,5 4 0,6 2 1,1 2-1,3 0-492,2 0 0,3 0 0,0 0 0,1 0 854,0 0-1170,0 0 1,-2 5 0,-2 1 0,-1 2 0,0 3 0,-1 2 0,-4 3 189,-3 3 0,-3-3 1,-4 5-1,-4 0-344,-3 3 1,-2 3-1,-2 2 1,-3 0-138,-4-1 1,-9 1-1,-3 0 1,-1 0-246,-4-1 1,4-5-1,-2-4 1,0-3-42,2-2 1,-1-1-1,6-3 1,-2-5 97,1-4 1,2-2 0,2-4 0,-1-6 87,1-7 0,1-3 0,3-4 1,6 2 217,2 2 1,2 1-1,0 2 279,0-1 0,6 0 1,4 6-1,3 3 381,1 6 1,1 2-1,1 2 1,3 2 24,5 2 1,-2 4 0,2 7 0,2-1-194,1 0 0,0 2 0,-1 2 1,-2 1-343,1-1 0,1-2 1,-1-2-1,-2 1-585,-3-1 1,0-4 0,-6-2-1933,0-2 0,1 4-4109,-1-6 6418,-6 1 0,5-5 0,-5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6.10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22832 15410 7914,'-19'-10'-341,"-1"2"1,1 0 184,-2 0 0,5 0 1,-3-3-1,2 3 971,-3 2 1,4-4-473,-3 5 0,8-4 0,2 4 0,-3 0 1,0 0 2491,-3 0 537,7-6-1034,-5 10 0,13-6-1288,0 7 1,8 0 0,10 0 0,3 0-144,1 0 0,7 5 0,4 1 0,1 1-907,1-1 0,8-1 0,8-5 0,2 0 0,0 0 0,0 0 0,4 0 0,2-2 0,4-2 0,-6 2 0,2-3 0,-6 4 0,-3 1 0,-7 0 0,-8 1 0,-3 2 0,-5 2 0,-12 5 0,-1-4 0,-1 2-5126,-7 2 3262,1 4 1,-7-12 0,1-7-549,4-6 0,-3-4 0,2 1 2412,-2 0 0,-35-14 0,-17-3 0,-2-5 0,0 1 0</inkml:trace>
  <inkml:trace contextRef="#ctx0" brushRef="#br0" timeOffset="1">23350 14993 7914,'8'-7'0,"-2"-1"694,0 0 0,2-5 0,7 5 0,1 0 576,3 4 1,3 2 0,7 2 0,2 2-394,2 2 1,-3 4 0,4 7 0,-2 1-234,2 3 1,-4-3-1,3 5 1,-2-2-365,-2 0 1,-2 5 0,-3-5 0,-5 0-100,-3 2 1,-3 0 0,-4 5 0,-5-2 18,-8 1 1,-10 4-1,-10 4 1,-5 6 138,-4 2 0,1-2 0,-5-2 1,0-1-511,0 1 0,7-5 0,1 2 0,8-4-1294,5-1 1,4-5-1,0-2 1,4-1-4418,2-4 5882,1-1 0,-46-39 0,-13-11 0</inkml:trace>
  <inkml:trace contextRef="#ctx0" brushRef="#br0" timeOffset="2">18990 14604 7766,'-6'-22'204,"-2"1"1,-6 6 0,-1 1 601,1 0 1,-1 6 0,1 3-438,0 3 1,-5 2 0,-2 2-1,-2 3 1,-2 4 0,-1 4 0,1 3-1,1 3 1,-2 5 446,-1 3 1,5-1 0,2 0-1,6 1-483,4-2 0,-1 3 1,6 3-1,4 3-283,4-2 1,11-2 0,12-2 0,4-3 97,4-1 1,4-1 0,-4 2 0,-2-3 51,-2-1 0,-3 3 1,-3-3-1,-6 0 352,-7 0 1,-5-2 0,-7-5-1,-4 1 43,-4-1 1,-12 0 0,-8 1 0,-8-1-346,-4 1 0,-4-3 0,-1-1 0,-2-3-628,1-1 0,2-2 0,4-7 0,4-3-1072,8-4 0,9-6 1,10-4-1,7-5-179,6-3 0,13-3 0,13-2 1629,7-2 0,24 7 0,12 1 0,-21 9 0,1-1 0,0 1 0</inkml:trace>
  <inkml:trace contextRef="#ctx0" brushRef="#br0" timeOffset="3">19307 14805 7784,'-2'-9'383,"-2"-1"800,-6-1 1,2 5-1,-2 1-347,-1 3 1,-2 10-1,-1 5 1,0 6-233,-1 4 1,-1 5 0,-1 8 0,-3 0 25,3 4 1,3-3-1,4 0 1,5 0-279,4-1 0,2-8 0,4-1 0,6-5-273,7-4 0,-1-9 1,7-4-1,3-5-287,5-5 1,-6-3 0,3-8-1,-4-1-241,-2-2 0,2-7 0,-6 2 1,-3-3-790,-4-2 1,0 5-1,-4 2 1,2-1-325,0 1 1562,-1 4 0,18-2 0,4 5 0</inkml:trace>
  <inkml:trace contextRef="#ctx0" brushRef="#br0" timeOffset="4">19638 15093 7784,'-19'19'0,"-1"2"668,3 2 1,1-6 0,2 2 4038,-1-3-1648,7-1-2637,2-7 1,7-8-1,4-8 1,3-2-84,0 1 1,5-6 0,-3-4 0,2 1-192,3 2 0,-6-3 0,2-2 1,4-1-54,2-4 0,3 6 1,-8 1-1,0 3-13,-3 1 0,1 1 0,4-1 0,1 3-439,-1 2 1,0 4-1,-1 7 363,-3 4 0,-4 9 0,-6 10 0,0 4 314,0 0 1,-2 1 0,-2-2 0,-4-1-157,0-2 0,-3-7 1,6 4-1,0-3-271,-1-4 0,4 4-44,-3-9 1,4-4-1,2-5 1,4-9-145,5-9 1,7-1 0,4-8-1,1-4 72,4 1 1,-4-5-1,2 1 1,2 2 383,1 2 0,0 3 1,-1 4-1,-4 7 399,-1 5 0,-2 8 0,-6 0-116,-4 6 0,-2 10 0,-7 7 0,0 3-115,0 2 1,-2 3 0,-1-1 0,-3-2-421,-2-1 1,-2 0 0,-4 3 0,1-1-334,3-2 0,-1-5 0,6 4 0,1-3-4492,-3-2 1,6 3 4691,-4-2 0,29-19 0,8-10 0</inkml:trace>
  <inkml:trace contextRef="#ctx0" brushRef="#br0" timeOffset="5">21033 14331 8919,'-14'0'0,"0"0"829,-1 0 1,6 1 0,1 4 0,0 6-27,0 7 0,3-1 0,-3 9 0,0 3-174,0 3 1,0 9 0,-5 2 0,0 7-202,-3 1 0,-1 0 0,2-4 0,1-1-733,0-4 0,4 1 1,2-6-1,0-2-368,0-6 1,3-7 0,-3-8 0,2 1-3887,3-1 4559,-5-6 0,-13-46 0,-10-18 0</inkml:trace>
  <inkml:trace contextRef="#ctx0" brushRef="#br0" timeOffset="6">20688 14719 7779,'-14'0'1958,"6"7"1,9-6-1,14 6 1,7-3-1301,5 1 1,4 0 0,2-5 0,6 0-813,2 0 1,-3 2-1,-1 1 1,0 2-795,0-2 0,-5 0 1,1 0-1,-4 2-837,-5-2 1,2-1-1,-7-2 1182,-2 0 1,-7-2 1117,-5-3 0,-5 4 1,-5-4 352,-5 3 1,-2 2 0,-3 0 0,1 2 79,-1 3 0,1 7 0,1 8 0,2-1-324,2 2 1,-1 1 0,-3 5 0,2-1-255,1-2 0,7 0 0,-2 5 0,4-2-80,1-3 1,1-4-1,4-7 1,6-3 24,7-5 1,3-5-1,4-5 1,-1-6-111,2-7 0,-5-9 0,-1-8 0,-2 0-213,-4-1 0,2 1 0,-11 3 0,-2-3-578,-1-2 1,-2 5 0,-2-1 0,-1 4-1602,-2 5 1,-6-2 0,2 9-1446,-4 4 3632,5 5 0,-5 85 0,9-29 0,0 0 0</inkml:trace>
  <inkml:trace contextRef="#ctx0" brushRef="#br0" timeOffset="7">21997 14518 7779,'-14'0'671,"0"0"1,4 0-296,0 0 302,7 0 1,3-5 0,10-1-1,3-2 1,1-4 0,2 0-1,3-4 1039,5-4 1,-2 4-1,2-4 1,0 0-926,-1 1 1,4 0 0,-5 3-1,2-2-169,0-1 1,-1 0-1,1 5 1,-5-1-251,-3 1 0,-2 4 0,1 2-321,-1 2 0,-4 1 0,-2 7 101,-2 3 1,-1-2-1,-5 8 1,-2 3-221,-3 4 1,2 8-1,-5-4 1,0 3-335,0 4 1,-1-3 0,-6 9-1,1-1-129,-1-1 1,1 6 0,0-4 0,-2 1 28,-4 4 0,4 0 0,-3 0 0,3-3-115,2-2 1,4-1 0,2-5 0,2-2-895,3-3 0,-4-3-3199,3-7 2841,-1 0 1,3-6 1867,-3-3 0,-47 3 0,-19 0 0</inkml:trace>
  <inkml:trace contextRef="#ctx0" brushRef="#br0" timeOffset="8">21853 15036 9242,'2'-8'2271,"4"1"1,7 1-927,5-4 0,9 2 1,0-1-1,7-1 593,2 2 1,3 0 0,6 5 0,1-2-1502,2 2 1,0 1-1,-5 2 1,-1 2-438,-4 3 0,-3-2 0,-8 7 0,-3 1-974,-5 2 0,1 1 0,-4 0 0,-5 1-1156,-3-1 1,-3 5 2129,-5 0 0,6 1 0,2-6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6.11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14789 4950 7824,'-36'0'348,"1"0"1,6 0-1,2 0 473,3 0 0,-2 0 1,7 0 257,1 0 1,2 0-780,2 0 1,4 0 0,1 0-1,-2 0 1,-2 0 0,-3 0 798,-3 0 1,1 0-769,-6 0 0,5 4 0,-5 3 0,-2 1 1,-1 3-1,-2 2 112,1 1 1,-6 5-1,0 2 1,2 0-247,2 0 1,1 4 0,2-2 0,3 1-18,5 0 1,3 0-1,2 4 1,1 1-34,3 0 0,4 4 1,6 3-1,0 0-48,0 4 1,5 7-1,-1 1 1,0 0-13,-3 1 1,-1 2-1,0 8 1,0 4-43,0 4 1,-1-1 0,-3-1-1,-2 1 6,-2-1 0,3 2 1,-3 4-1,0-3 13,0 0 0,-1-4 0,-6 6 0,1 3-68,-1 1 0,3-1 0,1-1 0,1 0-11,-1 0 0,3 3 0,0-3 0,1-6-69,4-5 1,2-4 0,2 2 0,2 1-33,2-3 1,2 4 0,-4-8 0,2 3 368,-2 1 1,3 5-1,-1 1 1,-2-2 324,-1-2 1,-2-2 0,0 1 0,0-2-214,0-3 1,0-4 0,0-6 0,0-3-366,0-6 0,5-2 0,-1-13 0,1-3 0,1-5 0,-2-3 0,5-5 0,2 2 0,-3 0 0,2-5 0,1 0 0,2 5 0,1-1 0,1 0 0,-1-3 0,2-2 0,2-3 0,1 0 0,0-3 0,-3 2 0,3-3 0,5 1 0,3-6 0,2 5 0,2-2 0,2 1 0,4 1 0,6-4 0,2 3 0,3-2 0,-2 3 0,5 0 0,0 0 0,1 0 0,-1 4 0,2 0 0,-7 2-1290,-6 2 1,0 2 0,-7 2-1,-1 6 1290,-1 3 0,-9-12 0,-1-2 0</inkml:trace>
  <inkml:trace contextRef="#ctx0" brushRef="#br0" timeOffset="1">18142 4705 7831,'-10'0'308,"0"0"0,-1 0 692,-2 0 0,7-5 0,4-1 978,6-2-1565,7 5 0,-3-5 0,8 4 1,1 0-1,3 0 0,-1 3 1,0 1 318,0 0 0,7 1 1,-2 4-1,4 3-261,6 0 1,-2 5 0,8-3 0,3 2-25,3 3 0,9-6 1,-1-1-1,5 0-164,4 0 0,5-5 1,-2 2-1,-1-2-159,-2 2 1,1-3 0,-2 3 0,-1-4-60,-2-1 0,-8 0 1,-4 0-1,-8-1-99,-5-4 0,-4 3 0,-2-3-84,-4 4 0,-5 2 222,-10 4 1,-1 2 0,-4 4 49,0-2 0,1-4-87,-5 5 1,5-1 0,1 4-52,2-3 1,-3 1 0,3-5 41,-2 2 1,4 2-1,-4 4 72,2 1 1,-4-1-1,0 1 1,-2 1 10,-2 3 1,0 3 0,0 7 0,0 1-82,0 4 0,0 7 0,0 9 0,0 3-87,0 6 0,0 5 1,0 9-1,0 2-211,0 2 1,0-35 0,0-1 0,0 39 0,0 2-207,0-1 1,0-2-1,0-1 1,0-8 260,0-4 1,2 1 0,1-3 0,2 0 114,-2 0 0,-2-2 0,-1-3 0,0 2 67,0 2 0,0 8 0,0-2 0,0-2-117,0-1 1,0 1-1,0-3 1,0 0 54,0 0 1,0-7-1,0-5 1,0-3 108,0-3 0,5 2 1,2-3-1,-1-5-24,0-3 1,-1-3 0,-5-6 0,0-1 67,0-3 1,0-1-1,0-6 1,0 3 124,0-3 0,0-1 39,0-1 0,0-1-171,0 0 0,-6-6 0,-4-3-54,-3-3 1,-1-2 0,0 0-141,-1 0 0,1 5 1,0-1-1,-1 0-257,1-3 0,-1 4 1,-1 1-1,-1 2-497,-2 4 1,-5-1-1,3 1 1,-2 0-2538,-2-1 3402,4 5 0,-51-34 0,-6 1 0</inkml:trace>
  <inkml:trace contextRef="#ctx0" brushRef="#br0" timeOffset="2">16271 11654 5995,'8'-6'0,"0"4"0,-3-2 0,3 2 0,6 2 0</inkml:trace>
  <inkml:trace contextRef="#ctx0" brushRef="#br0" timeOffset="3">16271 11640 5998,'0'-8'0,"0"2"0,0 4 0,0-3 0,0 4 0,0-6 0,0 6 0,0-4 0,0 3 0,0-4 0,0 6 0,0 0 0,7 0 0,-6 0 0,6 0 0,-7 0 0,0 0 0,0-6 0,0 4 0,6-11 0,2 5 0</inkml:trace>
  <inkml:trace contextRef="#ctx0" brushRef="#br0" timeOffset="4">14646 5194 7812,'0'-14'-252,"0"-1"0,0 1 1715,0 0 1,-5 4-61,0 0-611,-6 1 1,3-4-439,-7 3 0,6 4 0,-1 6 0,-1 2 82,-2 2 1,-1 4 0,0 7 0,-1 1-106,1 3 0,-1-1 0,1 7 1,0 4-87,-1 3 0,1 3 0,-1-1 0,3 4-47,2 4 1,4-1 0,6-1 0,0-2-12,0 2 0,6-4 1,4-3-1,4-4-37,5-5 1,-1-2 0,4-4 0,1 1 15,-1-1 0,-3-7 0,3-3 0,1 0 22,-1 0 0,1-5 0,2 2 0,-1-4-2,2-1 1,1-6 0,2-4-1,-1-2-3,1-3 0,0-1 0,-2-1 0,-1-4 4,-2-1 0,-5-2 0,2-4 0,-4 3-10,-4 1 1,-3 0-1,-1-5 1,-4 2-156,-3 3 0,-4-3 0,-3 3 0,-6-3 70,-7-2 1,-5 2 0,-9 3 0,-4 3 5,0 0 1,2 5 0,-3-3 0,2 3-300,3 2 1,2 1 0,3 2-1,1 3-917,2 1 1,11 2-207,-1 5 0,9 2 358,0 3 1,5-4-1,5 3 1,5-8-1460,2-5 1,3-4 2424,-1-1 0,-6-20 0,-1-4 0</inkml:trace>
  <inkml:trace contextRef="#ctx0" brushRef="#br0" timeOffset="5">16271 4964 7812,'0'-14'-215,"-1"4"0,-2 0 768,-2-1-117,0-2 777,5 5 836,0 2-1678,0 6 1,0 6-1,0 6 1,0 4-86,0 3 1,0 6 0,0 1 0,0 4-135,0 4 0,0 1 0,0-3 0,0 3-66,0 2 0,0-5 0,0 1 0,0-2-136,0-2 0,0-7 1,0-3-1,0-3-1736,0-1 880,0-7 741,0-2 1,-6-32-1,-2-6 1</inkml:trace>
  <inkml:trace contextRef="#ctx0" brushRef="#br0" timeOffset="6">16041 5683 7842,'0'-9'1649,"2"-2"-883,3-5 0,9 0 0,10-8 1,5-4 27,4-4 1,2-3 0,5-5 0,-1 4-272,1 0 0,-4 3 1,1 2-1,-2 1-251,-3 1 1,-1-1 0,-4 9 0,-3-1-118,-5-4 1,2 4 0,-2-1 0,0 1-291,2 0 0,-5-1 1,3-1-1,-4 5-1610,-6 3 0,4 3-12,-3 4 0,-4-1 763,-1 10 0,-4-1 0,-1 10 994,0 2 0,-20 23 0,-11 9 0,-1 4 0,0 0 0</inkml:trace>
  <inkml:trace contextRef="#ctx0" brushRef="#br0" timeOffset="7">16545 5309 8318,'-13'-1'1695,"3"-4"1,4 2-1156,6-7 1,6 7 0,5-2 0,7 3-96,6 2 1,3 2 0,2 1 0,-2 4-278,-3 1 1,3 1-1,-4 6 1,-1-1-150,-3 0 1,-3 2 0,-1 4 0,-3 2-65,-2 0 1,-4 10-1,-7-3 1,-4 1-125,-5 1 1,-7-2 0,-4 1-1,-1 0 8,-4-1 0,-1-3 0,-2-12 1,0-1 154,1-3 1,0 1 0,4-8 0,5-5 149,3-6 1,8-9 0,3-4-1,4 0 218,1 0 0,6-3 0,5 7 0,5 2 74,4 4 0,5 3 0,-2-1 0,1 4-61,0 3 1,-2 2-1,4 0 1,-4 2-753,-1 3 0,-2-2 0,-5 6 0,1 3-829,-1 0 0,5 3 0,0-2 0,-1-2-3015,-2-2 4221,5-5 0,1 21 0,7-1 0</inkml:trace>
  <inkml:trace contextRef="#ctx0" brushRef="#br0" timeOffset="8">17983 4763 7727,'0'-15'383,"0"6"1,0-1 0,0-1 1188,0-2 1,2 5-1002,3 3 0,-2 10 1,5 5-1,-2 2-151,-2 3 1,-3 6 0,-1 1-1,0 2-4,0 0 1,0 0-1,0 5 1,0-1-229,0 1 1,-5 0 0,1 0-1,-1-1-326,-2 1 0,6-2 1,-4-3-1,3-4-963,2-4 1,0-2-2747,0 0 658,7-6 3189,-6-1 0,-33-7 0,-16 0 0</inkml:trace>
  <inkml:trace contextRef="#ctx0" brushRef="#br0" timeOffset="9">17724 5482 7727,'-6'8'1489,"4"-2"0,-1-9 0,13-5 0,9-8-725,7-5 0,9-3 1,3-4-1,4-1-50,1 0 1,6-6 0,6-2 0,4-1-449,3-1 1,-1 7 0,-8 0 0,-5 7-415,-4 6 1,-12 3 0,-4 1 0,-6 2-2562,-4 4 280,-2 2 1,-9 9 2428,-2 3 0,-16 16 0,-5 9 0</inkml:trace>
  <inkml:trace contextRef="#ctx0" brushRef="#br0" timeOffset="10">18357 5223 8146,'-14'0'3745,"6"-6"-2871,3-4 0,10 2 0,5 0 0,4 2-273,5 2 0,4 3 1,5 1-1,1 0-354,0 0 0,-2 0 1,-1 0-1,-4 1-238,-1 4 1,-2 3-1,-5 8 1,-1 3-54,-3 5 1,-4 5 0,-7 3 0,-4 3-213,-5 2 0,-9 0-1,-5 3 1,-3-2-55,-2 2 0,0-5 1,1-3-1,0-6 26,4-7 0,-1-5 0,6-4 347,1-5 1,8-10 0,6-6 0,2-5 196,2-3 1,2-5 0,2 4-1,6 3 250,3 1 0,1 1 1,2 3-1,2 2 68,1 5 1,5 4-1,-3 1 1,1 0-325,4 0 1,-4 1-1,0 4 1,1 5-362,-1 2 1,-4 3 0,1-1 0,-3 1-802,-2-1 0,1-1 0,-3-2 0,0-1 909,-3 1 0,-57-24 0,-9-5 0</inkml:trace>
  <inkml:trace contextRef="#ctx0" brushRef="#br0" timeOffset="11">14775 6216 7991,'-5'-10'217,"-1"2"718,-2 2-227,5 1 0,-4 7 6,7 2 0,2 4 1,1 8-1,3 2 0,1 3 1,1 1 870,0 4 0,-5 6-1284,2 1 0,1 2 1,-1-3-1,0 2 1,0-2-1,-1 0 411,0 1 0,-3 3 1,-1 2-1,0-4-143,0-4 0,0 0 0,-1 2 0,-3 2-303,0-2 1,-3-2-1,4-3 1,-3-1 41,-2-2 0,4-2 1,-2 2-289,0-5-2365,4-9 0,-3-7 0,10-11-106,5-6 1,-2-10-1,1 0 2451,2-3 0,-43-40 0,12 28 0,-1 1 0</inkml:trace>
  <inkml:trace contextRef="#ctx0" brushRef="#br0" timeOffset="12">16573 6201 7959,'-6'-8'186,"3"-3"1,-7 6 0,1 1-1,-1-1 1,0 0 433,-1 2 0,3 1 0,-1 2 152,-2 0 1,-1 2 0,1 3 0,2 6 1284,-3 6-1708,6 6 1,-7 12 0,5 3 0,0 4 0,3 1 0,2 2 0,0 1 386,-2 2 0,2 2 1,8-6-1,6 0-494,7-8 1,-1-4 0,7-5 0,2-3-132,1-4 1,2-11 0,-1-4 0,1-3 35,0-2 0,0-4 1,-2-4-1,-3-6 59,-5-2 0,-8-6 0,-3-2 1,-1-5-96,-4-5 1,-2-1-1,-2-5 1,-4 2-390,-5-2 0,-4-2 0,-3-1 0,-4 0-625,-2 0 0,-1 1 0,-4 4 0,0 4-1569,4 4 1,-1 8 5,6 2 0,7 12 2466,12 8 0,26 32 0,12 15 0</inkml:trace>
  <inkml:trace contextRef="#ctx0" brushRef="#br0" timeOffset="13">18098 6216 7870,'-14'-8'369,"0"0"0,-1 5 0,1-2 1,0 2-1,-1 1 0,1 2 917,-1 0 0,-1 2 0,-1 2 1,-4 8-534,-1 5 1,2 5 0,-4 9-1,-1 2 954,-2 6-1430,4 9 1,3 3 0,7 6 0,3 1 0,5 0 0,5-2 0,5-4 54,5-4 0,14-14 0,6-7 0,5-6-229,5-8 0,2-1 0,3-7 0,1-3 78,2-5 1,0-7-1,-5-9 1,0-5 46,0-3 1,-8-2-1,-6-2 1,-6-2 91,-3-5 1,-5-4 0,-1-1-1,-7 0-330,-6-1 0,-1 0 0,-3-3 0,-7-1-390,-9 2 0,-6 1 0,-6 4 0,-2 4-279,-6 8 1,-1 4-1,0 10 1,4 7-68,0 5 0,3 5 1,4 4-1,2 7-340,3 4 1,5 4 0,9-3 0,5 1 1085,4-2 0,20-1 0,5-1 0</inkml:trace>
  <inkml:trace contextRef="#ctx0" brushRef="#br0" timeOffset="14">16602 15180 7877,'-9'9'427,"-1"-1"0,-1 0 0,-2 0 0,0 5 0,4 3 0,4 6 908,3 5 1,2 2-1,0 13 1,2 4-811,3 4 1,3 9 0,8 10-1,3 3-67,5 0 0,3 3 1,3-10-1,2 1-217,2-4 0,4-9 1,-3-8-1,2-10 346,3-11 0,2-13 0,2-6 1,3-5 68,1-5 1,5-9-1,-4-12 1,1-6-272,-1-6 1,2-9-1,-6-2 1,-7-2-201,-6-4 1,-1-1 0,-12-3 0,-1-2-51,-2-1 1,-10 0 0,-8 4 0,-12-1-105,-13-3 0,-16-2 0,15 30 0,-2 1 0,-2 1 1,-3 3-54,-2 1 1,-1 1 0,-2 0-1,0 0 1,-4 2 0,0 2-1,0 1 1,0 1-272,1 2 1,0 3-1,-36-5 1,15 16-1,4 7-272,4 7 0,11 6 1,7 10-1,14-2-1734,11-2 1,10-4-1,14-7 2299,13-6 0,3-40 0,8-12 0</inkml:trace>
  <inkml:trace contextRef="#ctx0" brushRef="#br0" timeOffset="15">14487 7467 7848,'0'-14'677,"-4"8"1,-1 6 0,2 9 0,1 7 645,2 3 0,0 7 0,0 0 1,0 4-86,0 4 1,0 1-778,0-2 1,0-1 0,0 7 0,0 1 0,0 1 0,0 2 395,0 1 1,0-1 0,0 0 0,0-2-600,0-2 1,-2-6-1,-1-9 1,-2-4-582,2-4 1,3-4 0,5-2-1352,5-5 1,2-7 0,3-6 0,1-8 249,3-5 1,-8 2 0,2-5 1423,-5-1 0,-23 4 0,-8 0 0</inkml:trace>
  <inkml:trace contextRef="#ctx0" brushRef="#br0" timeOffset="16">14401 8316 7848,'-11'10'0,"-4"0"1011,-1 1 0,7-3 844,4 1 0,5-5 0,6-1 0,9-6-249,7-7 1,5-9 0,4-7 0,4-4-510,8-4 1,0-6 0,7 2 0,-1-5-958,4-5 1,1 1 0,1-5 0,-4-1-141,-1 2 0,-4 6 0,-9 8 0,-7 4-2023,-4 5 0,-10 1 0,0 10-2313,-5 4 0,-8 7-365,2 10 4701,-4 4 0,-39 45 0,-10 9 0</inkml:trace>
  <inkml:trace contextRef="#ctx0" brushRef="#br0" timeOffset="17">15005 7928 7848,'-29'14'2666,"2"1"-824,3-1 1,13-6 0,14-3-914,10-4 0,11-5 0,-2-1 0,2 2-77,0 1 0,0 2 0,5 0 0,0 0-532,0 0 1,-7 6 0,-3 4 0,-3 4-411,-1 6 0,-3 4 1,-2 9-1,-7 6-283,-6 2 0,-11 2 1,-10 0-1,-3 1-220,-2-1 0,0-6 0,0-4 0,2-6 143,3-8 0,-2-6 0,7-13 0,3-3 450,5-7 0,5-6 0,6-11 0,1 2 542,4 1 1,0 1-1,8-1 1,3 5 376,0 3 0,6 2 0,2 1 1,3 3-395,2 6 0,-5 2 0,0 2 1,2 0-674,1 0 1,0 6-1,-2 4 1,-2 4-1177,-2 6 1,3-4-1,-5 3 1,-2-3 1323,-1-2 0,-33 7 0,-9 1 0</inkml:trace>
  <inkml:trace contextRef="#ctx0" brushRef="#br0" timeOffset="18">16760 7180 7815,'-6'-15'844,"4"6"0,-2-1 506,2-1 1,2 13 0,0 6 334,0 8-1375,0 9 1,5-3 0,0 7 0,-2 2 0,-2 1 0,-1 3-1,0 0 272,0 0 1,0 5 0,0-2-1,0 2-437,0-1 1,-1 1 0,-2-7 0,-2-1-322,2-1 1,1-9 0,2-3-1780,0-3 0,2-8-1246,2-3 0,0-3 3201,5-2 0,-18 0 0,-1 0 0</inkml:trace>
  <inkml:trace contextRef="#ctx0" brushRef="#br0" timeOffset="19">16573 8086 8497,'-14'10'0,"0"-1"1236,-1 3 1,7 0 763,3 3 1,7-2-789,8-4 1,1-2-1,13-11 1,3-4-129,5-6 1,3-10 0,5 0 0,-2-5-310,2-4 0,4-1 0,2-8 0,2-2-423,-2-1 1,4-6 0,-2-2 0,-2-3-353,-1-1 0,-8 10 0,-4 6 0,-4 5-1259,-5 9 1,-3 5-1347,-7 7 1,-6 11-1,-3 8-217,-3 14 0,-9 9 2822,-2 7 0,-17 7 0,-6 6 0,-3 6 0,0 1 0</inkml:trace>
  <inkml:trace contextRef="#ctx0" brushRef="#br0" timeOffset="20">17034 8014 7823,'-15'0'582,"1"-1"1049,0-4 1,6 2 0,4-5-650,8 1 0,4 1 0,6 3 0,2-2-408,3 2 0,-1 1 0,6 2 1,0 0-264,-2 0 1,1 2 0,-6 2-1,2 4-132,-1 0 0,-2 5 1,-2-2-1,-1 5-129,-3 4 0,1 4 0,-6-4 0,-2 3-224,-2 2 0,-7 3 0,-5 2 0,-5 2-141,-3 1 1,-5-1 0,3-8 0,-1-4 31,-4-4 0,4-4 0,-1-2 0,2-5 188,4-4 1,1-2 0,3-4-1,3-5 294,6-2 1,2-4-1,2-2 1,3-1 334,7 1 0,-1 2 0,12 2 1,-2 1 97,1 3 0,5 4 1,-2 6-1,1 0-584,-1 0 1,1 0 0,4 0-1,-3 2-602,-1 2 0,0 0 0,3 5 0,-1 1-1518,-2-2 1,-2 3 0,4-5 2071,-2 2 0,19 34 0,10 12 0</inkml:trace>
  <inkml:trace contextRef="#ctx0" brushRef="#br0" timeOffset="21">18645 7467 7724,'-9'-4'479,"-1"-1"0,0 0 0,-2 3 0,0-1 0,3-1 598,-2 0 1,-2 3 0,-2 2-190,1 4 1,0 5 0,-1 9 0,-1 5-206,-3 3 0,3 3 0,-5 6 0,2 7-74,0 8 0,0 3 0,4 1 0,3-3-217,2 3 0,4-4 0,7-2 0,4-2-174,5-6 0,9-13 0,5-4 0,5-7-55,4-2 1,5-7 0,9-5 0,2-6 44,3-7 0,2-9 0,7-7 0,1-6-109,-1-6 1,-7 1-1,-4-1 1,-4-2 376,-4-2 0,-15 5 0,-3 4 0,-8 2-385,-7 3 1,-4-1 0,-10-2 0,-6 0-92,-6-3 0,-7 5 0,-10 5 0,-6-1 0,-6-3 0,-1 6 0,-5 3 0,-3 4-183,-1 6 1,3 2-1,1 7 1,-1 0-494,2 0 1,8 2 0,9 3 0,5 3-1636,5 0 0,4 3-3120,5-6 5431,7 0 0,-5-12 0,5-1 0</inkml:trace>
  <inkml:trace contextRef="#ctx0" brushRef="#br0" timeOffset="22">12545 5496 9156,'-29'0'0,"1"0"1245,-1 0 0,6 5 0,6 1 0,9 1 348,13-1 0,4-1 0,15-5 0,2 0 1706,1 0-2621,2 0 1,4-2 0,2-1 0,2-3 0,3-2 0,2-2 0,1 1-651,0-1 0,0 2 0,0-3 0,1 3-28,-1 2 0,-2-4 0,-2 4 0,-6-1 0,-2 1 0,-7 1-805,0 5 1,-13 2-1,-2 2-1358,-5 6 1,-4 3-1,0 1-3247,0 1 5410,0-1 0,-26-19 0,-6-4 0</inkml:trace>
  <inkml:trace contextRef="#ctx0" brushRef="#br0" timeOffset="23">12962 5137 7930,'-16'-15'1474,"-1"6"-469,12-1 1,2 2-1,8-2 1,6 6-202,6 2 1,6 2 0,5 2-1,1 2 147,0 6 1,0 3-1,0 1 1,-1 1-405,1-1 1,-2 0-1,-1 1 1,-2 1-394,1 3 1,1-3 0,-2 3-1,-3-3-96,0-2 1,-7 1 0,2-1 0,-6 2 111,-4 3 0,-1-1 0,-5 4 0,-2 1 85,-3-1 0,-3 4 1,-6 6-1,-2 3 29,-3 2 0,-4-5 0,-5 3 0,0 0-396,4 3 0,-3-2 0,5-5 1,0-3-576,2-4 0,0-7 0,-1 2 0,0-4-572,0-6 1,2-2 0,5-7 0,-2 0-3376,-4 0 4634,5-7 0,-42 0 0,-16 0 0,-2-4 0,0 0 0</inkml:trace>
  <inkml:trace contextRef="#ctx0" brushRef="#br0" timeOffset="24">11394 4950 8040,'0'-15'556,"-6"1"1,-2-1 223,0 1 1,1 9 0,7 8 0,0 12 74,0 6-562,0 3 0,5 4 0,2 1 0,-1 0 0,0 0 0,-2-1 1,-3 1 170,-1 0 1,0-2 0,0-1-1,0-2-280,0 1 0,-1-4 0,-3-2 0,-2-3 63,-2-1 1,3-7 0,-3-5-134,2-6 1,1-13 0,3-13 0,-1-9-187,-2-9 0,2-6-1,8-6 1,3 0 286,0 3 1,6 3 0,-1 1 0,5 4 347,-1 3 0,6 8 0,-1 5 1,2 7-152,0 5 0,0 6 0,3 4 1,-3 6-297,-5 2 0,2 8 0,-2 6 0,-1 4-415,-2 3 1,-7 2 0,1-4 0,0 4-1034,-2 1 0,4 2 1,-4 3-1,2-1-400,0-2 1,-1-2-1,4 4 1,-2-2-1604,-1 2 3336,-1-6 0,-1 7 0,-1-4 0</inkml:trace>
  <inkml:trace contextRef="#ctx0" brushRef="#br0" timeOffset="25">11998 4806 8040,'-14'-15'0,"0"2"0,-1 4 763,1 4 1,3 4 0,-1 2-1,0 4 222,1 4 0,-1 12 1,-2 8-1,0 8-265,-1 4 0,6 4 1,1 3-1,1 5-276,4 3 0,1-3 0,4-2 0,4-3-255,9-7 0,1-6 0,8-12 0,3-7-108,5-5 0,-2-8 1,5-1-1,-1-9 43,0-7 1,4-10-1,-5-2 1,-2-4 152,-6-4 0,-1-5 0,-8 0 1,-4-2 76,-4-3 0,-5 1 0,-8 0 1,-6 0-512,-7 0 0,-4 0 0,-9-1 1,-1 4-342,-1 7 0,-5 6 0,4 14 0,2 3-853,2 6 1,7 5 0,4 9 0,5 11 49,4 9 0,5 2 1,10 5-1,5-1-1759,2 1 3060,3-5 0,44 10 0,11-6 0</inkml:trace>
  <inkml:trace contextRef="#ctx0" brushRef="#br0" timeOffset="26">12344 4892 8095,'0'-14'649,"0"4"1,0 0 2953,0-1-2308,0 5 1,6 1-1,2 10-455,0 4 0,3 9 0,-6 3 0,0 1-403,1 4 0,-4-1 1,3 1-1,-4-2-103,-1 1 0,5-2 0,0-1 0,-2 1-176,-1-1 0,-2-4 1,0 1-1,1-5-123,4-4 1,-2 1-325,7-6 0,-5-2 0,4-8 0,2-6 67,2-7 1,2-4 0,-1-7 0,2-1 60,3-4 0,-3 4 1,3-4-1,-3 4 83,-1 1 1,-1 7-1,0 3 1,1 4 94,-1 6 1,-4 2-1,-2 9 1,-2 3 114,-3 4 1,4 9 0,-2 3 0,-2 1 187,-2 4 1,4 1 0,0 0 0,0-2 24,1-1 1,-3-6 0,7 1-198,1-3 1,2-8-1,3-3 1,1-5 250,3-5 0,5-4 0,-1-9 1,2-3 13,-2-1 1,3-7 0,-3-4 0,2 1-565,-3 1 0,5-1 1,-6 2-1,2 3-709,0-1 1,-6 8 0,2 0 0,-2 5-1304,-4 0 0,9 2 1,-9 4 2162,2 4 0,0-3 0,-2 0 0</inkml:trace>
  <inkml:trace contextRef="#ctx0" brushRef="#br0" timeOffset="27">4575 2604 7949,'-10'0'0,"1"0"1083,-3 0 0,4 0 3342,-1 0-3947,6 0 1,-9 2 0,8 3 0,0 4 0,1 6-1,0 4 312,-2 5 1,0 5-628,5 4 0,0 4 0,0 4 0,0-1 0,2-3 0,3-2 135,4-3 0,6-6 0,6-4 0,6-1-25,5-3 1,8-9 0,-2-4-1,5-3 141,5-2 0,3-2 0,7-3 1,-1-4-41,1-4 0,1-1 1,2-1-1,1 2-175,-1 4 0,-2-4 0,-1 3 0,1-2-41,3-3 1,-7 6 0,0 1 0,-3 0-159,-6 0 1,-1 0 0,-2-4 0,-2 4-127,-2 2 0,-4 1 0,-8 5 1,-1 0-1,-2 0 0,-7 0 0,2 0 251,-3 0 0,-3 2 353,-3 3 29,-4-4-183,-6 6 0,-1-7-247,-4 0 1,3-7 0,-4-2 0,1-4-153,0-2 0,0-4 1,5-1-1,0-3-47,0-2 1,0-4-1,0-2 1,0 1-337,0 3 0,0 8 0,0-1 0,0 4-4945,0 2-253,0 0 5656,0-1 0,-51 33 0,-13 7 0</inkml:trace>
  <inkml:trace contextRef="#ctx0" brushRef="#br0" timeOffset="28">6316 2619 7824,'-13'-2'1083,"2"-1"1,3 0-1,1 4 557,4 7 0,3 5 0,3 3 0,4 3-1166,1 5 1,-4 3 0,6 4 0,0 2-292,-2 6 1,-2 2-1,-4 2 1,1 1-237,2-1 0,-1-5 0,-4 0 0,-1 1-1016,-4-2 1,3-9 0,-4-8 0,1-4-1624,0-2 1,-1-6 2691,1-3 0,4-4 0,-6-1 0</inkml:trace>
  <inkml:trace contextRef="#ctx0" brushRef="#br0" timeOffset="29">6114 2950 8253,'0'-15'938,"2"7"1,3 2-403,4-1 1,6 6 0,2-4-1,4 2-279,1-2 1,2 3 0,5-2 0,1 2-388,4 2 1,-4-5 0,2 0 0,-4 1-38,-5-3 0,0 6 1,1-6-1,-5 2 201,-3 1 1,-6-1-151,-1 5 1,-6 6 0,1 4 0,-6 4 548,-3 5 0,-4-1 0,4 6 0,2 2 647,1 1 1,-3-3-1,0 0 1,2 0-566,2-2 1,5-1 0,3-7 0,1-1-159,3-3 0,7-4 0,1-6 0,-2 0-48,-1 0 1,-1-8 0,-1-5 0,-1-4-179,-4-1 1,-1-3 0,-4 0 0,0 1-509,0-1 0,-3 0 0,-1 4 0,-1-3-1589,-4 3 1,2 1-1,-5 1-1137,1 1 0,3 8 3103,4 6 0,38 64 0,-14-21 0,0 0 0</inkml:trace>
  <inkml:trace contextRef="#ctx0" brushRef="#br0" timeOffset="30">6819 3065 7520,'0'14'2878,"0"0"-1006,0 1 0,0-1-665,0 1 0,0-6-658,0 1 0,0-9 1,0-1-1,0-9 9,0-9 1,7-6 0,2-8 0,4-3-129,1-2 0,5-1 0,2-5 0,2 0-122,2-1 1,4 8-1,3 4 1,2 5-78,-2 3 0,-4 12 0,-4 3 0,-5 7-116,-3 7 1,-8 5-1,-3 7 1,-3 4 126,-2 1 1,-7 2 0,-2 5 0,-6 0-181,-4 0 0,-2-7 1,-4-3-1,1-3-616,-2-1 0,-1-3 0,0-2 0,1-5-583,2-4 1,7-2 0,-2-6-1,4-5-4690,6-6 5827,-4-8 0,-8-41 0,6 25 0,0 0 0</inkml:trace>
  <inkml:trace contextRef="#ctx0" brushRef="#br0" timeOffset="31">21292 6201 7866,'10'-8'6685,"0"4"-5765,-7 2 0,2 2 1,-10 0-409,-5 0 1,1 0 0,-4 0-1,-5 2-95,-3 2 1,-4 0-1,-10 5 1,-9 2-129,-7 2 0,-9 6 0,-4 0 0,-2 1-184,-3 0 0,-1-4 1,0 2-1,4-5-95,9-4 0,13-5 0,16 0-238,7-2 0,11-4 0,7-2 0,8-6-2141,9-3 0,7-1 0,9-1 2369,4 1 0,16-13 0,9-4 0</inkml:trace>
  <inkml:trace contextRef="#ctx0" brushRef="#br0" timeOffset="32">20803 5942 8051,'0'-19'947,"0"0"1,0 0-172,0 4 0,-1 7 0,-4 4 0,-5 2-246,-3 2 1,-1 6 0,-2 4 0,-2 4-182,-1 6 1,-6-3 0,1 7 0,-5 2-66,-5 1 0,2 6 0,-8 3 1,-3 0-21,-3 4 0,-2-3 1,5 2-1,1 0-27,4 3 1,0 0 0,9-4-1,8-6-65,8-6 1,8-4-1,12-5 1,7 3-123,9-3 1,5 4 0,6-2-1,4 0 124,4 2 0,-1-3 1,-1 4-1,-3-1 35,-2-3 0,4-1 1,-6 1-1,-2 1-245,-6-2 1,-4 4 0,-7-2 0,-1-1-360,-3-2 0,1-2 0,-6 1 1,-2-1-1353,-2 1 1,-1-1 0,0 0 1746,0 1 0,-25-52 0,-7-13 0</inkml:trace>
  <inkml:trace contextRef="#ctx0" brushRef="#br0" timeOffset="33">22227 5870 7897,'0'-14'162,"0"0"0,0-1 1099,0 1 734,0 6-788,0 1-767,0 20 1,0-2 0,0 15-1,0 3 1,0 4 0,0 4-1,0 3 298,0 2 1,-4 6 0,-1 0-1,0 0-433,-1 1 1,4-4 0,-4 3 0,1-3-206,0-2 1,-4-5 0,4-1-1,2-2-364,1-3 1,2-8 0,0-5 0,0-3-1271,0-1 0,0-9 589,0-6 0,0-6 0,0-10 0,2-4 132,2-4 0,-2-3 0,3-2 0,-4-1 813,-1-3 0,0-36 0,0 27 0,0 1 0</inkml:trace>
  <inkml:trace contextRef="#ctx0" brushRef="#br0" timeOffset="34">22616 5655 7890,'-6'-15'409,"4"6"1,-4 1 0,1 0 2055,0 0-1899,0 4-74,5-2 0,0 8 1,2 2-1,1 6 95,2 3 0,0-4 0,-5 1 0,0 1-315,0 2 0,0-3 0,0-1 0,-2 2-51,-3 2 1,4 2-1,-6-1-41,1 0 1,4 1-1,-3-1 1,4 0-201,1 1 0,-5-1 0,0 1 0,2 1-309,1 3 0,2-3 0,0 3-436,0-3 1,0-2 317,0 1 0,0-6 303,0 1 295,0-7-173,0-9 0,0 1 1,0-9-141,0 1 0,-4 5 1,-1-2 59,2-1 0,1 3 449,2-2 0,0 1-27,0-6 0,-5 6-352,0-1 1,1 5-1070,4-4 1,-5 4-645,0-5 1,0 6 384,5-6 1,0 5 1359,0-4 0,0-1 0,0-4 0</inkml:trace>
  <inkml:trace contextRef="#ctx0" brushRef="#br0" timeOffset="35">22645 5640 7890,'-2'-14'406,"-3"-1"574,-4 1 0,2 4 1661,3 1 226,2-1-2285,2 2 1,-2 2-1,-1 7 1,-3 4-226,-2 5 0,-2 3 0,-4 3 0,1 1-170,3 2 0,-2 7 0,4-4 0,-2 2-215,0 0 1,7-5 0,-2 4 0,4-1-201,1 1 1,1-6-1,3 2 1,2-3-85,2-1 0,0-1 0,3 1 0,-1-1 305,1 0 0,-3-4 0,2 0 399,1 1 0,-5-3 692,-1 1 0,-3 1-734,-2 4 1,-2-4-1,-3-2 1,-4 0-498,-4 0 0,-2-3 0,1 3 0,0-2-647,-1-3 1,1 0 0,-1 1 0,1 0-2077,0 0 1,6-4 1406,3-5 0,10-3 1463,4-7 0,19-12 0,8-5 0,3-3 0,1 0 0</inkml:trace>
  <inkml:trace contextRef="#ctx0" brushRef="#br0" timeOffset="36">22947 5597 7890,'0'-14'1403,"-2"6"0,-1 4-517,-2 8 0,0 5 0,4 12 0,-2 6-662,-2 5 0,-6 8 0,1-2 0,-3 4-509,-1 1 1,4-1-1,2-4 1,0-4-570,0-4 0,4-8 0,-6-4 854,-1-7 0,-28-62 0,16 15 0,0 0 0</inkml:trace>
  <inkml:trace contextRef="#ctx0" brushRef="#br0" timeOffset="37">22717 5770 7890,'0'-15'832,"0"1"0,1 1 0,4 4 0,6 4-115,7 3 1,-1-3 0,7 1-1,2 0-846,1 3 0,3 1 1,2 0-1,4 0-904,0 0 1,-2 0 1032,4 0 0,13 44 0,9 12 0</inkml:trace>
  <inkml:trace contextRef="#ctx0" brushRef="#br0" timeOffset="38">23522 6288 7841,'-14'1'1532,"0"4"1,-1-3-849,1 2 0,6-4 0,3-4-181,3-6 1,4-9 0,3-7 0,6-6-6,7-6 1,-1 1 0,7-1-1,2-1-38,1 3 0,-3 0 1,0 8-1,0 1-457,-2 3 1,4 3-1,-7 8 1,0 3-714,2 6 0,-5 2 0,3 2 0,-5 2-1003,-4 2 1,1 9 0,-6 8 1712,-2 1 0,-8 28 0,-3 11 0</inkml:trace>
  <inkml:trace contextRef="#ctx0" brushRef="#br0" timeOffset="39">23911 6029 7841,'-15'0'1405,"1"1"0,1 4-792,4 5 1,2 2-1,7 4 1,-1 4 155,-4 4 0,3 3 1,-3 2-1,4-1-305,1 1 1,5 0 0,1-2 0,2-3-284,3-5 0,2-9 0,1-5 1,1-4-120,-1-1 0,1-1 0,-3-4 0,-2-5-58,-5-3 0,1-7 1,-1-3-1,-4-1-7,-4 0 0,-5 2 1,-8-4-1,-1 2-659,-2-1 0,-5-1 0,4 2 0,3 5-1885,1 3 0,6 2 2547,1-1 0,44 58 0,6 15 0</inkml:trace>
  <inkml:trace contextRef="#ctx0" brushRef="#br0" timeOffset="40">24213 6086 11427,'-15'0'2711,"7"7"-1976,4 2 1,2 4 0,2 1-469,0 1 1,0-1 0,0 1 0,0-1-95,0 0 0,2 1 1,1-1-75,2 0 0,6-4 1,-2-2-195,4-2 0,2-1 0,-1-5-101,0 0 0,-4 0 1,0 0-27,1 0 0,-3 0 0,1 0 135,3 0 1,-4 0 0,0 2-124,-2 3 0,5-4 199,-1 4 1,3-3 0,1-2 46,0 0 1,-4 0 0,-1 0 0,3 0-23,0 0 0,8 0 0,0-2 1,1-1-213,0-2 0,-2-5 0,-3 4-427,3-2 0,-3-2 0,3-2 0,-4 1-849,-6 1 0,-2 0 1474,-7-4 0,-58-39 0,22 22 0,0 0 0</inkml:trace>
  <inkml:trace contextRef="#ctx0" brushRef="#br0" timeOffset="41">21033 4878 8308,'-9'-5'834,"-1"0"1,5-5-2,-4 6 1,4-6-559,-5 5 1,6 0-1,-6 5 1,-1 0-1,-2 0 1,-3 0-1,-3 2 1,-4 3-1,0 6 185,-1 7 1,-7 4 0,-6 8 0,-1 2-310,0 2 0,1 6 1,-1-2-1,4 2 12,4-1 1,7 1 0,6-7-1,5-1-72,8-2 0,2-7 1,4-2-1,4-2 1,8 0 1,2 2-1,8-4 1,2 3 123,1-3 0,2-2 0,0-4 1,-2-2-84,-3 3 1,3-1 0,-3 0 0,2-2-240,-2 3 1,-4-4-1,-5 0 1,-2 0-176,-4 0 1,2 1 0,-6 6-936,-2-1 0,4-4 0,-3-1-3398,0 2 4614,4-4 0,-26-39 0,0-16 0</inkml:trace>
  <inkml:trace contextRef="#ctx0" brushRef="#br0" timeOffset="42">20760 5338 7655,'-14'0'1286,"6"0"0,9 0 0,12 0 1,6 0-460,4 0 0,5 0 0,8 0 0,0 0-112,4 0 0,0-5 0,2-1 0,-1-1-318,4 1 1,0-5 0,-5 1 0,-2-1-393,2 1 0,-5-2 1,-1 4-1,-5-2-377,-5 1 1,-4 5 0,-5 0 0,-1 2-1287,1 2 0,-6 0 0,1 0-3328,1 0 4986,-5 0 0,-6 19 0,-8 5 0</inkml:trace>
  <inkml:trace contextRef="#ctx0" brushRef="#br0" timeOffset="43">22486 4719 7945,'-19'0'246,"0"0"1,-5 0 0,5 2 0,1 1 0,1 5 0,-1 3 0,-3 7 0,1 3 566,-1 4 0,-3 10 0,5 9 0,1 7-407,2 5 1,2 6-1,1-1 1,3-5-70,6-7 1,13-7 0,7-7 0,6-9-214,9-9 0,-1-6 0,9-11 0,-1 0 94,-1 0 1,4-11 0,-4-5 0,0-5 38,-4-4 1,-2-2-1,-4-2 1,-3-1 118,-5-4 1,-5 4-1,-4-4 1,-5 2-135,-4-2 0,-7 4 0,-5-3 0,-5 4-526,-3 5 0,-7-2 0,1 7 0,-6 3-1020,-2 5 0,-1 4 0,7 7 1,1 2 196,2 3 1,8-2 0,0 7 0,7 1 1106,2 2 0,22 20 0,9 6 0</inkml:trace>
  <inkml:trace contextRef="#ctx0" brushRef="#br0" timeOffset="44">22961 4187 7945,'-14'-13'143,"-1"4"654,1 4 1,0 5 0,1 5-31,3 4 0,-1 10 1,6 5-1,2 4-325,1 0 0,-2 7 1,-1 4-1,0 1-195,-1-2 1,3 4 0,-7-4 0,0 4-576,2 1 0,0-6 0,5-5 1,-3-5-872,-2-3 1,5-7-1,-4 3-1118,1-4 2317,-2-9 0,-19-45 0,-4-18 0</inkml:trace>
  <inkml:trace contextRef="#ctx0" brushRef="#br0" timeOffset="45">22760 4504 7945,'9'-15'0,"-1"1"-67,-1-1 1,4 3 0,-1 0 0,2 3 734,3-2 1,-1 4-1,0 1 1,2 1-678,4 0 1,-4 0 0,3 5-1,-3 0-1523,-2 0 1532,1 0 0,-20 20 0,-5 4 0</inkml:trace>
  <inkml:trace contextRef="#ctx0" brushRef="#br0" timeOffset="46">23235 4216 7945,'-15'-5'1139,"1"0"0,1 2-256,3 8 0,4 3 0,6 6 1,0 2-399,0 3 1,0 4-1,0 4 1,0-2-279,0-1 1,-5 5 0,-1 5 0,-1-2-81,1-2 0,-4-3 0,4-1 0,0-4 115,-1-1 0,1-7-512,1-4 0,5-7 0,-2 0 267,6-6 1,7-5 0,-2-6-1,4 1 205,2 3 0,-6-2 0,1 4 0,1-2 27,2 0 1,-4 7-1,-1-3 1,0 1-142,0 0 0,-3 1-662,5 4 1,-5 0 0,3 1-1334,-2 4 1,-1-2 1906,-5 7 0,-13 31 0,-3 14 0</inkml:trace>
  <inkml:trace contextRef="#ctx0" brushRef="#br0" timeOffset="47">23868 4604 7912,'-15'0'532,"1"0"145,-1 0 1,1-1 0,1-4-255,4-5 0,2-3 0,7-3 1,2-3-133,3-5 0,3-8 0,6-3 0,2 0 172,3 0 1,-1 1-1,6 7 1,0 1-61,-2 3 1,4 7 0,-7 0-1,-2 6-374,-1 4 0,-1 1 1,-1 5-1,1 0-490,-1 0 1,-4 6 0,-1 5-1,1 5-543,-2 4 1,3 3-1,-5-3 1,1-1 1003,-1 2 0,25-5 0,0 4 0</inkml:trace>
  <inkml:trace contextRef="#ctx0" brushRef="#br0" timeOffset="48">24270 4374 7912,'-14'0'146,"4"2"0,1 1 0,-2 3 749,-2 2 0,-2 2 1,1 4-1,0 1-198,-1-1 0,3 7 1,0 1-1,4 2-193,2 0 1,1-2 0,5 2 0,2-4-129,3-4 1,7-8-1,9-4 1,1-2-133,4-2 1,-4-6-1,2-4 1,0-4-137,-1-6 1,-2 0 0,-9-6-1,0 2-383,-3-1 1,-6 2 0,2 1-1,-3 1-711,-2 3 1,-2 2-1,-3 2 1,-4 1-1493,-4 4 0,-1 2 2478,-1 7 0,-12 45 0,-3 11 0</inkml:trace>
  <inkml:trace contextRef="#ctx0" brushRef="#br0" timeOffset="49">24587 4403 7902,'-6'-8'1514,"-4"3"1,2 3-1,0 4-520,2 3 1,1 3 0,5 8 0,0 1-451,0 3 1,0 4 0,0-5 0,0 0-401,0 2 1,0-4 0,0 6 0,0-3-50,0-2 1,5-7-1,1-1 1,2-1-186,3-1 1,-3 0 0,2-4 0,1 0-197,2 0 1,-4-3 0,1-1 0,1 0-67,2 0 0,-4-1 0,1-3 19,1 0 0,2-1 0,1 5 126,1 0 1,-6 0-1,1 0 78,1 0 1,2 0-1,1 0 316,1 0 1,-1 0 0,0 0 77,1 0 0,-1 5 0,1-1 0,-1 0-141,0-3 1,2 1 0,2 1-1,1 2-145,-1-2 1,3-1 0,-1-2 0,3-2-496,2-3 1,-2-3 0,-1-8-1,0-1-902,1-3 0,-6-5 1418,3 1 0,-11 9 0,-2 3 0</inkml:trace>
  <inkml:trace contextRef="#ctx0" brushRef="#br0" timeOffset="50">21048 7367 7864,'-7'-8'361,"4"-3"1,-6 4 730,-3-1 1,4 3-417,-1-4 1,4 6 0,-3-4 0,0 1-1,0-2 1,-3-2 250,-2 1 0,-1 5 0,-1 0 0,-1 2-552,-3 2 0,2 0 0,-7 2 1,-2 2-232,-1 6 1,-8 3 0,-2 1 0,-2 1-136,1-1 1,6 0 0,0 1-1,5-1-576,3 1 1,8-1-781,2 0 1,12-6 0,13-3 0,7-3 1346,6-2 0,48-19 0,-30 7 0,0 0 0</inkml:trace>
  <inkml:trace contextRef="#ctx0" brushRef="#br0" timeOffset="51">20976 6993 7864,'-7'-15'-32,"4"6"1,-6 1 548,-3 1 0,0 3 0,-3 5 0,1 4 25,-1 4 0,-4 6 0,-1 4 0,-1 5-134,0 3 1,-6 4 0,0 2 0,-5 6-60,0 2 1,1 2-1,1 2 1,-2 1-46,-2 2 0,2 0 1,8-6-1,7-4-57,6-4 1,4-4 0,7-1 0,2-2-106,3-3 0,9-3 1,12-7-1,4 2-140,4 3 0,4-3 0,-3 4 0,0-4-48,0-2 1,1 0-1,-4 1 1,1-1-402,-1 1 0,-8-1 1,-5 0-1,-1 1-543,1-1 0,-8-4 0,4-2 1,-3-2-2213,1-3 3202,-5-1 0,-1-15 0,-7-3 0</inkml:trace>
  <inkml:trace contextRef="#ctx0" brushRef="#br0" timeOffset="52">21839 7611 7818,'-10'-12'365,"1"2"0,1-3 1019,-2 4-920,4-4 0,12 0 0,5 2 1,7 3-1,6 1 0,3 4 0,2 2 995,0 1 0,0 0-1264,-1 0 0,-4 6 1,-1 5-1,-3 5 0,-4 7 1,-4 2-99,-8 6 0,-2 5 0,-4-1 0,-2 2-94,-6 3 1,-9 2 0,-5-1-1,-3-2-224,-2-6 0,-5-2 0,1-4 1,2-3 136,6-5 1,-1-9 0,9-7 152,4-6 1,5-10 0,11-6 0,5-1 14,6 0 1,9 4 0,-2-3 0,1 3 26,4 1 0,-4 6 1,2 1-1,0 1-274,-2 4 0,1 1 0,-6 2 0,1 2-885,-5 3 0,1-2 0,-4 5 1,1 0-2671,-2 0 3718,4-5 0,-24-22 0,1-13 0</inkml:trace>
  <inkml:trace contextRef="#ctx0" brushRef="#br0" timeOffset="53">22371 7122 8233,'-14'0'1885,"4"0"-936,1 0 1,4 0 0,-1 0-317,4 0 1,5-1 0,12-3-379,-1 0 1,0-6 0,1 4 0,1-1 28,3 1 0,-3-1 0,3 4 0,-1-2 34,1 2 0,-3 2 0,3 1-226,-3 0 0,-3 6 0,-4 4 0,-4 2-330,-3 3 0,-2 4 0,-2 0 0,-3 0-764,-4 2 0,1-3 1,-2 4-1,1-1-775,1-4 0,0-1-762,3-1 2539,3-7 0,34-53 0,16-19 0</inkml:trace>
  <inkml:trace contextRef="#ctx0" brushRef="#br0" timeOffset="54">22745 7036 7818,'0'-15'858,"0"6"191,0-1 0,-1 9 1,-2 1-442,-2 8 0,-6 11 0,3 5 0,-2 3-248,0 2 1,6 0-1,-4-2 1,1-2-70,4-1 0,1-6 1,4-1-81,3-5 1,3-6 0,8-8 0,1-4 61,3-8 0,4-12 0,-5-9 0,0-2-192,2-3 0,-5-1 0,3-3 0,-5 1-331,-4 0 1,1 0-1,-6 0 1,-2 1-692,-1 4 1,2 3-1,1 8-352,-2 3 1,-1 11 0,-2 14-1734,0 12 3026,0 8 0,0 23 0,0 11 0,0 3 0,0 1 0</inkml:trace>
  <inkml:trace contextRef="#ctx0" brushRef="#br0" timeOffset="55">23364 7611 7799,'-5'10'0,"-1"-2"818,-2-2 1,3-1-67,-5-5 1,7-6-1,-2-5 1,4-7-30,1-6 1,6-5 0,4-3-1,3-3-178,1-2 0,2 4 0,2-4 1,2 2-106,3 3 1,-4-2 0,3 4 0,1 4-357,-1 4 0,-4 3 0,2 6 0,0 3-706,-1 6 0,-5 2 0,-4 4 0,1 2-1158,2 6 0,0 9 0,-2 3 1780,-2 1 0,33 36 0,-15-28 0,0 0 0</inkml:trace>
  <inkml:trace contextRef="#ctx0" brushRef="#br0" timeOffset="56">23853 7338 7790,'-14'6'520,"-1"4"1,1-2-1,0 2 1,-1 1 358,1 2 1,-1 3-1,1 1 1,0 4-298,-1 1 0,6 2 0,1 5 0,1 0-232,4 0 1,2-2-1,4-3 1,5-5-55,6-3 0,10-8 0,0-3 0,3-5-27,2-5 0,0-9 0,0-10 1,-1-4-167,1 0 1,-7-1 0,-2 0 0,-4-1 87,-2-4 0,-6 4 1,-3-4-1,-4 4-283,-1 1 1,-8 5-1,-4 2 1,-8 1-1232,-2 3 0,0 9 0,-4 4 1,4 3-1076,1 2 0,3 8 2398,9 7 0,-4 63 0,9-28 0,0 1 0</inkml:trace>
  <inkml:trace contextRef="#ctx0" brushRef="#br0" timeOffset="57">24141 7424 7781,'8'-6'628,"3"3"0,-4-5 1322,0 1 0,-2 3-767,5 4 0,-5 0-701,4 0 0,-1 1 1,2 4-1,-4 6 175,1 7 1,-6-1 0,4 6-1,-3-1-381,-2 0 0,0-2 0,0 4 0,0 0-97,0-2 1,0 4-1,1-7-175,4-2 0,5-2 1,7-6-134,2-4 1,2-5 0,-3-6-1,3-7-97,1-5 0,-3-7 0,3 2 0,-1-1-120,-3 0 1,-4 7-1,-3-2 1,-1 4-203,1 6 1,-3-3 532,2 8 0,-7 5 1,3 9-1,-1 3 272,0 1 1,1-4 0,-1-1 0,3 2 149,0 2 1,5-3 0,-3-2-1,2-2-75,3-3 0,-1 4 0,2-2 0,2-2-302,1-2 0,5-2 0,-3-4 0,1-5-193,4-2 0,-1-3 0,1 1 0,-2-1-594,1 1 1,2-5 0,2 0 0,0 1-1651,0 2 0,1-5 2407,4-3 0,-10 10 0,3 1 0</inkml:trace>
  <inkml:trace contextRef="#ctx0" brushRef="#br0" timeOffset="58">4949 3108 8044,'-50'0'555,"6"0"0,-1 0 1,10 0-1,12-3 0,10-7 1,9-9-1,5-10 1665,9-9 0,7-4 0,19-15 0,7-9-1594,-18 30 0,1-1 0,4-4 0,2 0 0,2-4 0,1 0 0,2 0 0,1-1 709,2 1 1,2 1-1344,0 0 1,0 0-1,2-1 1,-1-1 0,0-1-1,0 1 1,-1 0 0,1 1-1,-2 1 1,-1 2-1,-3 3 1,0 2 0,-5 5-1,0 2-1002,20-19 1,-13 2-1635,-10 14 1,-17 12-1,-18 14 2644,-16 14 0,-6-1 0,-5 13 0,3 1 0</inkml:trace>
  <inkml:trace contextRef="#ctx0" brushRef="#br0" timeOffset="59">5107 1655 8044,'-29'0'1024,"9"1"0,5 4 0,9 5 1161,4 2 1,10 9 0,8 5 0,13 7-1157,12 11 0,11 7 0,-22-21 0,0 2 0,2 1 0,-1 1-700,-1 1 1,0 1 0,0-1 0,0 1-1,-2 0 1,1 0 0,1 0 0,-1 0-369,3 0 0,-1 0 0,-2-1 1,-1 1-1,1-2 0,-2 0 0,20 32-332,-8-2 0,-11-7 0,0-5 0,-2-4-1709,-4-7 0,-6-11 2080,-6-10 0,0-11 0,4-2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0:05:36.17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24903 6345 7867,'-1'-14'0,"-4"-1"0,-5 1 0,-1-5 0,0 1 0,1 4 215,-1 3 0,-2 1 1,-2-4-1,-3 1 733,-1 3 0,-7 4-746,2 6 0,-3 0 1,-2 0-1,0 0 1,1 0-1,-3 0 1,-1 0-1,-1 2 1,-1 2-1,-1 8 87,-3 5 0,-4 1 0,-3 6 1,-1 3-177,-2 5 1,-10 3-1,4 5 1,1-2 25,2 2 0,2 7 1,2 2-1,-1 2 32,2 4 0,6-1 0,3 0 1,2-1 55,3 2 1,3 4 0,7 0 0,6-3-21,5 0 1,8-5 0,-2 2 0,5-1-85,5 0 0,11-3 0,11-6 0,8-1-182,7-4 1,2 2 0,12-6 0,2-2 50,6-2 1,12-3 0,-33-13 0,1-2 0,3-1 0,2-1 70,2-2 1,2 0-1,-1 1 1,1-1-1,3-3 1,2-2-1,0 1 1,0 0-58,0-1 1,1-1-1,2 0 1,-1-1-1,0 1 1,-1-1 0,-2 2-1,1-1 94,-2 0 1,0-1 0,-4 1-1,0-2 1,2 0 0,0-2 0,0 1-1,-1-1-49,0 0 0,0-1 1,-1-2-1,-2-1 1,-7 2-1,-1-1 1,-1-1-1,0-1-22,35-8 0,1-5 0,-5-4 0,-7-3 35,-4-2 0,-10-2 0,-3-2 0,-5-6 33,-4-2 0,-6-7 0,-10-2 0,-9-2 132,-7-8 0,-6-5 0,-2-10 0,-6-5-100,1 37 0,-2 1 1,-5 1-1,-1-1 1,-5-4-1,-1-1 0,0 2 1,-1 1-82,0 0 0,-1 1 0,-3 4 1,-2 3-1,-30-21 0,24 32 1,-1 2 35,-3 2 1,-1 2 0,-6-1-1,-2 1 1,-2 4 0,-1 2 0,0 1-1,0 3-96,0 2 0,-1 1 1,0 2-1,1 2 1,-2 1-1,1 2 1,1-1-1,1 0-279,2 0 1,0 0 0,4 0 0,1 1 0,-26 4-1,8 3-859,9 0 0,6 5 1,15-4-2532,7 4 3681,10 2 0,12-1 0,8 0 0</inkml:trace>
  <inkml:trace contextRef="#ctx0" brushRef="#br0" timeOffset="1">25810 7741 7912,'-7'8'-200,"-2"-3"1,1-2 319,-2 2 0,7-2 6,-2 6 0,4-4 0,1 5 0,0 1 0,0 2 0,0 1 0,0 1 0,0 1 124,0 3 0,0-2 0,0 6 0,0-1-154,0 0 1,0-2 0,0 4 0,0 3-60,0 5 1,1-2 0,2 4 0,2-4-38,-2-1 0,4 1 0,-2 2 62,-2 2-46,5-1 1,-5-4 0,5 0 0,0 0-11,0-1 1,-3 1-1,3 0 1,0 0 24,0 0 0,0 1 0,3 2 0,-3 2-9,-2-3 1,-1 5 0,-5-1 0,0 2 15,0 3 1,0 1 0,-1 2 0,-4 0 20,-5 1 0,-3 0 0,1 3 1,0 1-43,3-2 0,-1-6 0,-3-2 1,2 2-20,2 2 0,1 0 1,-4-3-1,4 0-19,2 1 0,-4-2 1,4 2-1,0 0 83,-1-5 1,2 0-1,4-4 1,-2-4-14,-2 0 0,0-1 0,7-1 1,2-2-20,6-2 0,-2 3 1,2-4-1,1 3-55,2 2 1,-1 2 0,0 2 0,-3 2-31,2 2 1,-4-1 0,-1 5 0,-1 0 31,0-1 1,0-2 0,-4 3 0,2 0 14,2-1 0,0-4 1,-3 2-1,2-2 12,6 1 0,-4-2 0,1 4 1,-2-1-16,-1-1 1,3 7 0,-4-3-1,2 1 5,-2 1 1,-1-6 0,-2 4 0,0 0 44,0-1 0,-2-2 1,-1 3-1,-4 0-24,-1-1 0,4-2 1,-4 3-1,1-2 36,4-3 0,-3-2 0,1-1 1,2 0-41,1 0 0,7-1 0,1 1 0,1 0-22,-1 0 0,0-4 0,-2 2 0,0 4 10,0-1 1,-3 1 0,-1-1 0,0 3 50,0 6 0,0 2 0,2 1 1,1-2 45,2-2 1,1-4 0,-1 3 0,4-2-111,4-3 0,2-2 0,-1-1 0,0 0 2,1-1 0,-1 0 0,2-4 0,0-5 101,-1-3 1,4 3 0,-6 0 0,4-1 129,1-2 0,-2-3 0,-2-4-26,0-4 1,1-3 0,-1-2 99,1 0 0,-1-7 1,0-2-1,1-4 24,-1-2 0,1-7 1,-3-5-1,0-7 25,-3-3 0,1-1 1,4-7-1,-1-1 8,-4-2 1,4-5-1,-5 4 1,2-1-749,-1 1 1,-5 2 0,0 9 0,-2 4-776,-2 4 0,-3 14 0,-7 6 1,-9 10 54,-6 10 0,-6 8 0,-2 15 0,-6 5 798,-2 4 0,1 0 0,-2-4 0,-3-4 509,1-4 1,-3-3 0,-1-3-1,-4-5 430,-4-3 1,-4-8-1,0-3 1,-1-7 376,5-7 1,0-9 0,10-15 0,4-9-919,7-9 1,13-10 0,7-17-79,10 36 0,4-2 0,15-31 0,9-7 0,-7 22 0,0-1 0,0 1 0</inkml:trace>
  <inkml:trace contextRef="#ctx0" brushRef="#br0" timeOffset="2">26213 7755 7818,'-20'2'130,"1"3"0,2 3 0,1 1 0,3 1 0,3 1 0,6 2 214,2 1 0,2 1 1,2-1-1,2 0 177,6 1-455,9-1 0,-3 1 0,3 1 1,-3 1-1,-1 4 0,-1 1 0,0 4 52,1 1 0,1 2 0,1 0 0,3 1-199,-3 4 1,1-4-1,-1 5 1,2 0 67,-1 4 0,0-4 1,-1 0-1,4-1-39,1-1 0,-2 1 1,4-6-1,1 1-25,2 0 1,0-2-1,-1-1 1,-2-1 153,2 6 1,-6-3 0,1 6 0,-2-4 135,1-1 1,5 0-1,-1 0 1,3 0-163,2-1 0,-2 1 1,-1 0-1,-2 1-96,1 4 0,-4-4 0,-2 4 0,-3-2-10,-1 1 1,-6 4 0,-1 6 0,-1 0 89,-4 1 1,-2 0-1,-1 3 1,0 1 4,0-2 1,2-1 0,3-4 0,4-2-2,4-6 1,3 2-1,3-1 1,4-2-5,-1-2 0,7-6 1,-2-1-1,7-1-21,2 1 0,-2-4 0,4 3 0,1 0-54,-2 1 0,4-4 0,-4 5 0,0 0-58,-4-2 1,-2 6-1,-4-6 1,-2 3 77,-1 4 1,-6-8 0,1 8-1,-3-2 113,-2 0 1,1 2-1,-1 0 1,1 0 6,-1-1 1,0-4 0,1 0 0,-1 0-51,1-1 1,-1-3-1,0-5 1,1-1-55,-1 1 0,5-1 0,2-1 1,0-2-78,0-1 1,3-7-1,-4 3 1,3-1 2,2 0 0,1 0 0,-1-5 1,-2 0-220,-2 0 1,-2 0 0,-5 0 0,-1 1-351,-3 4 0,-4 3 0,-6 6 1,-2 1 232,-2-1 0,-6 2 0,-9 2 0,-5 1 350,-3-2 0,-4-1 0,-1-1 0,-1-2 191,1-4 0,-3-1 1,1-5-1,0 2 576,-1-2 1,3-3 0,-4-4 0,-1-6-11,0-3 1,-6-3 0,-7-1-1,1-4-424,-1-2 1,2-5 0,5-8 0,0-2-569,0-7 0,0 2 0,1-6 299,4-1 0,1 3 0,-7-12 0,0-1 0,9 9 0,0 1 0,-1 0 0,1-1 0</inkml:trace>
  <inkml:trace contextRef="#ctx0" brushRef="#br0" timeOffset="3">26400 7021 7818,'0'-22'199,"0"3"1,0 3 0,0 2 0,1-1 0,6 2 0,7 2 0,10 3 0,6 2 397,4 3 1,6 1-1,0 4 1,6 4-550,7 8 1,0 7-1,1 8 1,2 0-567,-2-1 373,1-5 0,7 4 0,4-3 1,1 2-1,3-2 0,-3-4 0,0 1-64,-1 3 0,-4 0 0,4 3 0,-2 4 229,-4-1 0,-7 7 0,-5 1 0,-3 5 207,-2 5 1,0-3-1,-1 5 1,-2-1 70,-2 4 0,-1 3 0,3 3 0,-2 2-237,2 1 0,-5 2 0,-1-3 0,-4 3-77,-1 1 0,5 2 0,1 4 0,0-2 53,0-2 1,0-5 0,-1 5 0,3 0 18,-1-1 0,4 3 0,-6-5 1,0 1 162,1 4 1,0 0 0,5-2 0,-2-5-86,2-3 1,2 0-1,1 4 1,-2 2-100,-2 1 1,1 4-1,-5-4 1,2 1-19,3 0 1,-18-32 0,0 0 0,1 1 0,-1 0 0,20 30-65,-1-5 1,6-4-1,2 1 1,1-2 52,-1-4 0,4-7 0,-3-6 0,-1 1 96,1 1 0,4 2 0,-3-1 0,0-2 28,-3-2 0,4-6 0,0 3 0,3-3-71,-3-3 1,4 1 0,-3-10-1,3-4-18,2-5 1,-2 0 0,-4-6-1,-4 0-134,-3 1 0,-8-4 0,-4 4 1,-2-1-125,-3 0 1,-5 4 0,-6-2 0,-4-1-613,-3 0 570,-7 5 493,3-9 1,-7 6 196,-4-3 0,2-2 0,-7 7-250,-1 1 1,3 0-1,0 0 117,2-1 0,-1-7-69,2 2-329,4-4 1,-6-2 0,6-4-1,-4-5 170,-4-2 0,-4-3 1,-3-1-1,-5-3 43,-8-5 0,-8 2 1,-11-2-1,-6-2-131,-7-1 0,-12-2 0,30 14 0,-2 0 0,-4-1 0,-1 1-173,-4 1 1,-1 0 0,-1-3 0,0 2 0,1 3 0,1 1 0,4 0 0,1 0-1111,5 1 0,0 1 0,-32-12 1301,13 2 0,9-4 0,16 9 0,3 3 0</inkml:trace>
  <inkml:trace contextRef="#ctx0" brushRef="#br0" timeOffset="4">26659 6849 7792,'-47'22'60,"6"5"1,9 5-1,11 0 1,10-1-1,8-4 1,9-2 155,13-1 1,12-6-1,18 1 1,9-3 56,7-1 0,12-7 0,-36-5 1,1 0-1,2-1 0,2 1 102,1-1 1,1 1-386,8 2 1,0 1-1,-3-5 1,0 1 0,3 2-1,1 2 1,-1-1 0,-1 1-1,-2 0 1,1 2 0,0 1-1,0 1 1,-1 2 0,0 0-25,-2 2 1,0-1 0,1 0 0,-1-2 0,-5 1 0,0 0 0,1 1 0,1 0-27,0 0 0,1 1 1,0 2-1,0 2 1,-1-1-1,0 1 1,-3 0-1,-1 1 45,-2 0 0,-1 2 0,1-1 0,-1 1 0,-1 1 0,-1 1 0,0 1 1,0 0 48,1 2 1,-2 1 0,-1 0 0,-2 2 0,-2-1 0,0 1 0,-1 0 0,0 0 61,-2-1 1,0 1 0,3 4 0,-2 1 0,0 1 0,-1-1 0,-1 0 0,0-1-15,-2 0 0,0 0 0,-3 2 1,-2 0-1,3 0 0,0 1 0,-1 1 1,0 1-65,0 0 0,0-1 1,1-2-1,-1-1 0,23 31 1,-23-32-1,1 0-13,1 0 0,-1-1 1,2 0-1,-1 0 0,2 0 1,0 0-1,27 26 53,-3-2 0,-4 0 1,5 1-1,1 1 81,2-1 1,-3 1 0,0-1 0,0 2-20,-2 4 1,5-4 0,-5 3 0,2-1-73,-27-30 0,0 0 1,21 29-1,2 4 0,-1-2-59,0 0 1,-5 5 0,-4-4-1,1-1-51,1 2 1,1 0 0,-4 3 0,-3-5-39,0-2 0,-4 2 1,4 2-1,0 0 67,3 0 1,-1-2 0,2-4 0,1-2 113,1-4 1,9 1-1,1-8 1,2-3 157,-1-1 1,0 1 0,2 1 0,-1-2 15,1-2 0,0-4 1,2-6-1,0-1-52,3 1 1,7-6 0,-4-4-1,-1-5-99,-2-4 0,3-2 1,1-5-1,-4 2-261,-5-2 0,-1-1 1,-8-1-1,-5 2-719,-3 2 0,-1 5 0,-5-4 1,-6 2 875,-2 3 0,-3-4 0,0-2 0,2-4 0</inkml:trace>
  <inkml:trace contextRef="#ctx0" brushRef="#br0" timeOffset="5">32759 12014 7787,'-37'0'159,"3"0"1,4-6 0,0-5-1,-1-5 306,2-4 0,-3-5 1,10 1-1,-2-3-229,0-2 1,2-1 0,-4-2 0,2-2 20,-1 2 0,1 2 0,-4 1 0,-4 2 26,-3 3 1,-3-3-1,-7 3 1,-3-2-50,-5 2 1,-7-3-1,-4 4 1,0-1-74,0 0 1,-10 7 0,1-2 0,-5 3-98,36 8 1,0 1 0,-36-2 0,3 1 0,6 1-226,7 4 1,9-3 0,8-1 0,9 1-867,7 0 0,14-4 0,1 4 1027,1-2 0,-6-8 0,-3-7 0</inkml:trace>
  <inkml:trace contextRef="#ctx0" brushRef="#br0" timeOffset="6">32687 12086 7994,'13'-14'0,"-4"-1"0,-4 1 0,1 0 0,-1-1 0,-2 1 255,-1-1 1,-7 1-1,-1 0 72,-2-1 0,4 1 0,-2-1 0,1 1 0,1-2 0,0-2 0,3-4 0,1-3 0,0-6 422,0 1 1,6-5 0,4-2 0,4-3-291,5-5 0,4-8 1,7 1-1,4-6-199,4-4 0,-14 26 0,2 0 0,1-4 0,1 0 0,3 0 0,-1 0-107,1 1 0,-1 1 0,-3 2 1,-1 0-1,20-29 0,-6 6-90,-6 4 1,-15 15 0,-6 2 0,-5 6-644,-5 3 0,-8 5 0,-5 3 1,-1 4-2724,2 4 3303,-4 8 0,-2 37 0,-7 16 0</inkml:trace>
  <inkml:trace contextRef="#ctx0" brushRef="#br0" timeOffset="7">19206 17971 8374,'0'-15'-31,"-1"0"1,-4-3-1,-3-3 1,-2 0 0,1 1-1,-3 2 1,0 2 107,-3 2 1,3-1 0,0 1 0,3 1 4,-2 3 1,-2-2 0,-2 4 143,1 0 1,4 1 0,1 7 787,-2 0-659,4 0 1,2 7 0,10 1-46,5 0 1,9 3 0,5-6 0,5-2 45,4-2 0,4-1 0,6 0 1,0-1-220,1-4 0,-1 2 1,-2-5-1,-2 1-258,-6 4 1,-4 2 0,-5 1-1,-5 0-561,-3 0 475,-8 0 0,-1 1 0,-9 4 75,-3 5 1,4-2 121,-4 1 0,10-1 1,4 2-1,6-5 101,4-4 1,-2-1 0,7 0 0,2 0 9,1 0 1,2 0 0,-2 0 0,-1 0-66,-2 0 0,-2 0 0,2 0 0,-3 0-8,-1 0 1,-2 2 0,4 1 0,-1 3 9,-3 2 0,-1 2 1,1 4-1,3 1 8,1-1 1,-3-1 0,5-2-1,2-1-119,1 1 0,3 2 1,2 0-1,4-2-643,0-2 0,4 1 716,8 4 0,-22 1 0,-1-1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0.889"/>
    </inkml:context>
    <inkml:brush xml:id="br0">
      <inkml:brushProperty name="height" value="0.053" units="cm"/>
      <inkml:brushProperty name="color" value="#FF0000"/>
    </inkml:brush>
  </inkml:definitions>
  <inkml:trace contextRef="#ctx0" brushRef="#br0">6114 4619 7725,'-14'0'458,"-1"0"1,6 6 0,1 5 0,1 8 74,4 10 1,2 3 0,1 10 0,0 4-313,0 4 1,0-2-1,0 4 1,0 1-1,1 0 1,2-2 0,2-1-1,-2-2 118,-1 1 0,3-4 1,0 4-1,-2-1-198,-2 0 0,-1 0 0,0-5 0,0 1-82,0-1 0,-4-2 0,-1-2 0,0-6 26,-1-2 0,4-9 91,-3-3 1,4-11 0,1-9-40,0-12 0,0-10 0,0-12 0,0-8-22,0-8 1,0-7 0,0-6 0,0-6-71,0-5 1,1-3-1,2 1 1,0 36 0,1 0-44,0-1 1,0 0-1,1-3 1,1 0-1,2 2 1,2 0 0,0 2-1,0 2 120,13-36 0,1 9 1,6 4-1,2 4 130,2 6 1,-1 10-1,-6 13 1,-1 8 1,-2 5 1,-6 8-1,1 4 1,-3 2-46,-2 2 0,-1 3 1,-2 5-1,-1 8 53,1 5 0,-3 5 0,0 6 1,-2 3-102,-3 1 1,-1 1 0,-4 2 0,-2-4-187,-6 0 0,-4-3 0,-6 5 0,-2-2-69,0-3 0,-10-2 0,1-1 0,-4-2-228,-5-3 0,-3 2 1,-3-7-1,-2-3-497,1-5 1,3 0 0,2-6 0,4-2-1568,4-1 0,12-4 2386,7-3 0,52-28 0,19-13 0</inkml:trace>
  <inkml:trace contextRef="#ctx0" brushRef="#br0" timeOffset="5">7567 3942 7790,'-14'-4'185,"-1"-1"1,1 0 0,0 0 550,-1 0 0,1 2 1,0 8-1,-1 5-105,1 2 0,-5 9-246,-1 3 0,-5 5 1,1 4-1,-3 7 1,-4 8-1,-2 12 6,-6 10 1,19-31 0,-1 2 0,-1 4 0,1 1 0,0 2-1,0 0-152,2 1 1,0 1 0,-1 0-1,1 1 1,4-2 0,2 1-1,1-2 1,3 0 18,2-2 1,1-1 0,2-4-1,2-1 1,5 36 0,6-8 163,11-5 0,10-4 0,5-3 0,2-3-129,3-6 0,-3-2 1,-1-3-1,1-2-94,0-2 1,-5-6-1,1 2 1,-2-4-138,-2-1 0,-2 0 1,-2-1-1,-2 0-493,-2-4 1,-2 1-1,-6-6 1,-2-1-792,-2-2 0,-1-2 1,2 1-2710,-5-1 3931,-4-6 0,-28-35 0,-16-23 0,-1-2 0,0 0 0</inkml:trace>
  <inkml:trace contextRef="#ctx0" brushRef="#br0" timeOffset="6">8028 4043 7793,'-21'0'228,"10"0"1,-2 2-1,5 4 1,6 8-1,5 10 1,9 8 969,5 7 0,6 9 0,5 6 0,3 7 843,2 6-1764,4 3 1,-16-34 0,1 0 0,0 0-1,-1-1 1,23 33 0,-1 0 0,0-3-1,-2-3 327,-2-4 1,-4-10 0,-6 1-1,0-1-450,-1 0 1,-10-6 0,-4-8 0,-1-4-357,0-1 1,-5-1 0,-2 0-2299,1-4 0,1-5-10,6-10 1,-6-4 2509,-3-10 0,3-3 0,0-6 0</inkml:trace>
  <inkml:trace contextRef="#ctx0" brushRef="#br0" timeOffset="7">8891 4029 7812,'-16'14'0,"-2"2"854,-1 3 1,0 10 0,5 11 0,-2 8-94,-4 10 1,1 2-1,-8 11 1,11-34-1,0 1-419,-1 1 1,-1 0 0,-2 5-1,0 0 1,-3 3 0,-2 0-1,-1 1 1,-1-1-195,0-2 1,-2 1 0,1 0 0,-1 1 0,0-2 0,0 1 0,0-1 0,1-1 2,-1 1 0,0-2 0,3-5 1,1-2-1,-21 29 0,7-9-474,10-8 1,9-16-899,10-8 0,12-16 1,12-11-1,10-12-1199,8-5 0,5-11 2420,6-7 0,-3-2 0,3 2 0,3 2 0</inkml:trace>
  <inkml:trace contextRef="#ctx0" brushRef="#br0" timeOffset="8">9265 5050 7781,'-16'-8'0,"-3"3"0,8 4 3744,-4 1-3005,10-7 0,1 6 0,10-6 0,8 3 0,7-1 0,5 2 2155,2 1-2652,-2 2 1,9 0 0,-4 0 0,1 0 0,1 0 0,-1 2 0,-2 1 76,-1 2 1,-6 6-1,-4-2 1,-5 6-158,-4 4 1,-4 3 0,-6 7-1,-1 0-184,-4 0 0,-10 1 1,-9 2-1,-3 2-438,-2-2 0,2-7 1,3-2-1,5-3-494,3-2 1,3 3 0,4-2 421,4-1 0,5-7 0,6-2 0,9 1 276,7-2 0,1 5 0,1-5 0,1 1 283,2 1 1,2-1 0,-2 6 0,-1-1 194,-2 1 0,-8 4 0,0 2 0,-7 1 508,-2 4 0,-4 1 1,-8 2-1,-4-1-161,-4 1 1,-3 0-1,-3 0 1,-5-1-412,-4 1 0,-2 0 0,-4 0 1,-4-1-440,-3 1 1,-7-5 0,-2-3 0,0-3-772,1-6 1,-4-7-1,7 0 1,3-3-3614,3-2 4665,8-7 0,-29-7 0,0-9 0</inkml:trace>
  <inkml:trace contextRef="#ctx0" brushRef="#br0" timeOffset="9">10603 4532 7796,'-14'0'266,"-1"0"0,1 0 1,4 2-1,9 1 1,13 2 1102,12-2 1,3-1-1,12-2 1,1 0 1686,1 0-2684,9 0 1,-5 0 0,4 0-1,-1 0 1,0 0 0,0 0 0,-2 0 43,-2 0 1,0 0 0,-8 0 0,-3 0-636,-3 0 0,-4 0 1,-12 1-1006,1 4 1,-7 3 0,-5 6-1,-6 2-1679,-7 4 1,-9-4 2902,-5 3 0,-22 4 0,-12 2 0,-4 2 0,-1 0 0</inkml:trace>
  <inkml:trace contextRef="#ctx0" brushRef="#br0" timeOffset="10">10531 5021 7796,'-14'10'877,"1"0"163,3 1 1,7 2 0,13-1-117,9-2 0,8-4 0,7-6 0,4 0-170,3 0 1,9-1 0,3-4 0,4-5 36,6-2 0,1-8 0,4 1 1,-2 2-843,-2 1 0,-2 1 1,-6 1-1,-3 1-1358,-5 4 0,-5-3 0,-5 8 1409,-4 0 0,-17 35 0,-4 9 0</inkml:trace>
  <inkml:trace contextRef="#ctx0" brushRef="#br0" timeOffset="11">12718 4144 7802,'-10'-15'594,"1"1"1,-7 1 0,8 2 2062,0 1-2274,1 7 0,1-3 1,-2 7-1,-2 4 1,1 6-1,-4 9 197,-5 8 1,2 14-1,-4 12 1,0 7-284,1 6 1,7-26-1,0 1 1,2 4 0,1 1-1,0 3 1,2 1-24,1 1 0,1 1 0,1 0 1,1-2-1,3-3 0,2-1 1,1-4-1,2-2 153,14 33 1,7-12-1,15-17 1,7-16-280,7-16 1,1-12-1,12-7 1,6-10-140,-34 4 1,0-3-1,-1-5 1,0-2-1,0-3 1,-1-3-1,-2 0 1,0-1 37,-2-2 1,-1-1 0,-1-1 0,-3-2 0,-5-2 0,-2 0 0,12-33-51,-12-1 0,-12-1 0,-7-3 0,-10 0-162,-12 5 1,-13-1 0,8 39 0,-5 2 0,-1-1 0,-2 1-250,-2 0 1,-1 1 0,0 3 0,-2 1 0,2 1-1,-2 2 1,-34-17-400,-1 11 0,1 7 1,4 11-1,3 5-409,0 4 0,7 14 0,-1 6 0,9 6 1222,4 4 0,2 0 0,0 0 0</inkml:trace>
  <inkml:trace contextRef="#ctx0" brushRef="#br0" timeOffset="12">12013 3827 8693,'-15'-27'0,"1"2"651,0 1 1,6 4-1,1-5 1,2-6 94,1-5 1,-1-6-1,5-3 1,-2-3-123,-3-4 0,4 2 0,-4 2 0,3 6-373,2 9 1,0 1-943,0 13 1,2 8 0,3 11-600,4 8 1,4 11-1,2 5 1,-1 5 1289,0 4 0,13 35 0,6 16 0,-10-22 0,0 1 0,1-1 0</inkml:trace>
  <inkml:trace contextRef="#ctx0" brushRef="#br0" timeOffset="13">12718 3827 7802,'0'-29'0,"0"1"0,0-1 0,0 0 0,0-1 1162,0-4 0,0 2 0,1-6 0,3-2-134,0-2 1,8-6 0,-3 0 0,2 2-558,-1 1 0,3 4 0,-4 2 0,4 6-995,1 2 0,1 14 0,-1 4 1,1 5-650,-1 5 1,2 1 0,0 5 0,0 5-2687,-3 7 3859,-2 15 0,-11 19 0,-5 9 0,0 12 0,1-1 0</inkml:trace>
  <inkml:trace contextRef="#ctx0" brushRef="#br0" timeOffset="14">13221 3755 9435,'0'-16'0,"2"-3"1073,3-5 0,4-5 0,10-4 0,5-6-207,4-2 0,2-4 0,2-1 0,3-1-577,2 6 1,-5 1-1,0 9 1,-5 6-739,-3 3 0,-6 4 1,1 8-713,-3 6 1,-8 15 0,-3 8 0,-7 8 1160,-8 7 0,-14 14 0,-12 16 0,-3 1 0,6-10 0,0 0 0,0-1 0,0 1 0</inkml:trace>
  <inkml:trace contextRef="#ctx0" brushRef="#br0" timeOffset="15">13480 4187 7802,'7'-14'350,"1"4"0,6 0 0,2-1 520,3-2 1,-1 1 0,6 0-1,3 4 57,5 2 0,-2 1 1,4 5-1,-2 2-627,1 3 0,-2 3 1,2 8-1,-2 3-459,-3 5 1,-4-2 0,-1 2 0,-1 2-594,1 1 0,-6-3 1,1 0-1,-7 1-1439,-6 3 0,-4 0 2191,-1 1 0,-6-13 0,-2-3 0</inkml:trace>
  <inkml:trace contextRef="#ctx0" brushRef="#br0" timeOffset="16">13696 4748 7774,'0'22'0,"0"-2"0,2-3 992,2 2 0,4-1 1,7 6-1,1 2-252,3 1 1,-3 6-1,3 3 1,-3 0-547,-1 4 0,-3 0 0,0 0 1,-4-3-685,-2-2 1,-1 0 0,-5-4 0,0-3 489,0-5 0,-51 7 0,-13 1 0</inkml:trace>
  <inkml:trace contextRef="#ctx0" brushRef="#br0" timeOffset="17">13466 5352 7774,'0'15'882,"0"-1"0,1 1-70,4-1 0,5 0 0,7 2 0,3 2-623,-3 1 0,-2 7 0,-4-2 0,-3 3-562,-2 2 1,-1-1 0,-5 1 0,0 0 372,0 0 0,-34-5 0,-15 0 0,-3 2 0,0 0 0</inkml:trace>
  <inkml:trace contextRef="#ctx0" brushRef="#br0" timeOffset="18">12358 5626 7737,'-29'16'304,"1"3"0,-1 3 0,2 7 0,1 1 2053,2 4-2072,0 3 1,-3 8 0,1 1 0,4 4 0,0-1 0,1-1 0,0-5-904,3-3 0,2-14 0,4-2-1918,2-7 2536,4-9 0,-7-46 0,-3-18 0</inkml:trace>
  <inkml:trace contextRef="#ctx0" brushRef="#br0" timeOffset="19">11984 4964 7737,'-58'21'0,"1"3"0,-1 4 623,1 6 1,-2-2 0,0 6 0,-1 2-221,4 2 1,8 1 0,2-1 0,6-4-853,7-4 449,9-4 0,46-59 0,18-22 0,5-3 0,-1 1 0</inkml:trace>
  <inkml:trace contextRef="#ctx0" brushRef="#br0" timeOffset="20">15034 3525 7742,'-2'-14'-110,"-1"-1"1,-3 3 0,-1 0-271,1 3 1711,1 6 1,10 9-1,0 15 1,0 11 1981,1 11-3112,-4 13 1,4 13 0,-5-29-1,0 3 1,0 4 0,1 2-1,0 4 1,1 2 0,-2 5-1,1 0 1,-1 4 0,-1 2 215,1 2 1,-2 1 0,-1 5 0,-2 1 0,0 0 0,-2 0-1,0-2 1,0 0-309,-1-6 1,-1 0 0,1-4 0,0-1 0,-1-5 0,0-1 0,-1 0-1,-1 0 36,-2 0 0,0-2 0,-2-5 0,1-2 0,-1 0 1,0-1-1,2-4 0,-1-1-32,1-1 0,0-2 0,-11 39 0,-1-6 0,5-6-306,3-7 0,8-9 0,4-10 0,4-6-1374,4-2 1,4-9 0,10-4 1566,6-7 0,0-10 0,9-5 0,-2-1 0</inkml:trace>
  <inkml:trace contextRef="#ctx0" brushRef="#br0" timeOffset="21">16358 3885 7775,'-23'-15'131,"2"3"1,9 4-1,4 8 1,9 9-1,10 10 847,7 10 1,8 6-1,-2 10 1,4 3 352,6 5 0,-2 4 0,8 6 0,3 4-967,-20-32 0,0 0 0,4 3 0,-1 1 0,-1-1 0,0 1 0,0-1 1,-1 0-104,1 2 0,0-1 0,-1-3 0,-2 1 1,-1 2-1,-2 1 0,0-2 0,-1 0-125,0 1 0,-1-1 0,10 37 0,-8-6 0,-4-3-437,-6-2 0,3 1 0,-8-6 0,0-4-702,-3-4 0,4-5 0,1-8 1,1-6-709,-1-6 1,5-12 0,-1-9 1710,3-3 0,-7-37 0,-8-30 0,-1-1 0,3-4 0,-1 1 0,1 0 0</inkml:trace>
  <inkml:trace contextRef="#ctx0" brushRef="#br0" timeOffset="22">17322 3827 7761,'-21'-13'343,"-3"4"0,-5 9 1,-3 11-1,-2 7 625,3 6 0,-6 16 0,-2 9 1,-4 12-645,20-26 1,-2 2 0,-2 4 0,-2 1-1,-2 4 1,-2 1 0,0 0 0,-1 0-49,-2 1 1,-1 2-1,1 1 1,0 1-1,-3 2 1,-1 0-1,2-1 1,0-1-116,-1-1 1,1 0-1,0 1 1,1-1-1,3-5 1,1-1-1,1-1 1,1 0-106,1-2 1,1-1-1,6-3 1,1-1-1,-14 25 1,10-10-756,12-11 1,6-7 0,11-9-1,7-4-4081,9-5 4780,13 2 0,3-17 0,3 4 0,-3-3 0</inkml:trace>
  <inkml:trace contextRef="#ctx0" brushRef="#br0" timeOffset="23">17868 5252 7748,'2'-15'-117,"1"1"1,3 0-399,2-1 765,2-6 1,0 5 0,-1-4 0,1 0-1,-1 1 1,1 2 0,1 1 684,2 1 1,3 6 0,2 1 0,2 1-220,3 4 0,5 3 0,8 5 0,0 4-165,4 4 1,2 8 0,1 5-1,-1 4-325,-4 4 0,0 10 0,-10 0 0,-11 2-150,-9 3 0,-8 3 0,-6 7 0,-10 1-121,-11 3 1,-15-1-1,-11-4 1,-4-1-200,26-28 1,-1 0 0,1-1 0,-2 0-1,0-2 1,-1-1 0,-28 18-18,3-8 0,4-17 1,6-9-1,7-9 486,6-9 1,15-14 0,11-15 0,9-5 148,5-5 1,11 3 0,10-1-1,7 6 115,7 6 1,9 6 0,6 4 0,5 4 63,3 4 1,6 8 0,-3 5 0,4 8-845,4 9 0,1 9 1,-7 9-1,-6 3-1091,-7 2 1,-4-5-1,-7 3 1,-2-2 1381,-2 1 0,2 0 0,-4-6 0</inkml:trace>
  <inkml:trace contextRef="#ctx0" brushRef="#br0" timeOffset="24">19465 4748 7807,'-14'0'940,"4"0"1,4 0-1,6 0 1,11 0-1,10 0 537,6 0 1,8 0-1,5-1 1,5-3 582,3 0-1838,6-1 0,-6 5 0,6 0 0,1 0 1,-6 0-1,-2 0 0,-6 0-160,-2 0 0,-6 1 1,-9 3-1,-5 2-955,-3 2 0,-8 2 0,-3 4 0,-3 0-540,-2 1 0,-11 1 0,-5 1 0,-4 2 1433,0-1 0,-47 3 0,-20 0 0,26-6 0,1 0 0,-1 1 0</inkml:trace>
  <inkml:trace contextRef="#ctx0" brushRef="#br0" timeOffset="25">19436 5050 8162,'-16'10'940,"-3"-1"0,11 1-31,3 4 0,17-6 0,13-3 0,7-3-120,7-2 0,2 0 0,4 0 0,3 0-253,5 0 0,1-5 0,0 0 0,-3 2-473,-1 1 1,-2 1 0,-5-2-1,-1-2-1772,-4 2 0,-1 1 1709,-4 2 0,-9 0 0,4 0 0</inkml:trace>
  <inkml:trace contextRef="#ctx0" brushRef="#br0" timeOffset="26">22012 3784 7796,'-29'-14'42,"2"4"1,3 2 0,5 2 0,3 3-1,1 1 1,1 2 1109,-1 0 0,6 0-160,-1 0 0,1 2 0,-4 4 0,2 7 215,1 4-1016,0 15 0,-4-6 0,-2 14 0,-3 5 0,-5 9 0,-5 10 0,-3 9-52,16-34 1,-1 1 0,-3 3 0,0 0-1,1 2 1,-1 1 0,0 0 0,-1-1-22,-1 2 0,1-1 0,2-6 0,1-2 0,-14 34 1,8-16 80,9-9 0,7-17 1,10-8-1,3-9-222,4-8 0,11-3 0,4-6 1,4-4-94,6-6 0,1-10 1,5 0-1,-2-5 23,2-4 0,2-4 0,0-5 0,-4 4-9,-5 4 1,-2 4 0,-2 3 0,-2 1 166,-3 2 44,-3 7 0,-13 9 0,-5 14 0,-6 10 156,-7 8 0,-3 10 0,0 4 0,2 4-119,2 1 1,1 0-1,-2 0 1,4 0 1,-1 0 0,6-1 0,-4-4 1,5-4-96,5-4 0,3-9 1,6-5-1,2-6-294,3-4 1,2-3 0,5-9 0,-2-9 94,1-7 1,2-7-1,2-4 1,-2-6 4,-3-2 0,2 2 0,-5 1 1,-1 0 132,1 1 1,-2-3 0,-6 8 0,-2 5 50,-1 6 0,-7 5 84,2 2 0,-4 7 0,-1 9 1,-1 11-71,-4 9 1,2 7-1,-5 3 1,1 3-36,4 2 0,2 0 1,1 2-1,0-2-33,0-2 0,0-1 0,1-5 0,4 1-25,5 4 1,2-6-1,4 3 1,2-7-54,1-3 0,7-4 0,-2-6 0,3-3 26,2-1 0,0-2 0,-1-5 1,1 0 62,0 0 0,0-2 0,-2-1 0,-2-4 35,-1-1 1,-4 5 0,2-3 0,-1 1-5,-4 0 1,-6 0-1,-1 5 58,1 0 1,-3 0-26,2 0 1,-1 7 0,4 2-6,-3 4 1,3 2 0,-4-1-113,4 0 0,1-1 0,1-3 42,-1-5 0,0 1 1,1-1-1,-1-4-1,1-4 1,-1-5 0,0-6-1,1-4 17,-1-6 0,5-1 1,2-14-1,0-1-27,0-1 0,0-9 1,-2-3-1,3-3-43,0-1 1,-1-1-1,-8 1 1,-2-1-38,-1 1 0,-7 12 1,2 7-1,-4 7 32,-1 7 1,-1 3 0,-4 7 43,-5 0 1,-2 1 0,-3 2 0,1 3 14,-1 1 0,1-4 1,0 1-1,-1-1-30,1 2 0,0-6 1,-1 3-1,1-8-61,-1-2 1,1 0-1,-2-4 1,-2 0 87,-1-4 0,-6 1 0,-1-6 0,-4 2-45,-4-1 0,-7-6 0,-1 3 0,-4 0 99,-1 4 1,-4 7 0,-2 6 0,-4 2 100,-6 5 1,-2 8 0,-5 1 0,1 2 4,2 2 1,0 6 0,-4 4-1,3 1-118,0-1 1,9 2 0,0-4 0,6 2-181,4 0 1,9-7 0,11 2-815,8-4 1,13-1 0,10-1 0,12-6 965,13-7 0,21-21 0,10-8 0,-14 9 0,-1 0 0,1 1 0</inkml:trace>
  <inkml:trace contextRef="#ctx0" brushRef="#br0" timeOffset="27">23364 2791 7801,'0'-14'154,"0"-5"0,2 0 0,4 1 446,8 2 1,9 3 0,10 4 0,6 4 0,4 3 0,5 4 0,5 4 0,1 9 315,-1 7 1,1 18-1,-4 8 1,-1 8-542,1 6 1,-26-29 0,0 1 0,-3 4 0,-1 1 0,1 2 0,-2 1-47,1 2 1,-1 2 0,-3 0 0,0 2 0,0 2 0,-1 1-1,-1-2 1,-4 1-196,-2-2 0,-1 0 0,0 1 1,-1-1-1,-4-3 0,-1 0 1,-1-1-1,-2 0-84,-1 0 0,-2 0 0,-14 32 0,7-35 0,-1 0 1,-3-3-1,0-1-23,-23 35 1,19-33 0,-1 0 0,-1 1 0,0-1-1,0 0 1,0 0-252,-2 0 1,0-1 0,1-3-1,-1 0 1,-2 3 0,0 1-1,-1-1 1,-1-1-820,0 2 1,0-1 0,2-4 0,1-1 0,-23 32-1,3-9 1043,2-8 0,3-4 0,0-6 0,0-5 0,2-2 0</inkml:trace>
  <inkml:trace contextRef="#ctx0" brushRef="#br0" timeOffset="28">25393 3914 7804,'-23'-7'207,"2"4"0,9-7 0,0-1 0,4-2 0,2-1 0,4 0 798,6-1 1,5-4-1,9 0 1,3 1-362,1 2 1,2 4 0,5 2-1,0 5-144,-1 4 1,7 1 0,4 0 0,2 3-158,3 6 1,-1 4-1,0 14 1,0 5-190,0 3 0,-4 4 0,-3 6 0,-2 1-109,-7 2 1,-1 6 0,-12-3 0,-6 2-169,-5 0 0,-11 0 1,-8 4-1,-11-1 2,-10-3 0,-6-3 0,-5-7 0,-3 0 22,0 0 1,-3-1 0,6-6-1,1-7-72,2-8 1,9-12 0,2-4 0,5-3 138,5-2 1,10-7-1,11-2 135,6-4 1,7 5-1,9 2 1,5 1 143,3 0 0,6 0 1,3 5-1,-1 2 48,0 3 0,3-2 0,-4 5 0,-2 0-212,-2 0 0,2 0 0,-1 3 0,-6-1-959,-2 1 1,-4 2 0,-6 1-1539,-4 0 1,-2-4-1739,-7 0 4152,6-7 0,-4 3 0,4-6 0</inkml:trace>
  <inkml:trace contextRef="#ctx0" brushRef="#br0" timeOffset="29">26457 4086 7801,'0'-14'0,"0"-1"0,0 1 1997,0 0 1,-1 6-1110,-4 3 1,-3 10 0,-8 6 0,-2 6-417,-1 7 1,-7 4 0,3 2-1,-3 4-309,2 4 1,3-1 0,8-1 0,4 0-95,4-4 1,3-2 0,6-1-1,4-2-85,6-3 1,10-2-1,0-4 1,3 1-60,2-1 1,0-7 0,-2-2 0,-3 1 125,-5-2 0,-5 5 0,-2-5 0,-4 1-91,-2 1 1,-8 0 0,-7 4 0,-6 0 102,-4 1 1,-3-2-1,-7-2 1,0-2-691,1 3 0,-6-6 627,0-1 0,14 3 0,7 0 0</inkml:trace>
  <inkml:trace contextRef="#ctx0" brushRef="#br0" timeOffset="30">26457 4029 7784,'29'-19'8,"0"-1"1,6 1-1,5 3 1,3 0 512,0 2 1,-3-2 0,-11 9-1,-2 1-635,-3 0 1,-3 1-1,-7 5 114,1 0 0,5 0 0,3 0 0</inkml:trace>
  <inkml:trace contextRef="#ctx0" brushRef="#br0" timeOffset="31">27551 3914 7784,'-7'-13'461,"-2"3"0,-4 5 629,-2 4 1,1 4 0,0 7-1,-2 10-501,-3 11 0,-4 7 0,-6 10 0,1 6 412,-1 7-967,-6 5 0,16-28 0,1 2 1,-3 1-1,-1 0 0,0 0 0,1 1 1,-1-1-1,0-1 0,2-2 0,-1-1 1,-18 31-345,6-11 1,6-9 0,6-14-2762,7-10 3071,9-13 0,18-88 0,-1 25 0,0 0 0</inkml:trace>
  <inkml:trace contextRef="#ctx0" brushRef="#br0" timeOffset="32">27162 3683 7784,'-13'-8'0,"-4"4"0,-4 2 413,2 2 0,3 6 0,0 4 0,-3 3 745,-5 1 0,1 12 0,-1 6 1,-1 6-520,-2 7 0,-5 8 0,1-2 0,6 0-244,2-3 1,11-5 0,7-5 0,5-7-386,5-10 1,2-4 0,9-12 0,2-2 54,1-1 1,5-9-1,-3-4 1,0-5-252,0-3 0,3-5 0,-4 3 0,1 0-761,0 1 0,-7 0 0,-4 8-790,1 2 1,2 1 749,1 9 0,-6 9 1,-3 17 986,-3 6 0,-2 17 0,0 17 0,0 2 0,0 8 0,0 0 0,0 0 0</inkml:trace>
  <inkml:trace contextRef="#ctx0" brushRef="#br0" timeOffset="33">27133 4561 7784,'-1'22'308,"-4"-2"0,-1-3 0,-6 1 0,4 3 350,2 1 1,1-3 0,5 5 0,0 2-120,0 1 1,0-3-1,0 0 1,0 1 9,0 3 1,7-1-1,2-2 1,6-2-283,4-2 1,-2-2 0,7-5-1,4-1-98,3-4 0,0-2 1,4-7-1,0-2-101,4-3 0,-6-4 0,-2-10 1,-9-7-244,-6-6 1,0 0-1,-13-5 1,-6 1-352,-10-1 1,-14 3 0,-13-2-1,-5 0-832,-3 4 0,-6 2 0,0 3 1358,-7 3 0,-3 12 0,-8 3 0,-8 2 0,0 0 0</inkml:trace>
  <inkml:trace contextRef="#ctx0" brushRef="#br0" timeOffset="34">24227 4446 7784,'-6'-13'0,"-2"2"746,0 1 1,9 1 0,14-6-1,9 1 622,8 0 1,5-6-1057,6 1 0,1-2 0,3 4 1,2-2-1,1 1 0,0 4-35,-4 4 1,-8-1-858,-4 6 1,-5 0 0,-7 7 0,-8 4 0,-9 9-3699,-8 7 4278,-11 5 0,-40 17 0,-17 5 0,19-13 0,-1 0 0,1 1 0</inkml:trace>
  <inkml:trace contextRef="#ctx0" brushRef="#br0" timeOffset="35">24386 4691 7784,'1'9'660,"4"1"1,4-7-1,11 2 1,4-4-21,3-1 0,8-4 0,3-3 0,4-1-495,1-3 0,-5 3 1,1 0-1,1 2-1447,1 2 1302,2-4 0,-25-6 0,-7-8 0</inkml:trace>
  <inkml:trace contextRef="#ctx0" brushRef="#br0" timeOffset="36">25450 13093 13141,'0'-28'-293,"0"-1"0,2 0 1,1 2-1,2 1 1,-2 4-1,0-1 357,2 1 1,-3 3 0,2-4 0,0 3 3,0 2-26,-2-4 0,4 6 0,-6-3 1,0 3-1,-1 1 0,-4 1 1,-5 1 65,-2 3 0,-11-1 0,-6 6 1,-9 2 1,-8 2 0,-15 7 0,-14 5 0,32-3 0,-1 2-36,-2 1 1,0 2 0,-4 2 0,-1 2-1,-2 0 1,-1 1 0,0 1 0,-1 0-63,-1 3 0,0 1 0,2-2 0,0 1 0,-1 3 0,1 0 0,0-1 0,1 0 199,1-1 0,0 2 1,0 2-1,0 0 1,1-1-1,1 1 0,2 0 1,0 2 49,5-1 0,2 1 1,6-3-1,3-1 1,-20 25-1,19-2-45,15 0 0,15 6 1,19-1-1,19 5-115,-10-27 0,3 0 0,6 0 1,4-1-1,5 2 0,2 0 0,3-1 1,3-2 30,2 1 1,3-4 0,6-1 0,2-3-1,2 0 1,2-1 0,3-3 0,2-1-152,3-1 0,1-2 0,0-2 0,0-1 0,-23-5 0,2 0 0,-1-1 0,-1 0 0,0-1 0,1-1 124,26 0 1,1-2 0,-26-1 0,1-2 0,-1 0 0,0-1-1,-1-1 1,0-1 0,0 0 0,0-1 0,0 0 20,25-5 1,-2-2 0,-2-3-1,-1-2 1,-5 0 0,-1-2-1,-3-1 1,0-1-144,-1-1 0,-3-2 1,-10 0-1,-4-1 1,-6-2-1,-4-2 1,-6 1-1,-3-1-87,16-32 0,-16-6 1,-17-7-1,-13-1-129,-17 0 1,-20 4 0,9 38-1,-5 3 1,-3 1 0,-4 2-35,-4 2 0,-3 3 0,0 3 1,-1 3-1,-6 2 0,0 3 0,-1 3 1,0 2-267,-1 2 0,0 3 0,-1 4 0,-1 3 1,1 2-1,0 2 0,-1 3 0,1 3-845,1 2 0,1 3 1378,2 3 0,2 2 0,0 0 0,0 1 0,2 2 0,-1 1 0,0 0 0,-1 0 0</inkml:trace>
  <inkml:trace contextRef="#ctx0" brushRef="#br0" timeOffset="37">9725 14978 8208,'5'-9'613,"0"-1"0,6 2 0,-3 2 1,0 10 269,-3 14 1,-5 8 0,-5 4 0,-5 3 145,-2 6-861,-3 9 0,1-3 0,0 3 0,-2-4 1,-2-1-1,-1 2 0,0 0 75,-2-2 0,5-4 0,-2-16 0,5-3-103,4-4 0,6-5 1,-2-8-157,3-13 1,10-15 0,7-15-1,9-6 28,8-7 0,0-8 1,6-3-1,2-1-43,1-4 0,-19 34 0,0-1 0,-1 1 0,1 0 0,21-32 184,0 5 0,-5 4 0,-1 5 0,-2 9 517,-3 8 1,-3 11-1,-5 15-557,-5 5 1,-4 5-1,-6 5 1,-4 5-225,-3 3 0,-2 1 1,1 2-1,2 3-610,2 5 1,0-1-1,-3 0 1,1 3-472,2 1 0,6-3 1,-2 0-1,4 0-467,2-1 1,-1 2 1658,0-6 0,7 32 0,2 4 0</inkml:trace>
  <inkml:trace contextRef="#ctx0" brushRef="#br0" timeOffset="38">10718 14993 8208,'-11'-15'0,"-4"1"435,-1-1 1,-4 7 0,-1 4 0,-2 4 689,-2 4 1,-2 11 0,-4 10 0,-1 7-406,-1 7 0,-1 2 0,7 2 0,3 1-262,5-1 0,3-2 1,3-2-1,5-6-261,8-2 0,13-11 1,13-4-1,5-6-130,8-4 1,2-4 0,3-10-1,-1-8-156,0-5 0,3-8 0,-3-4 0,-6-1-84,-5-1 0,-9 5 1,-4-5-1,-5-1-397,-4-2 1,-6 3 0,-10 1 0,-8 4-729,-9 1 0,-9 7 0,-1 4 0,2 7-129,6 6 0,4 7 1427,7 7 0,12 46 0,4 21 0</inkml:trace>
  <inkml:trace contextRef="#ctx0" brushRef="#br0" timeOffset="39">11308 15007 8208,'0'-14'0,"1"-1"387,4 1 1,-3-1 1506,3 1 1,1 8-1220,-1 6 1,0 11 0,-7 8-1,-1 0-129,-2 2 1,-6 1 0,1 5 0,-1-1-262,1-2 1,-1-2 0,5 4 0,-1-4-186,1-1 1,0-2 0,3-4 0,-2-1-341,2 1 0,3-3 1,4-2 66,6-5 0,7-4 1,4-2-1,2-3-243,2 0 0,-2-7 0,-1 1 0,0-3-11,1-1 1,-1 1-1,2 2 1,-5 3 107,-3 1 1,-6 3 0,-2 5 318,-2 4 1,-1 5 0,-5 7 0,-2 2 97,-2-1 1,2-2 0,-3-2 0,4 1 124,1-1 1,6-4-1,5-2 1,5-2-42,3-3 0,9-1 0,-1-4 0,6-3 152,4-4 1,1-4-1,6-1 1,-1-1-375,0 1 0,-5 0 0,-1-1 0,-2 1-1086,-3-1 1,-8 3 0,-5 0 1125,-3 3 0,-78 12 0,-20-1 0</inkml:trace>
  <inkml:trace contextRef="#ctx0" brushRef="#br0" timeOffset="40">10991 15784 8208,'-4'-27'153,"-3"1"0,1 4 0,-2 1 0,0 3 0,-3 4 0,-2 4 608,-2 6 1,1 2 0,0 4 0,-2 2-398,-4 6 0,3 4 1,-7 7-1,-2 6 291,-1 5-525,-2 8 0,5-3 0,2 6 0,0 0 0,1 1 0,0-3 0,3-1 135,3-2 0,2-6 1,2 4-1,1-3-136,-1 1 0,-2-5 0,-1-6 0,-2 1-53,-4-1 1,4 2 0,-3-5 0,2-3-697,-3-1 1,4 3 0,-3 1-1,3-3-3004,2-1 3624,0-8 0,-33-27 0,-7-13 0</inkml:trace>
  <inkml:trace contextRef="#ctx0" brushRef="#br0" timeOffset="41">10387 16187 8208,'14'-19'9,"1"-1"0,6 1 0,3 5 1,3-1 654,2 1 1,4-5-1,1 0 1,-1 3-174,2 4 1,-4 1-1,4 6 1,-1 2-454,-1 2 0,1 1 0,-6 0 1,1 1-742,0 4 1,-5 5 0,-2 7-1,-1 2-124,-3-1 0,-9 0 1,-4-1-1,-3 2 746,-2-1 1,-2-4-1,-3-2 1,-6-3 16,-6 2 0,1 1 0,-5-3 0,2-2 301,-1-1 1,1-3-1,5 5 1,-1-1 1545,1-4 1,4-2-1237,1-1 1,7 0 0,2-1 0,8-4-311,5-5 1,3-4-1,2-4 1,1-2-39,-2-3 0,4-1 0,-2-3 0,-3 1-93,-4 2 0,-1 7 1,-5-2-1,1 3-513,-1 1 1,-1 6-578,-5-1 1,0 13-1,0 4 984,0 9 0,19 51 0,-7-25 0,0 1 0</inkml:trace>
  <inkml:trace contextRef="#ctx0" brushRef="#br0" timeOffset="42">11193 16302 8185,'-2'-24'0,"-1"0"264,-2-2 1,0-1-1,5-2 1,4 1 479,5-1 1,2-5 0,13 1 0,3 1-181,5 1 1,5 3 0,6 0-1,-1 4-364,-4 5 0,4 10 0,-5 4 0,1 3-743,0 2 0,6 8 0,2 5 543,-5 5 0,22 26 0,-2 3 0</inkml:trace>
  <inkml:trace contextRef="#ctx0" brushRef="#br0" timeOffset="43">12761 15813 8185,'-14'-5'0,"-2"0"0,-2 2 0,-1 1 0,0 2 560,4 0 0,1 2 1,-1 3-1,-1 6 1,-1 6-1,-2 7 506,1 4 1,2 5-1,2 2-743,-1 2 1,3-3 0,2 2-1,5 1 1,4-2-244,1 1 1,6-8 0,4-5 0,4-2-267,5-4 1,4-1 0,4-3-1,0-4-1007,2-4 0,-4 2 0,9-3 0,-4 0-1962,-1-3 3155,0-7 0,12-60 0,-18 23 0,-1 0 0</inkml:trace>
  <inkml:trace contextRef="#ctx0" brushRef="#br0" timeOffset="44">13250 15640 8347,'-14'-8'365,"-1"3"0,-1 7 0,-1 7 1,-4 11 497,-1 5 0,-2 6 1,-5 2-1,0 5-480,0 4 1,-1 8 0,0 2 0,-1 3-621,4-3 0,8 3 0,0-7 0,4 0-682,6 1 0,2-12 0,9-2 919,3-8 0,33-41 0,15-18 0,6 2 0,0 1 0</inkml:trace>
  <inkml:trace contextRef="#ctx0" brushRef="#br0" timeOffset="45">13423 15928 8185,'-7'-13'654,"-2"3"-58,-4 6 1,-1 4 0,-2 6 0,-4 8-7,-4 9 0,-3 6 1,-2 4-1,1 5 32,-1 4 0,7-5 0,2-4 0,6-2-190,4-2 0,4-7 0,6-3 1,3-5-222,7-4 1,6-4 0,13-7 0,1-6-27,3-7 1,-2-7 0,2-7 0,-2-1-169,-2 0 0,-2-1 1,-3-2-1,-5-2-389,-3 2 0,-3 6 0,-4 3 0,-4-1-682,-3 1 1,-9 2 0,-2 9 0,-6 2-355,-4 5 1,2 5-1,-6 7 1408,2 7 0,2 26 0,0 11 0,0 7 0,0 1 0</inkml:trace>
  <inkml:trace contextRef="#ctx0" brushRef="#br0" timeOffset="46">13595 16086 8185,'-6'-22'512,"3"2"1,-5 9 224,1 2 1,1 5 0,3 1 0,-4 6-201,-1 7 0,5 4 1,-3 4-1,1 3-142,0 1 1,0-3 0,5 4 0,0-2-137,0-4 0,7-1 0,1-1 1,1-3-54,1-2 0,0 1 0,4-6 0,0-2 14,1-1 0,-1-2 0,2-2 0,2-3-126,1-4 0,0-4 1,-5-3-1,1-3-299,-1-5 1,1 1 0,-1 1 0,-1 0-461,-4-1 1,3 6 0,-8-3-1,1 4-1710,2 2 0,-4 4 2375,6 1 0,-5 31 0,2 4 0</inkml:trace>
  <inkml:trace contextRef="#ctx0" brushRef="#br0" timeOffset="47">14113 16057 9477,'-14'0'1716,"4"2"1,2 3-1181,2 4 1,0 4-1,2 3 1,0 2-209,0 1 0,-2 2 0,1-4 0,2 2 6,1-1 1,2-2 0,2-3-73,3-4 1,-2-2-1,8-9 1,4-3-117,2-4 1,4-10 0,-4-7 0,3-4-107,-3-4 0,4-4 0,-2 2 0,-1 0-218,-2-4 1,-2 0 0,1 0 0,-1 3-648,0 2 0,-4 1 1,-1 7-1470,3 3 1,-6 13-608,-1 16 2901,-4 9 0,-1 66 0,0-34 0,0 1 0</inkml:trace>
  <inkml:trace contextRef="#ctx0" brushRef="#br0" timeOffset="48">14444 16086 9126,'-8'6'4554,"2"-2"-3613,6 5 1,0 1-1,1 4-758,4 1 0,3-1 1,7 0-1,-1 1-629,0-1 1,7-4 0,3-2 0,3-2-489,2-3 0,1-1 1,1-2-1,-1 0-511,-3 0 0,-9-6 1828,-4-4 0,-7 4 0,-14 1 0,-9 5 240,-11 5 1,-3 9 0,-9 10 0,-1 3-38,-1 2 1,3 6 0,1 3 0,0 6-1026,0 4 1,10 4 438,-2 11 0,5-11 0,-3 6 0,-3 6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0.938"/>
    </inkml:context>
    <inkml:brush xml:id="br0">
      <inkml:brushProperty name="height" value="0.053" units="cm"/>
      <inkml:brushProperty name="color" value="#FF0000"/>
    </inkml:brush>
  </inkml:definitions>
  <inkml:trace contextRef="#ctx0" brushRef="#br0">18329 15064 8037,'-5'-14'668,"0"0"1,-5 4 1585,6 1-472,-1 5-1239,5-2 0,0 8 0,1 2 0,3 7 0,0 5 0,1 5 0,0 3 1,0 5-1,-2 5 882,-1 2 1,-2-2 0,0 6 0,0 3-944,0 3 1,-5 9-1,-2-2 1,-1 1-238,-3-1 0,0 6 1,0-6-1,1-2-153,-1 0 1,3-11-1,0 3 1,0-3-29,0-3 0,5-2 0,-2-6 0,2-2-356,-2-3 0,4-3 1,-4-7-1074,3 0 0,2-4-556,0 0 0,7-15 0,1-5-106,0-11 1,3-6 0,-6-2 2026,-2 1 0,-15-15 0,-7-7 0,-1-4 0,0-1 0</inkml:trace>
  <inkml:trace contextRef="#ctx0" brushRef="#br0" timeOffset="1">18300 15093 7835,'-5'-9'344,"0"-1"0,-1 7 502,1-2 0,2 3 225,-7 2 0,9 0 0,1 2 0,8 1 1,4 2 528,3-2 1,-1-1-1,1-1 1,1 3-1036,3 0 0,-3 1 0,5-5 0,-1 0 16,4 0 1,-1 0 0,1 0 0,0 0-269,-2 0 0,5 0 0,-3-1 1,2-3-482,-2 0 0,1-1 0,-5 5 1,-3 0-934,-1 0 1,-2-2-1038,1-3 0,-2 5 150,-4 0 0,-2 7 1,-9 7-3985,-3 1 5972,-3-1 0,-28 13 0,-12 5 0,-4 3 0,1 1 0</inkml:trace>
  <inkml:trace contextRef="#ctx0" brushRef="#br0" timeOffset="2">18199 15597 7838,'-6'-8'3012,"-4"3"-2039,4 3 1,1 2 0,10 0-1,4 0-491,4 0 0,6 0 1,2 0-1,1 0 277,4 0 1,1 0 0,2 0 0,0 0-63,0 0 0,-1 0 1,3 0-1,1 0-123,1 0 1,1 0 0,-5-1 0,-1-2-598,1-2 0,-2 0 0,-1 5 0,-4 0-990,-1 0 0,-7 0 0,-4 0-494,1 0 1,-4 2 0,-3 2-1,-4 4 149,-4 0 1,0 5-1,-5-3 1,-2 3 1357,-2 1 0,-32 11 0,-14 3 0,-4 3 0,0 0 0</inkml:trace>
  <inkml:trace contextRef="#ctx0" brushRef="#br0" timeOffset="3">18199 16057 7845,'-6'-8'1522,"4"2"0,-3 6 1,10 0-1,6 0-362,7 0 1,0 0 0,5 0-1,3 1-276,1 4 1,4-2 0,1 5 0,3 0-589,2 0 0,-4-4 0,5 2 1,1-1-419,-2 0 0,-2 4 1,-6-4-1,-2-2-428,-3-1 1,1-2 0,-6 1-1,-1 3-2680,-2 0 1,-2 1 3229,1-5 0,-58-19 0,-15-5 0</inkml:trace>
  <inkml:trace contextRef="#ctx0" brushRef="#br0" timeOffset="4">19638 14834 7822,'0'-14'58,"0"-1"1,-2 3-1,-3 2 1,-3 4 848,0-1 0,-4 6 1,2-4-183,-3 3 0,-1 2 1,-2 0-1,-2 0-264,-1 0 0,0 0 1,5 0-1,-1 2-141,1 3 0,-2-2 0,-2 6 0,-1 3-124,1 0 1,2-2 0,2 0 0,0 1-28,-1 2 1,1 1-1,1 0 1,2 1-57,1-1 0,6 2 1,-4 2-1,1 1-109,4-1 1,1-7 0,2-2 0,0 4 74,0 5 1,2-2 0,1 3 0,4-2 22,1 3 1,-5 2 0,3 7 0,-1 1-43,0 4 1,0-1 0,-5 9 0,1 4-61,4 4 1,-3 3-1,2 4 1,-4 2-97,-4 4 0,0-3 0,-5 8 0,-1-1 71,2-2 1,-5-2 0,5-9 0,-1-1 59,-1 1 0,7-11 0,-2-4 0,4-7 9,1-4 1,0-1 0,0-3 0,0-3-6,0 0 0,0-5 0,0 3 0,0-3 89,0-1 0,0-1 0,0 0 25,0 1 1,0-1-19,0 1 120,0-1 14,0-6 0,0 0 27,0-3 0,1-4-69,4 4 0,-2-3 0,7-1 45,1 4 0,2-3 1,1 2-1,1-2 71,-1-2 1,0 0 0,2 0 0,3 0-61,5 0 0,-1 0 1,1 0-1,1 0-47,3 0 0,5 0 1,1 0-1,-2 0-97,-2 0 1,-1 0 0,0 0 0,-1 0-428,1 0 0,-2 0 0,-3 0 0,-3 0-684,0 0 1,-10 0 0,3-2 0,-1-1-2094,0-2 0,-3 1 3065,-1 4 0,-18-7 0,-1-1 0</inkml:trace>
  <inkml:trace contextRef="#ctx0" brushRef="#br0" timeOffset="5">20242 15295 7777,'-8'-10'369,"2"2"0,1 0 0,-1 2 1185,-2-1 0,4 4-73,0 8-1252,2 3 1,2 8-1,0 1 1,0 4-1,0 2 1,0 2-1,0 2 358,0 2 0,0 5 0,0 1 0,0 0-206,0 0 0,0 5 1,0-1-1,0 1-114,0-2 0,-5 2 0,0-7 0,1 1-207,-3 1 0,4-4 0,-5 1 0,2-7-302,2-6 1,3-3 0,-1-1-1727,-3-1 1,5-6 630,0-3 1,0-12 0,5-7-1,-3-8 1337,-2-5 0,-24-30 0,-10-11 0,10 18 0,0 1 0,0-1 0</inkml:trace>
  <inkml:trace contextRef="#ctx0" brushRef="#br0" timeOffset="6">19839 15295 7798,'0'-15'1308,"2"7"1,3 3-5,4 4 1,6-4 0,2 0-1,4 2-549,1 2 1,2-4 0,7 0-1,1 0 93,1-1 1,7-1-1,-3-4 1,1 3-278,1 2 0,-1-4 0,4 4 0,-4-1-1154,-4 1 1,-6-4 0,-2 4 0,-2 0-1283,1-1 0,-4 2 1,-2 5-405,-3 0 1,-6 0 2268,0 0 0,-33 13 0,-2 3 0</inkml:trace>
  <inkml:trace contextRef="#ctx0" brushRef="#br0" timeOffset="7">20501 14719 7798,'-2'-13'1184,"-2"4"0,2 1 704,-3 3-1476,4 3 0,2-9 0,6 6 0,5 2 0,6 2 1,1 1-1,0 0 1455,1 0 1,5 0-1536,-1 0 0,-1 4 0,0 1 0,1 0 0,-1 0 1,-2 1 65,-1 2 1,-4 0-1,4 3 1,-4-1-195,-2 1 0,-1 4 0,-2 2 0,-3 4-56,-2 1 1,4-3-1,-5 7 1,-2 3-246,-2 3 1,-1 8 0,0-2 0,0 5-108,0 5 0,0-1 1,0 7-1,-1 4-41,-4 2 1,2 3 0,-5-6 0,2 1 132,2-1 1,-2 4-1,1-2 1,2-4 78,1-4 1,1-3 0,-2-4 0,-2 1 19,2-2 1,1 2 0,2-11-1,0-2 36,0-2 1,0-1 0,0-2-1,0-3 62,0-5 0,0 2 0,0-2 0,0-1 125,0-2 1,0-2 0,-2 0 93,-2 1 0,2-6 29,-3 1 1,2-7-111,-2 2 0,2-5-169,-7-5 1,1 2 0,-6-5-36,1 2 1,0-4 0,-1 5 0,1 2-410,-1 1 1,1 2 0,0 0-902,-1 0 0,1 0 1,0 0-2635,-1 0 3925,7 0 0,-24-6 0,0-2 0</inkml:trace>
  <inkml:trace contextRef="#ctx0" brushRef="#br0" timeOffset="8">22860 15280 8582,'-7'0'1936,"0"0"1,9 2 0,1 3-1371,2 4 0,1 4 0,-3 1 0,4 2-166,1 4 1,-5 4 0,2 9 0,-2 4-114,2 0 0,-4 4 1,4-2-1,-3 2-142,-2 2 1,4-1 0,1-5 0,0-7-201,1-4 1,-2-14 0,5 1-41,2-5 1,2-11-1,2-11 1,-1-9-69,0-4 1,1-2-1,-1 1 1,-1-1 131,-3 0 0,1 7 1,-5 1 506,2 0 0,-3 11-170,4 1 0,-5 12 0,0 8 0,0 5-76,0 3 0,0 2 0,4-3 0,0 1-93,0-1 1,0-2 0,3-2 0,-2 0-95,3 1 1,-1-6-1,0-1 1,-1-1-133,1-4 0,2-2 0,1-2 1,-1-4-458,-4-4 1,4 1-1,-5-2 1,2-1-811,-1-2 1,-1-1 0,3-1 0,-1 2-342,1 4 0,-3-4 1697,2 3 0,6-47 0,6-14 0</inkml:trace>
  <inkml:trace contextRef="#ctx0" brushRef="#br0" timeOffset="9">23666 14949 7897,'0'-14'0,"0"0"1106,0-1 1,-1 7 0,-3 5 0,0 8-51,0 9 1,3 7 0,-1 9 0,-1 4-375,-2 4 1,-4 5 0,2 5 0,-1 4-352,-3-1 1,-2 6 0,-1-1 0,-1 5-149,1 0 0,-5-4 0,1-4 0,4-7-46,3-6 0,8-6 0,-2-10-304,3-5 0,4-11 0,3-9 0,4-11 83,4-5 1,3-9 0,1 2 0,4-1 228,2 1 1,-6-2 0,4 7 0,-2 1 263,0 2 1,1 3 0,-6 4 0,0 4 212,1 3 0,4 4 0,0 3-444,-1 4 1,-7 6 0,-3 4 0,0 3-919,0 1 0,-5 4 1,2-3-1,-2 3-486,2 2 1,-2-7 0,7-3-1,-1-3-1023,-1-1 0,5-7 1,-3-3 1217,2-4 1,1-9 0,-3-5-1,-5-4 1031,-4-1 0,4-2 0,0 0 0,-2 3-20,-1 1 1,-2 1-1,1 1 436,4 0 1,-2-1 0,7 2 0,-1 2 666,-1 2 0,10-3 0,-4-5 0,2-2-389,0 1 0,5-3 1,1 1-1,2-1-221,0 0 1,-6-3 0,-1 5-1,-4 1-309,-3 2 1,-9 3 0,-2 4-323,-12 4 1,-8 10-1,-7 6 1,-1 8-432,0 10 0,2 1 0,1 9 1,4 1-270,1 1 1,3 2-1,9 1 1,4-3 132,4-2 0,2 1 0,5-7 1,7-3 463,5-4 1,7-5 0,-1-8 0,2-4 221,-2-4 1,2-3-1,-7-4 1,-2-3 575,-1-4 0,-6-6 1,-1-4-1,1-5 716,-2-3 1,3-2 0,-4 0 0,1 1-291,3-1 0,2 0 0,-1 2 0,0 1-490,-3 2 1,6 7 0,4-3-1,-2 6-656,-1 5 0,-1 2 1,-1 7-1,1 0-345,-1 0 0,0 7 1,1 2-1,-1 5-543,0 6 0,1-4 0,-1 3 0,-1-3 730,-3-2 0,2 4 0,-2-2 0,3-3 399,1-1 1,-4-4 0,-1 0-1,3-1 160,0-4 1,3-3 0,-1-5 0,0-4 14,1-4 1,-2-2 0,-4 1 0,-2 0 89,-1-1 0,-4 1 1,1 1-151,-6 3 0,-1 4 0,-5 8 1,-2 4 114,-2 8 0,-2 2 0,3 7 1,2-1-51,5 1 0,4-1 0,1 4 0,1-4-364,4-1 1,9-4 0,10-6 0,7-3-1313,7-1 1,2-2 0,15-9 1437,4-5 0,-2-16 0,12-11 0,3-2 0,-12 5 0,0-1 0,0 1 0,0 0 0</inkml:trace>
  <inkml:trace contextRef="#ctx0" brushRef="#br0" timeOffset="10">26961 14906 7821,'-7'-14'771,"4"6"0,-5 5 0,2 6 0,3 8 0,1 7 201,2 6 0,5 9 0,1 6 0,1 2-302,-1 2 1,-1 7-1,-5 3 1,0 4-279,0 5 0,-2-2 1,-3 2-1,-4-3-927,-4-1 1,-1-7-1,-1-5 1,1-7-775,-1-11 0,3-5 0,0-10 0,3-4-2901,-2-4 4210,-9-10 0,-19-30 0,-8-15 0,-7-5 0,-1 0 0</inkml:trace>
  <inkml:trace contextRef="#ctx0" brushRef="#br0" timeOffset="11">26572 14863 7920,'13'-14'683,"0"-1"0,16-1 0,7-1 852,9-3 0,13 1 0,9 5 1,3 0-288,2-1 1,0 6 0,0 1 0,2 0-750,2 0 0,-4 4 1,0 0-1,-8 2-683,-5 2 1,-6-2 0,-3-1 0,-6-2-1459,-7 2 0,-7 2 1,-6 1 1641,-4 0 0,-59 20 0,-28 11 0,-2 1 0,1 0 0</inkml:trace>
  <inkml:trace contextRef="#ctx0" brushRef="#br0" timeOffset="12">17307 17712 7828,'-6'8'803,"3"3"0,-5-3 0,1 3-332,4 5 0,1 8 0,1 2-152,-4 6 0,2 3 1,-5 5-1,0-2 1,0 2-1,-2 0 1,1-3-1,1-7 1,1-6-1737,4-3-2761,-5-8 4178,6-13 0,1-37 0,2-24 0,3-2 0,0 0 0</inkml:trace>
  <inkml:trace contextRef="#ctx0" brushRef="#br0" timeOffset="13">17307 17496 7861,'-6'-22'1817,"-1"1"-1080,-2 7 1,-2 12 0,6 8 0,2 9-568,1 4 1,2 6 0,0-1 0,0 4-263,0 0 0,6 0 1,4-3-1,4-2-879,6-3 1,-3 4-1,7-5 1,3-1 970,5-2 0,24-21 0,11-4 0</inkml:trace>
  <inkml:trace contextRef="#ctx0" brushRef="#br0" timeOffset="14">17652 17712 7629,'-14'0'449,"4"1"0,1 3-18,-2 0 1,4 8 0,1-3 0,1 4-237,0 1 1,1 6-1,5 0 1,6 3 25,7 2 0,2-2 0,8 1 1,0 1 199,-2 2 1,5 1 0,-4-3 0,-1-1 188,-3 2 1,-4-4 0,-6 1-1,-4-1 38,-3 0 1,-10 1 0,-5 2 0,-6-2-366,-4-3 1,-1 0 0,-4-6 0,-3 0-542,-2 1 1,7-7-1,-1-3 1,5-4 257,4-1 0,-30-51 0,21 19 0,0 0 0</inkml:trace>
  <inkml:trace contextRef="#ctx0" brushRef="#br0" timeOffset="15">19034 17510 7845,'-7'-8'492,"6"0"1,-4 7-1,3 1 1,2 8 0,0 9 600,0 12 0,2 6 1,1 9-1,2 0-649,-2 4 1,-1 8 0,-4 8 0,-1 0-292,-2 0 0,-6 5 0,1-4 0,-3-1-630,-1-6 0,4-9 0,1-10 0,-1-6-1505,2-2 0,-3-14 1982,6-2 0,-6-10 0,3 1 0</inkml:trace>
  <inkml:trace contextRef="#ctx0" brushRef="#br0" timeOffset="16">18904 17870 7806,'14'-14'610,"1"1"1,1 3 0,1 6 269,3 2 0,5 2 0,-2 0 1,1 2-8,0 2 1,-5 4-1,3 7 1,0 1-593,1 3 0,-6-1 0,3 4 0,-4 0-990,-2 1 0,2-4 0,2 5 1,1 0-663,-2-2 0,-1 5 1,0-3-1,2 4 1371,1 0 0,-6 1 0,-7 0 0</inkml:trace>
  <inkml:trace contextRef="#ctx0" brushRef="#br0" timeOffset="17">19393 18302 7831,'-8'6'-212,"-5"-4"0,4 3-33,-4-4 0,5-2 0,3-6 0,4-6 245,1-4 0,7-44 0,5-19 0,-4 25 0,0-1 0,0 1 0</inkml:trace>
  <inkml:trace contextRef="#ctx0" brushRef="#br0" timeOffset="18">19379 17885 7831,'0'-20'0,"0"1"-485,0 2 0,0 5 577,0 3 0,0 12 0,0 2 1,0 6 3,0 3 0,0 6 0,0-1 0,1 0 41,4 2 1,-2-4 0,5 7 0,0 0-198,0-1 0,0 2 0,4-4 0,-3 1-187,2 4 0,2 1 0,2 2 0,-1 0 109,0-1 0,1 1 1,-1 0-1,-1-2 390,-3-3 0,1 2 0,-5-7 1905,2-1-1456,-5-9 0,2-4 0,-8-11 0,-2-7-281,2-5 0,1-7 1,2 1-1,2-5-58,3-5 0,-2 4 1,6-4-1,3 4-79,0 1 1,3-4-1,-1 1 1,1 3 12,-1 3 0,0 9 0,1-1 0,1 7 39,3 6 1,-3 5-1,3 5-187,-3 4 0,-3 11 0,-4 4 0,-4 3-91,-3 2 1,-2-1 0,0 3 0,0 1-143,0 1 0,-7-1 0,-1-6 0,0-4-269,4-1 0,-3-2-208,3-4 0,-1-9 1,5-6 382,0-8 0,6-6 0,4-4 0,2-3 114,3-1 0,-1-2 0,1-5 0,1 2 249,3 3 1,-3-2 0,3 7 0,-1 2 181,1 1 1,-3 6 0,3 2-1,-2 2-267,3 2 1,-3 3 0,6 1 0,-3 1-268,-2 4 1,-2-2 0,-2 7-1,1 1-161,-1 2 1,5 1 0,-1 1 0,-4-1 67,-3 1 0,-1-1 0,4 0 0,-1 1 311,-3-1 1,3-4 0,-4-2 0,4-2 51,1-3 0,6-1 1,0-2-1,1-3-87,0-7 1,3-6-1,-3-13 1,-1 1-80,1-1 1,-3-2-1,-9-1 1,-4 0-127,-3 5 0,-4 2 0,-4 10 0,-9 7 212,-7 5 1,-7 6 0,-3 7 0,-1 9 638,1 7 0,3 7 0,5 2 1,5 1-300,3-1 1,6 3 0,2-4 0,3-4-500,7-4 0,12-1 0,15-4 0,10-2-1713,7-3 1,12-5 1849,9-11 0,5-10 0,9-5 0,-22 4 0,-1 0 0,1 1 0</inkml:trace>
  <inkml:trace contextRef="#ctx0" brushRef="#br0" timeOffset="19">22386 17381 7782,'-5'-14'910,"0"-1"0,0 6 0,5 9 0,0 14 273,0 10 0,0 11 0,0 5 0,0 6-581,0 7 0,-4 3 1,-3 2-1,-1 1-295,-3 3 1,-7 2 0,-1 3 0,2-4-551,1-4 0,-2-3 0,2-3 1,3-9-1723,0-9 1,5-4-48,-1-17 0,6-4 0,-2-17 2012,3-7 0,-10-58 0,4 26 0,0-1 0</inkml:trace>
  <inkml:trace contextRef="#ctx0" brushRef="#br0" timeOffset="20">22285 17683 8121,'-8'0'6243,"13"7"-5513,9 2 1,4 2 0,-4 0 0,2 1-8,3 4 1,-3-2-1,5 5 1,0-3-488,3-1 0,-2-1 0,2 0 0,2 1-244,1-1 1,0-1 0,-1-2 0,-4-3 254,-1-1 1,-2 2-225,-5-4 0,-4 0-195,0-5 0,-7-2 0,2-3 1,-4-4 1,-1-4 0,0-3 1,0-3-1,-1-5-313,-4-3 0,2-2 1,-9-2-1,-2-1-198,-4-1 0,-2 4 0,2 7 0,-1 1-557,1 3 0,2 4-665,2 4 1903,6 4 0,34 44 0,14 10 0</inkml:trace>
  <inkml:trace contextRef="#ctx0" brushRef="#br0" timeOffset="21">24040 18172 7818,'-19'0'370,"0"0"1,0 0 0,4 0 0,2-1 0,2-4 0,3-5-1,0-4 1,2-5 699,0-5 0,1-10 0,6-6 0,4-5-497,5-2 0,4-8 1,5 2-1,5-3 131,3-1 0,7-1 0,1 2 0,0 2-81,1 1 1,2 9-1,-3-1 1,0 6-83,0 4 1,-1 3 0,-5 10-1,1 6-265,4 5 0,-4 7 0,4 0 0,-4 4-412,-1 4 1,-2 4-1,-3 8 1,-5 2-496,-3 1 1,-2 2 0,-1-2 0,-3 4-782,-5-1 0,-4 8 1,-1-4-1,-1-1-154,-4 3 0,-3-1 0,-8 2 0,-2-2 1566,-1-3 0,-26-10 0,-1-7 0</inkml:trace>
  <inkml:trace contextRef="#ctx0" brushRef="#br0" timeOffset="22">23781 17726 10789,'15'0'1549,"-1"0"0,2 2 1,3 1-1,5 2-773,3-2 0,9 3 0,2-1 0,2 0-94,-2 1 1,4-4 0,-4 4 0,4-1-635,1 0 0,-2 0 1,-2-5-1,-4 0-980,0 0 0,-6 0 0,1 0 0,-4 0-1061,-1 0 1,-4 0 0,-2 0 1992,-3 0 0,18-13 0,4-3 0</inkml:trace>
  <inkml:trace contextRef="#ctx0" brushRef="#br0" timeOffset="23">24673 17827 7818,'0'24'0,"-1"-2"761,-4-1 1,2 5 0,-5-2 0,1 1-56,4-1 0,-3 2 1,-1-5-1,1-1-464,-1 1 0,3-2-987,4-4 1,0-9 0,1-7-2256,4-12 3000,3-8 0,5-29 0,1-12 0,1-4 0,1-1 0</inkml:trace>
  <inkml:trace contextRef="#ctx0" brushRef="#br0" timeOffset="24">24760 17726 7818,'4'15'0,"1"-1"-359,-2 0 1,1 1 0,-1-1 0,2 2 358,-2 3 0,5-1 0,0 4 0,1 1 16,1-1 1,-5 1 0,3 2 0,-2-3 699,-3-1 0,-1 0 0,-2-3 1161,0 1 1,-2-2-1058,-3-7 0,4-12 0,-4-12 0,5-10-270,5-8 1,-2-5 0,8-7 0,4-3-220,2-1 0,9-5 1,-2 5-1,3 2-216,2 1 0,0 4 0,1 4 0,2 7-591,1 4 0,6 15 1,-4 1-1,0 7-788,0 3 1,-6 8 0,-7 6 0,-1 9-117,-3 4 0,-2 0 0,-3-1 1380,-4-2 0,4 0 0,-5 5 0</inkml:trace>
  <inkml:trace contextRef="#ctx0" brushRef="#br0" timeOffset="25">25465 17683 7818,'-15'0'412,"-1"0"1,-1 2-1,-4 1 312,-2 2 0,4 6 0,-3-3 0,1 1-394,3 1 0,-1 0 1,3 4-1,5 0-135,3 1 1,3 1-1,5 1 1,2 3-30,3-3 1,3-1-1,6 0 1,-1 2 93,-4 1 0,4 0 0,-5-3 0,0 2 85,-3 1 0,-3 0 0,-2-3 0,-2 2 227,-3 1 1,-4 2 0,-9-4 0,-3 2-518,-1-1 0,3 3 1,-4-4-1,3-2-1549,2-4 0,7-3 1494,1 1 0,39-28 0,5-13 0</inkml:trace>
  <inkml:trace contextRef="#ctx0" brushRef="#br0" timeOffset="26">25680 17439 7818,'-14'6'576,"1"7"1,2 7-1,1 3 800,-1 2 1,3 9 0,0 4 0,0 6-853,0 4 1,-1 3 0,-6 8 0,1 2-539,-1 1 0,-1 2 0,-1-3 1,-2 1-763,1-1 1,2-5-1,3-8 1,4-10 775,4-6 0,-41-29 0,-10-6 0</inkml:trace>
  <inkml:trace contextRef="#ctx0" brushRef="#br0" timeOffset="27">25364 17928 7818,'8'-15'498,"6"-1"1,-1 0 0,5 0 377,-1 4 0,6 2 0,1-1 0,3 3-187,1 1 1,6-2 0,1 4-1,4 2-577,5 1 0,3 1 1,7-3-113,0 0 0,5-6 0,14-3 0,2-1 0,3 1 0,0-1 0,1 1 0</inkml:trace>
  <inkml:trace contextRef="#ctx0" brushRef="#br0" timeOffset="28">28155 16719 7818,'-2'-17'0,"-3"1"966,-4 3 0,1 6 932,-2-2-1478,1 6 0,-4 3 0,2 11 1,1 6-1,-1 7 0,-2 3 1,-3 4-1,-1 2 0,-6 6 585,-4 2 0,0 7 0,-10 2 1,-1 1-632,-4 3 0,1 4 1,-11 1-1,3 0-93,3-3 0,1-8 1,2-1-1,1-6 493,4-3 1,6-12-185,13-2-478,6-13 1,14-4 0,6-7-50,7 0 0,9-2 0,10-3 0,5-6-22,4-7 1,3 2 0,1-4 0,4 1 61,1-1 1,-3-5 0,5 2-1,1-1 259,2 0-198,1 7 1,6-9-1,-1 5 27,-1-1 0,-2 4 1,-3 1-1,-3 6-169,-5 6 1,-8 3 0,-4 2 0,-2 0-118,-7 0 0,-5 2 0,-7 1 0,-1 3-79,1 2 1,-7-3 247,-4 5 314,-2-7-222,-2 3 1,0-4-142,0 3 1,0 3-1,-2 6 1,-2 1 115,-6-1 0,-8 7 1,-4 3-1,-4 5 69,-4 4 1,-10 4-1,-1 8 1,-7 1-211,-4 2 0,0 6 0,-6-1 0,1 1-14,-1-1 0,2-2 0,3-4 0,4 2-1733,-1 2 1,14-9 0,2 1 0,12-3-2299,6-3 4045,8-2 0,14 45 0,2-34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0.967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18688 2935 7695,'-8'-1'0,"2"-3"536,0 0 1,4-3 354,-3 2 0,-1 2-321,1-6 1,-1 5 68,1 0 0,2 2 0,-7 2 1,-1 0 71,-2 0 1,3 5-1,1 1 1,-2 1-410,-2-1 1,3 5 0,1-1 0,-3 3-4,0 1 0,-3 0 1,1 1-1,0-1-14,-1 1 1,-4 4 0,0 0 0,1 0-7,2 2 1,2-4-1,-1 6 1,1-2 47,0-4 1,4 4-1,0-2 1,1-1-186,1-2 1,-5 3 0,5 0 0,-2-1 2,1-2 1,6 3 0,-4 0-1,3-1-118,-1-2 0,0 3 0,5 0 0,0-1-12,0-2 1,-5-2-1,0 2 1,2 2 75,2 1 0,1 0 1,0-5-1,0 2 4,0 3 1,0-3-1,0 5 1,0-2-26,0 1 0,4 0 0,3-2 0,-1 1-134,1-1 1,4-1 0,-2 1 0,6 1 97,4-1 1,-2-4-1,7-3 1,2-1 150,1 1 0,4-5 0,2-1 0,5-3 110,4-2 0,1 0 0,-1-2 0,-2-3-10,-2-4 0,-1 1 0,1 0 0,-4 0-210,-4 0 1,-6 0 0,-1-2 0,-3 4-76,-2-1 0,-2 6 0,-2-4 0,1 3-152,-1 2 0,2 0 0,2 0 0,1 0-246,-2 0 1,4-1-1,-2-2 1,-1-2-502,-2 2 0,-2-4-821,1 3 1,-9-6 337,-6 5 1,-8 0-1,-9 5 1,-3 0 1381,3 0 0,-57-25 0,31 9 0,0 0 0</inkml:trace>
  <inkml:trace contextRef="#ctx0" brushRef="#br0" timeOffset="1">18760 3108 7680,'-9'-5'218,"-1"0"847,7 0 968,-10 5-614,11 0 0,2 2-901,10 3 1,-2-2-1,2 7-191,1 1 1,2 2 0,1 1-63,0 0 0,1-1 1,-1-2-1,1-3 57,-1-1 1,-3 4-1,2-3 1,3 2-157,0-1 1,0-6 0,-2 4 0,1-2-124,-1-1 0,0 1 1,1-5-451,-1 0 1,-4-1-915,-1-4 0,-5 2 0,-1-7 137,-6-1 1,-1 4-1,-5 3 1,-2 0-181,-2 0 1,-2 2 1363,1-3 0,-45-3 0,-11 0 0</inkml:trace>
  <inkml:trace contextRef="#ctx0" brushRef="#br0" timeOffset="2">18688 3165 7680,'0'-9'710,"2"1"1774,3 1-1244,-4 3 0,7 5-796,-3 4 0,-3 3 0,2 6 0,-2 1-137,-2-1 0,0 2 1,0 2-1,0 1-159,0-1 1,0 2 0,0 1 0,-2 1 1,-2 4 1,-4 1 0,-7 2 0,1 0-4,0 0 1,-1-1 0,1 1 0,-1 0-84,1 0 0,-2-5 1,0-2-1,0-1 22,3-4 1,2 4 0,-3-3 0,-1-4-102,1-3 1,4-3 0,2 4 0,0-4-1199,0-2 1,5 0-1085,-2-1 1,-1-5 2296,1 0 0,-12-32 0,1-14 0</inkml:trace>
  <inkml:trace contextRef="#ctx0" brushRef="#br0" timeOffset="3">18631 3496 7931,'1'-8'2822,"4"4"0,-2 2-2167,7 2 0,-5 2 0,4 2-255,3 6 1,0-2-1,3 0-112,-1-2 1,5 4-1,0-5 1,-1-2-94,-2-1 1,3-2 0,2 0-1,0 0-98,0 0 0,-2 0 1,-5 0-1,0 0-75,1 0 1,-1 0 0,1 0-122,-1 0 1,-4 0-1,-1 0-563,2 0 0,-3 0 0,0 1-1478,-1 4 1,4-4 2139,-1 4 0,2-80 0,-4 27 0,-1 0 0</inkml:trace>
  <inkml:trace contextRef="#ctx0" brushRef="#br0" timeOffset="4">28601 2978 7874,'0'-14'2979,"0"0"-1736,0 6 0,-2 8 133,-3 9-1087,4 4 0,-7 6 0,5 2 0,-4 3 1,-1 5-1,-3 4 0,-3 4 316,-5 3 0,1 3 0,-6 5 1,-3 5-259,-5 3 1,0 3 0,-5 2 0,0 1-91,1-1 0,4 3 0,-2-3 0,4-4-109,1-3 1,2-7 0,1 1 0,2-3-69,-1-2 1,2-7 0,1-2 0,1-4-170,3-1 1,-1-2 0,3-1 0,3-4-795,1-1 0,0-2 1,1-4-1009,2-1 1,7-1-252,2-4 0,2-2 2142,7-7 0,14-70 0,-8 26 0,0 0 0</inkml:trace>
  <inkml:trace contextRef="#ctx0" brushRef="#br0" timeOffset="5">28586 3122 7907,'-9'-14'0,"-1"-1"476,-1 1 0,3 4 0,-1 1 1,7-1 0,2-2-1,8 2 1,5 4 0,1 1 0,0 0 376,1 2 0,1 0 0,1-1 0,4 0-227,2 0 1,-4 3 0,5 1 0,0 0-11,-2 0 1,5 0 0,-3 0 0,3 0-230,2 0 1,5 5 0,-1 1 0,-1 0-140,-1 1 0,-3 4 0,1-1 0,-2 1-48,-3-2 0,-3 4 0,-8-3 0,-3 2 11,-6 3 0,-2-1 1,-4 1-1,-4 1-25,-8 3 0,-7-2 0,-10 6 0,-2-1-144,-6 1 1,-2-4 0,-2 3-1,0 0-121,-1 1 0,8-6 0,2 3 0,4-3-332,1 2 0,7-3 0,4 4-402,7-4 0,6-2 0,10-1 487,4-4 0,4 3 1,3-6-1,2 2 274,1 3 0,0 0 0,-5 0 1,1-1-79,-1 1 0,1 7 1,-1 1-1,0 0 424,1 2 0,-6-3 0,-1 6 0,-1 1 308,-4 2 0,-1 2 0,-2 0 0,-2-2-166,-3-3 0,2 3 0,-8-4 0,-4 1 28,-2 0 0,-7-7 0,3 2 0,-1-3-113,-4-1 0,-3-6 0,-4 1 0,-6-1-247,-2-1 0,-9-1 0,-2-7 0,-4-2-104,-2-3 0,0-4 0,3-9 0,2-2-1720,5-3 0,5-1 1,4-3-1,7 3-1866,7 5 0,9 8 661,6 1 2925,13 13 0,31 12 0,20 15 0</inkml:trace>
  <inkml:trace contextRef="#ctx0" brushRef="#br0" timeOffset="6">29968 2978 7989,'0'-22'209,"0"3"0,0 3 0,0 1 0,0 1 0,0 0 2295,0-1-1233,0 7 0,-7 2-666,-2 6 0,-4 6 1,-3 5-1,-2 5 3,-1 4 0,-6 5 0,1-1 0,-5 3-199,-5 2 1,-3 6 0,-4 4-1,1 2 10,2 2 1,-1 5-1,-4 4 1,1 0-53,4 3 1,3 4 0,8-6 0,3 3 32,5 1 1,9 5-1,5-1 1,4-3-107,1-4 0,1-1 1,4 4-1,5-1-86,2-3 1,3-3 0,-1-9 0,1-1-95,-1-1 0,5-3 0,0 3 0,0-7-21,2-7 0,-3 1 0,4-7 0,-1-1-1781,-3-2 1,-2-4 0,-2-2-1711,0-5 1,1-5 3397,-1-5 0,-2-40 0,-3-20 0,2-6 0,0-1 0</inkml:trace>
  <inkml:trace contextRef="#ctx0" brushRef="#br0" timeOffset="7">30270 3352 7989,'-7'-14'1718,"4"4"-328,-6 1 1,4 1-915,-5-2 0,5 4 0,-4 6 0,-1 2 0,1 2 0,-3 6 0,-2 4 0,-5 5 383,-4 5 0,-1 5 1,-4 5-1,-1 6-405,0 6 1,-4 5 0,-3 8 0,1 2-79,0 2 1,3 5 0,10-2 0,7-2-152,9-7 1,6-2 0,6-11 0,10-4-24,12-3 0,7-8 0,9-7 0,4-2 69,5-8 0,8 1 0,1-8 0,-1-2 27,-2-1 1,-3-6 0,0-4 0,-2-7-59,1-6 0,-3 0 1,-10-6-1,-4-4-75,-4 1 0,-4-7 0,-2 0 1,-6-1-166,-8 0 0,-1-1 0,-8-5 0,-2-3 0,-1-1 0,-10 0 0,-7 5 0,-9-2-446,-8-3 0,-4 5 1,-8 0-1,1 8-457,0 5 0,-5 2 1,0 4-1,2 5-98,1 3 0,8 7 0,4 1 0,4 1-545,5 4 1,5 3 0,9 5 1545,5 4 0,10 30 0,3 7 0</inkml:trace>
  <inkml:trace contextRef="#ctx0" brushRef="#br0" timeOffset="8">30169 3309 7989,'-6'-14'282,"4"0"1,-3-1 0,4 1 0,1-2 0,1-3 0,4-5 0,6-4 993,7 0 0,-1-8 1,6-2-1,-1-3 990,1-3-1828,-6-5 0,9 4 0,-6-3-168,3 3 1,-10 7-1,1 3 1,-3 3-601,-3 5-509,-1 7 1,-7 12 0,0 15 0,0 9-3410,0 8 4248,0 9 0,-14 19 0,-4 10 0,-2 7 0,0 1 0</inkml:trace>
  <inkml:trace contextRef="#ctx0" brushRef="#br0" timeOffset="9">30601 3266 7989,'0'-14'0,"0"-1"0,0-5 0,1-3 0,6-1 1418,7 0 0,7-5 0,6-6 0,0-1-286,2-4 0,-4 4 1,9 1-1,-4 2-483,-1-1 1,0 2-1,0 8 1,-2 5-473,-3 3 0,-3 6 0,-7 2-583,0 2 0,-1 3 0,-3 8 1,-5 4-2041,-4 4 0,-7 9 2446,-4 7 0,-23 11 0,-10 6 0,-5 8 0,1 0 0</inkml:trace>
  <inkml:trace contextRef="#ctx0" brushRef="#br0" timeOffset="10">30874 3770 7989,'-5'-10'266,"0"1"0,-3 5 627,8 0 0,4 2 1,10 2-346,0 0 1,7 0 0,3 0 0,3 2 0,4 1 0,1 3 0,3 1 0,2 1 0,1 0 230,-1 3 1,3-3 0,-7 1 0,-1 2-970,-1 2 1,-11-3 0,-4-1-1,-6 3-1221,-4 0 0,-1 8 0,-5 0 1411,0 3 0,-51 20 0,19-17 0,0 1 0</inkml:trace>
  <inkml:trace contextRef="#ctx0" brushRef="#br0" timeOffset="11">30932 4173 7989,'0'-8'2086,"0"3"0,0 10 1,1 4-1133,4 4 1,-2 3 0,5 3-1,0 4 925,0-1-1922,2 5 1,-1-5 0,1 9 0,-1 1-1,1 1 1,-2-1 0,-2-1-1387,-2-2 0,-3-1 0,-1 1 0,-1 0 1429,-4 0 0,-67-7 0,25-12 0,0 1 0</inkml:trace>
  <inkml:trace contextRef="#ctx0" brushRef="#br0" timeOffset="12">30543 4504 8283,'-2'14'890,"-2"0"1,2 1-1,-3-1 1,2 2 345,-2 3 0,2 2 0,-6 5 0,-4-1-596,-5 6 0,-4 2 1,-5 7-1,1-3-561,2-2 0,2 3 0,-2-4 0,4-4-3675,4-4 3596,2-5 0,-7-32 0,-1-7 0</inkml:trace>
  <inkml:trace contextRef="#ctx0" brushRef="#br0" timeOffset="13">29824 4273 7989,'-10'8'0,"1"-3"0,-3-2 964,0 2 0,-3 1 0,1 7 0,-1 0 1551,1 3-2210,-7 8 0,-3-2 0,-8 7 0,-3 0 0,-2 0 0,-1 0 0,0-1-257,-1 1 0,9-7 0,1-2-1191,8-4 1,13-5 0,8-6 1142,8-10 0,21-42 0,6-20 0,4-4 0,1 0 0</inkml:trace>
  <inkml:trace contextRef="#ctx0" brushRef="#br0" timeOffset="14">29737 3885 7989,'-24'-13'138,"2"3"0,0 6 487,-1 2 1,-1 2-1,-4 0 1,-1 2-77,0 2 0,-6 9 0,-2 8 0,-1 1-244,-1 4 0,7-5 1,0-2-1,7-3-1055,6-2 0,4 1 0,7-3-772,8-2 1522,13-4 0,22-25 0,10-13 0,5 0 0,1 0 0</inkml:trace>
  <inkml:trace contextRef="#ctx0" brushRef="#br0" timeOffset="15">31406 2820 8078,'0'-14'239,"0"-1"1,2 3-1,3 2 1,4 5 400,4 4 1,1 1 0,2 0 0,4 1 0,2 6 0,2 5 0,0 8 0,2 3 741,1 8 1,8 4-1,2 8 1,1 0-723,0 1 1,1 5 0,2 4-1,-1 4-158,-1 6 0,-9-3 0,0 6 0,-7-2-88,-7-3 0,-5 4 1,-11 1-1,-2-1 43,-2-2 0,-11-4 1,-10-2-1,-6 3-318,-2 2 1,-7-8 0,0 2 0,-5-3-521,-3-2 1,-2 2-1,4 4 1,-3-1-421,-3-3 0,6-2 0,0-4 0,4 1-415,4-2 1,7-6 0,3-3-1,8-2 1216,9-3 0,-27-15 0,-2-4 0</inkml:trace>
  <inkml:trace contextRef="#ctx0" brushRef="#br0" timeOffset="16">25076 5237 7834,'-14'-8'169,"-1"-3"0,3 5 0,2-2 0,5-3 1379,4-2 1,7-2 0,5 3 0,5 0-585,3 3 1,7-1 0,-2-4-1,5-1 18,4 1 1,-1 1 0,7 2 0,-1 1-517,-1-1 1,-1 3 0,-4 0 0,2 0-264,-2 0 0,-2 5 0,-3-2 0,-3 4-272,-4 1 1,-4 0-2594,-2 0 1,-6 1 0,-3 4 248,-4 5 1,4 2 2412,0 3 0,-7 18 0,-6 6 0</inkml:trace>
  <inkml:trace contextRef="#ctx0" brushRef="#br0" timeOffset="17">26227 5151 7839,'-5'10'778,"4"-2"1,5-2 0,11-3 0,6-1 898,4-2 0,7 0 0,5 0 1,1-2 28,2-3-1446,5-3 0,-5-3 0,5-2 1,-4-3-1,-1 0 0,-3 0 1,-5 0-238,-6-3 0,-7 3 1,-10-3-1,-4 3-299,-3 2 0,-4 1 0,-4 2 0,-9 1-251,-7-1 0,-5 0 0,-4 1 0,-2 5 67,-6 4 0,-2 2 1,-2 4-1,1 6 639,4 7 0,-2 0 0,8 6 1,3 3 307,4 5 0,7 0 0,0 4 0,7 1 62,6 0 0,5-3 1,5 4-1,6 0-214,7-1 1,0-3 0,6-9 0,1-1-290,2 2 1,0-5-1,-3-2 1,-3-3-482,0-2 1,-5-1-1,3-2 1,-3-3-1557,-1-2 1,-1-1-1,0-5-149,1 0 1,2-3 0,-1-5 2139,-3-6 0,2-27 0,2-20 0,1-2 0,2-3 0,1 0 0,0 0 0</inkml:trace>
  <inkml:trace contextRef="#ctx0" brushRef="#br0" timeOffset="18">26975 4950 7839,'0'-8'2474,"0"4"0,0 12-1595,0 7 1,5 10 0,0 4-1,0 6 99,1 2 0,-4 5 0,4-2 1,-1 4-901,0 4 1,-1 0 0,-2-5 0,1-1-972,2-4 1,1-2 0,-3-9 0,4-3-5299,1-5 6191,1-3 0,6-8 0,-1-2 0</inkml:trace>
  <inkml:trace contextRef="#ctx0" brushRef="#br0" timeOffset="19">27364 5007 7862,'-23'0'538,"-2"0"0,4 0 0,-2 0 660,-2 0 0,-2 3 0,-2 5 0,-1 8-292,-4 5 1,-4 9-1,-9 10 1,-2 5-342,-2 3 1,6 5 0,0-5 0,7 0-459,3 1 1,4-5 0,10-3 0,9-9-915,4-6 0,9-10 0,9 0 0,4-5 807,5 0 0,23-30 0,11-7 0</inkml:trace>
  <inkml:trace contextRef="#ctx0" brushRef="#br0" timeOffset="20">27450 5439 9439,'-14'0'1295,"6"1"1,1 4 0,1 6-685,-4 7 1,-3 1 0,-1 8 0,-2 5 100,-3 3 1,-4 9-1,-5 5 1,0 1-487,4-1 0,-1-2 1,6-7-1,3-5-834,5-5 1,4 1 296,7-12 0,7-8 0,2-13 0,6-10-395,4-11 0,-3-6 0,3-4 0,-2-6 443,3-2 0,-4-2 0,3-2 0,-3-1 654,-2-2 0,2-5 0,2 2 1,3-2 213,1-1 0,2-4 0,5 8 0,1 1 26,4-1 0,1 4 0,3 9 0,-4 8-86,-4 9 1,-1 10 0,-2 5 0,-5 5-172,-7 5 1,-2 3 0,-9 8 0,-2 3 61,-5 5 1,-5 3-1,-8 2 1,-3 2-197,-5 2 0,-8-1 0,-3 5 0,-1 0-133,1-1 0,-3-4 0,4 2 0,2-4-315,2-1 1,3-2 0,3-3 0,5-5-4709,3-3 1,9-8 4560,7-3 0,20-30 0,11-19 1,5 0-1,-1 1 0</inkml:trace>
  <inkml:trace contextRef="#ctx0" brushRef="#br0" timeOffset="21">27867 5381 10955,'13'-9'2263,"0"1"0,-1 1-1378,4 4 1,4-3 0,-1 1 0,3 0 173,1-1 1,4 4 0,-3-4-1,1 1-780,-1 0 0,3-5 1,-4 4-1,-1 0-1218,-3-1 0,-7-4 379,-3 1 0,-12-1 1,-2 2-1,-8 4-442,-6 3 1,-8 2 0,-8 2 0,0 4 829,0 9 0,-4 1 0,4 8 0,0 1 492,0 2 1,6 2-1,7 0 1,2 0 202,8 0 0,4-2 0,8-3 0,3-5-370,6-3 0,9-2 1,16-1-1,4-3-603,3-6 0,4-2 0,2-2 0,1-2-1022,-2-2 0,-1 0 0,-4-5 1472,-2-2 0,-4-9 0,3-5 0,0-2 0,1 0 0</inkml:trace>
  <inkml:trace contextRef="#ctx0" brushRef="#br0" timeOffset="22">29032 4892 7862,'-6'-14'386,"4"4"1,-4 2 0,0 2 610,-4 2 0,2 3 1,-1 1-1,-3 0-258,0 0 1,-4 6 0,-2 5-1,-3 7-100,-1 6 0,-1 5 0,-2 3 0,2 3-250,3 2 1,-4 1-1,5 4 1,3-1-85,4 2 1,0-3-1,4 8 1,0-5-176,3-4 0,3 1 0,2-5 0,0-1-102,0-4 1,2 0 0,3-11 0,4-1-445,4-2 0,1-3 1,1-2-1,1-3-450,3-2 1,-3-2 0,3-8 0,-3-2-1432,-2-2 2297,1-2 0,-20-49 0,-5-11 0</inkml:trace>
  <inkml:trace contextRef="#ctx0" brushRef="#br0" timeOffset="23">29018 5007 7860,'0'-14'47,"0"-1"0,0 1 0,0 0 0,2 1 1,1 2 903,2 1 0,1 7 1765,-1-2-911,-4 3-1427,6 2 0,-9 0 1,-3 0-1,-4 2 1,-4 3 84,-1 4 1,-7 4-1,-1 3 1,-4 3 176,-3 5 0,4 3 0,-11 4 1,3 2-205,-1 6 0,-4 2 0,3 3 1,0-1-22,-1 0 1,3 0 0,6 0 0,1 0-78,2 1 1,13-8 0,1-2 0,9-4-37,6-1 1,6-7 0,11-2 0,8-4-292,6-2 0,4-6 1,6-3-1,5-4-442,5-1 0,-6 0 1,6-1-1,-5-4-730,-5-5 0,-6-2 0,-5-3 1,-4 1-179,-9-1 1,-4 6-1,-4-1 1,-1-1-2405,-4-2 3743,-2 5 0,-33-24 0,-6 0 0</inkml:trace>
  <inkml:trace contextRef="#ctx0" brushRef="#br0" timeOffset="24">29421 4935 7847,'0'-8'2228,"-5"10"0,-1 12 0,-1 9-1148,1 4 1,-5 8 0,1 3 0,-3 5-437,-1 5 0,-5-1 0,0 4 1,1 0-1049,2 0 0,-3-4 0,0 1 0,1-5-770,2-5 0,2-3 1174,-1-6 0,-12-7 0,-3-1 0</inkml:trace>
  <inkml:trace contextRef="#ctx0" brushRef="#br0" timeOffset="25">29219 5309 7826,'15'-14'457,"-1"6"1,1 3 0,1 3 958,3 2 1,-2 0 0,7 0-1,2 0-375,1 0 1,2 7 0,0 1 0,-1 1-441,1 1 1,0 0-1,-2 2 1,-1 0-260,-2-3 0,-7-6 0,2 4 0,-3-2-580,-1-1 1,-1 1 0,1-5 0,-3-1-335,-2-4 0,1 2 0,-6-7 0,-2-1-136,-1-2 1,-2-1-1,0-1 1,-2 2 392,-3 4 0,-3-2 0,-8 6 0,-1 2 164,-2 1 1,-7 4 0,4 4 0,-2 8 360,0 9 0,0 1 0,-3 3 0,3 3 33,4 1 1,4-6 0,4-1 0,2 2-377,5 1 1,5 0 0,5-1-1,5-5-286,2-5 1,9 0 0,3-10 0,3 0-41,2 1 1,-5-2 0,-1-7-1,-3-3 120,-2-4 0,-2 2 1,-3 1 567,-4-1 1,-1 4 113,-3-6 0,-5 5 1,2 1-1,-6 6 123,1 7 1,-3 3 0,-1 1-1,1 1-123,0-1 1,1 5 0,5 0 0,0-1 178,0-2 1,0-2-1,0 1 234,0-1 1,1-4 0,4-2-9,5-2 1,3-1 0,3-7-1,1-3-75,2-4 1,5-10-1,-3-5 1,2-5-203,2-5 0,-3 2 0,1-6 1,-1-2-335,1-2 0,-6-7 0,2-4 0,-4-3-373,-6-1 0,3-1 0,-8 2 1,0 3-1102,-3 5 1,-1 10-1,-1 6 1,-3 6-2439,0 7 3775,-8 10 0,-21-10 0,-14 3 0</inkml:trace>
  <inkml:trace contextRef="#ctx0" brushRef="#br0" timeOffset="26">31234 5295 7902,'4'-24'263,"1"0"0,0 0 0,1 2 1,4 1-1,3 2 0,1-2 1043,1-2 0,-1 6 1,0-2 1715,1 3-2220,-1 1 0,-7 15 1,-6 10-1,-6 12-119,-3 10 0,-1 0 0,-6 7 0,1 2-309,0 5 1,1 1 0,2 4 0,1-1-295,-1-4 0,0-1 1,-1-1-1,3 3-447,-2 1 1,3 0 0,-2-7 0,0-1-847,2-1 0,-3-7 0,5 1 0,-2-4-210,-3-5 0,3-3 1,-2-8-1,-1-2 1423,-2-2 0,-19-24 0,-8-11 0,-3 1 0,0 0 0</inkml:trace>
  <inkml:trace contextRef="#ctx0" brushRef="#br0" timeOffset="27">30960 5583 8132,'-5'-15'727,"1"1"1,-1 4 0,5 1 0,2-3 570,2 0 1,9 4 0,9 1-1,6 3-401,7-1 1,5 0-1,5 5 1,1 0-127,2 0 0,5 0 0,-5 0 1,-2 2-506,-1 2 0,-9 0 1,-2 3-1,-5 1-304,-5 0 1,-3 0 0,-9 4 0,-2-3-1100,-5 2 0,1 4 0,-1 2 0,-2 4-1006,-1 2 1,-1-6-1,2 2 1,2-3 1100,-2-1 1,1-1-1,-1 1 1,3-3 1069,2-2 0,-5 3 1360,2-4 437,-3-2 1,-4 1-363,-3-4 0,-3 0-374,-6 5-4900,6-6 3811,-5 4 0,18-39 0,-3-8 0</inkml:trace>
  <inkml:trace contextRef="#ctx0" brushRef="#br0" timeOffset="28">31895 5554 7902,'0'14'-40,"0"1"1,0-1 289,0 0 1,0-4 0,0 0-1,0 1 473,0 2 0,0 1 1,0 0 158,0 1 0,-1-1 1,-4 1-22,-5-1 0,4-5 1,0-1-376,-1-1 0,6-4 0,-4-8-287,3-4 0,4-9 0,3-3 0,6-3-15,6-6 1,1 0 0,6-7 0,2 2-47,1 3 1,2-3 0,-1 1 0,3 2 14,2 2 0,-2 7 0,1 6 0,-5 5-44,-3 8 1,-7 2 0,3 4 0,-6 4-55,-5 8 1,-4 9 0,-10 9 0,-4 3 57,-4 2 1,-3-5 0,-1 1 0,-3-4-10,3-5 1,-4 3 0,2-4 0,1-1-153,2-3 1,7-9 0,1-4-157,1 1 0,2-7 0,7 0-200,3-8 1,4-5-1,9-2 1,3-1 97,1-3 0,-3 3 0,5-3 0,2 3 270,1 2 0,-3-1 0,-2 2 1,1 2 159,-1 2 0,-3 5 1,4-2-1,-2 1-16,-4 0 1,-1 1 0,-1 4-1,-1 1 43,0 4 1,1-2 0,-1 7-131,0 1 0,-4 0 1,0 0 46,1-1 1,2-2 0,1 2 0,2-6-41,3-2 0,-1-2 0,4 0 0,1-2-92,-1-2 1,2-4-1,5-8 1,-2-2-231,-3-1 0,-3-2 0,-7 4 1,-1-3-83,-4 3 0,-2-4 0,-9 3 0,-3 4 333,-4 3 0,-15 8 0,-8-2 0,-7 5 782,-5 5 1,-1 4-1,5 9 1,3 3-70,2 1 0,3 7 0,8 4 1,6 1 2,7 1 1,15-3 0,15 6 0,16 1-567,14-2 0,12-4 0,16-7 1,-37-15-1,1 0-600,1 0 0,1-1 1,2 0-1,1-1 1,0-2-1,-1-1 1,-1-1-1,-1-1-1829,35 1 0,-4-3 2322,-17-2 0,-35-19 0,-18-5 0</inkml:trace>
  <inkml:trace contextRef="#ctx0" brushRef="#br0" timeOffset="29">25206 6086 7806,'-7'-14'213,"4"-1"1,-5 1 0,0 0-1,0-1 1,-3 2 710,-2 4 1,3 2 0,1 7 0,-4 2-349,-5 3 1,1-2 0,-6 8 0,1 4-98,0 2 1,-4 9 0,-6-1-1,-3 6-75,-2 2 1,4 7 0,-4-1 0,2 4 46,3 5 1,3-2 0,7 5 0,7-1-179,9-4 0,4-1 0,2-2 0,3-1 10,7-4 0,1 2 0,12-6 0,-1-1 54,0 2 0,-4-3 0,0 5 0,-6 0-9,-2 0 0,-7-4 0,2 6 0,-4-1-133,-1-1 0,-1 3 0,-4-7 0,-4 1-337,-4 1 0,-2-5 0,1 2 0,0-4-749,-1-4 0,1-7 0,-2 2 0,-2-4-481,-1-6 1,-2-2-1,4-7 1,-4-2-952,-1-3 2323,-2-9 0,-27-29 0,-10-13 0,16 14 0,1 1 0,0-1 0</inkml:trace>
  <inkml:trace contextRef="#ctx0" brushRef="#br0" timeOffset="30">24386 6806 7834,'7'-15'428,"1"1"0,-3 1 0,5 2 718,3 1 1,6 7-1,2-3 1,1 1 240,4 0 0,1-1 0,2 3 0,1-2-370,3 2 1,-2 1-1,4 2 1,-1 0-1093,-1 0 1,2 0 0,-1 0 0,3-2-633,-1-2 1,1 2 0,-5-4 0,2 1-1318,-2 0 1,-2 0 0,-1 4 2023,0-4 0,-13 29 0,-4 1 0</inkml:trace>
  <inkml:trace contextRef="#ctx0" brushRef="#br0" timeOffset="31">25321 7208 7834,'-15'8'0,"1"5"0,1-3 1664,3 3 1,-2-5-1154,2-4 1,4-10-1,1-8 1,5-10 407,5-8 0,3-5 0,8-8 0,1-3-209,2-5 0,7-2 0,-2-3 0,3 2-392,2 3 1,0 4 0,1 7-1,2 4-80,2 4 1,-2 12 0,-7 7 0,-1 9-822,2 4 0,-1 4 0,-1 3 0,-5 6-1058,-3 7 1,2 4 0,0 8 0,-4 2 484,-1 2 0,3-1 1,-8-4-1,1 0 474,1 0 0,-2-2 0,3-3 652,-1-5 0,-7-3 304,2-1 0,-5-7 0,-5-4 0,-5-1 800,-2 2 1,-3 2 0,-1 4 0,-1-2 83,-3 3 0,1 0 1,5 4-1,1 2-484,3 1 1,4 5 0,6-5 0,0-1-369,0-2 0,8-3 1,6-4-1,10-4-57,8-3 1,0-5 0,7-5 0,1-8 18,1-5 0,-4-3 0,-3-5 1,-6 0-192,-4 0 1,-4-3-1,-11 2 1,-6 3-274,-6 0 0,-6 6 0,-12 2 0,-6 4-881,-5 6 1,-8-2 0,3 6 0,0 3-785,4 5 1,4 5 0,5 8 1860,5 4 0,35 13 0,16 7 0,0 6 0,1 1 0</inkml:trace>
  <inkml:trace contextRef="#ctx0" brushRef="#br0" timeOffset="32">26213 7137 7834,'-7'9'0,"-2"1"4227,-4 1-3101,5-5 0,3-1 0,10-10 0,4-4-367,4-4 0,2-6 0,1 0 1,3-1-271,5 0 0,-2-1 1,2-5-1,0 4-224,-2 1 0,6 2 0,-6 5 0,0-1 39,-2 1 1,0 1-139,0 3 1,-8 12-1,-7 11 1,-3 8-142,-2 6 1,-7-2-1,-2 9 1,-4-4-50,-1-1 0,4 3 1,2-2-1,2-4-265,2-4 1,-2-3 31,1-4 0,2-7 1,8-5-1,4-6 82,4-7 1,6-9 0,2-6 0,2-6 24,2-2 1,2-7-1,4 3 1,1-2 65,1 1 0,1 6 1,-5 0-1,-1 7 435,1 5 1,-2 6 0,-3 4-1,-5 7 423,-3 6 1,-6 12-1,-2 10 1,-2 6-89,-2 2 1,-3 2 0,-1-3 0,0 2-499,0-2 0,-1 2 0,-3-4 1,-2-3-214,-2 0 1,3-4 0,-3-1 0,2-1-2367,3-4 1,-1-1 0,1-1-986,-2-1 0,1-4 3376,4-1 0,-13-12 0,-3 2 0</inkml:trace>
  <inkml:trace contextRef="#ctx0" brushRef="#br0" timeOffset="33">29651 6532 7786,'-6'-14'0,"-4"-1"0,-3 6 0,-1 1 1143,0 1 0,-1 3 0,1 4-625,-1 0 0,-5 1 0,-4 2 0,-4 5 0,0 4 0,-1 5 1,0 4-1,-1 5 0,-2 1 679,-2 2 0,2 4 0,7 1 0,2-1-768,3 2 0,5 4 0,7 7 0,2 4-51,3 1 0,1-3 0,4 3 0,2 0-134,6 0 0,9-4 0,5 1 0,3-5-120,2-5 1,6-3-1,2-7 1,1-4 67,1-5 0,-1-10 0,5-4 0,2-3 9,3-2 0,-6-8 1,2-7-1,-1-7 7,-3-5 0,-4-8 0,0-5 1,-1-5-24,-3-3 1,-6-2-1,-4 2 1,-1-4-148,-3-4 1,-9-2 0,-4-1 0,-5-2-508,-5-1 1,-9-2-1,-12 5 1,-6 1-259,-6 7 0,-10 13 0,-3 9 0,-2 10-84,0 8 0,2 6 1,-1 11-1,4 9-267,3 7 1,2 11 0,3 4 0,5 2-1139,6-1 1,10-6 2215,-1 2 0,4 15 0,2 4 0</inkml:trace>
  <inkml:trace contextRef="#ctx0" brushRef="#br0" timeOffset="34">29176 6388 7825,'-16'-9'0,"-1"1"712,-2 1 0,-1-2 0,6 2 0,-2 1 2040,-3 0-2073,-4-6 0,-1 6 58,1-4 1,0-2-342,-1 2 0,-1-3 1,5 0-1,4 2 0,4 2 1,4-3-1,1 0-478,4-3 1,0 3 0,0 0-672,-2 3 1,2 6 0,6-1-946,2 8 1,6 5-1,-3 10 1698,0 5 0,17 18 0,7 7 0,0 6 0,0-1 0</inkml:trace>
  <inkml:trace contextRef="#ctx0" brushRef="#br0" timeOffset="35">29709 6590 7825,'0'-29'129,"0"0"1,0 0 446,0 1 1,6-3 0,4-1 0,2-3 150,3-2 0,-1 2 0,1-5 1,1-1 149,3 1 0,2 6 0,4 1 0,-1 2-263,2 2 0,-4 7 1,0 4-434,-1 7 1,-3 6-1148,-9 10 0,-2 5 0,-7 9 0,0 5-3039,0 3 4005,0 2 0,-16 16 0,-7 9 0,-1 4 0,0 1 0</inkml:trace>
  <inkml:trace contextRef="#ctx0" brushRef="#br0" timeOffset="36">30097 6705 7825,'10'-21'0,"-1"-1"592,2-1 1,4-4 0,6 3 0,6-3 578,5-2 0,6 2 1,-4 1-1,-2 4-318,-2 1 0,-1 2 0,-2 6 0,-3 2-599,-5 2 1,-3 5 0,-3 1-1,-2 5-903,-1 3 1,-7 7 0,2 3 0,-7 7-1431,-7 5 0,-1 8 2079,-9 4 0,-17 7 0,-8 7 0,-3 5 0,-1-1 0</inkml:trace>
  <inkml:trace contextRef="#ctx0" brushRef="#br0" timeOffset="37">30155 7036 9032,'14'0'1343,"0"0"1,2 0 0,4 1-284,4 4 0,-2-2 0,0 9 0,1 2-235,-1 4 0,0 7 1,2 1-1,-4 4-905,-4 4 0,-8 4 0,-4-3 0,-2 4-1401,-2 5 1,-6-2 0,-4 3 1480,-3-5 0,-40 11 0,22-22 0,0 1 0</inkml:trace>
  <inkml:trace contextRef="#ctx0" brushRef="#br0" timeOffset="38">30183 7453 7825,'0'14'1394,"0"1"0,0-1-255,0 1 0,2 1 0,1 1 0,2 4-442,-2 1 1,-1 2 0,-2 5 0,0 0-981,0 0 1,0-1 0,0 0 0,0-3-2865,0-1 3147,0-6 0,-58-4 0,-14-7 0</inkml:trace>
  <inkml:trace contextRef="#ctx0" brushRef="#br0" timeOffset="39">29306 7611 7825,'-16'10'220,"-2"0"0,-3 1 773,-1 2 0,3 1 1,-5 0-1,0 2 1487,2 3-2282,-6-3 1,11 7 0,-6-6 0,3 4-1,2 0 1,2 0 0,2-4 77,-1-1 1,3-6 0,0-2-1945,3-2 1668,6-1 0,3-30 0,8-7 0</inkml:trace>
  <inkml:trace contextRef="#ctx0" brushRef="#br0" timeOffset="40">28961 7122 7825,'-36'0'0,"4"2"0,-6 1 0,0 3 984,1 2 1,0 2 0,4 4 0,-6 1-588,-2-1 1,-1 4 0,4-2 0,4-4-398,4 1 0,1-6 0,0-1 0</inkml:trace>
  <inkml:trace contextRef="#ctx0" brushRef="#br0" timeOffset="41">24256 8216 7796,'0'-20'0,"0"1"184,0 2 0,0 1 1,0 1-1,0 1 1217,0 0-618,0 6 0,0-2 1,0 12-1,0 9 0,0 11 1,0 10-1,2 6 873,2 4 0,-2 6 0,3 3 1,-4 4-1269,-1 4 1,0 1 0,-1 0 0,-2 0-392,-2 3 1,-6 1-1,1-4 1,-1 1 150,1-5 0,-1-6 0,6-12 1,0-6-534,-1-6 385,4-6 0,-36-56 0,-2-14 0</inkml:trace>
  <inkml:trace contextRef="#ctx0" brushRef="#br0" timeOffset="42">23940 8662 7804,'-15'0'2176,"15"-2"0,10-1 1,10-2-1084,8 2 1,2 1 0,2 2 0,3 0-744,2 0 1,1 0 0,5 0 0,1 0-810,-1 0 0,-2 0 1,-1 2-1,-3 1-928,-2 2 0,-3 1 0,-8-2 1387,-5 0 0,-22 20 0,-6 0 0</inkml:trace>
  <inkml:trace contextRef="#ctx0" brushRef="#br0" timeOffset="43">24529 8719 7804,'-14'7'0,"0"2"0,-1 2 863,1-1 1,4 3-1,1-4 1,-1 6 145,2 4 1,-5-1-1,5 4 1,-1 0-489,-1 1 1,7 1 0,-2 4-1,4 1-156,1 0 1,6-5 0,3-2 0,6-1-62,4-3 1,0-4 0,8-4 0,4-5-27,-1-4 0,5-2 1,-1-4-1,-2-5-164,-2-3 1,-6-6 0,-1-2 0,-4-1-238,-6-4 1,-5 1 0,-8-1 0,-2 4-556,-3 1 1,-9-3-1,-10 5 1,-2 3-307,2 5 1,-3 0 0,3 6 983,-3 2 0,-27 20 0,-7 7 0</inkml:trace>
  <inkml:trace contextRef="#ctx0" brushRef="#br1" timeOffset="44">25839 8532 7779,'-7'-8'7036,"4"2"-6057,-7 6 0,7 1 0,-2 4 0,4 5 0,1 3 179,0 1 0,6-4 0,4-2 0,3 0 750,1 0-1614,0-5 0,2 3 0,4-6 0,3 0 0,5 0 0,0 0 1,1 0-205,0 0 1,1 0-1,2-1 1,2-3-91,-2 0 0,-8-8 0,-3 4 0,-4-1 0,-2-1 0,2 1 0,-9-6 0,0 1-103,-3-1 1,-3-4 0,-2 0 0,0 1-328,0 2 0,-7 1 0,-2-3 0,-4-1 110,-2 1 0,1 2 1,-2 3-1,-2 2 203,-1 2 0,-2 5 0,2 0 1,-3 2-8,0 2 0,-6 2 0,4 2 1,-3 8 144,-2 5 0,5 1 0,0 7 1,-1 4 343,-2 3 0,4 6 0,3-2 0,0 0 341,1 4 0,0-3 0,6 0 1,4 0-707,4-1 0,3-4 0,4 2 0,3-5 0,4-5 0,6-3 0,4-7 0,6 0 0,7 1 0,-1-7 0,2-4 0,-2-2 0,-3-2 0,3 0 0,1 0 0,0 0 0,-5 0 0,0 0 0,-6 0 0,0 0-415,-1 0 1,-5 0 0,-6 0 0,1-2-1136,-2-2 1,5 2 0,-5-4-2993,0-1 4542,5-1 0,-31-12 0,0-3 0</inkml:trace>
  <inkml:trace contextRef="#ctx0" brushRef="#br1" timeOffset="45">26472 8806 7916,'-15'0'3234,"6"0"-1903,-1 0 1,7 1 0,-4 2 1843,1 2-424,4 0-2324,-4-5 0,8-2 0,1-2 0,3-6-18,2-3 0,2-8 0,4-1 0,1-4-97,-1-2 0,7 2 1,3-7-1,3 2-3,2 2 1,-5 1 0,0 0 0,1 4 9,2 5 0,-4 10 1,-4 4-1,-3 5-197,-2 5 1,-1 4 0,-3 10 0,-5 5-123,-4 4 0,-1 5 0,-1 2 0,-3 1 0,0-1 0,-8-2 0,3-4 0,-4 0 0,-1 0 0,-1-2 0,1-3 0,1-5-2168,3-3 1,-1-2-65,6 1 1,2-9 0,8-6 396,5-8 1,2-6 0,3-5 0,-1-4 1834,1 1 0,11-17 0,7-7 0,2-1 0,0 0 0</inkml:trace>
  <inkml:trace contextRef="#ctx0" brushRef="#br1" timeOffset="46">27033 8547 7916,'6'-15'1301,"-4"1"4409,2-1-4696,-2 7 1,-4 2 0,-2 6 0,-8 2-475,-5 2 1,1 6 0,-5 8 0,2 2-85,0 3 1,-5 1-1,5 5 1,1-1-305,2 1 0,2 0 0,1 0 0,3-1-82,5 1 1,4-6 0,1-4 0,1-3 60,4-2 0,5-4 0,7-2 0,3-2 43,-3-3 1,1-7 0,-1-6-1,3-3 195,-3-1 0,-2-5 0,-4-2 0,-2-2-25,3-2 1,0-4 0,1-3-1,-2-1-162,-1 1 0,-5-5 0,3-2 1,-2-4-183,-3-5 0,4 2 0,-3-5 0,0 0 0,-3-1 0,-1 4 0,0-3 0,0 3 0,0 7 0,0-1 0,0 10 0,0 3 0,0 4 0,0 7 0,0-1-4095,0 3-3223,0 8 7318,0 2 0,-25 6 0,-7 0 0</inkml:trace>
  <inkml:trace contextRef="#ctx0" brushRef="#br1" timeOffset="47">18401 3410 7873,'-23'0'469,"-2"0"0,5 0 0,3 0 1,1-2 513,1-2 0,9 0 0,6-4 0,8 2-327,5 3 0,3 8 0,1 6 0,3 6 95,-3 7 0,4 0 0,-2 4 0,-1 4-187,-2 3 0,-3-2 0,-2 6 0,-3-1-147,-2-1 0,-1-2 0,-5-8 0,0-1-35,0-2 0,0-12 0,1 1-392,4-5 0,3-11 1,7-13-1,1-13-10,3-12 1,3-9 0,7-7 0,0-3-155,0-2 1,-1 5-1,1-1 1,0 8-23,0 6 1,-7 2 0,-3 5 305,-3 9 1,-8 13 0,-3 17 325,-3 11 1,-9 15 0,-4 16 0,-7 8 84,-6 9 0,-3 0 0,-2 4 0,1-1-162,-1-3 0,2-3 0,1-6 0,4-4-330,1-3 0,3-10 1,9-6-30,4-8 0,5-13 0,6-10-420,9-11 0,6-9 0,9-13 1,4-8 133,4-8 1,3-5 0,1-2 0,-4 0-141,-4 1 1,1-2-1,-1-2 1,-2 0 303,-2 5 0,-6 7 0,-2 10 0,-1 7 554,-3 7 1,-7 10 0,-3 14 177,-2 9 0,-1 13 0,-5 15 0,0 4-292,0 5 0,-6 3 0,-4-2 0,-3 2-318,-1-1 0,0-2 0,-2-2 0,-2 0 0,-1 0 0,-7-5 0,4-1 0,0-2 0,2-3 0,6-8 0,3-6 0,1-7 0,9-6 0,2-12 0,12-9-798,9-11 0,12-13 1,3-9-1,1-2 221,0-4 0,1 1 1,2 0-1,-1 2 333,-1 3 1,-7 2 0,1 11 0,-4 5 266,-5 6 1,-2 14 0,-4 1 401,1 7 0,-6 16 0,-8 6 1,-4 8 217,-1 6 1,-6 4 0,-4 6 0,-4 1-113,-5-1 0,3 1 0,-5 3 0,2 1-531,0-2 0,-1-7 0,8-6 0,0-3 0,3-1 0,6-11-261,-2-4 1,3-11-1,2-3-543,0-8 1,0-4-1,0-3 1,0-1 207,0-3 1,0-3 0,-1-9 0,-4-2 5,-5-6 1,-4-9 0,-4-4 0,-3-4 110,-1-2 0,-2 5 0,-5 4 0,1 2 435,-1 6 1,6 14 0,3 4 0,0 11 121,1 7 1,5 3 0,4 4 317,-1 3 0,-2-4 13,-1 4 0,0-3 1,-2-2 6,-4 0 1,4 0 0,-3 1-1,3 2-80,2 2 0,-2 8 1,-2 0-1,-1 4-122,2 1 0,1-2 0,3-2 1,2 1-144,1-1 0,0 0 0,-2 1 0,0-2-807,3-4 0,4 2-5409,-5-6 6145,7 0 0,-22-75 0,13 26 0,0 0 0</inkml:trace>
  <inkml:trace contextRef="#ctx0" brushRef="#br1" timeOffset="48">16300 3611 7883,'-14'7'888,"1"2"181,3 4 1,4 2-1,6-1 1,2 2-261,2 3 0,0 4 0,5 5 1,2 1 1100,2 0-1712,1 6 0,1 0 0,-1 5 0,2-3 0,2 0 0,3-2 0,-1 0 397,1-3 0,5-2 0,-4-1 1,2 0-421,0 0 0,3 0 0,4-2 1,-4-3-93,0-5 1,0-3 0,0-2-1,-1-1 165,-2-3 0,-11-2 1,1-5 475,-1 2-20,0-1 100,-5-4-537,-2 0 0,-8 0-283,-2 0 0,2-1 0,-3-4 54,4-5 1,2 2 0,2-1 0,4-2 113,1-2 1,1-2 0,6-1 0,-1-1-104,1-2 0,1-2 0,1 3 1,2-2-350,-1-3 1,3 6 0,-2-4 0,-2 2-861,-1-1 1,-1 1-1,-1 5 1,1-1-6050,-1 1 2117,-6 6 5092,-2 2 0,-24 37 0,-15 21 0,1 0 0,0 0 0</inkml:trace>
  <inkml:trace contextRef="#ctx0" brushRef="#br1" timeOffset="49">16904 4504 7905,'-20'14'0,"-3"0"372,1 1 0,-4-6 1,7-1-1,0 0 894,-2 0 0,3-5 1,-4 2-1,1-3-102,4-2 0,-1 0 1,1 0-1,-4 0-354,-2 0 0,6 0 0,-4-2 0,2-1-492,0-2 0,0 0 1,4 5-1,1 0-658,-1 0 1,1 0-5501,0 0-486,6 0 6326,8 0 0,20 7 0,11 1 0</inkml:trace>
  <inkml:trace contextRef="#ctx0" brushRef="#br1" timeOffset="50">17250 4633 7939,'14'0'2115,"0"0"28,1 0 0,-1 0-1637,1 0 0,-1 0 0,2 0 1,3 0-1,3 0 0,2 0 1,0 0-1,2 0 0,0-2 0,-1-1 319,-1-2 1,-6-4 0,1 2 0,-3-1-626,-2-3 0,-1-2 1,-2-1-1,-3 0-214,-1-1 0,-3 1 1,-5 0-1,-4-1-419,-5 1 1,-2 1-1,-4 3 1,-3 6-193,-5 2 1,-5 4 0,-3 4 0,-3 7 331,-2 4 0,5 14 1,-2-1-1,2 5 318,-1 5 1,2 7 0,-1 1 0,5 0 640,3 1 0,11-4 0,1 3 0,4-5-133,5-5 1,12-9-1,9-10 1,6-4-642,6-6 0,7 2 1,-2-6-1,0-3-256,0-5 0,4-5 0,-4-7 0,0-1-1110,0-3 0,4 3 0,-7-5 1,-4 2-1078,-2 0 0,-4 0 2551,2 4 0,-3 7 0,-7 2 0</inkml:trace>
  <inkml:trace contextRef="#ctx0" brushRef="#br1" timeOffset="51">17753 4935 7919,'-6'15'517,"-4"-1"0,-1 0 0,0-1 1661,1-3 0,1 1-854,-6-6 0,7-2 0,3-8-644,4-4 0,7-9 0,4-3 0,3-1 190,1-4 1,0 1 0,2-1-1,2 2-263,1-2 1,2 4 0,-3 0-1,2 1-368,3 3 1,-4 2-1,3 4 1,-1 2-187,-3 5 0,2 4 1,0 2-1,-3 6-24,-1 7 0,-8 7 0,-3 8 1,-3 1-211,-2 3 1,0-1 0,0 5 0,0-2-1247,0-3 0,-2 2 0,-1-4 1,-2-4-216,2-4 1,1-3 0,2-4 0,2-2-2945,3-4 4586,-4-2 0,44-59 0,3-12 0</inkml:trace>
  <inkml:trace contextRef="#ctx0" brushRef="#br1" timeOffset="52">18357 4748 7919,'-8'-9'2139,"4"-1"0,2 5 0,0-3-586,-2 2 1,0 1 0,-4 7-823,2 2 0,-4 0 1,4 7-1,-2 3-378,-3 4 0,-2 7 0,-1-1 0,1 3-179,3 2 0,-1 0 1,5 0-1,-1 0-246,1-1 0,1 0 1,5-3-1,2-3-234,3-1 0,-2-2 1,6-6-1,3-3 143,0-5 1,3-4 0,-1-1 0,0-1 556,1-4 1,-1-8-1,1-8 1,-1-1 54,0-4 1,1-6 0,-1-3 0,1-2 1,-1-3 1,-1 4 0,-2-4-1,-1-4-66,1-2 1,0-2 0,0 3 0,-3-1-368,-2-2 0,-1-5 0,-5 5 1,0 2-19,0 1 0,0 2 0,0 0 0,-1 1 0,-4 4 0,3 4 0,-3 9 0,4 2 0,1 3 0,0 0-1454,0 12-1295,0 2 0,1 6 1,3 2-4179,0 2 6927,8-2 0,-43 36 0,-2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13279 4604 8025,'-10'-5'-244,"1"1"0,1-3 1,-4 4 762,3-2 1,4 0-10,-4 5 0,4 0 75,-5 0 0,5 0 0,-4 0 1,-2 0 547,-2 0 1,5 2-847,3 3 0,5-4 0,5 4 0,4-5 14,4-5 0,3 2 1,2-5-1,2 2-32,3 3 0,-1-4 0,4 2 0,-2 2-2,1 2 0,-2 1 0,-1 0 1,1 0-117,-1 0 1,0 0-1,4 0 1,-4 0 3,-1 0 0,3 0 1,-3 0-1,0 1-69,-1 4 1,1-3-1,-3 2 1,1 0-38,-2 0 1,4-2-1,-2 3 1,-1-4 63,-2-1 0,3 2 1,0 1-1,1 2-3,0-2 1,1-1 0,5-2 0,-2 0-43,1 0 0,-2 0 0,1 0 0,1 0-44,2 0 0,-3 0 1,0 0-1,0 0-118,-1 0 0,2 0 0,-4 0 1,0 0 67,0 0 0,3 0 0,-5 0 0,-2 0 66,-1 0 0,0 0 1,2 0-1,1 0 2,-1 0 0,-2 0 0,-2 0 0,2 0 44,3 0 1,-1 0 0,4 0 0,1 0-56,-1 0 0,2 0 1,5 0-1,-2-2 24,-3-3 1,3 4 0,-3-4 0,3 3-3,2 2 0,0-1 1,-1-2-1,1-2 1,0 2 1,0 1-1,-2 2 1,-1 0 4,-2 0 1,-2 0-1,3 0 1,-1 0-50,2 0 1,-4 0 0,2 0 0,0 0-6,-1 0 0,4 0 0,-3-2 0,3-1-12,2-2 0,1 1 0,2 4 0,2 0 0,-2 0 1,3 0 0,-2 0 0,-1 0 0,-1 0 0,-1 0 0,2 0 1,2 0 32,-2 0 1,-2 0 0,-1 0 0,1 0 38,4 0 1,-4 1 0,4 2 0,-4 2 25,-1-2 1,4-1 0,3-2 0,-1 0-22,0 0 1,0 0 0,-3 0-1,3 0-25,2 0 0,-5 0 1,2 0-1,-2 0 36,1 0 0,-1 0 0,6 0 0,1 0 1,-2 0 1,3 5 0,-5 0 0,1-2-94,4-2 1,0-1 0,0 0-1,-1 2 46,1 3 1,3-4 0,3 4 0,2-2 56,-1 2 1,2-3 0,-1 3 0,0-4 51,2-1 0,-6 5 0,4 0 1,-1-2 16,1-1 1,-2 2 0,5 1 0,-1-2-124,-4-1 0,4 3 1,-1 0-1,4-1-56,6 3 1,-6-6 0,4 6 0,-1-2-28,0-1 1,8 3 0,2-4-1,-1 2-57,-2-2 1,-9-1-1,-3-2 1,0 0 254,0 0 0,-4-5 1,1-2-1,-4 1 100,0 0 1,-6-4-1,-1 4 1,-1-1-123,1 1 1,-5-5 0,3 3 0,1-2-49,2 0 1,-1 6 0,1-6-1,2 0-98,2 2 0,-2-3 1,0 6-1,1 1-13,-1-3 1,-6 6-1,-1-4 1,-2 3-19,-3 2 0,0 0 0,-3 0 1,-3 0 41,-1 0 0,0 0 0,-3 0 0,1 0-117,-2 0 0,-1 0 0,0 0 0,2 0-249,1 0 0,0 0 0,-4 0-376,-1 0 0,0 0 0,1 0-1924,-1 0 264,-6 0 2405,-1 0 0,-33 7 0,-6 1 0</inkml:trace>
  <inkml:trace contextRef="#ctx0" brushRef="#br0" timeOffset="1">8776 2561 8149,'-15'-14'405,"6"6"0,1 1 2142,1 1-1041,3 4-1111,4-4 0,0 12 1,0 4-1,0 4 0,0 4 1,1 3-1,2-1 0,2 3 1,-2-1-1,-1 2 659,-2-1 0,0 9 1,0-4-1,0 3-701,0-1 0,0-1 0,0 0 0,0-1-164,0 1 1,0-5 0,0-1 0,0-3 127,0-2 1,0 3-1,0-2 10,0-2 1,6-1-1,4-3-30,3-3 1,1-2 0,1-5 0,1 2 118,3-2 1,-2-1 0,7-2-1,2 0-285,1 0 1,8 0 0,4 0 0,2 0-132,2 0 0,0 0 0,2 0 0,2 0 0,1 0 0,6 0 0,-3 0 0,2 0 0,0 0 0,-6 0 0,6 0 0,2 0 0,1 0 0,-4 0 0,-1 0 0,-1 0 0,-4 0 0,4-2 0,-2-1 0,0-2 0,1 2 0,-4 1 0,3 1 0,-3-3 0,-2 0 0,0-1 0,2 3 0,1-1 0,2-2 0,0-4 0,-3 2 0,0 1 0,-2-1 0,3 1 0,-7 1 0,2-3 0,2 0 0,-4-3 0,-3 6 0,0 1 0,-4-3 0,3 6 0,-2-4 0,-2 2 0,-6-2 0,2 3 0,-3-4 0,5 1 0,5 0 0,-5 0 0,1 5 0,-5-1 0,1-4 0,-5 3 0,0-2 0,-2 2 0,0 2 0,0 0 0,-4 0 0,-1 0 0,-4 0 0,-1 0 0,1 0 0,4 0 0,0 0 0,-6-2 0,-3-2 0,2 0 0,-3-5 0,3 6 0,-2-2 0,-4 2 0,6-1 0,-1 0 0,-3-6 0,7 5 0,-5-6 0,3 1 0,-2-2 0,0 2 0,-2 0 0,0-1 0,0-2 0,2-6 0,-1-1 0,-2-1 0,-1 0 0,-1-5 0,2 1 0,2-6 0,-2-2 0,-1-1 0,-2 5 0,0 1 0,0-1 0,5-3 0,0 2 0,-2 4 0,-2 4 0,-1 2 0,0 6 0,0 0 0,0 6-1953,0 1 1,-6 12 466,-4 0 0,2 0 0,-1-5 1486,-2 0 0,-41 19 0,-10 5 0</inkml:trace>
  <inkml:trace contextRef="#ctx0" brushRef="#br0" timeOffset="2">9394 964 6787,'-6'-8'1070,"-4"3"1,2 2-1,-1 0 4442,-2-2-1891,-2 0-1766,5 5-1404,8 0 1,8 0 0,6 0 0,1 2 0,1 1 0,1 2 0,4-2 290,1-1 0,1-4 1,4-1-1,-2-4-516,1-1 1,4-1-1,-6-6 1,2 1-212,-2 0 1,2-1 0,-9 1 0,-4-2-156,-7-3 1,-4 3 0,-2-3 0,-2 3-316,-2 1 1,-6 1 0,-9 1-1,-5 2 60,-3 1 0,-4 7 0,-1 0 0,-1 6 438,1 7 1,-3 9 0,1 5 0,2 5 436,2 4 0,1-1 0,2 6 0,3 1-37,5-2 1,3 3 0,3-5 0,3 0-277,5 0 0,5-3 0,5-6 1,6-2-168,7 1 0,-2-4 0,5-2 0,-1-4-330,4-6 1,-3 2 0,0-4 0,-2-1-936,0 1 0,1-3 0,-4-4 0,1 0 400,2 0 1,0-1 0,-4-2 0,1-4-472,3-1 0,-1-1 0,4-7 1,0-2-2855,1-1 4190,-6-7 0,36-28 0,-26 19 0,0 1 0</inkml:trace>
  <inkml:trace contextRef="#ctx0" brushRef="#br0" timeOffset="3">9869 1050 7976,'-14'10'0,"-1"-2"0,3 0 1663,2 0 0,-3-3 2400,4 4-1575,2-6-872,1 4 0,12-9-808,4-3 1,3-2 0,-1-8 0,0 1-303,-3-1 1,1 1-1,4 0 1,1-1-223,-1 1 0,0 4 1,1 1-1,-1-1-78,0 2 1,1 0 0,-1 5 0,1-2-117,-1 2 0,0 3 0,1 3 1,-2 3-91,-4 2 0,2 7 0,-4 4 0,-1 0 0,1 2 0,-3-3 0,-4 4 0,0 0-62,0 1 1,0-6 0,0 2 0,0-3-3076,0-1 0,0-1 1277,0 1 1,0-9-1,2-8 177,3-10 0,3-4 0,6-8 0,-1-2-1800,-3-1 3483,2-2 0,9-3 0,5-3 0,5-3 0,0-1 0</inkml:trace>
  <inkml:trace contextRef="#ctx0" brushRef="#br0" timeOffset="4">10401 863 7976,'2'-12'0,"3"2"0,-4-3 0,6 4 2277,-1-4 0,-4 3 2219,3 1-3745,-4 5 0,-2 0 1,-4 8-1,-5 6-275,-3 3 0,-3 8 1,-1 1-1,-2 2-136,1 0 1,2 0-1,0 5 1,0-1-285,2 1 1,-2 0 0,11-2 0,2-1-120,1-2 0,2-7 1,2 2-1,3-4 27,4-6 0,6-2 0,4-9 0,3-4 313,1-9 1,4-5 0,-5-9 0,2-1 494,0-4 1,-6-3-1,1-6 1,-3 0-438,-2 0 0,-1 0 0,-3-1 0,-6 1-335,-2 0 0,-2 8 0,0 4 0,0 7 0,0 4 0,-6 2-713,-4 9 1,4 4 0,1 10 0,3 4-1345,2 4 0,0 3 0,2 1 0,1 4 2057,2 2 0,12 20 0,-1 10 0</inkml:trace>
  <inkml:trace contextRef="#ctx0" brushRef="#br0" timeOffset="5">10545 1396 7726,'-14'-8'1776,"0"3"1037,6 3-2049,-5 2 1,13 0 0,-2 2 0,7 1-1,3 3 1,2 2 0,-1 4 0,1 2 765,1 5 1,2-1-1,1 4 1,1 1-1056,-1-1 0,-5-3 1,1 5-1,1 0-755,2-2 0,1-1 1,-1-6-1,-2-1-1145,-1 0 0,0 1-266,4-1 0,-4-6 1,-2-5-748,-2-6 0,-1-6 2438,-5-11 0,-19-47 0,7 25 0,0 0 0</inkml:trace>
  <inkml:trace contextRef="#ctx0" brushRef="#br0" timeOffset="6">10776 1266 7861,'0'-14'0,"0"-1"0,1 1 1113,4 0 0,-2 6 0,7 3 0,1 3 664,2 2 0,6 0 0,0 2 0,0 4-622,2 9 0,-5 1 0,3 9 0,-3 4-385,-1 3 0,-1 1 0,0-2 0,-1 1-383,-3 1 1,3 6-1,-6-6 1,3-2-388,0-6 0,-6 1 0,4-7 0,0-1 0,0-2 0,-3-4-248,5-2 0,-2-5-3948,1-10 0,-2-3 4196,-7-6 0,-40 11 0,-32 13 0,-2 0 0,-3-1 0,0-1 0,0 1 0</inkml:trace>
  <inkml:trace contextRef="#ctx0" brushRef="#br0" timeOffset="7">2115 6158 7903,'-10'-8'459,"0"2"1,-1 1 1143,-2 0 0,5 2 0,2 8-1170,0 4 1,4 4 0,-3 2-1,4 1 869,1 3-917,0-3 0,0 12 0,-2 0 0,-1 5 1,-3 4-1,-2 3 0,-4 3 470,0 5 1,-8 5-1,0 8 1,-3 1-431,-2-1 0,-3 3 0,0-2 0,-1 0-130,0 2 1,5-5-1,0 2 1,-1-5-64,-3-3 1,0-5 0,0 3 0,3-3-59,1-6 1,5 1-1,-4-7 1,1 3-220,0-1 0,4-6 0,-1 2 0,3-4-695,1-1 1,1-5-1,1 0 1,2 0-749,2-2 1,5 4 0,0-7 0,2 0-862,2 2 1,2-7 2348,2 1 0,-2-33 0,4-14 0</inkml:trace>
  <inkml:trace contextRef="#ctx0" brushRef="#br0" timeOffset="8">2244 6129 7923,'-21'-6'-209,"5"4"0,-3-2 0,3 2 657,2 2 0,-2 0 0,-2 0 461,-1 0 1,0 0 0,4 0 0,1 0 0,0 0 845,-1 0 1,9 0 0,6 0-1116,8 0 1,11 0 0,5-2 0,5-2 14,4-6 1,6 2-1,7-2 1,2 1-12,-2 1 0,4-5 0,-2 5 0,-2 0-118,-1 3 1,-2 4 0,-1 1-1,-4 0-439,-4 0 0,-1 1 0,-4 4 0,-7 5-87,-4 2 0,-10 3 0,-3-1 0,-5 2 0,-5 3 0,-3-1 0,-8 6 0,-5 2 0,-7 1 0,-3 6 0,-7 1 0,-1-1 0,3 3 0,-6-6 0,4 4 0,-2-4 0,1-1 0,6-5 0,9-4 0,5-2-882,3-5 0,6-7 483,0 4 1,14-7 0,0 2-1,9-4 297,6-1 1,-1 0-1,4 0 1,1 0 324,-1 0 0,1 0 0,2 0 0,-1 2 132,2 3 1,-4-2-1,2 7 1,0 1 6,-2 2 1,4 3-1,-7 1 1,-3 4-363,-5 1 0,1 2 0,-8 3 0,0-1 0,-3-2 0,-7 0 0,-4 6 0,-4 2 0,-5 2 0,-5 0 0,-8-6 0,-5 1 0,-5 0 0,1 0 0,-12-1 0,-1 1 0,-2 0 0,-8-2 0,-3-1 0,-2-6 0,2-4 0,9-4 0,12-14 0,6-3-739,6-4 0,6-11 0,5-3 0,9-5-1958,7 0 0,9-1 0,6 0 2697,6 0 0,29-19 0,4-4 0</inkml:trace>
  <inkml:trace contextRef="#ctx0" brushRef="#br0" timeOffset="9">3697 5727 7904,'-22'-8'-47,"3"3"1,4 2 0,4-1-1,1 0-14,-1 0 1359,-2 3 0,4 1 0,-1 0-596,-1 0 1,5 1-1,-1 6 1,3 6-154,-1 4 1,-2 10-1,3 2 1,-6 9-50,-3 9 1,-6 10 0,-2 12 0,-1 6-342,9-35 0,0 2 0,0 3 0,-1 1 0,0 2 0,-1 1 0,1 2 0,1-1 28,1 1 0,0-1 0,1-2 0,1 0 0,3-7 0,0-1 0,-7 37 271,-1-3 0,7 1 1,3-3-1,4-7-134,1-4 1,11-8-1,3-1 1,4 0-186,3-6 1,0 0 0,4-12 0,-1-2-85,2-2 0,4-6 0,0-1 0,-2-3-592,-1-2 0,-2-4 0,1-2 1,-4-3-1135,-1 2 1,3-4 0,-3-1-1,0-1 1671,-1 0 0,0-13 0,-6-8 0</inkml:trace>
  <inkml:trace contextRef="#ctx0" brushRef="#br0" timeOffset="10">4287 6302 7848,'-16'-5'461,"-3"0"0,8-4 0,-4 4 244,3 2 1,-1 1-268,-2 2 1,6 2 0,-1 3-1,-1 4 1,0 4 0,0 3-1,-1 3 1,-2 7 0,-4 6 481,1 6 1,-1 10 0,1 5 0,-2 4-389,1 6 1,2 9-1,3 8 1,4 0-130,4-4 0,3-4 1,5-5-1,7-7-96,9-11 1,8-9-1,7-16 1,4-6-40,4-7 0,1-5 0,2-6 0,1-1 62,2-4 1,0-8-1,-3-9 1,0-4 80,-2-4 0,1-4 0,-10 1 0,-2-6-65,-2-2 1,-2-7 0,-5 0 0,-3 1-347,-4 3 0,-8-6 0,-4-3 0,-4-3 0,-4-1 0,-6-1 0,-11 1 0,-6-1-25,-5 1 1,-6 1-1,3 4 1,-1 9-735,1 8 1,-3 11-1,3 7 1,-2 5-10,-3 8 1,3 4-1,0 4 1,4 8-291,6 5 0,0-1 1,9 5-1,5-2-774,7 0 0,4 2 0,2-3 1832,0 1 0,-6 19 0,-2 1 0</inkml:trace>
  <inkml:trace contextRef="#ctx0" brushRef="#br0" timeOffset="11">4071 6187 7922,'-1'-22'0,"-4"2"0,-3 3 496,0-2 1,-3-2 0,4-5 107,-1 2 0,4 5 0,-4-5 1,1-3-1,4-3 0,1-4 0,2 0 1,0 1-1,0-1 359,0 2 0,0 2 0,0 1 1,2 2-441,3 3-1427,-4 3 1,11 15 0,-8 6-963,-1 8 0,4 11 1,-1 5 1865,2 3 0,-5 29 0,-3 13 0,4 5 0,-1 0 0</inkml:trace>
  <inkml:trace contextRef="#ctx0" brushRef="#br0" timeOffset="12">4560 6115 7922,'0'-29'0,"2"5"0,1 0 0,4-3 1055,1-5 1,3-3 0,6-5 0,4 2-44,2-2 0,-4 0 0,5 0 1,1 3-327,2 2 0,-3 1 0,-1 7 0,-2 3-531,-4 5 0,-1 4 0,-1 6-870,-1 4 1,-6 5-1,-3 5-805,-4 4 1,-1 11 0,0 4 1519,0 3 0,-18 34 0,-8 15 0,7-21 0,0 0 0,1 0 0</inkml:trace>
  <inkml:trace contextRef="#ctx0" brushRef="#br0" timeOffset="13">4920 6302 7922,'0'-10'286,"0"1"236,0-2 0,0-2 0,2-2 1,2 1 683,6 0 1,8-1 0,2-1 0,3-1-533,2-2 1,3-1 0,0 6 0,1-2-630,0-3 0,-2 8 0,-1-4 0,-4 4-1100,-1 3 0,-2 2 0,-6 7 0,-4 4-223,-4 5 0,-5 9 0,-6 6 1278,-9 7 0,-14 10 0,-14 13 0,-1 0 0,-6 8 0,1-1 0,-1 0 0</inkml:trace>
  <inkml:trace contextRef="#ctx0" brushRef="#br0" timeOffset="14">4906 6705 7922,'0'-10'2254,"1"2"-1256,4 2 1,-2 1-1,8 5 1,4 0-108,2 0 1,9 0-1,-2 0 1,3 2-479,2 3 0,-2 7 1,-1 8-1,-2-1-776,1 1 0,-2-2 1,-1 6-1,-3 0-502,-6-2 1,0 6-1,-8-6 1,-2 2-522,-2 0 1,-1-2-1,-1 2 1,-4-3 1385,-5 0 0,-28-9 0,-13-2 0,-4 5 0,0-1 0</inkml:trace>
  <inkml:trace contextRef="#ctx0" brushRef="#br0" timeOffset="15">4920 7137 8111,'0'9'470,"0"1"1,0 1-336,0 2 0,0 1 0,2 2 1,2 3 1001,6 5 0,4 3 0,4 2 0,1 0-4,-1 0 0,-1 1 0,1 1 1,1-1-1323,-1-3 0,-4-3 0,-3 2 0,-3-4-710,-1-1 1,-3 3-1,-4-5 1,-1-1 898,-4-2 0,-35-8 0,-14-2 0</inkml:trace>
  <inkml:trace contextRef="#ctx0" brushRef="#br0" timeOffset="16">4445 7640 7829,'0'-14'1907,"0"-1"1,2 6-1104,3-1 0,-2 7 0,5 0 0,-2 6-265,-3 7 1,-1 4-1,-4 5 1,-1 7-572,-2 6 0,-7 0 1,-1 4-1,-5 1-742,1 0 1,1-5 0,0 2 0,-2-2-301,-1 1 0,1-9 0,7 0 0,2-8 1074,-3-6 0,-26-68 0,15 18 0,0 0 0</inkml:trace>
  <inkml:trace contextRef="#ctx0" brushRef="#br0" timeOffset="17">3755 7093 7829,'0'-9'3192,"0"-1"-2303,0 1 0,-7 7 1,-1 8-1,-3 9 796,-3 4-1501,3 7 1,-15 1 0,5 8 0,-1 0 0,-4 2-1,1-2 1,-1 0-375,2-3 0,7-1 0,-1-4 0,5-3-1716,4-5 1,7-10-215,2-4 0,11-11 2120,8-9 0,1-63 0,-13 28 0,0-1 0</inkml:trace>
  <inkml:trace contextRef="#ctx0" brushRef="#br0" timeOffset="18">3740 6647 7847,'-8'-22'0,"-4"3"270,-6 3 0,-3 3 0,2 2 0,-3 3 618,-1 1 0,-4 3 0,3 5 1,-3 4-471,-2 5 0,0 2 1,2 4-1,3 2-383,5 1 1,5 0 0,4-4-1,5-1-596,4 1 1,2-3 0,4 0 0,5-3-2741,2 2 3301,9-4 0,8-20 0,8-11 0</inkml:trace>
  <inkml:trace contextRef="#ctx0" brushRef="#br0" timeOffset="19">5093 5209 8136,'8'-15'528,"-3"1"0,1 4 0,0 2 0,2 0 265,3 0 1,4 5-219,4-2 0,3 5 0,7 7 0,2 7 0,2 10 0,6 8 0,4 8 0,3 6 0,4 7 0,1 6 70,-24-26 0,0 1 0,1 0 0,0 1 1,0 6-1,0 1 0,-1 1 0,0 1-338,1 0 0,-3 1 0,-3 3 0,-2 2 0,1-3 0,-1 0 0,-1-1 0,-1 1-22,-1-4 0,-2 0 0,-2 0 0,0-1 0,7 34 0,-4 1 20,-8 1 0,-5-6 0,-4 2 0,-4-7-211,-5-3 0,-2 6 0,-1 1 1,0 4-168,-1 0 1,1-6-1,-11-5 1,-2-2-412,-1-1 1,3-12 0,0 4 0,0-8-533,2-7 0,-5 2 0,4-8 0,-1-5-1758,0-6 1,7-6 2773,-2-6 0,-5-41 0,0-19 0,-3-5 0,-1 0 0</inkml:trace>
  <inkml:trace contextRef="#ctx0" brushRef="#br0" timeOffset="20">1208 10791 7712,'0'-14'538,"0"-1"1,0 6 79,0-1 1,2 9 0,1 2-1,3 10 1,2 9 0,2 2 378,-2 4 1,0 6 0,-5 3 0,2 1-402,-2 4 0,-1 2 0,-2 1 0,0 0-435,0 0 1,-5 1 0,-1 0 0,-2 1-980,-4-2 1,4 1 0,0-14 0,2-5-1723,3-2 0,-4-14 2540,3-13 0,-2-34 0,3-26 0,0-2 0,1-8 0,-1 1 0,0-1 0</inkml:trace>
  <inkml:trace contextRef="#ctx0" brushRef="#br0" timeOffset="21">1309 10288 7734,'-21'-10'2153,"7"0"1,6 9-1,8 1-1700,0 8 1,6 0-1,2 1 1,2 4-701,-1 5 0,3-2 1,5 5-1,2-2-192,-1 0 0,-2 5 439,-2-5 0,-3 21 0,-1 10 0,1 1 0,0 0 0</inkml:trace>
  <inkml:trace contextRef="#ctx0" brushRef="#br0" timeOffset="22">1899 11381 7794,'-15'6'506,"6"-4"1,-1 3 896,-1-4-1023,5-1 0,-7 0 1,5-1-1,-2-4 1,2-5-1,2-2 486,3-3 0,0-5 0,-1-4 0,0-5-280,0-5 0,1-4 0,0-10 1,-2-6 53,2-7 0,3-5 0,3-7 0,4-2-66,1-2 0,6-2 0,5 3 1,0-3-80,2 4 1,0 5 0,4 14-1,-2 3 142,-2 5 0,4 11 1,-2 9-1,1 9-392,0 7 1,-5 6-1,5 6 1,1 0-246,2 0 0,-3 6 0,-1 4 0,-1 3 0,1 1 0,-6 5 0,2 2 0,-3 0-482,-1 0 0,-1 3 1,0-4-1,-1 1-1126,-3 0 0,-4-2 0,-6-4 0,0-1-928,0 0 1,0 1-1321,0-1 3856,-6-6 0,-37-3 0,-18-4 0,-6-1 0,0 0 0</inkml:trace>
  <inkml:trace contextRef="#ctx0" brushRef="#br0" timeOffset="23">1611 10806 8592,'6'-8'3644,"6"1"-1683,5 1 1,6 4-1,5-4 1,1 1-313,0 0 1,6-6 0,4 3 0,0-2-1153,0 1 1,1 4-1,-5-3 1,0 2-498,0 2 0,-6 3 0,-7 1 0,1 0-1192,-1 0 1,-4 0 0,1 0 0,-3 1-6213,-2 4 7404,1 3 0,-38 15 0,-17 7 0,0 1 0,-1 0 0</inkml:trace>
  <inkml:trace contextRef="#ctx0" brushRef="#br0" timeOffset="24">4186 10978 7830,'-14'-13'0,"1"2"1727,4 2-913,-4 5 0,11 0 0,-3 10 1,4 7-1,2 6 0,3 3 0,0 4 287,0 1 0,-3 0 0,-1-1 0,0-2-858,0 1 0,0 6 0,0-1 0,0-3-895,0 1 0,0-3 1,0 1-2926,0-2 3577,0-7 0,-6-73 0,2 16 0,0-1 0</inkml:trace>
  <inkml:trace contextRef="#ctx0" brushRef="#br0" timeOffset="25">4244 10431 8825,'-14'-9'3763,"-1"-1"816,7 1-3985,2 1 1,7 3-1,3 10-991,0 4 0,6 4 1,-4 3-1,1 2-2779,-1 1 0,4 0 3176,-6-5 0,14 26 0,-2 7 0</inkml:trace>
  <inkml:trace contextRef="#ctx0" brushRef="#br0" timeOffset="26">4632 10115 7899,'0'-10'2344,"0"1"1,0 9-1180,0 5 1,0 11 0,0 19 0,0 8-201,0 8 1,-1 7-1,-2 6 1,-4 7-693,-1 9 1,6-37 0,1-1-1,-2 1 1,0 0 0,0 1 0,1-1-289,-1 0 0,1 0 0,-3 37 0,5-3 0,0-5-310,0-5 1,0-10 0,2-9-1,1-6-1511,2-8 0,4-3 0,-4-11 1836,-2-3 0,-71-58 0,24 12 0,0 0 0</inkml:trace>
  <inkml:trace contextRef="#ctx0" brushRef="#br0" timeOffset="27">4287 10978 9320,'6'-8'1709,"2"-3"1,8 5 0,4-2-158,4-4 0,9 4 1,7-1-1,5-2-986,3-2 1,5 0-1,-4 2 1,2 1-1317,4-1 0,-6 3 0,-1 0 1,-5 2-3154,-4 3 0,-4-4 3903,-6 2 0,-26 7 0,-6 6 0</inkml:trace>
  <inkml:trace contextRef="#ctx0" brushRef="#br0" timeOffset="28">7064 10705 7896,'-7'-8'560,"4"-3"0,-5 7 0,2 6 0,3 8 409,1 7 0,2 1 1,2 7-1,1 4-459,2 3 1,-1 7 0,-4-4 0,0 1-253,0 4 0,-6 2 0,-2 0 0,-2-2-660,1-2 1,-1-6 0,-4 0 0,1-7-1852,3-5 1,2-11 2252,4-4 0,-4-74 0,0 25 0,1 0 0</inkml:trace>
  <inkml:trace contextRef="#ctx0" brushRef="#br0" timeOffset="29">7121 10417 7896,'-22'-2'0,"3"-1"0,3-2 4319,1 2-3368,7-5 1,2 8 0,6 0 0,2 8-928,2 5 1,4 1 0,7 1-1,1-1-1346,3 1 0,-2-1 1,7 0 1321,2 1 0,15-2 0,9 1 0,4 1 0,1 0 0</inkml:trace>
  <inkml:trace contextRef="#ctx0" brushRef="#br0" timeOffset="30">7582 10503 7896,'-10'0'0,"0"0"0,-1 2 420,-2 3 0,4-2 0,-1 7 0,-1 1 125,-2 2 0,4 3 1,-1 1-1,1 4 11,1 1 0,-4 2 0,8 5 1,0 0-16,3 0 1,1-1 0,0 1 0,1-2-238,4-3 0,3 2 0,8-7 0,2 0 59,1 2 0,5-5 0,-5 2 0,-1-6 140,-2-2 1,-4 0 0,-2 4-249,-5 0 1,-5 1-1,-5-1 1,-6 1 264,-7-1 1,-4 2 0,-8 1 0,-4 3-1017,-4-3 1,1-1 0,-2-3-1,1-3-974,1-6 1,7 3 1469,6-2 0,13-1 0,-2-4 0</inkml:trace>
  <inkml:trace contextRef="#ctx0" brushRef="#br0" timeOffset="31">9884 10273 7799,'-29'8'228,"0"-1"0,2-7 1,1 1-1,4 4 0,-1 5 1,1 2-1,-3 4 598,-3 4 0,4 2 0,2 7 0,0 1-387,-1 4 0,10-4 0,1 4 0,4-2 74,4 1 1,3-7 0,2 2 0,4-2-202,5-4 1,3 1 0,3-6 0,1 3 25,2-3 0,1-1 0,-6-3 0,0-2 36,1-1 1,-1-2 0,-1 3 0,-3-1 59,-6 1 0,-2-3 1,-4 1-1,-2 4-45,-6 5 0,-9-1 0,-7 6 0,-6-1-301,-6 0 0,-5 2 0,-4 4 0,-2-3-395,-2-1 1,4-6 0,1 1 0,6-3-1752,6-2 1,12-4-1,9-2-3912,12-2 5970,13-7 0,32-23 0,11-12 0,8-3 0,-1 0 0</inkml:trace>
  <inkml:trace contextRef="#ctx0" brushRef="#br0" timeOffset="32">10013 10791 7814,'-8'7'294,"-5"-4"1,4 6-1,-3 3 545,3 0 1,-2 3 0,4 1 0,1 3-69,0 5 0,-1 3 1,4 2-1,-2 1 14,2 4 1,1-4-1,2 2 1,0-5-385,0-3 0,8-8 0,7-1 0,7-9-240,5-4 1,4-4 0,1-4 0,1-9 24,-1-7 1,3-7 0,-1-3 0,-4-1-461,-4 1 1,-2-4 0,-8 3-1,-5 1-817,-3 1 1,2 3 0,-6 1-1,0 3-892,-3 4 1,-1 0 1982,0 0 0,7 8 0,1 5 0</inkml:trace>
  <inkml:trace contextRef="#ctx0" brushRef="#br0" timeOffset="33">10545 10921 7825,'-14'28'41,"1"0"1,2-3 368,1-1 0,7-6 0,-3-1 0,1-4 1238,0-3 1,2-7-812,8 2 1,-2-4 0,7-2-288,1-4 0,2-5 0,1-9 0,0-5-143,1-3 1,1-2-1,1 0 1,2 1-159,-1-1 1,3 0 0,0 0 0,-1-1 82,1-4 0,3 10 1,-3 0-1,0 7-204,0 2 1,-1 7 0,-4 5 0,0 8-112,-3 9 0,-8 12 0,0 11 0,-5 3-520,-5 5 0,-3 1 1,-7-3-1,1 0-517,0 0 0,-1-1 0,3-4 1,2-6-444,5-6 1,5-7-1,5-9-1833,5-6 3296,9-8 0,9-32 0,4-13 0,7-6 0,-1 0 0</inkml:trace>
  <inkml:trace contextRef="#ctx0" brushRef="#br0" timeOffset="34">11063 10921 7825,'-5'14'132,"1"0"1,-8 1-1,4-1 1,1 1 1185,2-1 0,-3 0 0,0 1 2238,0-1-2922,1-6 0,9-3 0,3-11 1,4-7 244,4-5 1,1-12 0,2-1 0,4-2-529,4-2 0,3-4 0,0 4 0,-1 0 116,-2 0 1,0 1 0,4 5-1,1 1-146,0-1 1,0 11 0,-2 6-1,-3 4-384,-5 4 1,-5 6 0,-4 9-1,-5 11-471,-4 9 1,-1 10 0,-1 3-200,-4 7 1,-3-2 0,-5-1 0,2-3 0,3-3-705,2-4 0,1-4 1,5-10-1,1-7-3174,4-6 4611,-3-4 0,14-38 0,6-21 0,-2 0 0,0 0 0</inkml:trace>
  <inkml:trace contextRef="#ctx0" brushRef="#br0" timeOffset="35">11739 10532 7825,'-8'15'1321,"2"1"0,6 3 1,0 5-91,0 3 0,0 2 1,2 1-1,2 4-692,6 4 1,3 5 0,1 2 0,1 0-609,-1-4 1,0-7-1,1-1 1,-1-5-572,1-9 0,5-2 0,3-12 0,1-3-1146,0-5 0,0-7 1,3-9-1,-3-7 1078,-5-6 1,2 0 0,-2-5-1,0 2 708,2 3 0,-5 2 0,3 3 0,-3 3-64,-2 5 1,-4 4 1100,0 6 1,-14 9-1,0 11 1,-9 8 326,-6 10 0,-4 8 1,-7 11-1,-4 4-599,-4 4 1,-4 3 0,-2 4 0,-3 2-597,-1 1 1,21-29 0,0 1 0,1-3-1,1 0 1,0 0 0,0-1-614,-18 30 1,6-6-1,12-7 1,4-10 443,7-10 0,-10-35 0,-7-13 0</inkml:trace>
  <inkml:trace contextRef="#ctx0" brushRef="#br0" timeOffset="36">14243 10115 7795,'-19'-13'3,"-1"2"1,3 3 1778,1 2 1,8 4 0,3 10 0,3 8-783,2 5 1,0 9 0,0 8 0,0 6-514,0 4 0,0 3 1,0 6-1,0 2-186,0 4 0,-6-2 0,-5 6 0,-5 1-373,-3 3 0,-7-4 0,4-2 0,-1-4-946,4-10 1,10-7 0,4-17-1422,3-3 0,9-10 0,2-11 691,4-6 0,-7-11 1748,-6-10 0,-23-7 0,-11-4 0,-5-3 0,-1-1 0</inkml:trace>
  <inkml:trace contextRef="#ctx0" brushRef="#br0" timeOffset="37">13653 10690 8021,'-13'-14'683,"4"0"1,4 1-1,11 3 37,9 5 0,12 4 0,11-1 0,5-1 262,5-2 0,3 1 1,7 5-1,1 2-341,3 2 1,4 6 0,4-1 0,-3 4-861,-4 5 1,-9-3 0,-1 4 0,0-4-485,-2-2 0,-8-1 0,-10-2 1,-2-1-3481,-2 1 4183,-7 2 0,-20-25 0,-12-5 0</inkml:trace>
  <inkml:trace contextRef="#ctx0" brushRef="#br0" timeOffset="38">14732 10690 7810,'-21'2'0,"-1"1"368,-1 2 0,1 6 1,4 0-1,-1 5 927,2 4 1,-4 5-1,2-1 1,1 5-299,2 4 0,7 4 0,1 6 0,1 1-387,4-1 0,3-8 0,5-5 0,6-7-345,7-7 1,4 0-1,8-12 1,4-4-203,4-8 1,4-8 0,1-14 0,0-3-34,0-6 1,-6-2 0,-5-3 0,-6 1-382,-7 0 0,-10 2 1,-5 1-1,-9 4-475,-10 6 0,-12 0 0,-13 10 0,-6 4-142,-7 5 0,2 11 0,0 10 0,3 4-6,6 5 0,7 5 0,13 8 1,7 2 973,9-2 0,44-6 0,18-2 0,4 2 0,0 0 0</inkml:trace>
  <inkml:trace contextRef="#ctx0" brushRef="#br0" timeOffset="39">15394 10762 7810,'-15'-12'546,"1"0"297,0 3 1,-1 6 0,1-2 223,-1 3 0,1 4 1,0 3-1,-1 6-716,1 6 0,-1 6 0,-1 7 0,-1 2-314,-2 2 0,1 6 0,7-2 0,3 2 71,2-2 1,-4 1-1,5-10 1,4-7-136,4-5 1,6-9 0,9-4-1,3-9 193,1-10 0,2-7 1,5-13-1,-2-8 156,-3-8 0,3-7 0,-3-3 0,2-1 118,-2 1 1,1-4-1,-4-4 1,0-5-248,0-2 0,-4-1 1,-6 5-1,-3 0-788,-1 0 0,-2-3 0,-7 3 0,-1 8-752,-2 8 1,-5 15 0,6 12-195,0 8 0,-2 19 0,1 12 1541,2 11 0,-6 44 0,-3 18 0,4-22 0,0-1 0,0 0 0</inkml:trace>
  <inkml:trace contextRef="#ctx0" brushRef="#br0" timeOffset="40">16056 10547 7780,'-2'-13'1063,"-1"2"0,-4 1-610,-1-1 0,5 3 0,-3 0 1,-1 1 234,-2 4 0,-1 2 1,-3 2-1,-3 4-286,0 5 0,-6 10 0,-2 11 0,-3 9 7,-2 6 1,0 8 0,2-1 0,2 3-94,1 2 1,6-2 0,0-5 0,7-10-204,6-10 1,5-10 0,7-12-1,7-4-169,9-3 0,9-10 0,3-7 0,2-9-302,2-8 1,3-5 0,1-6 0,-1 2 68,-4 2 1,-3-1-1,-6 7 1,-2 2 767,-3 6 1,-3 4-31,-7 7 0,-6 12 0,-3 8 1,-3 12-70,-2 11 0,-5 1 0,-1 9 0,-1 1-128,1 1 1,-4-3 0,4-1 0,-1 0-513,1 0 1,0-5 0,2 0-1,0-5-736,0-3 1,8-11 0,2-1 0,2-4-467,3-4 1,2-9-1,1-6 1,2-7 414,4-6 0,-4-8 0,3-3 0,-3-2 1047,-2-3 0,0 5 0,1 1 0,-1 4 0,1 1 0,-1 7 0,0 4-229,1 7 0,-7 6 1363,-3 10 1,-4 8 0,-1 8 0,2 1-182,3 4 0,-4 1 0,4 2 0,-2-1-110,2 1 1,-2-2 0,5-1 0,0-2-501,0 2 0,7-1 0,4 1 0,-2-4-743,-1-1 0,0-2 1,2-6-1,3-4-1228,1-4 0,-3-3 0,4-4 0,-4-3 1628,-6-4 0,7-55 0,-4-14 0</inkml:trace>
  <inkml:trace contextRef="#ctx0" brushRef="#br0" timeOffset="41">16962 10964 7760,'-19'29'629,"-2"-1"1,-1 1 467,-4 0 1,-1 6 0,-2 5 0,-1 5 182,-4 3 1,2 13 0,-6 1 0,-2 7-959,19-34 0,0 2 1,-2 1-1,-2 0 0,1 0 1,0-1-1,1-1 1,0-1-542,-22 29 1,10-7 0,5-6 0,7-9-2931,7-12 3149,5-14 0,24-60 0,3-20 0</inkml:trace>
  <inkml:trace contextRef="#ctx0" brushRef="#br0" timeOffset="42">17480 11324 7688,'-26'33'0,"-3"2"0,1 0 1854,2 1 0,-3 2 0,2-3 0,-8 4-1420,-7 5 0,-2 11 0,17-24 0,-1 0 0,2 0 0,0 0-488,-1 2 0,-1-2 0,-28 28 0,27-27 0,1 0 0,0-1 0,0-1-2933,-25 28 2987,3-10 0,-16-17 0,-13-2 0,22-8 0,0-1 0,0 0 0</inkml:trace>
  <inkml:trace contextRef="#ctx0" brushRef="#br0" timeOffset="43">705 12158 8004,'-7'-22'684,"-2"2"0,2 4 0,4 4 0,6 5 447,7 12 1,-2 11-1,2 18 1,1 6-314,2 6 0,6 13 0,0 11 0,-2 9-420,-9-37 0,0 1 1,2 1-1,0 3 0,-1 5 1,-1 3-1,0 1 0,-1 1-151,-1 2 0,-1 1 0,-3-3 0,-1-1 0,2-3 1,-1 0-1,-2-2 0,0 0-101,-2 0 1,-1-1 0,-2-3 0,-3-2-1,-1-1 1,-1-3 0,-8 29 172,2-15 1,4-14-297,2-17 1,4-17 0,7-18 0,2-17-408,2-13 1,11-14 0,-1-8 0,2-3 256,4-3 0,-3 5 0,6 0 0,0 4 322,-2 2 0,3 8 1,-4 15-1,2 5 506,2 8 0,2 10 0,2 11 0,0 9-285,0 11 0,-7 8 0,-3 7 1,-1 4-417,1 4 0,-8 6 0,2 1 0,-5 2 0,-5 4 0,-1 2 0,-2 2 0,0 0-853,0-3 1,0-9-1,0-4 1,0-8-982,0-4 0,6-11 1,4-5-1,3-12 1834,1-11 0,7-40 0,1-21 0</inkml:trace>
  <inkml:trace contextRef="#ctx0" brushRef="#br0" timeOffset="44">1697 12993 7879,'-28'28'1064,"5"0"0,4-1 0,5 0 314,4 3 1,-3 5 0,5 2 0,0 6-323,4 2 0,2-2 1,4-3-1,2-3-435,6-2 0,0-8 0,2-9 0,6-7-93,3-6 1,3-3 0,4-6-1,1-4-207,0-6 0,-5-16 1,0-2-1,0-7-166,-2-4 0,-1 3 1,-8-8-1,-2 3-370,-1 2 0,-7-2 0,2 1 0,-5 1-260,-5 6 1,-10 5-1,-9 5 1,-6 3-1053,-8 4 0,-1 11 0,-9 6 0,5 6 146,5 6 0,-2 15 0,8 7 1,5 4-680,6 5 1,11 2 2059,6 1 0,-4-19 0,0-5 0</inkml:trace>
  <inkml:trace contextRef="#ctx0" brushRef="#br0" timeOffset="45">2589 13223 7820,'-6'-13'0,"-2"2"0,0 1 0,2 1 4915,6-6-4291,0 7 1,4 3 0,1 12-1,0 7 1,0 9 0,1 5 0,1 6-1,-1 6 1,-1 5 312,1 3 1,-3 4 0,5-2 0,-1 0-785,-4-1 1,3-6 0,1-8-1,-1-3-150,1-4 1,4-14 0,-2-1-1,4-7-160,2-7 0,4-12 0,1-14 0,3-9-293,2-7 1,-2-8-1,1 3 1,0 0 150,-2-1 0,4 10 0,-7 2 0,-2 10 413,-1 8 1,4 5 0,-1 4 0,-3 7 384,-5 6 1,2 11 0,-4 12 0,4 4 45,2 4 0,-6 0 1,1-6-1,-1 1 62,-1 0 0,5-2 0,-3-3 0,2-5-222,3-3 0,-1-8 0,1-3 0,-1-3-224,0-2 0,1-2 1,1-4-1,1-7-242,3-5 1,0-7 0,0 2 0,2-1-918,0 0 0,5 2 0,-3-4 0,4 2-1165,0-1 1,1-2 0,2-1 2162,2 4 0,-3-15 0,6 0 0</inkml:trace>
  <inkml:trace contextRef="#ctx0" brushRef="#br0" timeOffset="46">5265 12230 7850,'-6'-8'690,"-2"-3"0,-5 8 0,4 4 1,4 9-1,3 9 1029,2 10 0,0 12 1,-1 12-1,-3 5-1357,0 4 1,-8 12 0,8-33 0,-1 2 0,-1 3 0,-1-1 74,0 2 0,0 1-499,-1 0 0,1 0 0,0 1 1,0 1-1,0-1 0,-1-1 1,2-1-1,0-1 0,0-2 1,1-2-1,-3 33 0,1-12-1697,4-14 0,8-4 1,4-16-1,4-8 1759,1-9 0,8-38 0,3-18 0,2-4 0,0 0 0</inkml:trace>
  <inkml:trace contextRef="#ctx0" brushRef="#br0" timeOffset="47">5524 13065 7850,'-17'6'0,"1"3"973,3 4 1,3 2 0,-1 1 0,3 4 148,2 9 0,1 2 0,5 7 1,0 2-323,0 1 1,8 3 0,5-1-1,4-2-356,1-2 1,4-10-1,2-12 1,5-4-256,5-4 1,-4-9 0,4-4 0,-6-14 32,-4-7 0,4-11 0,-8-2 0,-2-4-64,-9-1 0,-5-5 1,-4 0-1,-2 0-364,-3-1 1,-9 6 0,-10-2 0,-3 7-762,-2 2 0,-1 3 1,-2 6-1,0 3-1841,4 4 0,6 11 2808,8 4 0,30 47 0,17 23 0,0 3 0,0 0 0</inkml:trace>
  <inkml:trace contextRef="#ctx0" brushRef="#br0" timeOffset="48">5942 13439 7850,'-12'12'0,"-2"-2"0,-2-5 0,6-7 1929,6-7 1,8-9-1,8-14 1,4-3-641,3-2 0,6-3 0,-1-6 1,5-2-519,5 1 1,-4 4 0,4 5-1,-4 4-274,-1 4 1,0 9 0,-2 7-1,-3 9-230,-5 8 1,-5 12 0,-3 10 0,-3 7-203,-1 6 1,-2 10 0,-5 5 0,0 2-1077,0-3 0,0 4 0,0-3 0,0 1-915,0-1 1,0-3-1,1-9 1,4-2-1139,5-6 0,2-9 3064,3-5 0,31-60 0,8-17 0</inkml:trace>
  <inkml:trace contextRef="#ctx0" brushRef="#br0" timeOffset="49">6690 13079 7849,'-15'-8'399,"-1"3"1,-1 4 441,-2 1 1,4 1 0,6 5 0,-3 7 343,0 5 1,-3 12 0,1 1 0,-1 4-532,1 5 1,1 3 0,2 3 0,3 4-303,2 1 1,1-6-1,6-2 1,6-9-199,7-9 0,2-9 0,8-8 0,0-3-148,-1-7 0,4-11 0,-5-11 0,0-3 9,-2-1 0,-4-8 0,-2 0 0,-1-3-145,-4 1 1,3-1 0,-8-4 0,0 2-258,-3 2 0,-1 3 0,0 5 0,0 1-79,0 3 0,0 8 0,-1 1 0,-3 8 155,0 10 0,-6 13 1,5 13-1,2 7 526,1 10 0,2 7 0,0 9 1,0 2 333,0 1 0,2 5 0,1-4 0,2-3 312,-2 0 0,-1-3 1,-2 1-1,-2-2-242,-3-4 0,-4-2 1,-10-7-1,-5 0-364,-3 1 0,3-8 1,0-4-1,0-6-969,1-7 1,-2-9-1,5-7-1895,3-6 0,7-12 0,5-10 2609,4-7 0,27-18 0,12-7 0,2-9 0,0 0 0</inkml:trace>
  <inkml:trace contextRef="#ctx0" brushRef="#br0" timeOffset="50">7236 13654 7807,'-14'44'1017,"0"-1"0,4 0 1,0 0-1,-1 2 301,-2 3 1,-3 3 0,-3 7 0,-5 1-634,-3 3 1,-3-1 0,-4 6 0,-3 0-793,1-1 1,0-9 0,9-10 0,3-9-1850,5-9 1956,3-7 0,-43-14 0,-11-2 0</inkml:trace>
  <inkml:trace contextRef="#ctx0" brushRef="#br0" timeOffset="51">8675 13223 7785,'-21'-23'0,"-1"4"13,0 3 0,-4 2 1,7-1-1,0 1 955,-2 0 0,5 4 0,-3 2-500,3 2 0,1 1 0,1 6 0,-1 4 0,3 5 0,2 6 0,5 8 0,4 9 1,1 9 275,0 6 1,6 2 0,4 4 0,2-1-448,3 1 1,4-4 0,2-3 0,1-5-125,4-8 0,1-4 0,2-16 0,0-6-8,-1-4 1,1-6 0,-2-4 0,-4-9 185,-9-7 1,-1-5 0,-8-2 0,-4-2-208,-4-2 0,-11 3 0,-10-4 0,-5 4-398,-5 1 1,4-3-1,-4 1 1,4 6-1067,1 3 1,2-1-1,3 7 1,6 3-3468,7 1 4787,5 5 0,37-8 0,21-2 0,0 1 0,0 0 0</inkml:trace>
  <inkml:trace contextRef="#ctx0" brushRef="#br0" timeOffset="52">9308 12403 7797,'-14'0'508,"-1"0"0,3 3 0,0 6 0,4 12 351,2 10 1,0 13 0,2 16 0,-2 8-521,-2 7 0,4-31 0,-2 0 0,-1 0 0,0 0 0,0 2 0,0-1-46,-1 2 0,1-1 1,0-1-1,0 0 1,-1-3-1,0-1 0,-10 37 84,-1-4 1,0-7-1,6-14 1,2-7 30,1-6 0,7-11 1,0-12-297,6-6 1,10-12 0,8-14 0,1-9-56,4-8 1,1-4-1,2-9 1,-1-1-15,1-2 0,0 0 0,-2 8 1,-1 5 459,-2 6 0,-2 11 1,4 4-1,-4 7 71,-1 6 1,-2 14 0,-5 7 0,-1 12-265,-3 11 0,1 7 1,-6 8-1,-2 1-175,-2 3 0,-1-3 0,0 4 0,0-7-1070,0-8 0,2-2 0,3-14 0,6-3-3435,7-4 0,-1-9 4370,7-1 0,19-39 0,10-16 0</inkml:trace>
  <inkml:trace contextRef="#ctx0" brushRef="#br0" timeOffset="53">10114 13784 7797,'-7'16'4462,"-2"3"-1404,2-3 0,3-2-2749,8-9 1,4-3-2332,7-2 0,-1 0 0,1 0 2022,-1 0 0,19-19 0,6-5 0</inkml:trace>
  <inkml:trace contextRef="#ctx0" brushRef="#br0" timeOffset="54">10589 13654 7797,'0'10'3930,"0"0"0,0-6-2919,0 6 1,1-5-520,4 4 1,-2-4-2307,7 5 0,-1-5 1814,6 4 0,25-12 0,6 1 0</inkml:trace>
  <inkml:trace contextRef="#ctx0" brushRef="#br0" timeOffset="55">11020 13726 7797,'-9'7'1529,"-1"2"1,8 3-1741,2-3 1,2-2 0,9-7 0,4 0-2785,2 0 2995,2 0 0,34-26 0,9-6 0</inkml:trace>
  <inkml:trace contextRef="#ctx0" brushRef="#br0" timeOffset="56">11840 13841 9234,'-14'28'623,"-1"-4"1,7-4-1,2-5 1,1-1 994,0 1-1157,-6-1 0,3 7 0,-6 3 0,-1 3 0,-1 3 0,-3 4 0,-5 4 1844,-3 4-2917,-2 1 1,1 0 0,0-1-1,3-2 1,1-4 611,-2 0 0,-39-3 0,26-18 0,1-1 0</inkml:trace>
  <inkml:trace contextRef="#ctx0" brushRef="#br0" timeOffset="57">12876 12216 7800,'-29'0'517,"8"1"0,5 7 0,5 11 269,0 13 0,3 16 1,0 10-592,2 7 1,1 12 0,3 5 0,1-39 0,-1 0 0,0 2 0,-1 0-1,2 0 1,-1 1 0,1-1 0,-1-1 0,1 0 0,-1-1 0,-1-2 0,-1 1 380,1-1 0,-2-1 0,-4 35 0,-4-1 0,2-9-125,1-7 1,2-12 0,-3-3-108,1-7 1,7-20-225,-2-12 0,10-15 1,5-16-1,4-10-143,5-11 0,4-8 0,6-6 0,-1-5 156,1-3 1,1 9 0,2 5-1,2 6-21,-2 9 0,-2-1 0,-1 12 1,-2 7 470,-3 12 1,2 13 0,-7 11 0,-1 14-154,-2 11 0,-8 4 1,-4 10-1,-2 3-305,-2 1 0,-6 5 0,-4-2 1,-3-3-930,-1 0 1,-1-7 0,3-1 0,2-5-864,5-4 0,4-9 0,2-9 1,6-5-636,7-8 1,5-5 2301,5-3 0,29-58 0,-26 22 0,0 0 0</inkml:trace>
  <inkml:trace contextRef="#ctx0" brushRef="#br0" timeOffset="58">13408 13280 7801,'-6'-14'1429,"-2"1"1,-6 4-638,-1 4 0,6 11 1,-1 9-1,-1 7 348,-2 5 0,5 10 0,2 4 1,1 6-396,0-1 1,2 4 0,8-2 0,4-4-376,4-4 0,9-6 1,6-10-1,5-6-270,4-7 1,1-8-1,4-13 1,-4-9-74,-4-6 1,-5-11 0,-7-2 0,-8-4-565,-7-1 1,-7 2 0,-7 1-1,-7 3-233,-8 2 0,-14 6 1,-7 7-1,-8 1-413,-5 3 0,3 9 0,2 4 0,3 3-271,7 2 1,7 4-1,15 4 1454,9 6 0,52 16 0,14 1 0</inkml:trace>
  <inkml:trace contextRef="#ctx0" brushRef="#br0" timeOffset="59">13883 13338 7801,'-14'0'2867,"4"0"1,2 1-1747,2 4 0,1 3 1,5 7-1,0 1-463,0 3 1,5 3 0,1 7-1,1 1-321,-1 4 1,0 1 0,-2 5 0,0-3-203,-1-2 1,-1-1 0,0-7 0,1-3-210,2-5 0,6-5 1,-2-4-1,4-5-350,2-4 0,5-13 0,4-8 0,5-7-104,5-6 1,-4-4 0,2-5 0,-5 4 291,-3 4 1,-6 6-1,1 4 1,-5 4 133,-4 4 0,1 10 0,-6 8 571,-2 10 0,-1 4 0,-2 8 0,1 2 103,4 1 1,3 2-1,7-2 1,-1-3-280,0-5 0,2-3 1,2-1-1,3-1-177,1 0 0,0-6 0,4-3 0,-4-3-214,-1-2 1,0-2 0,-3-1 0,2-3-548,3-2 0,-4-2 1,5-4-1,1-2-1374,3-4 0,2 3 0,2-7 2019,2-2 0,-13-28 0,-3-15 0,1-5 0,-1-1 0</inkml:trace>
  <inkml:trace contextRef="#ctx0" brushRef="#br0" timeOffset="60">16286 12201 7763,'-15'-5'454,"3"-1"0,2 1 0,5 4 0,4 10 1105,1 12 1,0 11-1,0 18 1,0 9 858,0 11-2259,0 8 0,-3-30 1,-1 2-1,0 0 0,-1 1 1,-1 0-1,-1 0 0,-1 0 1,0 0-1,-1-1 0,-1-1 1,-2 0-1,0-2-33,-2-1 0,0-1 0,-6 34 1,4-12-1,6-14-1064,4-12 0,4-7 1,10-12-1,8-7-3524,5-9 4462,3-4 0,2-31 0,2-13 0,3-2 0,-1 0 0</inkml:trace>
  <inkml:trace contextRef="#ctx0" brushRef="#br0" timeOffset="61">16588 13065 8179,'-15'0'0,"1"0"1405,0 0 1,-1 0-1,1 0-257,0 0 1,1 7-1,2 8 1,1 9-509,-1 8 1,-2 11-1,0 10 1,2 4 125,1 6 1,7-9 0,-2 2-1,5-6-455,5-9 1,6-11 0,12-12-1,7-8-471,5-10 0,5-15 0,7-14 1,1-9 117,-2-8 0,-3-1 1,-5-5-1,-6-3-564,-6-1 0,-10-1 0,-8 1 1,-5 3-92,-9 5 0,-10 5 0,-18 5 0,-6 4-246,-6 4 1,1 9 0,-3 6 0,5 9-114,5 4 0,9 4 0,10 4 0,4 9 1056,6 7 0,40 17 0,21 7 0,4 4 0,0 1 0</inkml:trace>
  <inkml:trace contextRef="#ctx0" brushRef="#br0" timeOffset="62">16962 13367 7763,'-11'20'1074,"-4"4"1,-7-1 0,3-1 2114,1-1-2235,9-8 1,2-13-1,9-11 1,4-7-324,9-6 1,-1-5-1,7-3 1,0-3-217,2-2 1,5 4-1,0-4 1,1 0-149,0 0 1,-2 7 0,-1 0 0,-2 6-26,1 3 0,2 3 1,2 9-1,-2 4-110,-3 3 0,-3 12 0,-6 8 1,-1 10-21,0 7 0,-6 4 0,-3 6 0,-3 1-118,-2 2 1,-2 5 0,-3-4-1,-3 1-544,0-1 1,-4-5 0,4-8-1,-2 1-960,0 0 0,7-10 0,-2 0-950,4-4 1,7-6 2459,4-7 0,9-42 0,3-16 0</inkml:trace>
  <inkml:trace contextRef="#ctx0" brushRef="#br0" timeOffset="63">17696 13122 8398,'-21'0'1455,"10"0"1,-4 0 0,1 0-385,-4 0 1,2 8 0,-3 6 0,3 10-484,2 8 1,-1 7 0,1 9-1,1 3-54,4 0 0,2 3 0,7-6 1,0-3-543,0-5 1,11-6 0,5-12 0,5-8-240,5-7 0,-4-7 1,0-5-1,-1-5-24,-3-2 1,-4-9 0,-4-3 0,-5-3 98,-4-2 1,-1 0 0,0 0 0,0 1 100,0-1 1,0-2 0,0 1-1,0 0-254,0 3 0,-5 3 1,1-2-1,0 4-385,3 1 1,1 11 683,0 15 1,1 13-1,4 22 1,5 12 186,3 12 1,3 15-1,-8-37 1,0 0-1,0 4 1,0-1 231,-1 3 1,-2-1 0,-2-2-1,-1-1 1,1 2 0,-1-1 0,-2 0-1,-2-2-138,-2 1 0,-1-1 0,-2 1 0,-2 0 0,-5-1 0,-3 0 0,1-1 0,-1-1 109,-2-2 1,-1-3 0,-23 28 0,-3-1 0,-4-4 67,-1-2 1,-2-12 0,-6-8 0,-1-12-1687,-3-10 1,-7-7 0,1-11-1,-4-7 1254,-2-9 0,36 1 0,1-3 0,-5-1 0,-1 0 0</inkml:trace>
  <inkml:trace contextRef="#ctx0" brushRef="#br0" timeOffset="64">877 15769 7869,'-1'15'318,"-4"-1"0,-1 1 1,-4 1-1,5 3 1,4 3-1,1 4 1,1 1-1,4 3 756,5 1 0,2-1 0,3 0 0,-1 4-502,1 4 1,-6 2 0,1 0 0,-1-1-8,-1 1 1,-1 1 0,-7 2 0,0 1-82,0-1 1,-7-5-1,-2-3 1,-4-3 170,-1-5 1,-1-9-609,1-4 0,6-14 0,3-16 0,3-11-121,2-10 1,0-10 0,0-6-1,0-3-4,0-2 1,2-1-1,1-2 1,4 1-12,1 4 1,1-2-1,6 7 1,-1 0 223,0 3 0,2 11 1,2 8-1,3 8 193,1 5 1,2 12-1,3 8 1,-1 14-96,-2 8 1,-5 10-1,3 6 1,-3 6-17,-6 3 0,0-3 0,-8 3 0,-2-1-82,-1-4 1,-2 4 0,0-2-1,-2-2-30,-3-1 0,2-5 0,-5-5 1,0-9-236,0-9 1,5-3-1,0-15-152,6-10 0,5-13 0,8-13 1,1-5 76,3-7 0,5-4 0,-1-3 0,3 2 20,2-1 0,-5-2 0,0 9 0,2 3 564,1 5 1,2 8 0,-2 13 0,-3 9 367,-5 7 0,-3 16 0,-2 6 0,1 8-529,-1 7 1,-6 4 0,-3 9 0,-4 2-219,-1 2 0,0 2 0,-1 5 0,-2-1 0,-2 1 0,-5-1 0,6 1 0,0-2-1848,3-3 0,1-4 0,0-9 0,3-5-1493,7-6 1,1-16 3340,13-4 0,19-69 0,-17 20 0,1 0 0</inkml:trace>
  <inkml:trace contextRef="#ctx0" brushRef="#br0" timeOffset="65">1870 16187 7862,'-19'14'0,"1"2"0,4 2 1242,3 1 0,8 6 0,-2-1 0,3 5-12,2 5 0,0-2 0,0 6 0,2 2-443,3 2 1,3-6 0,8-4 0,1-6-290,2-7 0,8-9 1,2-5-1,6-7-312,2-8 0,3-7 0,-5-15 0,0-3-101,1-2 0,-3-6 1,-6-4-1,-3 4-503,-4 3 1,-4 7 0,-4-4 0,-1 2-1445,-1 3 1,-7 8-1,4 5-1059,-1 3 1,2 3 2920,6 3 0,52 10 0,12 8 0</inkml:trace>
  <inkml:trace contextRef="#ctx0" brushRef="#br0" timeOffset="66">2604 16028 8376,'-23'7'0,"4"2"635,3 4 0,-3 3 1,0 2-1,3 3 310,5 1 0,0 0 1,6 4-1,2-2-398,1 2 1,4 1 0,2 0-1,6-2-183,3-1 0,1 0 1,0 4-1,-1-3-66,-3-1 1,-2 5-1,-5 6 1,2 0 358,-2 0 1,-8 1 0,-4-4 0,-4 1-226,-2-1 1,-1-2-1,-1-1 1,-2-2-512,1-3 1,2-9 0,2-10-1,-1-4-986,1-1 1,6-14-1,3-10 1065,4-11 0,4-27 0,5-23 0,0-2 0,-2 17 0,0-1 0,0 0 0,0 0 0</inkml:trace>
  <inkml:trace contextRef="#ctx0" brushRef="#br0" timeOffset="67">2719 15899 9161,'0'38'0,"0"1"1008,0 1 1,6 1 0,4 2 0,3 1-272,1-1 1,-1 5 0,-4 3 0,-4 2-258,-3 1 0,-2 5 1,-2-6-1,-3 1-521,-4-1 1,-6-5-1,-2-10 1,-2-6-1906,1-6 1,-9-7 1945,-2-9 0,-10-19 0,-5-8 0,-2-3 0,-1 0 0</inkml:trace>
  <inkml:trace contextRef="#ctx0" brushRef="#br0" timeOffset="68">2474 16374 8030,'16'-19'0,"3"-1"704,5 3 1,10 1-1,4 0 1,4 0 407,1 1 0,2 0 1,3 10-1,3 2-442,0 1 0,3 2 1,-4 0-1,0 2-1014,-1 2 1,2 4 343,-8 7 0,-3 12 0,-11 3 0</inkml:trace>
  <inkml:trace contextRef="#ctx0" brushRef="#br0" timeOffset="69">4733 16043 7791,'-6'-15'604,"2"7"1,-4 2 0,2 3 0,3 4 673,1 11 1,2 7-1,0 13 1,0 5-545,0 6 0,2 8 0,1 0 0,3 2-292,2 1 1,-3 4 0,5-10 0,-1-2-219,-1-1 0,4-10 0,-8-6 0,1-8-246,2-5 1,-4-10 0,6-8-265,3-10 1,0-16 0,3-10 0,-1-5 14,1-5 1,1 2 0,1-4-1,2 4 149,-1 4 0,-2 8 0,-2 2 0,1 7 159,-1 6 1,-4 11 0,-1 8 0,1 11 323,-2 11 1,5 10 0,-4 15 0,2 1 87,-1-2 1,3-1 0,-2-2 0,5-2-176,3-2 1,0-6 0,-4-9 0,-1-6-142,0-7 0,1 0 0,-1-7 0,1-6-784,-1-6 0,-1-6 0,-2-6 1,-1-4-1440,1-3 0,-3-2 0,0 1 0,0-1-239,0 0 1,0 0 2328,1 1 0,4 12 0,-5 3 0</inkml:trace>
  <inkml:trace contextRef="#ctx0" brushRef="#br0" timeOffset="70">5452 16345 7754,'0'14'237,"5"1"1,2-1 0,1 1 652,3-1 1,3-6-1,4-2 1,3-1-156,1 0 0,7-7 1,6-7-1,0-6-146,0-4 0,5 2 0,-3-9 1,0-3-410,-4-3 0,-9-1 0,-5 2 0,-4 1-423,-6 1 0,-9 0 0,-11 13 0,-8 5 27,-10 3 1,-11 11 0,-9 13-1,-2 12 121,-4 8 1,4 11 0,0 4 0,3 2 426,6 1 0,12 5 0,12-8 1,9 2 74,9 0 1,9-8-1,17-4 1,12-10-484,12-11 1,12-10 0,5-5 0,4-5-1235,1-5 0,0-10 0,-2-10 1310,-3-7 0,-22-8 0,0-8 0,-1-6 0,1 1 0</inkml:trace>
  <inkml:trace contextRef="#ctx0" brushRef="#br0" timeOffset="71">7524 15856 7776,'-5'-10'0,"1"1"1,0 5 815,9 0 0,2 8 0,4 9 1,-2 8-1,2 11 0,1 6 0,-1 9 1,-3 4 595,-2 8 1,-1 5 0,-5 8 0,0 0-763,0 0 0,-5-7 0,0-4 0,2-8-68,2-10 0,2-9-609,4-15 0,5-14 0,9-20 0,3-9-292,1-8 0,4-6 1,-3-9-1,3-2 29,2-2 1,-2 4 0,-3 1 0,-5 6 29,-3 7 0,-2 10 599,1 9 0,-7 19 1,-3 17-1,-4 13 8,-1 13 0,0 6 0,2 4 0,1-2 50,2-3 1,6-4 0,-1-6-1,2-1-223,3-4 1,1-9 0,3-10 0,3-4-156,1-6 1,4-4 0,-3-11 0,1-7-77,-1-5 0,-3-12 0,-6 0 0,-1-4 36,0-1 0,-1 1 0,-2 5 0,-3 1-252,-1-1 0,2 0 0,-2 2 1,-1 3-1576,0 5 1,6 3 0,-1 1-10,6 1 0,1 4 1,6 2-1,2 2 1857,1 3 0,15 4 0,8 3 0,5 0 0,-1 0 0</inkml:trace>
  <inkml:trace contextRef="#ctx0" brushRef="#br0" timeOffset="72">8776 16259 8262,'-7'-15'2366,"4"6"-1558,-6-1 1,1 5-1,-4-3 1,3 2 38,-2 3 1,-2 1 0,-3 5 0,-2 7-138,-1 9 1,-7 8 0,3 7 0,-5 4-230,0 4 1,-1 7 0,2 3-1,4-1-484,9-3 0,6-10 0,8-6 0,1-8-453,4-10 0,11-7 0,11-14 1,5-7 124,0-8 0,0-14 1,-1-5-1,-1-6 20,-3 1 1,-8 3 0,1 5 0,-6 4 527,-4 4 1,1 7 628,-6 4 0,-1 11 0,-4 10 0,0 10-260,0 11 1,0 6 0,0 4 0,2 6-454,3 2 1,-2-3 0,5-1-1,0 0-709,0 0 0,2-5 0,4 0 0,0-7-1197,1-5 0,-1-6 1,0-5-1,1-4-368,-1-3 0,1-4 1,-3-4 2140,-2-8 0,3-39 0,0-18 0,-1-7 0,0 0 0</inkml:trace>
  <inkml:trace contextRef="#ctx0" brushRef="#br0" timeOffset="73">9150 16230 7778,'-8'6'606,"-3"2"0,6 8 1,2 2 549,1 1 1,2 7 0,0-2-1,0 3-325,0 2 1,0-1 0,0 0 0,0-3-1083,0-1 0,2-6 1,2-1-1054,6-6 1,3-6 0,1-10 0,-1-7 1303,-3-11 0,-3-32 0,-2-16 0,-2 17 0,0-1 0,-1 1 0</inkml:trace>
  <inkml:trace contextRef="#ctx0" brushRef="#br0" timeOffset="74">9380 15626 7778,'0'-8'963,"0"3"1,2 11-1,1 9 344,2 7 1,4 12-1,-2 7 1,-1 9-485,0 7 0,1 15 1,-4 2-1,2 2-802,-2 3 1,-4-38 0,-1-1-1,-5 37 1,1-3-564,0-6 1,-1-10 0,4-13 0,-2-10-1371,2-11 1,0-13 1911,-2-6 0,-22-48 0,-12-13 0</inkml:trace>
  <inkml:trace contextRef="#ctx0" brushRef="#br0" timeOffset="75">9265 16115 7778,'0'-15'405,"0"6"550,0-1 1,6 2 0,5-3 0,7 3-89,6 2 0,5-1 0,4 4 1,6-2-611,2 2 0,2 1 0,1 2 0,-1 0-1017,0 0 0,0 0 1,-3 0 759,-6 0 0,-26-19 0,-18-5 0</inkml:trace>
  <inkml:trace contextRef="#ctx0" brushRef="#br0" timeOffset="76">11926 16216 7779,'-1'-15'252,"-4"1"0,3-1 1,-2 1 1963,2 0-1726,2 6 1,0 3-1,2 10 1,1 6 0,2 8-1,-1 10 1,1 6 0,0 5-1,-2 1 1,-1 4 675,-2 0 1,0 5 0,0-3 0,0 0-1096,0-2 1,0-2-1,0-2 1,-2-2-1038,-3-6 0,4-14 0,-2-7-1903,6-9 0,5-10 2869,6-17 0,-5-39 0,-3-19 0,-2 20 0,1-1 0,0 1 0</inkml:trace>
  <inkml:trace contextRef="#ctx0" brushRef="#br0" timeOffset="77">12085 15582 7787,'5'-22'367,"-1"3"0,8 3 0,-4 2 1,1 1 121,1 3 1,-1 5-1,6 10-315,-1 5 1,-4 4-1,-2 4 1,0 1-471,0-2 0,1-1 0,4-1 296,-3-1 0,9 13 0,-3 4 0</inkml:trace>
  <inkml:trace contextRef="#ctx0" brushRef="#br0" timeOffset="78">12430 15582 7706,'0'15'879,"0"-1"0,0 7 0,2 5 0,1 7-66,2 10 0,1 8 0,-3 12 0,4 4-158,1 3 0,-5 2 0,2 0 0,-4-1-291,-1-4 1,0 3 0,0-4 0,0-1-405,0-3 1,0-2 0,-1-6-1,-3-4-707,0-7 0,-1-11 1,5-4 746,0-7 0,0-30 0,0-9 0</inkml:trace>
  <inkml:trace contextRef="#ctx0" brushRef="#br0" timeOffset="79">12157 16331 9234,'17'-2'2026,"7"-3"0,10-4-1251,6-4 0,9-2 0,4 1 0,5 0-333,4-1 0,4 3 0,4 0 0,-3 4-1137,-5 2 1,-3 1 0,-1 5 694,0 0 0,-23 19 0,0 7 0,2 2 0,-1 0 0</inkml:trace>
  <inkml:trace contextRef="#ctx0" brushRef="#br0" timeOffset="80">11754 15726 7732,'-15'-19'-23,"3"0"1,2 1 0,5 2 0,2 4 0,0 0 2341,-2 3 727,0-1-218,5 2-2100,0 2 0,-5 17 0,-1 5 0,-2 6 0,-3 9 13,-2 6 0,-1 6 0,-1 6 0,1 9-330,0 7 0,1 12 0,7-36 0,1 0 0,0 1 0,2 0-37,-1 2 0,1-1 1,0-2-1,1 1 1,4 36-1,4-9-125,9-8 0,6-9 0,9-15 0,4-10-133,4-11 0,-1-8 0,1-9 1,2-6-97,2-7 0,-6-8 0,-2-12 0,-4-6-20,-1-6 0,-7-5 0,-2-7 0,-6-1 0,-4-4 0,1 4 0,-6-5 0,-2 2 0,-2 0 0,-2 4 0,-2 9 0,-4 2 0,-1 6 0,3 9 0,-4 3 0,6 14 0,-2 17 0,3 12 0,2 14 0,0 8 0,0 14 0,0 6 0,0 5 0,0 11 0,0-4 0,0 1 0,0 1 0,0 6 0,0 2 0,0 0 0,0 1 0,0-11 0,0-10 0,0-10-539,0-8 1,7-8 0,4-13 0,6-11-1763,7-10 1,4-12 0,2-12 0,2-7 2300,1-10 0,-17-7 0,-4-7 0,-2-8 0,0 0 0</inkml:trace>
  <inkml:trace contextRef="#ctx0" brushRef="#br0" timeOffset="81">12401 16460 7770,'-14'24'0,"-1"-2"777,1-1 1,1 3-1,2-5 1,3 1 204,2 0 1,-4 1 0,4 5-1,-2-2 235,-3 1 1,4 1-1,2-2 301,4-5 0,1-13-909,0-10 0,6-12 0,4-19 1,3-9-153,1-7 0,5-10 1,2-3-1,1 1-88,4-1 1,6-4 0,1 6-1,1 1-12,1 2 0,2 2 0,6-1 1,0 4-358,0 6 0,1 19 0,-1 19 0,-2 10 0,-2 10 0,-1 14 0,-8 19 0,-6 10 0,-6 8 0,-2 4 0,-11 9 0,-2 1 0,-2 2 0,-1-4 0,0-4 0,-1 1 0,-4-1 0,-3-3 0,-6-4 0,-1-9 0,1-7 0,4-6 0,2-5 0,2-6 0,1-18 0,7-8-4916,3-14 1,3-10 4530,6-7 0,-19-12 1,-8-7-1,1-3 1,-1-1-1</inkml:trace>
  <inkml:trace contextRef="#ctx0" brushRef="#br0" timeOffset="82">13739 15410 7748,'-6'-15'406,"-2"1"0,-7 1 1,1 4-1,0 4 1,-1 5-1,1 6 825,0 9 0,4 9 1,2 14-1,2 12-507,2 9 1,1 8 0,0 10 0,1-37 0,-1 1-502,1 1 1,1 1-1,0 2 1,0 1-1,1 0 1,0-1-1,0 0 1,0 0 68,0-1 1,0 0 0,0-1 0,-1 0 0,-1 0 0,-1 0 0,-1-1 0,0-1-432,-4 36 1,-3-7 0,4-14 0,1-4-289,0-9 1,1-8 0,6-13-3445,4-7 3871,-3-14 0,-11-35 0,-8-23 0,-3-2 0,0 0 0</inkml:trace>
  <inkml:trace contextRef="#ctx0" brushRef="#br0" timeOffset="83">13336 16086 7766,'-6'0'1996,"8"0"-504,10 0 0,14 0 1,11 0-1,3 0-114,4 0 0,9 0 0,0 0 1,5 0-326,4 0 0,-3-2 0,3-1 0,-4-2-979,-5 2 1,-5 2-1,-10 1 1,-4 0-776,-4 0 1,-3 0 0,-3 0-1198,-5 0 0,-8 0 1,-1 0 1897,1 0 0,2 12 0,1 4 0</inkml:trace>
  <inkml:trace contextRef="#ctx0" brushRef="#br0" timeOffset="84">14358 16287 7766,'-21'42'805,"-3"-4"1,3 2-1,2-6 1,5-4 497,4-4 0,2-1 0,5-5 0,-2-3-161,2-1 1,1-1 0,4-3-1191,3-2 0,3-7 0,6-11 0,1-8-3424,-1-5 3472,0-9 0,-11-24 0,-4-12 0,0-7 0,0-1 0</inkml:trace>
  <inkml:trace contextRef="#ctx0" brushRef="#br0" timeOffset="85">14660 15323 7766,'-5'10'2436,"0"0"0,2 6 1,6 9-1,4 9-1276,1 9 1,0 13-1,3 13 1,-3 6-761,-5-35 0,0 1 1,0 7-1,-1 0 1,-1 2-1,-2 1 1,1 0-1,-1 0-274,-1 0 0,-1 1 0,-1 0 0,0 1 0,-3 1 0,-1-1 0,2-1 0,0 0-452,0-2 0,2-2 0,0-6 0,2-3 0,2 19 0,1-12-1426,4-11 0,8-4 1752,6-17 0,7-28 0,-4-18 0</inkml:trace>
  <inkml:trace contextRef="#ctx0" brushRef="#br0" timeOffset="86">16314 15985 7743,'-8'16'548,"-4"5"1,-7 6 0,-2 7 0,0 3 0,3 3 0,2 1 672,2 2 0,1 2 1,2 1-1,3 2-436,2-1 1,-4-9 0,5-4 0,2-4-536,1-1 1,2-7 0,2-4-1000,3-7 0,3-6 1,6-10-1,1-8 749,-1-9 0,-2-44 0,-3-20 0,-2 21 0,1 0 0,-1 0 0</inkml:trace>
  <inkml:trace contextRef="#ctx0" brushRef="#br0" timeOffset="87">16473 15496 7746,'8'-14'478,"0"1"0,-3 3 157,4 6 0,-1 2 0,2 4 203,1 2 1,-3 11 0,0 9-1,-2 3-137,-3 2 1,4 6 0,-2 3 0,-2 5-13,-2 5 0,-2-1 0,-4 7 0,-5 5-218,-2 7 1,-3 7-1,1 6 1,7-39-1,0 1-132,-8 37 0,6 2 0,1-3 0,1 0-406,4 1 1,1-12 0,4-4 0,3-12-1110,4-10 0,6-10 1,2-9-1,2-5-3914,-1-8 5090,-2-5 0,-27-54 0,-7-13 0</inkml:trace>
  <inkml:trace contextRef="#ctx0" brushRef="#br0" timeOffset="88">16228 16403 7751,'-5'-10'534,"1"0"1,-1 6 0,8-6 800,7-1 0,6-4 1,14-2-1,3-2-40,6 1 1,2 0 0,4 1 0,2-2-596,0 1 0,6 7 1,-5 3-1,-1 2-1078,-3 2 1,1-2 0,0 1 0,0 2-712,-4 1 0,-1 2 1089,3 0 0,7 7 0,1 1 0</inkml:trace>
  <inkml:trace contextRef="#ctx0" brushRef="#br0" timeOffset="89">18573 16129 7753,'-13'15'385,"5"1"1,-8 1 0,5 4 0,0 1-1,0 5 1,1 5 0,4 7 682,-1 2 0,4 3 0,-5 0 0,2 3-474,3 1 0,0-5 0,-1-6 1,0-2 116,0-3-2642,3-8 0,2-13 1931,4-16 0,-3 4 0,4-12 0</inkml:trace>
  <inkml:trace contextRef="#ctx0" brushRef="#br0" timeOffset="90">18660 15942 8152,'-5'-9'960,"0"-1"1,0 5-189,5-4 1,2 5 0,3 0 0,4 4-408,4 4 1,1 3-1,1 4 1,-1-1-658,0 1 0,7 0 0,3 0 0,2-3-843,-2-1 1,3-3 0,-5-2-1,1 1 312,-4 2 1,-3 1 0,-3-1 743,-4 5 0,-2 2 1,-9 4-1,-3 2 523,-4 1 1,-6 2 0,-2-3 0,-2 2 85,1 3 0,7-6 0,3 4 0,1-2-182,4 1 1,3 3 0,5-2 0,6 0-157,7 0 0,-1 3 0,7-3 0,0-1 197,-1 1 1,2 5 0,-7-4 0,-5 2 514,-7 0 1,-4 2 0,-2 6-1,-4 1 54,-5-1 0,-2-1 0,-12-3 0,1 1-372,-1 0 0,1-7 1,-3-3-1,2-3-1155,2-1 1,2-7 0,5-3 0,1-5-619,3-5 1,-1-3-1,6-7 1187,2 1 0,-11-32 0,-2-9 0</inkml:trace>
  <inkml:trace contextRef="#ctx0" brushRef="#br0" timeOffset="91">20818 15856 7769,'-29'-7'0,"5"6"0,1-4 0,1 3 874,0 2 1,1 4-1,-6 4-428,-4 6 0,-1 12 1,4 2-1,-1 9 1,0 5-1,2 1 0,4 2 1,9 1-1,8 2 267,4-2 1,10-4 0,8-2 0,10 0-529,6-5 1,8-3 0,-4-3 0,3-2 40,-1-3 1,-8 1 0,-2-5 0,-11-1 312,-6 2 0,-7-4 0,-3 7 0,-9 0-7,-11-1 1,-8 4 0,-7-5 0,-6 2-313,-6 0 0,1-2 1,-4 2-1,1-6-745,0-7 1,5-4 0,7-7 0,6 0-1307,8 0 0,6-8 0,6-7 1,8-7-2698,10-5 4528,8-2 0,33-9 0,14-4 0,4-4 0,-1-1 0</inkml:trace>
  <inkml:trace contextRef="#ctx0" brushRef="#br0" timeOffset="92">21048 16460 7769,'-13'16'805,"-6"3"1,0 4-1,-1 7 1,4 2 257,2 2 0,1 6 0,4-2 0,4 3-351,3 3 0,2-1 0,0-2 0,3-1-130,7-1 0,1-9 1,15-1-1,3-10-316,3-8 0,8-4 0,-2-9 0,3-4-287,3-9 1,-6-10 0,-1-12 0,-2-5-261,-3-7 0,-3-1 0,-5-1 0,-7 0-1069,-6 0 0,1 4 0,-8 1 0,0 6-143,-3 6 0,-1 6 0,0 4 1493,0 5 0,0 22 0,0 6 0</inkml:trace>
  <inkml:trace contextRef="#ctx0" brushRef="#br0" timeOffset="93">21594 16748 7769,'-6'37'280,"-7"-1"1,-6-4 0,2 0 669,1-4 0,1-3 0,2-9 788,4-3 0,-1-11-1213,10-7 1,3-10-1,13-15 1,2-4-49,1-4 1,7-8 0,-2-4 0,4-1-95,6-3 1,-4-1 0,4 2 0,-4 5 1,-1 4 1,0 7-1,0 5 1,-2 6-133,-3 7 1,-3 11-1,-7 10 1,0 11-176,1 9 1,-7 12 0,-3 4 0,-5 5-231,-5 5 0,2-2 0,-5 6 0,0-3-915,0-2 1,4-8 0,0-2 0,2 0-1234,2 0 0,6-7 1,4-1 2299,3-8 0,46-18 0,11-5 0</inkml:trace>
  <inkml:trace contextRef="#ctx0" brushRef="#br0" timeOffset="94">22084 16935 7769,'-15'0'193,"1"0"1,-1 2 1644,1 2 1,0-2-1057,-1 3 1,2-5-1,4-5 1,6-6-307,6-7 0,2-6 0,7-9 0,6-6 298,3-2 0,4-4 1,9-3-1,4-5-132,4-3 1,1 3 0,0 2 0,0 3-73,1 7 1,-1 4-1,-3 10 1,-5 4-358,-6 9 1,-10 9 0,-2 13-1,-4 10-211,-3 7 1,-7 3 0,0 10 0,-6 2-418,-7 2 0,-2 2 0,-1 1 0,2 0-1545,1-4 0,7-5 0,-2 0 0,3 1-2752,2 0 4712,7-12 0,26-4 0,14-14 0</inkml:trace>
  <inkml:trace contextRef="#ctx0" brushRef="#br0" timeOffset="95">22774 16475 7764,'0'-15'0,"-5"6"0,-1 1 0,0 0 1983,-1 0 0,2 6 0,5 2-531,0 8 1,2 6-1,1 7 1,4 6-676,1 5 1,1 7 0,4-4-1,-2 2-439,-1 3 1,-2 1 0,3 2 0,-3 0-924,-2 1 1,5-6 0,-3-1-1,2-2-1013,0-3 0,-1-8 0,6-7 0,1-5-3562,3-8 5160,-3-2 0,15-37 0,3-19 0,2-2 0,-1 0 0</inkml:trace>
  <inkml:trace contextRef="#ctx0" brushRef="#br0" timeOffset="96">23335 16532 9270,'-6'14'0,"-4"2"1080,-3 4 1,-7 8 0,-6 12 0,-6 8-492,-6 10 1,-10 7 0,22-27 0,-1 0 0,-1 1 0,0 0-245,0 1 0,-1 0 0,-2 0 1,-1 1-1,0 3 0,0 0 1,1 1-1,0 0-298,1 1 1,1-1 0,-1-3-1,1-1 1,5-4 0,1-2 0,-17 26-651,10-12 0,9-9 603,12-16 0,2-29 0,7-12 0</inkml:trace>
  <inkml:trace contextRef="#ctx0" brushRef="#br0" timeOffset="97">6718 6475 7785,'-16'0'603,"-1"0"0,-2 1 1,3 4 755,5 5 0,6 2 0,11 1 0,7-2 122,4-1 1,14 0 0,-2 4 0,3-1-257,3-4 1,-3 3 0,6-8 0,2 1-585,2 2 1,-4-6-1,0 4 1,1-2-581,-3 2 0,6-3 0,-5 2 0,0-2-99,-4-2 0,-7 0 0,-4 0 1,-1 0-2384,-4 0 0,-1-2-2002,-1-2 1,-9 2 4422,-6-3 0,-33 15 0,-32 19 0,-3 1 0,-3-1 0,-1 1 0,1-1 0</inkml:trace>
  <inkml:trace contextRef="#ctx0" brushRef="#br0" timeOffset="98">6632 7079 7805,'-27'6'988,"3"4"1,6 1 290,14-1 0,7-5 1,18-10-1,7-5-289,9-3 0,5-1 1,2 0-1,3-1 401,1 1 1,9-1 0,-2 1 0,-1 0-716,2-1 1,0 7-1,1 3 1,-1 4-859,-3 1 1,-8 0-1,-8 0 1,-2 1-622,-3 4 1,-3 2 0,-5 4 0,-5-3-1165,-3-2 0,-2 4 0,2-5 1967,3-2 0,-22-2 0,0-1 0</inkml:trace>
  <inkml:trace contextRef="#ctx0" brushRef="#br0" timeOffset="99">8661 6072 7679,'-20'0'0,"0"0"0,-3 0-669,-2 0 0,4 1 1001,2 4 0,3-2 0,1 7 1,1 3-1,0 3 0,-1 6 1,-1 4-1,-1 7 0,-3 7 1316,3 10 1,1 11 0,2 7 0,-1 9-1357,7-34 1,2 0 0,1 3-1,2 0 1,0 2 0,1-1 0,1-1-1,2-2 159,0-2 1,3-1-1,12 31 1,13-11-1,7-8-159,6-10 0,3-14 0,3-15 0,4-9-308,4-9 0,7-10 1,1-11-1,0-9-4,-1-9 1,-29 18 0,0-1 0,-3-5-1,0-1 1,-1 0 0,-1-1-5,-1 0 0,-2 0 0,16-31 0,-13 7 1,-10 1 259,-8 3 1,-6-1 0,-11 6 0,-9 3 62,-7 5 1,-13 5 0,-10 6-1,-10 0-363,-5 0 1,-4 12-1,3 4 1,-1 5-460,1 5 1,-1 1 0,4 4 0,9 3-860,7 4 1,13 2 0,12 1-2939,5-3 4320,12-6 0,8-28 0,7-15 0</inkml:trace>
  <inkml:trace contextRef="#ctx0" brushRef="#br0" timeOffset="100">18818 1583 8160,'-7'-8'1007,"6"0"1,-2 5 0,6-4 0,6 1 4,4-1 0,2-5 0,1-1 0,3-6-116,5-4 0,3-1 0,2-5 0,-1-1 1262,1-4-1988,-6 4 1,2-3 0,-6 7 0,-3 4 0,-3 1 0,-3 3 0,-1 2-2092,-1 2 635,-1 6 1,-7 3 0,0 10-710,0 4 1,0 9 0,0 3 1994,0 1 0,-11 23 0,-4 11 0,-1 6 0,0 1 0</inkml:trace>
  <inkml:trace contextRef="#ctx0" brushRef="#br0" timeOffset="101">19106 1669 7900,'-7'8'689,"4"-2"1,-7-6 606,-1 0 0,5-1 0,1-4-353,3-5 1,9-4-1,2-4 1,6-1-354,4 2 1,-1-4 0,5 0 0,1 0-250,-1 1 0,2 0 1,-5 6-1,-1 0-533,2-1 1,-5 6 0,3 1 0,-5 0-668,-4 0 0,2 3 0,-2-3 0,3 0-1022,1 0 1,-4 3 0,-1-5 1880,3-1 0,7-8 0,3-3 0</inkml:trace>
  <inkml:trace contextRef="#ctx0" brushRef="#br0" timeOffset="102">19940 633 7895,'0'-18'0,"-2"4"0,-1 1 375,-2 1 1,-4 2-1,2 2 1,-1 2 2432,-3 2-2399,5 3 1,-7 7-1,3 5 1,-2 7-1,-4 6 1,-2 5-1,-1 4 409,1 6 0,2 9 0,2 3 1,0 0-287,-1-3 1,7 1 0,3-1 0,4-1-261,1-2 1,6-9 0,5-5 0,9-9-119,8-8 0,3-9 0,7-2 1,0-6 59,-1-6 0,3-11 0,-6-5 1,-2-7 45,-2-6 1,-8 1 0,-4 0-1,-7 0 159,-6 0 1,-3 4-1,-2-4 1,-2 2-301,-3 3 0,-9 6 0,-10 4 0,-5 1-765,-4 4 0,1 7 0,-5 5 0,0 4-1241,0 1 1,5 6-1,-1 4 1,4 2-2616,5 3 4502,3-1 0,-12 26 0,-6 7 0</inkml:trace>
  <inkml:trace contextRef="#ctx0" brushRef="#br0" timeOffset="103">5251 18057 8038,'-34'0'0,"-1"0"-81,-2 0 1,4 2-1,-5 3 1,-4 6 454,-4 6 0,-1 6 1,-7 6-1,-4-1 0,-4 3 1,-5 2-1,-3 4 0,-1 1 276,6 1 1,6-7 0,4 3 0,4-2-271,1 1 1,9 1-1,9-3 1,6 2 46,7-2 0,8 5 0,3-1 0,3 1-34,7-3 1,12 1 0,15-2 0,9 1-83,9 1 0,5-5 1,11 2-1,6-6-105,6-7 1,5-3 0,-37-8 0,1-1 0,2-1 0,0 0-46,-38-5-134</inkml:trace>
  <inkml:trace contextRef="#ctx0" brushRef="#br0" timeOffset="104">5464 19049 21700,'12'-1'-6,"58"-7"-35,-1-1 0,0-1 1,-2 1 20,0 0 1,-1 0-1,-1 1 1,-1 0-1,2 1 1,0 0-1,-1-1 1,1 1 10,-2 0 1,1 0-1,-1 0 1,0 0 0,-4-1-1,0 1 1,2-1-1,1 0 18,0-1 0,1-1 0,3 2 0,-1 0 0,0-2 0,-1-1 0,-1 1 0,0-1-2,0 0 0,0-2 0,-1 1 0,0-1 0,1-1 1,-1 1-1,-3 0 0,-1 0-154,-2 1 0,-2-1 0,0-3 0,-3 1 0,-7 3 1,-2 0-1,-1-1 0,-1-1-101,0 0 0,-2-1 1,2 1-1,-2-1 1,32-12-1,-11 2 301,-8 1 0,-9 0 0,-5-5 0,-6 2 491,-6 3 0,-2-2 0,-8 5 0,-5-1 32,-3-4 0,1 4 0,-4-2 0,-3-2-301,-5-1 1,-1-1 0,-5-1 0,-4-2-537,-5-2 1,-4 2 0,-10-4-1,-5 0-198,-6-3 0,-16-2 0,-5 0 0,28 21 0,-1 1 184,-3 0 0,-2 1 0,-6-3 1,-2 1-1,-3 2 0,-2 1 1,-4 0-1,-2 2-81,-3 0 0,-2 2 1,-3 1-1,-2 3 1,-1 2-1,-2 2 1,-3 1-1,-2 1 245,24 1 1,-1 1 0,0 0-1,-1 1 1,-2 1 0,1 1 0,0 0-1,1 1 1,-1 0 0,3 2 0,-1 0-1,1 2 96,1 0 1,0 2 0,1 0 0,-26 6 0,0 0 0,25-3 0,1 1 0,0 1 0,-1 0 0,1 0 0,0 1 56,0 0 0,0 1 0,1 0 1,-1 0-1,2 0 0,0 2 1,-22 9-1,2 1 0,-1 0 1,0 0 26,0-1 1,0 1 0,2 2 0,2 1-1,5-2 1,2 0 0,8-2 0,2 0-112,5-3 1,4 0 0,-24 20 0,17-4 0,12-1-3138,13-2 3179,13-6 0,9 8 0,7-6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 5698 7815,'0'-10'3166,"0"1"-2646,0 5 1,0 0-1,0 8 1,0 6-1,-2 4 1,-1 4 283,-2 1 0,-4 7 1,2-2-1,-1 3 379,-3 2-944,-2 6 1,-1 2 0,0 6 0,-1 0 0,3 0 0,-1 0 0,0 0 192,-3 1 0,-2 2 0,6-1 0,0-5-77,3-4 0,-1 3 0,-4-4 0,-1 0-57,1 0 0,0 0 0,-1-3 1,1 4-125,-1 0 0,1 1 1,0 3-1,-2-2-60,-3 2 0,3 0 0,-5 2 0,2-2-208,-1 0 0,1 5 0,5-9 1,-1 3-264,1-1 0,-5 1 0,0 2 0,3-3-180,5-4 1,-2-4-1,3-1 1,-1-2-288,1-3 1,4-3 0,4-6-1981,-2-1 1457,2 0 1,2-6-1,10-4-888,2-8 2235,3-10 0,-14-60 0,-1 28 0,-1 0 0</inkml:trace>
  <inkml:trace contextRef="#ctx0" brushRef="#br0" timeOffset="1">1956 5813 7180,'5'-10'-1183,"0"1"1819,0-1 4527,-5-4-3583,0 6 1,1 1 0,4 7-1080,5 0 1,3 0-1,1 0 1,2-1 79,3-4 0,3 2 1,6-5-1,-1 0 8,2 0 1,-4 3 0,9-3 0,-4 0-163,-1 0 1,-2 5 0,-1-2 0,-4 3-152,-1 2 1,-2 0 0,-5 2 0,-1 3-44,-3 4 0,-2 4 0,-5 3 0,2 2-103,-2 1 0,-3 5 0,-5-3 1,-3 1-149,0 4 1,-5-1-1,4 1 1,-6-2-245,-4 1 0,2 1 0,-6-1 0,1-1-47,-1 2 0,4-5 1,-3-2-1,0-3-7,-1-2 1,6-1 0,-3-2-1,4-3-178,2-1 1,0-2 0,-1-5 215,1 0 1,4 0 212,1 0 1,7-5 84,2 0 1,2 0 0,7 5 317,2 0 1,2 0-1,2 0 1,-1 0 205,0 0 1,2 0-1,2 2 1,1 1 47,-1 2 0,-1 4 0,1-2 0,3 1-345,1 3 0,-4-3 0,2 2 1,0 2-248,-1 6 0,0-2 0,-5 3 0,1-3 0,-1-2 0,-1 2 0,-2 2 0,-3 1 0,-1-1 0,-3-1 0,-4 1 0,0 1 0,0-1 0,0 2 0,0 1 0,-1 0 0,-4 0 0,-3 4 0,-6-2 0,-1 1 0,1 0 0,-1-5 0,1 5 0,-2 0-57,-3-2 0,3 4 1,-5-7-1,2 0-17,0 2 1,-7-5 0,4 3 0,-2-4 69,0-6 1,0 2 0,-5-4 0,-1-1-251,-4 1 0,4-3 0,-4-4 0,4-1-333,1-4 1,-5-3 0,1-6-1,-1-1-167,-1 1 1,5 4 0,-4 1 0,4-1-322,1 2 1,7 0 0,2 5 0,4-2-3482,2 2 4556,6 1 0,31-19 0,18-9 0,3-2 0,0 0 0</inkml:trace>
  <inkml:trace contextRef="#ctx0" brushRef="#br0" timeOffset="2">3467 5194 7722,'-10'0'312,"2"-1"0,0-3 1,0 0-1,-3 0 0,-2 3 550,-1 1 1,-2 6 0,-1 4-1,-4 4-318,-2 5 0,-1 4 0,-4 7 1,-1 4 647,0 4-1030,0 4 1,-4 7 0,-1 4 0,1 3 0,-3 3 0,0 2 0,-1 1 439,3-1 1,4-2-1,1-1 1,2 1-226,3 3 0,3-8 0,8 2 0,4-3-48,4-2 0,3-3 0,2 3 0,2 1-7,3-1 1,3-5-1,6 2 1,1-3-15,-1-2 1,0 0 0,-1-1-1,-2-2-174,-1-2 0,4-1 1,6 3-1,-3-3-199,-1-2 1,-2-7 0,1-4 0,-1 2-481,1 1 0,1-4 0,1-6 0,2-4-696,-1-3 0,0-7 0,-1 2 0,2-4-1710,-1-1 0,3-1 2951,-2-4 0,0-54 0,-5-20 0</inkml:trace>
  <inkml:trace contextRef="#ctx0" brushRef="#br0" timeOffset="3">3985 5237 7722,'8'-6'629,"-3"-4"3932,-4-2-3783,-1-3 0,-4 9 0,-3 6 0,1 8-146,-1 5 1,-4 7 0,0 4-1,-5 3-154,-3 2 0,-7 6 0,2 4 1,-3 2-79,-2 3 1,-1 5 0,-2 4-1,-3 3-183,-2 1 1,-1 1-1,-4-2 1,2-2-26,2-1 1,1-8-1,-1-2 1,6-8 95,6-5 0,1-2 0,5-4 216,3-5 1,2-3-63,6-2 0,2-4-297,7-1 1,2-5 0,3 0 0,4-2 37,4-2 1,2 5 0,-1 0 0,2-2 37,3-2 1,2-1 0,4 0 0,-1 0-222,2 0 0,3 0 0,3 0 0,3 0 0,2 0 0,1-4 0,5-1 0,2 0 0,3-1 0,-2-1 0,7-4 0,0 1 0,-2-1 0,5-2 0,-5 1 0,0 0 0,-3 3 0,-9-1 0,-6-4 0,-3-1 0,-1 1 0,-3 4 0,-5 2 0,-7 2 0,-9 0 0,0 1 0,-4 3 0,-7-4 0,4 7 0,-3 4 0,4-3 0,1 11 0,-2-4 0,-3 4 0,4-3 0,-6-1 0,1 4 0,-4 5 0,-1-1 0,-2 7 0,1 2 0,-4 1 0,-8 3 0,0 2 0,-3 3 0,-2 2 0,-6 2 0,-2 4 0,-2 0 0,1 0 0,0 0 0,-4-1 0,4-2 0,4-2 0,10-7 0,5-3 0,5-7 0,4-5 0,4-2-1162,6 1 1,6-7-1,4-3 1,4-4 668,5-1 1,-3-6-1,5-4 1,-2-4-44,0-5 536,1 3 0,-9-27 0,-2-12 0,3 0 0,-1 0 0</inkml:trace>
  <inkml:trace contextRef="#ctx0" brushRef="#br0" timeOffset="4">4488 4978 7722,'0'-19'131,"0"0"1,2 0-1,3 1 1,4 2 0,4 3-1,0 1 838,-3-1 1,7 5-1,-2 3 1,2 3 11,4 2 1,-5 4 0,5 4-1,0 9 131,2 9 1,0 1 0,1 11 0,0 4-193,-2 4 0,5 7 1,-4 9-1,1 6-313,0 2 0,-2 3 0,4 4 0,-15-36 0,0 1-459,0 3 1,-1 0-1,0-1 1,-1 0 0,-1 1-1,-2 1 1,1-3 0,-1 0-149,-1-2 0,0 0 0,-1 0 0,-2 1 0,-2 35 0,-1-4 0,-4-4 0,-3 0 0,-8-5 0,-3 1 0,-5 4 0,-5-4 0,-3 1 0,-3-2 0,-2-3 0,3-1 0,-4 0 0,0-1-1096,1-3 1,-5-13-1,6-2 1,-3-4-185,1-5 1,7-8 0,3-5 0,7-4-558,5-6 0,2-2 1837,-1-7 0,-18-45 0,-6-11 0</inkml:trace>
  <inkml:trace contextRef="#ctx0" brushRef="#br0" timeOffset="5">5942 6000 7875,'-23'0'67,"4"0"1,-2 5 0,2 1-1,1 0 1,2 2 0,2-1-1,1 1 1,2-2 2225,1 1 1,7-1-1140,-1-1 1,15-4 0,9 4-1,11-3 258,7-2 1,5-2 0,5-1-1,5-3-161,3-2 1,2 3-1,-2-3 1,-2 0-1154,-1 0 1,4-2-1,4-4 1,-4-1-99,-2 1 0,-9 0 0,2 1 0,-5 2 0,-4 1 0,-6 2 0,-9-1 0,-5 4 0,-3 3 0,-9 4 0,-6 3-428,-4 4 1,-2-1-1,5 2-1473,0 1 1,0-3 0,2 0-1269,3-2 1,-4 6-1671,4-3 4839,3-3 0,-25 1 0,-1-7 0</inkml:trace>
  <inkml:trace contextRef="#ctx0" brushRef="#br0" timeOffset="6">8819 5093 7907,'-6'-8'925,"2"-3"0,-4 5 0,2 1 341,3 3 1,1 10 0,2 15 0,0 2-663,0 6 1,0 7 0,0-1 0,0 1-99,0 1 0,0-1 1,0 5-1,0 0-290,0 1 0,0-8 0,0-2 0,0-5-783,0-5 0,0-4-275,0-5 1,-1-9 0,-3-7-1056,0-12 1,-1-3-1,3-10 1897,-3-4 0,-12-32 0,-6-14 0,5 19 0,0 0 0,0 0 0</inkml:trace>
  <inkml:trace contextRef="#ctx0" brushRef="#br0" timeOffset="7">8790 4676 7907,'-9'-5'0,"1"-1"4902,1-2-2908,2 5 1,5-2-1712,0 10 0,2-4 0,1 6 0,4-2-529,1-1 1,-4 6 0,4-4 0,0 1-1231,0-1 1,-3 4-1,5-4-453,1 2 0,-3-3 1929,1 5 0,-5-7 0,2 3 0</inkml:trace>
  <inkml:trace contextRef="#ctx0" brushRef="#br0" timeOffset="8">9366 5468 7878,'-15'8'-89,"2"4"0,2-2 0,2 1 1428,-3-1 1,4-2-756,-1-4 1,1-4-1,-2 0 1,6-8 47,2-4 1,2-9 0,0-5 0,0-4 49,0-4 0,0-7 0,0-1 1,0-6-46,0-3 1,2-6 0,2-7 0,4 0-134,0 0 0,7 0 0,-3 3 1,8-1-168,2 1 0,-3 8 0,4 7 1,-1 7-66,0 11 0,1 2 0,1 12 1,-4 6-220,1 5 1,-3 4 0,4 4 0,-1 4-303,-3 4 1,-2 6 0,-2 1-1,0-1-658,1 2 0,-2-5 0,-2 4 0,-3 0-103,-2-1 1,4 0 0,-6-5 0,0 1-194,-3-1 1,-1 1-1,0-1 1,-1-1 1202,-4-4 0,-33 2 0,-15-3 0,-6 0 0,-1 0 0</inkml:trace>
  <inkml:trace contextRef="#ctx0" brushRef="#br0" timeOffset="9">9035 5050 8068,'16'0'1565,"3"0"1,6 0-87,7 0 1,12 0 0,8-1 0,6-3-392,4 0 1,-3-6 0,4 4 0,-6-1-855,-4 1 1,-5 0 0,-10 2 0,-4 0-688,-4 0 1,-6 3 0,-1 1 0,-3 0-5788,-2 0 6240,-2 0 0,-34-13 0,-7-3 0</inkml:trace>
  <inkml:trace contextRef="#ctx0" brushRef="#br0" timeOffset="10">11351 5021 7841,'-6'-8'1441,"-4"4"1,4 4-1,2 4 1,6 6-578,3 3 0,1 3 0,-3 3 0,2 5-130,-2 3 0,-1 4 1,-2 2-1,0 4 392,0 0-1239,0 4 1,-5-6 0,-1 4 0,-2-6 0,-2-4 0,1-5-2327,-1-5 1,7-12 0,-2-12 2438,3-13 0,3-28 0,2-23 0,0-1 0,0-6 0,-1-1 0,1 1 0</inkml:trace>
  <inkml:trace contextRef="#ctx0" brushRef="#br0" timeOffset="11">11452 4489 7841,'-7'-8'530,"-2"3"719,-4 4 1,0 2 0,4 4-794,4 5 0,3 7 0,2 2 0,0-1-408,0-2 1,7 0-1,2 2 1,4 1 456,1-2-505,1-1 0,12 5 0,3 2 0</inkml:trace>
  <inkml:trace contextRef="#ctx0" brushRef="#br0" timeOffset="12">11898 4432 7841,'-2'-8'1358,"-3"3"0,-1 10 0,-4 6 0,4 6-666,0 7 0,4 7 0,-4 5 0,1 8 253,0 0 1,-6 8 0,1 0 0,-1 4-520,1 2 1,-2-1-1,2 1 1,-3-1-539,-1 1 0,-1-5 0,3-2 0,0-3-1153,3-7 1,6-5-1,-2-12 1,3-5-3089,2-3 4353,0-8 0,0 5 0,0-5 0</inkml:trace>
  <inkml:trace contextRef="#ctx0" brushRef="#br0" timeOffset="13">11423 5021 7817,'3'-9'1991,"7"1"0,9 0-478,6 0 0,11 0 1,4-3-1,4 3-1075,4 1 1,7-2 0,-4 4 0,2 2-589,-1 1 0,-5 2 0,1 0 1,-4 0-1107,0 0 1,-8 2-1,-2 1 1,-4 3 1255,-1 2 0,6-11 0,2 2 0</inkml:trace>
  <inkml:trace contextRef="#ctx0" brushRef="#br0" timeOffset="14">12516 4777 7817,'-14'-5'292,"0"0"1,-1 1 1273,1 4 0,-1 0 1,3 1-806,2 4 1,-1 3 0,6 6 0,2 2-439,1 3 0,2-1 0,0 6 0,0 2-148,0 1 1,2 2 0,1-1-1,2 1 21,-2 0 0,0-5 0,0-2 0,2 1 35,-2-1 0,-1-4 0,-4 1 0,-1-2-96,-2 3 0,-6-4 0,2 3 1,-4-3-372,-2-2 0,1-1 0,-2-2 1,-1-3-736,-3-2 1,1-1 0,5-6 0,1-6-3651,3-7 4621,-2-7 0,-2-34 0,0-15 0,-5-4 0,0 0 0</inkml:trace>
  <inkml:trace contextRef="#ctx0" brushRef="#br0" timeOffset="15">12516 4288 7817,'-4'-10'1820,"-3"2"-714,-1 2 0,3 4 0,-3 10-43,2 6 0,-5 12 0,1 1 0,-4 7-225,-5 3 0,1 6 0,-6 5 1,0 0-824,2 1 1,1-9 0,7 0 0,1-6-2657,3-7 0,7-9 2641,13-4 0,-26-83 0,10 21 0,0 0 0</inkml:trace>
  <inkml:trace contextRef="#ctx0" brushRef="#br0" timeOffset="16">14646 4676 7802,'-21'-5'0,"-3"-1"543,-3-2 1,3 5 0,1-2 0,3 3 1153,2 2 0,2 0-1247,2 0 0,-2 2 0,-2 3 0,-1 6 0,1 5 0,1 5 0,-1 1 0,-1 2 1,3 0-1,3 0 297,4 2 0,5 6 0,0 1 1,4-1-627,4-1 0,6-3 0,7 0 0,4-3-30,2-1 0,-1-6 0,4 1 0,-4-3 88,-1-2 0,-2 1 0,-6-1 0,-2-1 228,-1-4 1,-7 4-1,2-3 1,-5 3 6,-5 1 1,-3 0-1,-8 1 1,-3-1-322,-5 0 1,-4 1 0,-2-1 0,-4-1-645,-4-3 0,1 1 1,-1-5-1,0 1-805,1-1 0,-2-1 0,11-5 0,5 0 20,6 0 1,9-7-1,5-2 1336,6-4 0,49-46 0,-16 24 0,-1 0 0</inkml:trace>
  <inkml:trace contextRef="#ctx0" brushRef="#br0" timeOffset="17">15020 4475 7802,'0'-15'1810,"6"7"0,0 4 1,4 10-893,-5 8 1,-4 7 0,-1 9-1,-1 4-297,-4 4 0,-3 4 0,-6 3 0,-2 1-210,-4 2 0,-2 6 0,-5-2 1,3 0-878,5 1 1,0-11 0,3-1 0,4-6-2521,4-7 1,4-6 2985,4-8 0,-58-50 0,22 11 0,0 0 0</inkml:trace>
  <inkml:trace contextRef="#ctx0" brushRef="#br0" timeOffset="18">14674 4892 7802,'0'-10'1974,"2"1"-640,3-2 1,4 4 0,9 1 0,4 1-443,5 0 1,-1 0 0,9 5 0,-1 0-779,-1 0 1,7 7 0,-1 1 0,1 1-455,-2 1 1,-1-5-1,-7 3 1,1-2-863,-4-3 0,-8-1 1,0-2-507,-3 0 2223,-8 0 0,-8 0 1,-10 0-1,-2 2 370,-3 2 0,1 4 1,0 8-1,-1 4-165,1 4 0,-5 3 1,-1 1-1,3 1-410,1 0 0,8 0 0,1 0 0,3-2-161,-1-3 1,2-3-1,7-9 1,8 0 120,5-3 0,4-7 0,5-2 0,-2-8 95,1-5 0,2-8 0,0-3 1,-3-3-249,-4-2 0,-4 0 1,-4 1-1,-2-1-458,-5 0 1,-5 0 0,-5 1 0,-5 0-1107,-2 4 1,-3 4 0,2 5 0,2 2-1047,2 4 1,5 4 0,0 10 2492,2 4 0,12 35 0,6 15 0,0 4 0,0 0 0</inkml:trace>
  <inkml:trace contextRef="#ctx0" brushRef="#br0" timeOffset="19">15509 5352 7785,'-19'0'502,"-1"0"1,8-8-1,7-6 1,5-8 813,5-6 1,4-7 0,10-3-1,5-4-245,4-1 0,5 0 1,1 1-1,-2 4-67,-2 5 1,-1 4 0,0 3 0,-2 4-1482,-3 1 1,-2 8 0,-4 8-146,1 4 1,-2 2-1,-7 4 1,-4 5-1632,1 3 0,-6 3 0,4 1 2253,-3 2 0,4 45 0,2 7 0</inkml:trace>
  <inkml:trace contextRef="#ctx0" brushRef="#br0" timeOffset="20">16041 5137 7784,'-14'9'0,"-1"1"1121,1 1 0,0-3 1445,-1 2 1,7-6-942,3 6 0,5-7-1024,5 2 1,-2-8 0,7-4 0,1-2-199,2-7 1,6 0-1,0-8 1,1-2-54,0-1 0,1-7 0,5 1 0,-2 1-51,1 2 0,2-4 0,4-1 0,1 1-162,1 4 1,-4-1 0,-7 12 0,-1 3-207,-3 5 1,-9 6 0,-4 12-73,-3 7 0,-4 12 0,-4 9 0,-7 2-70,-5 3 0,-2-4 0,2 1 0,-1-2 173,1-3 1,2-3 0,2-5-1,1-5 112,4-3 1,1-3-314,3-3 0,10-12 0,1-12 0,10-9 46,8-4 1,-2-7 0,2 1 0,2-1 95,1-1 0,0 6 0,-1-1 0,-4 4 551,-1 1 0,3 9 0,-5 3 558,-1 5 0,-2 5 0,-4 9-407,-2 9 1,-4 5 0,-6 9 0,0 0-606,0 0 0,-4 0 0,-1-1 0,0 1 0,-1 0 0,2 0 0,-4-1 0,2 0-808,3-4 1,1-4 0,2-5-2470,0-1 0,2-6 0,1-5-4762,2-6 8039,6-5 0,5-31 0,2-13 0,5-3 0,0 0 0</inkml:trace>
  <inkml:trace contextRef="#ctx0" brushRef="#br0" timeOffset="21">16933 4691 16143,'0'14'1314,"0"0"1,0 2 0,0 4 0,0 3-386,0 5 0,5 2 1,0 2-1,-2 3-1099,-2 2 0,-1-5 0,0 2 0,2-6-1379,3-4 1,-2-3 0,7-7 0,1-1-560,2-3 1,1-4 2107,0-6 0,1-6 0,-1-2 0</inkml:trace>
  <inkml:trace contextRef="#ctx0" brushRef="#br0" timeOffset="22">17250 4878 7697,'-7'8'562,"1"4"0,-5-2 1,1 4 240,-1 6 1,3-3-1,-3 7 1,-4 2 174,-2 1 1,-7 8 0,3 3 0,-3 4-473,-6 1 0,-1 7 0,-6 1 1,4 0-725,6-3 1,6-10 0,11-6 0,7-8-1204,6-9 1,17-9 1420,8-11 0,-9-3 0,-6-6 0</inkml:trace>
  <inkml:trace contextRef="#ctx0" brushRef="#br0" timeOffset="23">17509 5280 7669,'-15'24'0,"-1"0"0,-1 2 928,-3 1 0,0 2 0,0 0 1,-3 0-485,-5-1 0,0 6 1,-3-1-1,-1 1 277,-1 1 1,-3 0 0,5 5 0,-1-5 77,4-4 1,0-4-1,2-11-799,-6-2 0,-22-8 0,-19-6 0,-3-1 0,13-1 0,1 0 0,-1 0 0,0 0 0</inkml:trace>
  <inkml:trace contextRef="#ctx0" brushRef="#br0" timeOffset="24">8876 5842 7786,'-8'-7'508,"-3"-1"0,5-5 0,-1 2 889,1 2 1,1 7 0,5 4 0,2 10-804,3 11 0,-4 4 0,6 3 0,-3 4 1105,1 4-1372,0 4 0,-5 6 0,0 1 1,0 4-1,0 5 0,-2 2 1,-2 1 189,-6-2 1,-3 4 0,-1-1 0,0-3-289,-1-4 0,1-7 0,1-10 1,3-6 117,6-7 0,2-9-367,2-6 1,6-13-1,4-2 1,4-8 105,6-6 0,-3 1 0,7-5 0,2-3 180,1-1 1,6 0 0,1 3 0,-2 4 216,-2 4 0,-1 4 0,0 2 1,-2 5-370,-3 4 0,-3 7 0,-7 4 0,1 4-114,-1 5 0,-6 8 0,-3 7 0,-4 0 0,-1 1 0,0-5 0,0 5 0,-1-1-750,-4-1 0,3-1 0,-2-8 0,2-4-1367,2-4 1,2-4 0,4-2 0,7-7 2116,4-6 0,8-37 0,1-18 0,2-5 0,-1 0 0</inkml:trace>
  <inkml:trace contextRef="#ctx0" brushRef="#br0" timeOffset="25">9596 6331 7786,'-23'6'732,"4"4"1,-2 9 0,2 5 0,0 5 1113,-2 4 0,5 4 1,-3 8-1,3 1-776,2 2 1,1 0 0,3-6-1,6-4-424,2-4 1,4-10 0,2-5-1,8-5-556,5-4 1,1-4-1,6-9 1,0-5-108,-2-6 0,5-12 1,-6-1-1,-2-5-29,-4 0 1,-6-3-1,2 0 1,-3-1-405,-1 1 1,-2 2-1,-5 4 1,0 0-536,0 0 0,0 1 0,-2 0 0,-1 4-819,-2 5 0,-6 5-502,1 4 1,4 7 2305,1 13 0,16 50 0,-3-17 0,0-1 0</inkml:trace>
  <inkml:trace contextRef="#ctx0" brushRef="#br0" timeOffset="26">9826 6532 7786,'10'10'515,"-1"-1"473,2 3 1,-3-1-1,0 0 1,0-3 207,0-2 1,-3 4 0,3-4 0,0 2-157,0 4 0,-5-4 0,4 1 0,-2 2-337,-1 2 1,3-3-1,-4-1-503,2 3 1,1-1 0,-3 0 0,4-3-402,1-2 0,1-1 1,7-5-204,3 0 1,-3-6 0,4-4 0,-3-3 71,2-1 0,-3-5 0,4 0 0,-4 1 233,-2 2 1,0 2 0,1-1 279,-1 1 1,0 6 0,-1 6 369,-3 10 1,-4 2-1,-6 11 1,2-2-67,3 0 0,-2 5 0,5-5 0,0-1-191,0-2 1,1-7 0,6-1 0,1-1-64,3-4 0,-1-3 0,4-3 0,-1-5-97,-4-5 0,4 2 1,-2-8-1,0 1-479,2-1 1,-5 1 0,5-4-1,-2 1-1357,0 3 1,2 1 0,-3-1 0,1-1 1701,-2 1 0,-33-23 0,-9-5 0</inkml:trace>
  <inkml:trace contextRef="#ctx0" brushRef="#br0" timeOffset="27">12142 5755 7767,'-1'-9'679,"-4"1"0,-5 1 0,-1 6 514,2 4 1,2 6 0,7 11 0,0 5-295,0 7 1,0 5-1,0 6 1,0 2-212,0 3 0,0 5 0,0 7 0,0 3-268,0-3 0,-5-5 0,-1-2 1,-2 1-332,-3 2 0,-2-10 0,-1-4 0,1-5-1013,3-5 1,-1-7-900,6-1 1,4-13 0,9-3 0,8-11 1822,4-11 0,7-34 0,2-15 0,6-7 0,-1 0 0</inkml:trace>
  <inkml:trace contextRef="#ctx0" brushRef="#br0" timeOffset="28">12473 6173 7767,'-19'1'0,"0"6"0,0 5 1080,-2 6 1,5 7-1,-3-1 1,3 4 108,1 0 1,1 8 0,1 2 0,2 2-483,1-2 0,7 2 0,-2-8 0,5-3 232,5-3 1,5-14 0,9 1 0,5-5-740,3-5 1,3-14-1,2-8 1,2-7-128,-2-2 0,-6-6 0,-6-1 1,-2-2-241,-5-3 0,-9 3 0,1 1 0,-5 0-559,-5 4 1,-4 7-1,-10 3 1,-7 1-501,-6 3 0,0 9 0,-5 4 0,4 3-313,6 2 0,4 7 1,11 2 1538,2 4 0,43 17 0,23 5 0,4 5 0,0-1 0</inkml:trace>
  <inkml:trace contextRef="#ctx0" brushRef="#br0" timeOffset="29">12675 6446 7767,'-8'14'0,"-4"1"0,-2-3 1562,1-2 0,4 3-629,-1-4 1,5-2-1,10-4-111,5-6 0,7-5 0,4-7 0,1 1-241,4 0 1,1-2 0,2-2 0,0-1-74,-1 1 0,1 2 0,0 2 0,0 0-38,0-1 0,-1 7 1,0 3-1,-3 4-185,-1 1 0,-6 6 0,-1 5 0,-6 7-142,-6 6 0,-3 5 1,-2 3-1,0 3-686,0 2 0,-2-5 0,-1 1 0,-3-2-1281,-2-3 1,4-5-1,0-4-2392,2-3 4216,2-8 0,19-34 0,5-14 0</inkml:trace>
  <inkml:trace contextRef="#ctx0" brushRef="#br0" timeOffset="30">13394 6288 7763,'-19'0'0,"1"1"1165,5 4 0,-1-2 0,4 7 1,-2 1 360,-3 2 1,6 8 0,-1 3-1,0 3-938,2 2 1,-3 1 0,6 2 0,2 0-418,2-5 1,2 0-1,4-9 1,5-4-138,2-3 1,3-7-1,1 0 1,1-4-89,3-4 1,-1-9 0,-6-8-1,-2-1-76,-2-4 0,-5 4 0,0-2 1,0-2-250,0-1 1,-2 0 0,3 1-1,-4 4-244,-1 1 1,0 2 0,0 4 43,0 1 1,2 3 790,3 6 0,-4 10 0,6 19 0,-2 9 336,-1 7 0,7 10 0,-1 3 1,1 3 191,-1 1 1,1 7 0,-6 3 0,-2 4-81,-1 1 1,-6-5-1,-4-2 1,-8-1-239,-4-3 1,-6 0 0,-6-2 0,-3 0-290,-2-3 0,-1-13 0,-5-1 0,-2-7-1015,-3-8 1,3-11 0,-3-11 0,3-7-1727,2-7 1,0-9 2607,0-16 0,-2-11 0,-4-10 0,13 14 0,0 0 0,1 0 0</inkml:trace>
  <inkml:trace contextRef="#ctx0" brushRef="#br0" timeOffset="31">14991 6187 7707,'-15'-2'443,"1"-1"0,0-2 0,-1 2 442,1 2 1,4 1 0,1 0-548,-2 0 1,-1 1-1,1 6 1,2 7 138,-3 8 0,0 12 1,-1 4-1,2 4 39,1 1 0,2 7 0,-2 2 0,6 3-181,2-3 0,4-8 1,2-11-1,8-6-259,5-7 1,6-3 0,5-14 0,3-6 172,2-10 1,-2-14 0,4-13 0,-2-6 192,1-7 0,-5-5 0,-7-4 0,-3-5 28,-6-3 1,0-2 0,-8 0 0,-2 0-77,-1 0 1,-4 0-1,-3 0 1,-3 2-330,0 3 0,-5 11 0,5 11 0,0 8-1090,4 7-477,-4-2 1,6 24 0,-3 4 0,5 14 60,5 8 0,-2 9 1,5 0-1,0 7-2004,0 2 3445,2 3 0,0 2 0,1 6 0,0 2 0,0 1 0</inkml:trace>
  <inkml:trace contextRef="#ctx0" brushRef="#br0" timeOffset="32">15451 6144 7727,'-14'0'946,"-1"0"0,6 0 1,-1 0-1,1 1 246,1 4 1,-5-2-1,5 7 1,-2 3-166,1 4 0,1 7 1,-3 10-1,3 4-329,1 4 0,2 7 1,5 4-1,0 1-361,0-1 1,7-10 0,4-9 0,7-5-255,6-5 0,8-5 0,3-9 0,0-7-78,0-6 0,3-10 0,-4-8 0,-2-3 27,-2-6 0,-9-1 0,-7-6 0,-7 1-59,-6-1 1,-1 0-1,-3-3 1,-5 3-608,-6 2 0,-10 2 0,-2 2 0,-4 1-190,-4 1 0,1 4 1,4 10-1,2 2-1526,3 4 1,3-2 2349,7 6 0,19 32 0,4 13 0</inkml:trace>
  <inkml:trace contextRef="#ctx0" brushRef="#br0" timeOffset="33">16991 6115 7724,'-5'-14'884,"0"-1"0,0 1 2039,-1-1 0,4 11-2014,-3 8 1,4 6 0,1 16-1,1 2 963,4 4-1616,-3 8 0,4-5 1,-6 5-1,0-1 1,0-1-1,0 1 1,0-3 82,0 0 1,0-3 0,0-6 0,0-3-295,0-5 1,5-3 0,1-3-209,2-3 0,2-7 0,4-11 1,2-8 23,4-5 1,-3-8 0,6-6 0,-1-1-148,0-4 0,1 4 1,1 3-1,-5 4 28,-3 5 1,-2 3-1,1 8 513,-1 4 1,-6 15 0,-3 15 0,-4 9 116,-1 9 0,0 2 1,-1 3-1,-2-1-78,-2 0 1,0-6 0,5-4-1,0-2-37,0-3 1,5-10 0,1-5 0,2-5-174,3-5 0,7-8 0,1-6 1,-1-7-190,-2-6 0,-2-4 0,2-4 1,0-2-444,-2 2 1,4 2-1,-8 1 1,2 0-374,3 0 1,-2 2-1,-2 2 1,-3 2-488,-2 2 0,4 2 0,-4 5 1,2 1-526,3 3 1,2-1-1,2 7 788,-1 0 1,0 4 1117,1 5 1,-7 8 0,-4 6 0,0 0 252,0 2 1,-2-5 0,3 3 0,-4-3 1513,-1-1 1,5-1-1,2 0-400,1 1 0,1-7 0,6-3 1,-1-4-542,0-1 1,6-6 0,0-5 0,3-7-327,2-6 0,2 2 0,1-2 0,-4-2-458,-5-1 0,-3 0 0,-3 1 1,-4 4-368,-4 1 1,-10 2 0,-6 6-1,-8 3-279,-10 6 0,-6 5 0,-8 9 0,0 11 517,-1 9 1,3 7-1,1 7 1,3 3 722,2 1 0,9 6 0,12-3 0,8 2-86,4 0 1,12-8 0,9-2 0,14-10-709,12-7 1,8-12-1,9-9 1,5-5-978,4-5 1,-1-6-1,-1-11 1,-4-9-3781,-1-4 4942,-8 3 0,-25-41 0,-12-4 0</inkml:trace>
  <inkml:trace contextRef="#ctx0" brushRef="#br0" timeOffset="34">19580 6201 7722,'-14'0'3711,"1"-1"-2355,4-4 1,9 2 0,11-7 0,8 1-480,10 1 1,1-10 0,8 4 0,2-2-289,2 0 0,-1-4 1,-1 1-1,-3 2-504,-2 1 0,-3 0 0,-8-2 0,-4-1-480,-4 1 0,-12 2 1,-8 4 19,-14 2 1,-14 4 0,-8 6 0,-6 3-58,-7 6 0,-3 9 0,-3 16 0,-2 4 537,-1 3 0,6 9 0,8 4 0,6 6 479,9 2 1,7 5 0,18-5 0,10-2-172,10-6 1,17-6 0,14-10 0,9-7-868,4-11 1,1-2 0,2-13 0,2-2-279,1-1 0,-1-4 0,-10-3 0,-6-6-1119,-5-7 0,-15 2 0,-1-4 1851,-6-1 0,-23-8 0,-4-8 0</inkml:trace>
  <inkml:trace contextRef="#ctx0" brushRef="#br0" timeOffset="35">20199 6029 7722,'0'-10'1734,"0"0"0,2 7-118,2-2 0,3 17 1,4 7-1,-2 6-867,3 4 0,0 6 1,1 4-1,-2 4-783,-1 5 0,0-3 0,4 3 0,0-5-959,1-5 1,-6-4-1,1-10 1,1-5-875,2-3 0,3-8 0,0-5 1867,-2-6 0,11-42 0,0-20 0,-1-7 0,0 1 0</inkml:trace>
  <inkml:trace contextRef="#ctx0" brushRef="#br0" timeOffset="36">20544 6057 7722,'-35'15'0,"5"1"0,-4 1 0,2 4 1314,-1 2 0,-1 2 0,-6 9 0,-2 4-298,3 4 1,0 1 0,-1 2 0,2 1-632,-2 2 0,6 0 0,4-5 1,8-1-640,6-4 0,0-4 0,11-10 0,5-7-2146,8-6 2400,8-4 0,44-39 0,9-8 0</inkml:trace>
  <inkml:trace contextRef="#ctx0" brushRef="#br0" timeOffset="37">20444 6575 8149,'-28'34'0,"4"0"821,5-2 0,3-2 1,3-1-1,2-1-231,2 1 1,4 0 0,-3-2 0,1-1 97,4-2 1,-3-7 0,1 3 0,2-4 1850,1-2-2146,2-6 1,2-10 0,3-14-1,6-11-237,6-10 0,1-6 1,6-5-1,2-6-135,1-7 0,3 0 0,2-4 1,3 1-412,2 3 1,1 0 0,7 2 0,1 2 3,2 6 0,5 11 1,-5 8-1,-1 8 370,-3 9 0,-9 9 0,-6 12 0,-10 7 194,-7 5 0,-6 9 0,-9 0 0,-7 5 186,-9 0-1,-13 3 1,-6-1 0,-4-1-74,-1 2 1,0-4-1,-2 2 1,-1-2-877,-2-3 0,-2-4 0,5-1 1,2-4-1256,6-6 0,7-5 0,6-8 1,7-2 1840,5-3 0,51-67 0,-11 25 0,0 0 0</inkml:trace>
  <inkml:trace contextRef="#ctx0" brushRef="#br0" timeOffset="38">20933 6302 7692,'9'0'1499,"1"0"-414,1 0 1,7 0 0,2 0 0,3 0-123,2 0 0,9 0 0,4-2 0,4-2 136,1-6 0,0-3 0,0-3 0,0-3-889,1-5 1,-8 2 0,-4-2 0,-6 0-498,-7 1 0,-9-2 0,-7 6 0,-8 3 137,-9 4 0,-9 1 0,-10 6 0,-7 5-291,-7 8 1,3 5-1,-4 14 1,3 5 382,2 4 1,0-1 0,1 5 0,4 1 839,4-1 1,10 5 0,7 3 0,5 0-624,8 1 1,5-10-1,9-1 1,11-7-539,9-7 1,2-4 0,6-7 0,2-3-1152,2-5 1,1-10 0,0-5 0,0-4-321,0-5 0,-6-4 1,-5-6 1849,-6 1 0,8-20 0,4-10 0,1-4 0,0-1 0</inkml:trace>
  <inkml:trace contextRef="#ctx0" brushRef="#br0" timeOffset="39">21796 5856 7691,'-21'0'1245,"5"0"1,-3 0 162,3 0 1,6 0 0,2 2-673,2 2 1,-4 11 0,4 9 0,0 3-50,-1 2 0,-4 6 1,3 5-1,-2 5-42,1 3 0,4 4 0,-3-4 0,2-1-346,2-3 0,6-7 1,6-3-1,6-4-172,2-1 0,7-8 1,-1-7-1,2-8-930,0-4 0,0-2 1,5-2-1,1-2-1316,4-6 1,-4-9 0,4-5 0,-4-3 801,-1-2 1,0-5 0,-1-1 0,0 0 929,-4 0 1,-2-5-1,-4 2 1,-1-4 386,-4-1 0,0 0 0,-7-1 0,2 0 0,3-4 0,-3 9 0,0 1 0,-1 8 120,-4 6 1,-2 8-1,-1 9 676,0 6 0,0 5 0,0 16 1,-1 4 127,-4 3 1,2 8 0,-5 3 0,0 6-419,0 4 1,-2-2 0,-4 5 0,0-1-261,-1-4 0,1 4 1,-1-1-1,1 1-176,0-1 0,-1-2 0,1-9 0,-1-5-1811,1-2 1,0-10 1740,-1-7 0,-4-49 0,-2-24 0,-2-5 0,0 0 0</inkml:trace>
  <inkml:trace contextRef="#ctx0" brushRef="#br0" timeOffset="40">21911 6086 7691,'0'-14'768,"2"-1"1,2 3 383,6 2 0,14-1 1,6 6-1,5 2-258,5 1 0,7 2 1,2 0-1,4 0-487,6 0 1,-8 0 0,4 0 0,-7 0-972,-5 0 1,2 0-1,-13 0 1,-5 0 563,-6 0 0,-31-6 0,-8-2 0</inkml:trace>
  <inkml:trace contextRef="#ctx0" brushRef="#br0" timeOffset="41">8747 7482 7721,'0'-29'142,"0"0"1,2 1-1,1-1 1,3 2 929,2 3 0,-5 11 0,2 14-78,-3 12 1,-2 13-1,0 9 1,0 2-238,0 3 0,-5 1 0,-1 4 0,-1 1-311,1 2 1,-1 0 0,4-3 0,-3 1-276,-2 2 0,3 0 1,-3-3-1,0 1-501,0 2 0,0 0 0,-2-6 0,6-5-941,2-8 1,2-7-1,2-9 1,2-5 1270,6-8 0,-12-38 0,-9-20 0,2-5 0,1-1 0</inkml:trace>
  <inkml:trace contextRef="#ctx0" brushRef="#br0" timeOffset="42">8502 7813 8538,'5'-2'2678,"10"-1"-2017,9-2 1,6 0 0,4 5-1,4 0-384,3 0 0,3 0 0,0 0 0,3 0-557,1 0 0,0 0 1,-4 0-1,3 0-756,1 0 1,-2 0-1,-6 0 1,-5-1 299,-4-4 1,-1-1 0,-11-6 0,-3 3 434,-5-2 1,-4 3 642,-7-2 1,-2 7-1,-3-2 1,-4 3 672,-4 2 1,-1 7-1,-1 4 1,-1 5 59,-3 3 0,3 12 1,-3-3-1,3 4-387,1 4 0,3-4 0,2 4 1,5-1-248,4-3 1,1 4-1,1-4 1,4-5-184,5-6 0,9-7 0,6-4 0,7-6-102,7-2 0,2-15 1,2-8-1,-1-9-134,-4-8 0,1-10 1,-9-4-1,-6 1-418,-6 3 1,-7 8 0,-13 4 0,-4 0-213,-9 4 1,-7 10 0,-13 8-1,-7 7-250,-4 6 0,-4 2 0,4 4 0,0 5 858,4 2 0,11 15 0,0 6 0,0 2 0,1 0 0</inkml:trace>
  <inkml:trace contextRef="#ctx0" brushRef="#br0" timeOffset="43">11020 7712 7709,'-6'-8'524,"-7"2"1,-6 4-1,1-1 1,2 0 777,2 4 1,6 7-1,3 10 1,5 3-681,5 1 0,3 2 0,6 6 0,1 2 1343,-1 2-1699,0 6 1,-4-3 0,-2 6 0,0 0 0,-2 0 0,1-1-1,-4-2 134,-2-2 0,-1-11 0,0 0 0,0-4-311,0-6 0,2-7 1,3-5-1,3-5-307,0-5 0,9-9 0,-1-10 0,5-5-70,5-5 1,-4-2 0,2-8 0,0 1 75,-1 0 1,2 6-1,-6 4 1,-3 4 308,-5 5 0,2 3 119,-3 7 0,-4 14 1,-1 9-1,-3 12 281,-2 6 1,0 7 0,0 1 0,0 0-105,0 0 0,0-1 0,0-5 0,1-2-220,4-3 1,1-3-1,6-7 1,-3 0-11,2 1 1,2-6 0,2-1-105,-1-1 1,0-2-1,1-7 1,-1-3-63,0-4 0,1-6 0,-1-2 1,1-6-28,-1-4 0,7 2 0,1-11 0,2 1-279,0-3 0,0-4 0,3-1 0,-1 0-893,-2 0 0,-5 4 0,3 3 0,-1 0-577,-3 4 0,-7 8 515,-1 5 1,-2 11-1,3 8-545,-2 8 1,-4 11 1808,5 5 0,-7-9 0,3-2 0</inkml:trace>
  <inkml:trace contextRef="#ctx0" brushRef="#br0" timeOffset="44">12243 7813 7962,'0'-15'1644,"-6"3"0,-4 2-620,-3 5 1,-1 4 0,-2 4 0,-2 5-308,-1 6 0,-11 10 0,1 2 0,-1 6-172,-1 6 0,2 5 1,1 5-1,0 5-220,4 3 0,-1-3 1,7-4-1,6-4-374,5-8 0,6-7 0,2-7 0,6-9-199,7-8 0,2-6 1,8-6-1,1-8 10,3-9 0,0-9 0,0-3 0,-3-2 49,-1-3 1,-1-1 0,2-2-1,-3 1 150,-1 4 0,-2-2 0,-4 6 0,-1 2 979,1 2-537,-7 7 0,-2 11 0,-6 15 0,0 13 251,0 11 0,0 16 1,0 2-1,-2 3-121,-2 1 0,2-1 1,-4-4-1,1-1-234,0 0 1,0-2 0,5-2 0,0-6-630,0-2 0,0-9 1,2-4-1,3-7-937,4-6 0,6-4 1,2-2-1,4-6-405,1-7 1,2-7 0,3-9-1,-1-2 1672,-2-2 0,6-38 0,-11 34 0,-1 0 0</inkml:trace>
  <inkml:trace contextRef="#ctx0" brushRef="#br0" timeOffset="45">12732 7985 8756,'-9'5'0,"1"2"1412,1 1 0,1-4 0,3 6 63,-2 1 0,0 7 1,5 3-1,0 1-559,0 4 1,0 6 0,0 3 0,0 0-785,0 0 0,0-3 0,0-6-1652,0-2 1,2-13 0,2-3 0,6-11 1519,3-12 0,-7-38 0,-4-17 0,1-8 0,0-1 0</inkml:trace>
  <inkml:trace contextRef="#ctx0" brushRef="#br0" timeOffset="46">13164 7223 7682,'0'14'1767,"0"1"1,0 1-206,0 3 1,0 10 0,0 11 0,0 6-795,0 7 0,0 14 0,-2 6 1,-1 6-529,1-38 0,-1 1 0,-2 0 0,-1 1 0,1 0 0,0 0 0,0-1 0,-1-1-511,-3 36 0,-3-7 1,8-16-1,0-6-1733,3-9 0,1-9 0,1-7-3432,4-9 5436,-3-6 0,-28-46 0,-14-10 0</inkml:trace>
  <inkml:trace contextRef="#ctx0" brushRef="#br0" timeOffset="47">12919 7914 7682,'5'-10'0,"1"2"1282,2 2 0,8-6 0,8 3 0,5-4 119,5-1 1,2 4 0,8 2 0,-1 2-1095,0 2 1,-2 3 0,-1 1 0,-1 0-1437,1 0 1,-5 0 0,-1 0 0,-6 0 1128,-4 0 0,-67 32 0,-22 8 0</inkml:trace>
  <inkml:trace contextRef="#ctx0" brushRef="#br0" timeOffset="48">15279 8201 7797,'-23'0'622,"4"0"1,3 5 0,2 0-1,-1-2 207,1-1 0,6-4 1,3-3-1,4-6-104,1-6 1,0-7-1,0-8 1,0-5 1316,0-5-1533,0-4 0,0-13 0,0-4 0,1-4 0,4-5 0,5-3 0,4-3 65,-5 38 0,1 0 0,8-34 0,7 2 0,4 10-129,3 8 0,3 11 0,-3 9 0,3 7-201,2 8 0,-3 6 0,2 13 0,0 3-350,-4 7 1,1 1 0,-3 13 0,-4 0-328,-4-2 1,-2 5-1,-6-3 1,0 2-461,1-2 0,-2-3 0,-2-7 0,-3 0-4071,-2 1 2980,-1-1 0,-5-4 1984,0-1 0,-70-5 0,26-1 0,0 0 0</inkml:trace>
  <inkml:trace contextRef="#ctx0" brushRef="#br0" timeOffset="49">14833 7640 8047,'-15'7'0,"1"2"565,-1 4 0,9-5 0,6-3 0,11-4 653,12-1 1,2 0 0,14 0 0,1 0-24,1 0 0,7-4 0,2-3 0,1 1-31,3-1 0,2 3 1,0 4-1,-2 0-1396,-1 0 0,-7 0 1,1 0-1,-6 0 267,-2 0 0,-7 4 0,1 3 0,-2 1-4535,-3 3 1,-5-3 4499,-4 1 0,-16 20 0,-4 10 0</inkml:trace>
  <inkml:trace contextRef="#ctx0" brushRef="#br0" timeOffset="50">15940 7798 7728,'-28'7'0,"-1"1"0,2 1 1115,3 1 1,0 0 0,8 6-1,3 3 132,0 5 0,2 3 0,0 3 0,3 4-361,1 4 0,3-1 1,4 1-1,0 1-495,0-2 1,8-2 0,4-10 0,9-6-315,6-9 0,1-8 0,10-7 0,0-8-102,-1-9 1,3-4-1,-6-12 1,-4-2-76,-4-2 0,-3-1 0,-7 0 0,-4 1-262,-4 4 0,-5-2 0,-10 5 0,-7 0-236,-8-1 1,-7 8 0,-3 5 0,-3 4-617,-2 6 0,7 5 0,1 8 0,8 4 1214,5 5 0,25 38 0,12 18 0,0 9 0,0 1 0</inkml:trace>
  <inkml:trace contextRef="#ctx0" brushRef="#br0" timeOffset="51">16286 8173 7728,'-19'0'1289,"-1"0"27,3 0 0,7-13 0,5-6 0,5-10-170,5-10 0,6-1 0,12-12 0,7-3-435,5-1 0,4 0 0,4 4 0,0 5-351,0 7 0,0 8 0,0 12 0,1 7-544,-1 5 1,-6 5 0,-6 9 0,-3 7-1153,-4 4 0,0 9 1,4-2-1,1 3-3699,0 2 5035,0-7 0,-1 31 0,1 1 0</inkml:trace>
  <inkml:trace contextRef="#ctx0" brushRef="#br0" timeOffset="52">19005 7511 7693,'-42'0'355,"4"0"0,-2 0 1,6 1-1,2 2 1,2 4-1,1 1 0,2 3 1,1 2 750,3 1 0,5 2 0,-1 3 0,4 4-668,6-1 1,2 7 0,11-2 0,5 5-273,10 0 0,7 3 0,4-1 0,4-2-35,4-2 1,-1-1-1,0 0 1,-4-1 78,-5 1 1,-6-5-1,-8-1 1,-1-3 133,-3-2 0,-6 3 1,-10-2-1,-8 0 130,-9 2 1,-10-4 0,-6 6 0,-4-2-394,-5-4 0,-1-1 1,-6-1-1,3-3-874,-3-2 0,2 1 0,4-6 0,9-2-63,8-1 0,2-9 0,12-2 1,5-4-1333,7-1 0,17-6 2188,8 1 0,21-3 0,10-1 0,4 0 0,0 0 0</inkml:trace>
  <inkml:trace contextRef="#ctx0" brushRef="#br0" timeOffset="53">19192 7914 7693,'-15'4'0,"-1"3"1178,-3 1 0,5-3 0,-2 4 0,5 2-174,0 2 1,3 3-1,-2 3 1,0 7-421,2 6 1,-3 0 0,6 6 0,2 2-94,2 2 1,7-4-1,4-1 1,4-4-314,5-5 0,5-6 0,8-9 0,2-4-126,-2-4 1,3-3 0,-2-2 0,1-2-130,1-3 1,-5-7 0,4-9 0,-4-2-271,-1-2 0,-5-2 1,-1-2-1,-3 0-322,-2 0 1,-7 1-1,-1-1 1,-1 0-1482,-1 0 1,5 2 2149,-3 3 0,-4-3 0,0 4 0</inkml:trace>
  <inkml:trace contextRef="#ctx0" brushRef="#br0" timeOffset="54">19796 8216 7693,'-24'19'0,"2"0"852,1-1 0,7-2 1,6-2 2299,1 0-2509,2-6 1,12-1 0,2-9 0,6-3 20,4-4 1,3-12-1,7-6 1,0-7-216,0-3 0,-1-1 0,3-5 0,1 0-37,1 0 0,7-1 0,-1 3 0,1 3 3,-2 4 0,4 5 0,-6 7 0,3 7-71,-1 9 0,-11 12 0,0 10 1,-4 13-69,-6 13 0,-2 7 1,-6 9-1,-4-1-99,-3 1 0,-2 0 0,0-3 0,-2 0-360,-3-2 1,-3-9 0,-4 0 0,0-8-1202,3-1 1,6-11 0,-2 0-5539,3-6 6922,2-10 0,-6-34 0,-2-14 0</inkml:trace>
  <inkml:trace contextRef="#ctx0" brushRef="#br0" timeOffset="55">17422 2763 7832,'-6'-13'341,"-4"3"0,-3-1 1097,-1 6 1,5 0 526,-1 5-1487,0 7 0,1 6 0,1 6 0,0 0 0,1 2 0,-1 3 264,0 3 0,4 2 1,-6 1-1,-1 2-386,-2 2 0,-1-1 0,1-4 1,2 0-20,1-1 0,7 4 0,-2-1 0,3-6-68,2-2 0,2-4 0,4-6 1,9-2 39,7-1 0,7-7 0,6 2 0,8-5 235,8-5 1,12 2-1,4-7 1,5-1-176,5-2 0,3 0 0,-38 7 0,2 1 0,-1 1 0,0 0-369,0 1 0,1 0 0,-2 0 0,0 1 0,40 2 0,-4 0 0,0 0 0,-4 1 0,1 4 0,-6 5 0,-7 3 0,-3-4 0,-1 1 0,-1 1 0,1 2 0,-7 0 0,-1-4 0,-2-2 0,0-1 0,1-4 0,-1 2 0,3-2 0,0-2 0,-1-5 0,-7-1 0,0-2 0,0-3 0,-6-2 0,-3-2 0,-4 1 0,-1 0 0,-7 1 0,-3 2 0,-3 3 0,-1 1 0,-7 2 0,-3 5 0,-10 0-608,-5 0 0,-3 0 0,-1 0 1,0 0-1449,-1 0 1,-1 0 0,-1 0 0,-4 0 339,-1 0 0,2 0 0,-4 0 1,-1 0 1715,-2 0 0,-17 8 0,-15 4 0,-1 0 0,-6 2 0,1-1 0,-1 0 0</inkml:trace>
  <inkml:trace contextRef="#ctx0" brushRef="#br0" timeOffset="56">19336 3281 7830,'0'14'369,"0"0"0,0-4 281,0-1 1,1-5-1,4 0-103,5-2 0,2-10 0,3-5 0,-1-6 1,1-3-1,-1-4 0,0-3 0,-1-3 1,-2-3 668,-1-2 1,-2 5 0,3-3 0,-3 2-1121,-1-1 0,-1-4 1,-3 4-1,2 2-772,-2 2 1,-1 7-1,-4 4-312,-3 3 0,2 8 0,-5 5-437,2 6 0,-1 5 1,4 8-1,-3 2 1425,-2 1 0,-10 19 0,-6 7 0,-3 2 0,0 1 0</inkml:trace>
  <inkml:trace contextRef="#ctx0" brushRef="#br0" timeOffset="57">19566 3309 8078,'0'-8'1872,"-2"2"1,-2 8-1025,-6 2 1,-3 6 0,-1 9 0,-2 7 699,-3 6-1278,-4 4 0,1 9 1,1 2-1,2 2 1,1 1-1,5-1 1,7-4 64,4-5 0,9-6 1,4-12-1,7-6-185,6-5 1,4-8 0,6 0 0,3-7 10,0-11 1,-1-1-1,-4-8 1,0-1-74,-5-2 0,-3-2 1,-8 0-1,0 0-29,-3 0 1,-8 2-1,-2 2 1,-6 1-119,-7-2 1,-4 4-1,-5-1 1,-7 3-743,-6 2 0,2-1 0,-4 3 0,4 3-1585,1 0 0,2 0 2386,3-1 0,-3-7 0,4-1 0</inkml:trace>
  <inkml:trace contextRef="#ctx0" brushRef="#br0" timeOffset="58">21148 1597 7754,'-6'14'294,"3"1"0,-5-1 0,1 1 0,4-1 698,2 0 0,2-6 1,6-4-1,5-8 1414,6-5-2045,8-4 1,-4-9 0,7-6-1,1-5 1,4-4 0,2-1-1,3-1 598,-1 1 0,-1 0 1,3-6-1,-2 1-507,2 0 1,0 6-1,-1 5 1,-6 7-451,-2 6 1,-7 3-1091,0 1 116,-13 7 0,1 3-1973,-12 10 0,0-2-1380,0 7 4325,0-7 0,-25 4 0,-7-7 0</inkml:trace>
  <inkml:trace contextRef="#ctx0" brushRef="#br0" timeOffset="59">21436 1094 7760,'-22'-7'699,"3"4"0,9-7-397,5-1 1,7 3-1,6-1 1,8-3 624,5 0 0,9-1 0,10 2 0,6 1 229,7-1 0,3 3 0,2 0 0,1 0-629,3 0 0,-1 5 0,3-2 0,-7 3-294,-10 2 1,-11 2 0,-13 3 0,-9 6 77,-7 6 1,-9 6 0,-8 6 0,-10 1 49,-11 4 1,-6-3-1,-6 8 1,0-1-408,0-1 0,1-2 0,4-6 0,4 0-886,4-1 0,13 0 0,4-4 0,5-5-2311,5-3 1,14-7 3242,8 1 0,0-7 0,2 4 0</inkml:trace>
  <inkml:trace contextRef="#ctx0" brushRef="#br0" timeOffset="60">24055 1540 7683,'-23'0'0,"4"0"0,3 0 0,3-2 0,4-3 0,4-4 698,3-4 1,9-2-1,2-1 1,6-1-1,4-2 1,5-1-1,3 0 1,3-4 1025,4-4 0,3 0 0,6-1 1,2 0-1051,3 0 0,-2-6 0,5-2 0,0 1-208,0 2 0,-6 9 0,0 2 0,-7 2-224,-3 4 0,-3 7 0,-6 5 0,-4 4-607,-1 1 0,-6 0-2739,-6 0 1,-6 6 1908,2 4 1,-10-2 0,-4 0-1,-4-2 1195,-1-3 0,-65-7 0,32 0 0,0 0 0</inkml:trace>
  <inkml:trace contextRef="#ctx0" brushRef="#br0" timeOffset="61">24414 921 7683,'-14'-8'767,"1"-5"4,4 3 0,10-1 0,13 0 1,9 3 81,4 2 1,3-4-1,4 4 1,4-1-36,4 1 1,3-4 0,3 6-1,3 0-273,0 3 0,-2 1 0,-5 0 1,-3 0-21,-2 0 0,-4 0 0,-8 0 1,-3 1-115,-5 4 0,-8-2 0,-3 7 1,-1 1-8,-4 2 0,-2 8 0,-2 3 1,-6 3 0,-7 2 1,-2 4 0,-8 2 0,0 1-278,2-1 0,-7 3 1,2-3-1,-5 2-522,0 3 0,8-5 1,5-1-1,3-5-5974,1-6 6368,7 5 0,-11-44 0,3-4 0</inkml:trace>
  <inkml:trace contextRef="#ctx0" brushRef="#br0" timeOffset="62">1669 10590 7903,'-12'-15'0,"-4"3"695,-4 2 0,2 10 0,-1 13 0,3 9 0,2 12 0,-1 7 0,-1 7 0,-1 7 416,-3 5 0,-4 11 0,5 7 0,10-38 0,-1 0-233,0 1 0,-1 1-710,0 3 1,0 1 0,-1 0-1,0 1 1,0 1 0,0 0-1,0-2 1,0-1 0,0-1-1,0 0 1,0-1 0,0 0-1,-1 1 1,0 0 194,0 2 1,-1-1-1,2-4 1,0 0-1,0 0 1,0-1-1,-12 35-306,2-3 1,-4 0 0,7 0 0,2-1-351,1-4 0,3-5 1,2-7-1,3-4-919,1-2 0,2-7 0,7-10 1,3-8-1779,4-10 1,6-6 2989,4-8 0,-4-31 0,-1-15 0,4-2 0,1 0 0</inkml:trace>
  <inkml:trace contextRef="#ctx0" brushRef="#br0" timeOffset="63">1525 10748 7919,'-13'-14'0,"2"-1"902,1 1 1,7 4 0,-2 1-1,5-3 244,5 0 1,5-3 0,7 1 0,6-2-404,4-3 1,0 3 0,10-3 0,1 1 195,4-1 1,-2 8 0,8-4 0,-2 4-251,2 3 0,-2 2 0,5 6 0,-3 0-236,-6 0 0,-5 1 0,-10 4 0,-3 5-140,-5 2 0,-9 8 0,-6 2 1,-5 4-314,-9 4 0,-7 13 0,-19 2 0,-5 6 0,-5 8 0,-9 0 0,29-26 0,-1 1 0,-1 1 0,-1-1 0,-2 2 0,0-1 0,4-3 0,1-1 0,-27 27 0,8-10-530,7-8 1,9-5 0,12-8-716,5-3 1,12-8 0,12-8-1,5 0 778,7 0 1,8-3 0,3 5 0,2 1 437,3 2 1,-3 6 0,-1 0-1,0 0 521,-4 2 1,-2-3-1,-4 6 1,-6 1 444,-5 2 0,-10 2 1,-1 0-1,-4 0-231,-4-1 1,-6 8-1,-9 0 1,-5 3-707,-3-1 0,-9-4 0,-2 2 0,-5 1 0,-5 0 0,-3-5 0,-7 2 0,1-6 0,-1-4 0,1-5 0,2-9 0,7-7-2003,10-6 1,9-13 0,10-14 0,9-12-6119,7-9 8121,3-11 0,2 7 0,0-10 0,1-2 0,-1-8 0,1 0 0,0 1 0</inkml:trace>
  <inkml:trace contextRef="#ctx0" brushRef="#br0" timeOffset="64">3266 10230 8077,'-20'-13'197,"0"4"0,-3 4 1,-1 3-1,0 4 1,0 4-1,-1 10 884,-2 11 0,-7 17 0,-1 13 0,0 12-649,17-30 0,0 2 1,-2 3-1,1 1 1,-1 8-1,1 1 1,-1 3-1,-1 0-96,-1 2 1,0 0 0,1 3 0,1 1 0,0-2 0,0-1-1,1 1 1,1 0-69,0 0 1,1-1-1,0 1 1,2 0 0,3-5-1,2 0 1,2-5 0,1 0-49,3-2 1,2-2 0,3-2 0,3 0 0,0-4 0,3-1 0,12 35-322,10-6 0,8-11 1,11-12-1,4-8-540,4-9 0,0-2 1,-1-8-1,-4-3-595,-2-4 1,1-1 0,-4-6 0,2-2 1235,-2-2 0,-4-1 0,-2 0 0,0 0 0,-2 0 0</inkml:trace>
  <inkml:trace contextRef="#ctx0" brushRef="#br0" timeOffset="65">4014 10273 7937,'-21'8'495,"5"0"1,-3-3 0,3 5 0,1 2 0,1 4 0,0 4 0,-1 4 977,1 3 1,-1 6 0,-1 2 0,-1 4-981,-2 6 0,-2-1 0,2 11 1,-5 2-250,-3 4 0,-7 8 0,-1-4 0,-2 1 324,-3-4 0,3 2 0,-1-2 0,0-4 164,1-8 1,3-4-1,10-14 1483,5-5-1782,3-5 1,15-14 0,7-4 0,8-6-434,6-3 0,7-4 0,0 2 0,6-1 0,4-3 0,2-6 0,5-4 0,3 0 0,1 0 0,4-3 0,0 3 0,2-1 0,5-4 0,-3 4 0,-3 0 0,1 1 0,2 3 0,-5 2 0,-3 4 0,-5 2 0,-4 5 0,-4 4 0,-8 1 0,-3 0 0,-5 0 0,-9 1 0,-5 4 0,-4-2 0,-1 7 0,-1-7 0,-3 3 0,0 1 0,-3-6 0,4 6 0,-3-1 0,-2 4 0,3 2 0,-5 4 0,-3 4 0,-4 4 0,-1 9 0,-6 7 0,-1 5 0,-2 3 0,-2 6 0,0-1 0,0 5 0,0 4 0,-4 2 0,-1 3 0,2-5 0,2-2 0,3-8 0,1-1 0,5-4-540,5-10 0,5-9 1,13-15-1,3-3-1344,4-5 0,9-7 1,3-6-1,1-8 1884,4-5 0,-24-42 0,-9-19 0,3 21 0,0 1 0,1 0 0</inkml:trace>
  <inkml:trace contextRef="#ctx0" brushRef="#br0" timeOffset="66">4589 9712 7812,'-5'14'388,"1"1"1,-1-1 0,8 2 0,7 3 1003,9 5 1,8 10 0,7 4-1,4 5-255,3 5 1,7 5 0,2 11 0,-25-29 0,0 2-753,-1 3 0,1 0 0,1 2 0,-1 1 1,-2-1-1,-3 0 0,-1 0 0,-2 0 5,-3-2 0,-1 1 0,7 36 1,-12-36-1,-1 1 0,0 0 1,-1 1-140,-1-1 0,-1 0 0,0 3 0,-3-2 0,-7 36 0,-9 1-413,5-39 1,-2 1 0,-2 4-1,-1 1 1,-1-1 0,-1 0 0,-3-1-1,0-2-137,-3 1 1,-1-1-1,1-1 1,0 0 0,-4 2-1,0 0 1,-2 1 0,0 0-270,-1 1 1,-1-1-1,1-2 1,-1-1 0,4-4-1,0-1 1,2-2-1,-1-2-1568,-24 30 1,7-14 2135,5-10 0,1-9 0,-1-17 0,4-8 0,4-10 0</inkml:trace>
  <inkml:trace contextRef="#ctx0" brushRef="#br0" timeOffset="67">5654 11410 7888,'-2'-15'1349,"-3"1"1,2 0 111,-6-1 1,13 7-1,4 4 1,10 2-521,4 2 0,4 0 0,6 2 0,3 1 1234,2 2-1816,1-1 1,7-4 0,3 0 0,3 0 0,2 0-1,-2 0 1,0 0 76,0 0 1,0-6-1,1-2 1,-8-2-766,-4 1 0,-9 1 0,-3-2-2559,-7 5 0,-14 4 1005,-12 1 1,-10 6 0,-15 4 0,-3 4 1882,-6 5 0,-34 16 0,31-12 0,1-1 0</inkml:trace>
  <inkml:trace contextRef="#ctx0" brushRef="#br0" timeOffset="68">5611 11913 7888,'-23'0'1237,"10"0"1,13-1-1,10-4 201,8-5 1,6-2 0,9-3-1,6 1 51,2 0 0,7-1 0,0 1 0,0 1-662,2 3 1,1-1 0,8 5 0,2-1-665,1 1 0,-1 1 0,-9 5 0,-4 0-429,-3 0 0,2 0 0,-4 0 0,-7 0-979,-4 0 1,-3 0 0,-2 2 1244,-3 3 0,-73-4 0,-25 6 0</inkml:trace>
  <inkml:trace contextRef="#ctx0" brushRef="#br0" timeOffset="69">8502 10791 7848,'-19'-14'0,"0"-1"200,1 1 0,7 6 581,2 3 0,5 12 1,0 7-1,2 10 0,2 8 1,0 6-1,0 5 0,0 5 510,0 5 0,0 8 1,0 3-1,0 1-704,0 4 0,0 2 0,-2 4 0,-2 3-334,-1-37 0,0 0 1,-1 0-1,-1-1 0,-9 32 1,-1 0-238,-2 0 1,-5 0-1,3-2 1,0-4-609,0-9 0,7-7 1,6-12-1,1-4-1173,4-4 0,3-9 0,5-7 1765,5-7 0,9-38 0,3-9 0</inkml:trace>
  <inkml:trace contextRef="#ctx0" brushRef="#br0" timeOffset="70">9711 10834 7828,'-14'0'174,"1"2"1,2 1-1,3 4 2550,1 1-2109,2 8 1,5 12 0,0 11-1,0 5 1,0 9 0,0 10 0,-1 8 256,-1-30 0,-1 0 0,0-1 0,-2 2-741,-2 3 1,0 1-1,-1-3 1,1 0-1,0-1 1,0-1-1,-1 0 1,0 0-1,-1-1 1,0 1-1,0-1 1,-1 0-32,-8 37 0,2-5 1,2-5-1,0-5-1101,-1-3 1,6-9 0,1-8 0,1-12-1889,4-9 1,2-10 2888,1-2 0,0-5 0,0 2 0</inkml:trace>
  <inkml:trace contextRef="#ctx0" brushRef="#br0" timeOffset="71">9107 11683 7807,'6'-14'483,"5"-1"0,7 1 495,6 0 1,16-1 0,9 1-1,9 0 188,4-1 0,9 1 0,-3-1 0,3 3-285,-6 2 0,-6-1 1,-6 6-1,-5 2-852,-3 1 1,-8 2-1,-4 0 1,-4 0-1131,-5 0 1,-3 5 1100,-7 0 0,0 6 0,1-3 0</inkml:trace>
  <inkml:trace contextRef="#ctx0" brushRef="#br0" timeOffset="72">11955 10849 7834,'-6'-13'0,"-4"3"227,-3 6 1,-3-3-1,-1 2 1,-2 4 930,1 4 0,2 13 1,2 13-658,-1 7 0,-4 12 0,0 7 0,0 6 0,0 7 0,-1 9 0,11-34 0,-1 0 0,1 4 0,-1 1 0,0 1 0,1 1 1,0 0 0,0 1 0,-1-3 1,-2-1-1,0 2 0,-2 0 1,-1 2-1,-2 0-319,-2 4 1,0-1 0,1-3 0,1-1-1,0-2 1,0 0 0,2-3 0,0-1-336,0 0 0,1-2 1,0 0-1,1-2 0,-11 37 1,6-7-885,7-9 1,5-18 0,6-6 0,1-10-872,4-8 1,5-9-1,6-9 1907,-2-9 0,4-52 0,-14 17 0,0 1 0</inkml:trace>
  <inkml:trace contextRef="#ctx0" brushRef="#br0" timeOffset="73">11668 11309 7835,'-2'-19'375,"-3"0"1,4 0-1,-3 4 1,8 1 768,5-1 1,10-5 0,5-3 0,3-1-146,2 0 0,6 2 1,5-4-1,7 2-553,5-1 1,0-1 0,-1 4-1,-2 6 300,-2 5 1,-7 7 0,-5 0 0,-5 4-386,-7 4 1,-7 4 0,-7 8-1,-4 4-40,-3 4 1,-6-2 0,-4 4-1,-8 2-146,-4 4 0,-9 8 1,-5-1-1,1 2-391,-2 2 0,4-1 0,-2-2 0,2-3-357,2-2 0,2-2 1,5-5-1,6-4-418,5-5 0,7-3 0,3-3 486,9-4 0,3-2 0,11-6 0,1 2 439,-1 2 0,2 6 0,5-1 0,0 3 267,0 1 1,-1 2 0,1 3-1,-2 5 325,-3 3 0,-3 2 0,-7 2 1,-1 1 245,-3 1 0,-4 5 0,-6-4 0,-1-2-18,-4-2 1,-8-1-1,-8 0 1,-1-2-269,-4-3 1,-1-3 0,-3-7 0,-4 1-487,-4-1 0,-9-6 0,-4-3 0,-3-4 0,-5-1 0,-10 0 0,-1 0 0,-5-1-610,-1-4 1,4-8-1,5-6 1,5 1-4033,3 2 1,20 7 4641,11-1 0,53-6 0,17-6 0</inkml:trace>
  <inkml:trace contextRef="#ctx0" brushRef="#br0" timeOffset="74">13193 10503 7841,'-7'-24'128,"-2"0"1,1 5-1,-2-3 1,0 1-1,1 5 1,-1 3-1,-1 5 1,-3 2 542,-6 3 0,3 4 0,-7 9 1,-3 9-164,-5 7 0,-3 10 0,-5 8 1,1 8-193,-1 9 1,17-27 0,0 1 0,-1 3 0,0 2 0,0 2 0,2 1 18,-1 1 1,1 0-1,0 2 1,1 1 0,-1 5-1,1 1 1,-1 3-1,0 2-144,0 3 0,1 1 1,5-4-1,2 0 1,1 3-1,2-2 1,2-4-1,2-1 34,1-2 1,2-2 0,1-2-1,1-1 1,4-3 0,1 0-1,8 34-119,7-11 1,4-6-1,7-5 1,0-3-109,0-6 1,0-2 0,-1-2-1,1-1-457,0-4 0,0-1 0,-1-5 1,0 0-996,-4-5 0,1 0 0,-4-9 0,1-4-2777,4-2 4231,-5-9 0,6 3 0,-3-6 0,3 0 0</inkml:trace>
  <inkml:trace contextRef="#ctx0" brushRef="#br0" timeOffset="75">13466 10978 7876,'-2'-13'171,"-3"4"1,2-4 0,-6 5 0,-2-2-1,-2 2 1,-2 2 452,1 3 1,4 6-1,1 3 1,-2 2-42,-2 4 0,3 2 1,1 4-1,-3 2-60,0 3 0,2 1 0,0 5 0,1 1-108,1 3 0,-5 1 0,5 8 1,-2 4-43,1 4 0,6-4 1,-2 3-1,3-1-167,2 0 0,0-1 0,2-9 0,3-4-176,4-4 1,4-8 0,1-2 0,1-6-70,-1-4 0,1-4 1,1-8-1,1-2-19,2-6 1,1-4 0,-4-6 0,1-4 140,2-3 0,2-3 0,-3-4 0,1-2-19,-2-1 1,-1-3 0,-1 6 0,-2 4-103,-4 4 1,4 1 72,-3 6 1,-4 12-1,-1 14 1,-4 9 156,-1 8 0,-4 11 1,-1 6-1,0 6-37,-1-1 1,4-1 0,-3-2-1,4-2-71,1-2 1,0-4-1,0-6 1,1-2-131,4-3 1,3-5-1,6-9 1,2-5 1,4-4 1,-4-1 0,4-1-1,-1-4 48,1-5 1,4-4 0,-4-5 0,3-5 32,2-4 1,-2 4 0,1 0-1,0-1-107,-2-2 0,5-2 0,-3 2 0,2 1-105,-2 2 0,-2 8 0,-4 0 0,1 7 66,-1 2 0,-7 2 1,-3 7 119,-2 3 1,-1 8-1,-5 7 1,0 3 240,0 2 0,-5 3 1,-1 0-1,-1 1 64,1 0 0,1 0 0,4-2 1,-3-2-171,0-1 1,-1-6-1,6 1-260,4-3 0,3-8 0,8-3 0,2-5 27,1-5 1,6-4 0,-2-12 0,1-6 25,0-5 0,3-8 0,3 1 0,-2-2 64,-1-2 0,-7-5 0,1-4 1,-2 0-44,1-3 0,-8-4 0,-7 6 0,-3-1-103,-2 1 0,-2 5 1,-4 10-1,-7 6 67,-5 6 1,-7 6 0,-1 7 0,-4 2 79,-4 1 0,1 7 0,2-4 0,-2 3 16,-6-1 1,-2-5 0,-2 4 0,0-2-103,-1-3 1,0-2-1,-4-2 1,-5 1-16,-3 0 0,2 6 0,-2 3 1,-5 3 113,-3 2 0,-2 8 1,-2 7-1,2 7 1,2 5 0,4 4 0,8 1 0,11 1-545,10-1 1,15-6-1,15-4 1,9-3-671,11-6 1,19 0 0,10-7 0,8 1-519,7-1 1,-3 0 1714,8-1 0,-23 4 0,2 3 0,5 3 0,0 0 0</inkml:trace>
  <inkml:trace contextRef="#ctx0" brushRef="#br0" timeOffset="76">13365 12172 7874,'8'7'363,"5"-6"0,-3 4 3737,2-3-2955,3-2 1,-7 1 0,-3 4-650,-4 5 1,-1 3 0,-1 1 0,-4 2-371,-5 3 1,-1 4 0,0 5 0,1 1-418,-1 0 0,0-5 0,0 0 0,3 1-987,1 3 1,-2 0 0,4 1 0,0-2 57,-1-3 0,4 2 0,-3-5 0,4-1-179,1 1 1399,-7-8 0,6-26 0,-6-11 0</inkml:trace>
  <inkml:trace contextRef="#ctx0" brushRef="#br0" timeOffset="77">13710 12403 7874,'-9'0'807,"-1"0"0,2 6 0,-1 4 0,2 2-20,1 3 1,4 6-1,-4 4 1,1 6-329,0 2 0,1 7 0,2-2 0,-1 2-209,-2-1 0,0 2 0,5-4 0,0 0-159,0-4 0,-5-2 1,1-2-1,0-1-515,3 1 1,1-6 0,0-4-3707,0-3 4130,0-2 0,-7-63 0,-1-17 0</inkml:trace>
  <inkml:trace contextRef="#ctx0" brushRef="#br0" timeOffset="78">13984 12475 7874,'1'-15'73,"4"1"733,-3-1 1,3 14 0,-9 6-1,0 6-17,0 3 0,1 7 0,0 3 0,-2 3-345,2 2 0,-3 0 0,-1-1 0,1 1-65,-1 0 1,3 0 0,2 1-1,-1 2-339,-2 2 1,0-2-1,5-7 1,0-2-1324,0-3 0,0 0 0,2-8-3857,3-2 5140,-4-4 0,-1-57 0,-8-13 0</inkml:trace>
  <inkml:trace contextRef="#ctx0" brushRef="#br0" timeOffset="79">14300 12172 7874,'0'-14'709,"5"0"1082,0-1 0,0 9 0,-5 7-961,0 12 0,0 8 0,0 8 0,0 0-299,0-1 0,0 6 1,0 1-1,0 0-125,0 0 1,4-1 0,1-5 0,-2 0-213,-1-1 0,0 0 0,1-4 0,2-5-860,-2-3 0,3-2 1,1-1-1329,1-4 0,-4-2 1,6-9 1993,1-3 0,-4-35 0,-1-14 0</inkml:trace>
  <inkml:trace contextRef="#ctx0" brushRef="#br0" timeOffset="80">14646 10086 7853,'0'-22'0,"0"-4"0,0 7 0,0 1 1673,0 2-1057,0 8 1,1 2 0,4 6-1,5 3 1,4 5 1602,5 7 0,2 10-1656,3 4 0,8 8 1,-2 12-1,4 9 1,3 9-1,-19-30 0,0 1-102,2 2 0,0 2 1,3 6-1,1 1 1,1 4-1,-1 1 1,1 5-1,0 1-226,0 4 0,-1 1 1,1 2-1,-2 2 1,-1 3-1,-2 0 1,-1-2-1,0-1-229,-1-4 0,-2-1 0,-4 0 0,-2-3 0,-2-8 1,-1 0-1,-3-1 0,-2 0 22,-1-1 0,0 0 0,-2-1 1,0-1-1,-1-1 0,-2 0 1,-3-2-1,-1-1-96,-2 0 0,-2-2 0,-4-2 0,-2 0 0,-1-1 0,-2 1 1,-1 0-1,0 0-159,-2-1 0,0 0 0,-5-1 1,-2 0-1,2-3 0,-1 0 0,-1-1 1,-2 0-461,-1-1 0,0-1 0,-3 1 0,0-1 1,1-4-1,0-2 0,-29 20-2277,4-10 0,10-14 2964,3-3 0,0-6 0,5-8 0,6-10 0,5-11 0</inkml:trace>
  <inkml:trace contextRef="#ctx0" brushRef="#br0" timeOffset="81">26299 18086 8186,'-14'-22'74,"-2"-6"0,-2 4 0,-1-1 0,0-1 0,-2 4 0,-6 1 0,-8 4 465,-9 1 0,-15 1 1,-5 2-1,-9 4-244,33 6 0,-2 1 0,-4 1 0,-1 0-186,-2 1 0,-2 0 1,-2 0-1,-1 0 1,-4 0-1,1 0 0,-2 0 1,1 0-1,-2 0 1,0 0-1,-3 0 0,0 0 47,-3 0 1,-1 0-1,-1 0 1,0 0-1,-1 1 1,1 0 0,2 1-1,1 1-2,1 1 0,1 1 0,4 1 0,0 1 0,-2 1 0,1 0 0,0 1 0,1 1-39,1 2 0,1 0 1,1 3-1,0 2 1,6 1-1,1-1 1,1 1-1,0 0 29,2-1 0,1 1 0,2 4 0,1 1 1,4-2-1,1 1 0,-25 22-10,11 1 1,14 0 0,8 3 0,10 5-104,8 3 0,12-4 1,17 1-1,16 3-45,17 5 0,-15-31 0,4-3 0,8 4 0,4-2 0,6-2 0,3-2 58,9 1 0,3-2 0,-21-6 1,1 0-1,2-1 0,5-1 1,2 0-1,1 0 0,3-1 1,0 0-1,2-1-186,2 0 0,-55-11 111</inkml:trace>
  <inkml:trace contextRef="#ctx0" brushRef="#br0" timeOffset="82">28159 19049 18638,'8'-1'4,"68"-10"27,-1 0-36,-2 1 0,0-1 1,-2 0-1,-3-1 0,-2 0 1,-1-1-1,-6 1 1,0-1-1,-2 0 0,22-7 1,-4-2-119,-6 2 0,-4-3 1,-12-1-1,-4-3 1,-7 0-1,-4-4 1,-7 1-1,-4-3-77,8-33 1,-25-4 0,-36 2 0,3 33 0,-5 2 270,-8-1 1,-5 1 0,-10-5 0,-7 2 0,-11 1 0,-5 3 0,20 10 0,-2 1 0,-1 0 27,-4 0 0,-3 1 0,-1 0 0,-6 1 0,-2 0 0,-2 1 1,16 4-1,-2 1 0,0 0 0,-1 1 0,-1-1 0,-1 1 1,0 1-1,-1 0-163,0 0 1,-1 1 0,1 0-1,-1 1 1,2 0 0,0 1 0,0 0-1,0 1 1,-16 0 0,1 0-1,0 2 1,1 1 0,-1 1 0,1 0-162,2 2 0,0 0 1,0 0-1,-1 1 0,1 0 1,0 0-1,5 0 0,0 0 1,2 0-1,4 1 1,1-1-1,1 1-489,4 0 1,0 1-1,1 0 1,-21 1 0,2 2-1,4 1 1,2 2 0,4 0-1,3 0 714,5 1 0,1 1 0,0-1 0,1 0 0,8 2 0,2 2 0,-1-1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2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1841 11467 7931,'-1'-14'400,"-4"1"0,-5 4 0,-2 5 1,-1 8 897,3 5 0,-1 9 1,5 3-1,-2 3-289,-4 6 0,4 0-571,-1 9 1,4-6 0,-5 6 0,-1 1 0,-2 3 0,-1 6 374,0 9 1,-2 1-1,-4 8 1,-3 2-521,-5 1 1,11-31 0,-1 1-1,0 0 1,-1 0 0,0 0 0,-2-1-178,0 0 1,-1-1-1,3 1 1,-2 1-1,-2-2 1,-2 0-1,3 1 1,0-1-117,0 2 1,0-2 0,-14 28 0,2-4 0,5-11-346,5-6 1,8-8 0,8-3 0,2-6-1218,3-4 0,8-5 0,4-9 0,6-5-824,4-4 0,3-2 1,7-6 2385,0-7 0,-6-26 0,2-19 0,0-3 0,3-7 0,1 1 0,-1 0 0</inkml:trace>
  <inkml:trace contextRef="#ctx0" brushRef="#br0" timeOffset="1">1769 11626 7997,'-14'-10'23,"0"0"1,1-1-1,3-1 1,2-3 128,3 1 0,4-1 0,-4 1 0,5 0 0,6-1 0,7 1 2969,5-1-2153,7-5 1,-1 2 0,8-4 0,2 1 0,-1 3 0,1 2 0,1 2-36,2 0 1,-5 6-1,1 3 1,-2 3-511,-2 2 0,-2 2 0,-3 3 0,-5 4-259,-3 4 0,-8 3 1,-3 3-1,-4 5-150,-1 3 0,-8 2 1,-4 0-1,-8 0-205,-2-1 1,-7 8 0,-4 0 0,-1 1-161,-1-3 0,5 1 0,-4-2 0,4-1-114,1-1 0,2-9 1,4-3-1,9-3-166,8-1 0,-1-6 0,4-1 404,5-1 0,9-1 0,8-3 0,0 4 415,2 1 1,-4 1 0,6 4 0,-2 0 10,-4 1 1,-1-3-1,-1 9 1,-1-4 295,0-2 1,-6 5 0,-3 2 0,-3 0 163,-2-1 1,0 4 0,-3-3 0,-5 0-144,-7 0 0,-9 4 0,0-2 0,-3 1-237,-2 0 1,-1-5 0,-4 3 0,-4-1-119,-4-3 0,4-2 0,1-2 0,2-1-348,3-4 0,2 3 1,3-8-1,3 0-1694,4-3 0,6-7 0,4-4-943,6-3 1,4 5 0,4 4 2823,6 2 0,16-36 0,4-10 0</inkml:trace>
  <inkml:trace contextRef="#ctx0" brushRef="#br0" timeOffset="2">2805 11079 7866,'-6'-8'202,"-4"3"0,-4 4 1,-4 1-1,-1 1 0,0 4 1,-2 6-1,-3 7 0,-3 7 704,-2 7 1,0 8 0,-1 11 0,-2 9 812,-2 3-1472,14-26 1,1 0 0,-12 38 0,14-35 0,1 0 0,1-1 0,1 0 0,-10 37 0,5-3-1,4-3 564,6-2 0,-3-6 0,8-8 0,0-3-610,3-1 0,1 1 0,1-6 0,4-5-374,5-3 0,-2 1 1,1-3-1,3 0-1051,0 1 0,3-4 0,-1-8 0,1-5-1279,-1-3 1,0 1 2502,1-2 0,6-17 0,1-14 0</inkml:trace>
  <inkml:trace contextRef="#ctx0" brushRef="#br0" timeOffset="3">2963 11453 7885,'0'-14'73,"0"-1"0,0 6 0,0-1 0,0-1 0,0-2 0,-1-1 0,-2-1 1830,-2 1 0,0 4-1091,5 1 0,-2 1-590,-2-2 0,-4 4 0,-7 7 0,1 4 311,0 5 1,-2 9 0,-2 5-1,-3 3-177,-1 2 0,-2 6 1,-5 5-1,-1 5-238,-4 3 0,4 4 0,-4-2 0,4 1 43,1 4 0,7-1 0,2-1 0,6-7-160,4-6 0,4-5 1,6-6-1,2-3-138,2-7 1,4-2-1,7-12 1,-1-2 98,1-1 0,-6-2 0,1 0 0,1 0 262,2 0 0,1-2 0,1-3 0,-1-3 25,0 0 0,-1-4 0,-2 4 0,-1-2-89,1 1 0,2-1 0,1-4 0,1 1-248,-1 3 1,0-3-1,1 4-204,-1-4 0,-4 5 0,-2 2 8,-2-1 0,-1 7 371,-5 0 0,0 7 0,0 7 0,0 0 5,0 1 0,0-1 0,0 2 0,0 2-58,0 1 1,0 0 0,0-5 0,0 1-26,0-1 0,0 1 1,0-1-62,0 0 1,6-6 0,4-1-14,3-1 0,1-4 0,1 3 0,-1-5 56,0-5 0,1 2 1,-1-7-1,0 0-91,1 2 1,-1-4 0,1 2 0,-1-1-210,0 1 1,6-3 0,-1 5 125,-2 0 1,-1 2 0,-1 6 183,-1 0 152,0 0 1,-1 6 0,-3 4 0,-5 3 202,-4 1 0,-2 1 1,-3-1-1,0 0-19,0 1 0,1-1 0,0 1 0,-2-1-140,2 0 0,1-4 1,2 0-299,0 1 1,2-5 0,3-1 0,4-3-103,4-2 0,2-2 1,1-3-1,3-6-13,5-7 0,3 1 0,2-6 0,0 1 65,-1 0 1,-4 2 0,0-4 0,0 0 82,-1 2 1,-3 1 0,-5 7 0,-1 1 142,1 4 1,-6 2 4,1 7 0,-7 2 1,2 3 204,-4 4 0,-1-1 1,0 2 27,0 1 1,0 2-379,0 1 141,0 0 0,2-1 1,3-5-39,4-8 1,-1-1-1,2-7 1,-1 0-24,-1 0 0,4-2 0,-6-4 1,2-1 15,3 1 0,-4 0 0,-1-1 0,-1 1 31,0-1 1,1 3 0,-3 0-1,2 3-25,-2-2 0,-1 3 0,-2-2-9,0-1 0,-2 0 1,-1-1-30,-2 3 0,-1 6 0,3-4-182,-2 1-330,-6 4 0,7-4 247,-5 6 1,4 6 89,-5 4 0,7-2 104,-2 1 0,4-4-245,1 5 191,0-7 228,0 10 0,1-12 1,3 3-1,2-8 127,2-5 0,-3-4 0,3-1 0,0-1 70,0 1 0,-3-7 1,3-3-1,0-3-105,0-2 0,-5 0 1,2 1-1,-4 0-200,-1 4 0,-1-1 1,-4 6-1,-3 1 51,0 2 0,-5 3 0,2 2 0,-5 3 1,-3 2 0,-1-4 0,6 5 0,0 2 6,-1 2 0,-4 1 0,0 0 45,1 0 0,7 4 0,3 3-129,2 1-387,1-5 0,5 5-387,0-3 716,0-4-179,0 6 0,0-9-5,0-3 1,2 2-13,2-6 0,-2 4-51,3-5 1,-4 1 176,-1-6 0,0 1 0,0-1 99,0 1 1,0 0 0,0-1 0,0-1-1,0-3 1,0 3-1,-1-3 1,-4 3 92,-5 2 1,2-1 0,-3 1-1,-3 1 19,-4 3 0,-3-1 1,2 6-1,-6 2 154,-7 2 1,-3 1 0,-5 0 0,1 1 24,-1 4 0,-1 3 1,-2 6-1,1 1-38,4-1 1,2 1 0,9-3 0,3 0-814,5-3 1,5 1-151,4 4 1,5-1-1,10-4 1,5-2-201,3-1 0,6-4 0,0 3 1,0-2-2125,2 2 3095,-5-4 0,11-1 0,-5-8 0</inkml:trace>
  <inkml:trace contextRef="#ctx0" brushRef="#br0" timeOffset="4">3697 10777 7881,'0'-15'743,"0"1"0,0 0 0,2 1 638,3 3 0,3 10 1,6 11-1,2 7-540,3 6 1,-1 5-1,6 3 1,1 5-199,2 4 0,7-1 0,1 10 0,0-2-120,1 0 0,-3 7 0,-4 1 0,-2 7-35,-3 2 0,-5-2 0,-9 2 0,-5 1-195,-4-1 1,-1 2 0,-1 4 0,-4-4-124,-5-5 1,-4 2 0,-4-1 0,-3-1-77,-1 2 1,0-11 0,-2-1-1,3-5-94,0-4 1,-1 0-1,-7 0 1,0-1-340,0-4 0,-1-3 1,-2-6-1,-1 0-995,1 0 1,1-7 0,4-3-2933,3-3 4266,3-8 0,-25-40 0,-8-16 0</inkml:trace>
  <inkml:trace contextRef="#ctx0" brushRef="#br0" timeOffset="5">31176 10489 8446,'-14'-14'20,"-1"-1"1,1 1 0,0-1-1,-1 3 1,1 0 0,-1 4 630,1 2 0,0 1 1,-1 5-1,1 0-133,-1 0 0,-4 0 1,0 2-1,2 1-96,1 2 1,-4 6 0,0-1 0,-1 4-39,0 5 0,-5-1 1,2 6-1,-3 1-46,-2 3 0,1 2 0,-3 2 0,-1 3-77,-1 2 0,-1 0 0,4 3 1,-2 0-112,-2 4 1,1 1 0,4 6 0,2-1 19,3-4 1,3 4 0,8-2 0,4 0 41,4 1 0,3-4 0,2 3 0,0-5 29,0-5 1,2 4 0,1-5-1,5 0 53,5-4 1,0-1-1,11 0 1,1 2-65,2-2 0,2 0 1,0 0-1,0 1-125,-1-1 1,1-1 0,0-3 0,1-1 72,4-3 0,-4 2 0,5-7 0,1-1 62,2-2 0,4-3 1,2-4-1,4-4 16,5-3 0,5-2 1,2 0-1,3 0-114,-3 0 0,4-2 0,-3-3 0,-3-6 85,-4-7 1,-3 1-1,2-7 1,-5-2-228,-3-1 0,-2-8 0,-2-2 0,-1-1 0,-1-1 0,-9 3 0,0-4 0,-4 1 0,0-1 0,-6-1 0,-2-4 0,-5-3 0,-4-5 0,1-9 0,3-5 0,-4-4-78,-4-1 0,-3 2 0,-2 3 0,-2 5-319,-3 2 1,-4 9 0,-10 5 0,-5 6 428,-4 6 1,-13 6 0,-7 4 0,-8 4 144,-6 5 1,-6 2-1,-8 3 1,35 7-1,-1 0-230,-3-1 1,0 1 0,-36 2 0,40-2 0,0 1 0,-34 0-633,3 2 0,8 0 0,6 0 0,12 0-1777,11 0 0,6 2 2462,20 3 0,57-23 0,30 1 0</inkml:trace>
  <inkml:trace contextRef="#ctx0" brushRef="#br0" timeOffset="6">21077 5209 8067,'-15'-8'0,"-1"1"425,-3 1 1,8 4 0,-4-3-1,3 4 1,-1 1 0,-2 0 1279,1 0 1,4 1-1336,1 4 1,1 3 0,-3 8-1,1 2 854,-1 1-953,-2 6 1,-3-1-1,-1 8 1,-4 4-1,-3 2 1,-5 7-1,-5 6 322,-2 5 0,2 1 1,-3 1-1,1 1-312,-1 3 0,6-7 0,3 1 0,7-7-86,5-7 1,8-2-1,3-10 1,4-3-22,1 1 1,1-8 0,4-2-212,4-7 0,4-3 0,2-5 1,-1 2-130,0-2 0,1-1 1,-1-4-1,2-2 128,3-6 1,-3-3 0,5-3 0,-2-1 58,1-3 1,3-5-1,-3 2 1,-3 1-21,-1 3 1,-1-2-1,-1 4 1,-1 2-34,-4 4 93,4 1 1,-11 6-1,1 7-6,-6 10 0,-4 11 0,-4-1 0,2 5-14,-3 0 0,0 1 0,-1 0 0,2 0-16,1 0 0,2-1 0,-3 1 1,3-2-110,1-3 1,3-3-1,4-7-265,0 1 0,1-7 0,4-3 1,5-5 217,2-5 0,8-8 1,-1-8-1,0-1 71,2-4 0,-4 1 0,6-1 0,-1 2 84,1-1 0,-6-1 0,2 2 0,-3 5 23,-1 3 1,-6 1-1,1 3 1,-1 0-64,-1 3 0,0 6 0,-4-1 57,0 8 1,1 5 0,-5 9-1,0 3 142,0 1 0,0 2 0,-1 5 0,-3 0-69,0-1 0,-1 1 0,5 0 0,-2 0-2,-3-1 0,4 0 0,-4-4 0,3-4-101,2 1 0,0-5 0,2 2 0,1-5-90,2-4 0,6-6 0,-1 2 1,3-3 40,1-2 1,5-5 0,0-3 0,1-3-27,0-5 0,-2-3 0,6-1 0,1-2-50,3 0 0,-4-6 1,-2 4-1,0-3-21,1-2 0,-6 6 0,3 0 1,-6 2-9,-5 4 0,4 1 27,-3 1 173,-4 7 1,-1 4 0,-8 8 0,-4 6 105,-1 3 0,5 6 1,-3 0-1,1-1-74,0-2 1,-4-2-1,4 0 1,2 1-79,1-1 0,-3-4-331,1-1 252,-1 1 1,5-4 0,1-6-1,4-8 66,5-4 1,1-9-1,0-3 1,-1-5 16,1-4 1,2-1-1,1-8 1,0-4-122,1-4 0,-1-2 0,1-4 1,-3 1-75,-2 3 1,1 7-1,-6 2 1,-2 8-195,-1 4 1,-2 9 179,0 3 202,0 9 1,0 10-1,-2 11-9,-3 7 0,4-2 0,-6 5 0,3-2 9,-1 0 0,-2 0 0,4-4-104,-2-1 0,1-5-40,4 1 1,0-8 149,0-2 1,6-8 0,2-10-1,2-3 56,-1-1 1,-4-7 0,5-6 0,-1 0-56,-1 0 1,3-5 0,-6 1 0,-2-1 29,-1 2 1,-2 3 0,0 6-1,-2-1-123,-2-4 1,-4 9 0,-7-3 0,1 4-171,-1 2 0,1 4 0,0-1 0,-1 3 182,1 2 1,-1 6-1,-1 3 1,-1 2 132,-2-2 1,-1 3-1,6-2 1,0 2 40,-1 2 0,-1 0 0,-1 0 0,-2 0 37,1 0 0,-3 0 0,0 2 1,-1 1 150,-4 2 1,-2 1 0,-4-1 0,-3 4 58,-2 4 0,-2 2 1,-2 1-1,3 1-183,4 2 0,4 1 0,2-6 0,4-1-496,5-4 0,6 2-1310,9-6 0,7 0 0,16-5 0,5 0 1634,3 0 0,-17 6 0,-5 2 0</inkml:trace>
  <inkml:trace contextRef="#ctx0" brushRef="#br0" timeOffset="7">21853 5583 7899,'-14'0'795,"0"-2"0,2-1 0,9-4 438,13-1 0,9 4 0,10-6 1,1-1-289,4-2 1,3-3 0,6-1 0,0-4-446,0-2 1,5-1 0,2-4 0,1-1-136,3 0 1,-4 0-1,-4 0 1,-5 1-339,-2-1 0,-7 5 0,0 2 1,-7 2-1614,-5 8 1,-11 2-1038,-4 5 0,-3 5 527,-2 0 1,-7 0 2095,-2 5 0,-30-11 0,-12-6 0,-4 0 0,0 0 0</inkml:trace>
  <inkml:trace contextRef="#ctx0" brushRef="#br0" timeOffset="8">22357 4978 8090,'0'-22'203,"-2"1"1,-1 5 508,-2-3 1,12 8 0,9-4 0,5 3-2,4-1 0,4 3 1,3 2-1,3 2 410,2 3 1,1 1 0,5 2-1,0 2-620,1 2 0,-8 0 1,-4 5-1,-4 2-107,-4 2 1,-7 2 0,1-1-1,-7 0 44,-6 1 1,-4 6-1,-1 3 1,-1 3-210,-4 1 0,-3 3 1,-7 1-1,1 3-186,0 2 0,-1 1 0,-1 4 0,0-2-721,2-2 1,-2-6 0,10 3 0,-1-1-2487,1-1 0,1 3 3164,5-3 0,6-15 0,2 1 0</inkml:trace>
  <inkml:trace contextRef="#ctx0" brushRef="#br0" timeOffset="9">23522 4561 8271,'-9'-5'0,"1"-1"637,1-2 0,-2 3 0,4-5 0,2-1 0,1-1 1,4-1-1,3 2 0,4 1 809,4-1 0,1-2 0,2-1 0,2-1-866,1 1 0,5 4 0,-3 1 0,1-1 40,4 2 0,1-3 0,2 6 0,-1 2-89,1 1 0,0 2 0,1 0 1,1 2-191,-2 3 1,3 4-1,-10 9 1,0 3-142,-3 1 0,-4 2 0,-4 5 0,-3 0-93,-2-1 0,-1 6 0,-6 3 0,-4 1-175,-5 2 0,-7 5 0,-4-7 0,-2 4-235,-2 1 0,-7-2 0,-2-1 1,2-3-159,2-2 1,1-3 0,0-6-1,2-4 154,3-1 0,-1-8 0,6-10 0,3-8-2,4-9 0,1-7 1,6-9-1,2-4 240,2-4 0,7 3 0,4-1 0,2 3 531,3-1 1,1 7 0,1 8 0,3 3 334,-3 2 0,4 6 1,0 3-1,-1 3-541,1 2 0,5 2 0,-4 4 0,2 7-256,0 4 0,-6 4 0,1-2 0,-3 4 0,-2-1 0,-1 4 0,-2-5 0,-3-1-1036,-1 1 0,-3 3 0,-2-5 0,1-1-1877,2-2 1,0-2 0,-4-1-3002,4-3 5914,-3 2 0,-9-61 0,-9-9 0</inkml:trace>
  <inkml:trace contextRef="#ctx0" brushRef="#br0" timeOffset="10">24400 4446 7839,'-7'-8'2598,"6"2"0,-10 7 0,4 2-1995,-1 2 1,5 8 0,-3 0 0,1 6-110,0 3 0,-6-3 1,3 5-1,-2 0-174,1-1 1,1 2 0,-3-4-1,3 2-229,1 2 1,2-4 0,5-2-1,0-3-147,0-1 1,2-6-1,3-1 1,4-2-174,4-2 0,6-1 1,1 0-1,-3 2 240,-1-2 0,-1-1 0,-1-2 1,-1 1 604,-4 4 1,2-2-1,-6 7 3,-2 1 0,-1 2 0,-2 1 0,0 1-394,0-1 0,-6 5 0,-2 0 1,-2-1-341,0-2 0,-4 3 1,-5 0-1,1-1-501,2-2 1,-3 0 0,-2 1 0,1 3-1037,-1-3 1,-3-7 0,5-5 0,-1-4-2865,0-1 4516,-3-13 0,-3-29 0,-2-15 0,-2-9 0,-1 0 0</inkml:trace>
  <inkml:trace contextRef="#ctx0" brushRef="#br0" timeOffset="11">24299 4403 7833,'0'-15'347,"5"6"0,1 1 0,2 0 1090,4 0 0,5 3 0,4-3 0,0 2-90,-1 2 0,6 3 0,-4 1 1,2 0-1059,0 0 0,-1 0 0,2 0 0,-1 1-1170,2 4 1,-5-3-1,-2 4 1,-2 1-304,3 2 1,-6 4 0,2 1 1183,-5 1 0,-33 25 0,-4 6 0</inkml:trace>
  <inkml:trace contextRef="#ctx0" brushRef="#br0" timeOffset="12">24918 4489 7808,'-21'0'1144,"5"0"1,-3 0 0,3 2-90,1 3 1,1 3 0,0 7 0,-1 5-245,1 4 1,-5 9-1,0 6 1,1 2-317,2 2 1,3 4 0,2-3 0,3-4-92,2-3 0,1-3 0,6-7-164,4-3 1,5-10 0,7-9 0,3-3-109,-3-2 1,4-7 0,-2-2 0,0-4 12,2-1 0,-3-1 1,4-1-1,-1-3-227,-4-5 0,-1-2 0,-1-1 0,-2 0-397,-4-3 1,2-9 0,-6 1 0,-2-4-334,-1-1 0,-4 0 0,-2 0 1,-6 1-174,-3 4 0,-6 9 0,-2 10 0,-1 5-520,-4 4 1,4 12-1,-2 12 1505,-2 8 0,1 22 0,-2 10 0,-4 4 0,1 1 0</inkml:trace>
  <inkml:trace contextRef="#ctx0" brushRef="#br0" timeOffset="13">24702 5309 8894,'-8'-6'1362,"3"-4"1,10-9 0,6-5-595,7-3 0,9-8 1,10-4-1,3-4 1,4-3-1,3-4 1,2 1-1,4-2 330,3-1 1,0 3 0,-3-1-1,-5 7-839,-4 2 1,-7 5 0,-3 3 0,-5 4-1295,-5 5 1,-4 3-1734,-5 7 1,-9 8 216,-6 6 0,-8 7 2551,-11 13 0,-35 34 0,19-20 0,1 1 0</inkml:trace>
  <inkml:trace contextRef="#ctx0" brushRef="#br0" timeOffset="14">25421 4791 7776,'-12'8'497,"2"3"1,-9-4 131,3 1 0,1 1 0,1 6 0,0 1-186,-1 3 1,1 2-1,-1 4 1,1 1 447,0 4 0,4 1 0,1 5 0,-1 1-328,2 0 0,2-3 0,6 2 0,0 0-351,0-5 1,6-7-1,4-6 1,4-5-70,5-4 1,3-5 0,9-3 0,1-7 100,1-9 1,6-9 0,-6 0 0,-1-3 148,-1-1 0,-9-6 0,-4 0 0,-6 2-170,-2 2 1,-7-4-1,0 1 1,-7 3-171,-11 4 1,-7 0-1,-12 7 1,-4 2-455,-4 1 1,1 8 0,1 3 0,3 3-1850,2 2 0,3 2 0,10 3 2250,7 4 0,20-15 0,11-4 0</inkml:trace>
  <inkml:trace contextRef="#ctx0" brushRef="#br0" timeOffset="15">27364 4561 7795,'-29'-8'99,"6"-3"1,4 6-1,3 0 773,2-1 1,4 4-159,1-3 1,4 4-1,-5 1 1,-1 0 164,-2 0 0,-1 5-547,0-1 1,-1 8 0,1-1 0,-1 5 0,1 5 0,0-1 114,-1 1 1,6 5 0,1-2 0,1 3-229,4 2 1,8 0-1,6-2 1,7 0-95,6 2 1,3-9-1,2 8 1,-1-4-18,1-2 1,0-3 0,-2 4 0,-5-1 208,-7 0 0,-7-4 0,-8 3 1,-2-2 115,-3 0 1,-6 5 0,-11-5-1,-9-1-328,-4-2 1,-3-7 0,-5 1 0,0 0-577,-1-2 1,8-2 0,2-8 0,5-4-899,5-8 0,5-2 1,10-7-1,5 1 1369,8-1 0,48-20 0,-16 17 0,-1-1 0</inkml:trace>
  <inkml:trace contextRef="#ctx0" brushRef="#br0" timeOffset="16">27464 4921 11286,'8'6'1458,"0"-3"1,-5 7 0,2 3-703,-2 4 1,-1 1 0,-2 4 0,2 1-251,2-1 1,0-3 0,5 4 0,2-3-399,2-2 0,2-8 1,1-6-1,3-2-17,5-2 1,3-2 0,2-4 0,-1-8-537,1-9 0,3-4 0,-1-2 0,-4 0-785,0 1 0,-6 1 1,-4 1-1,-4 4-1523,-3 1 0,-6 2-170,6 4 2923,-7 7 0,-9 59 0,-10 21 0</inkml:trace>
  <inkml:trace contextRef="#ctx0" brushRef="#br0" timeOffset="17">27982 5036 7795,'0'14'754,"0"1"0,-1-3 502,-4-2 1,2 3-589,-7-4 0,5 3 216,-4-3 0,5-4 0,1-10-31,6-4 0,7-6 0,8-2 1,1-4-431,-2-2 0,6-1 1,1-3-1,3 2-123,2 1 1,-5 6-1,-2-1 1,0 5-44,1 4 1,-4-1 0,3 8-270,-1 4 1,-3 6 0,-9 9 0,-4 4-227,-3 9 0,-9 0 0,-2 5 0,-4-4-620,-1-1 0,-1 1 1,2 0-1,2 1-519,2-4 0,5-8 0,0 0 0,2-3-207,2-1 0,2-7 1,2-4 1583,6-2 0,16-40 0,4-10 0</inkml:trace>
  <inkml:trace contextRef="#ctx0" brushRef="#br0" timeOffset="18">28342 5137 7795,'-7'-8'1464,"6"0"1,-4 3 0,5-5-462,5-3 0,0-3 1,7-1-1,6-4-236,3-1 1,3-4 0,5-6-1,-1-1-100,1 1 0,5 3 0,1 3 0,0 4-106,0 1 0,-1 2 1,-7 6-1,-3 4-252,-5 4 1,-4 6 0,-6 7-263,-4 7 1,-4 9 0,-1 1 0,-1 6-275,-4 2 1,-3 6-1,-6-6 1,1-1-564,3-2 1,-2-1 0,4 0-1,-2-2-725,0-3 0,7-3 1,-3-7-1,1 1-397,0-1 0,2-6 1912,8-3 0,17-40 0,9-24 0,4-1 0,0 0 0</inkml:trace>
  <inkml:trace contextRef="#ctx0" brushRef="#br0" timeOffset="19">28961 4806 9674,'-8'9'2784,"3"1"0,3 1-2098,2 2 0,0 1 1,0 1-1,2-1-754,3 0 1,-2 6-1,6-1 1,3-3-104,0-5 0,3 2 1,1-5-1,1 0-931,2-3 0,5-4 1,-3-1-1,2-1-117,2-4 0,2-3 1,2-7-1,-2 1 938,-3 0 1,-1-1 0,-7 1 1081,-2-1 1,-4 9-1,-17 6 327,-7 8 0,-4 11 0,-11 5 1,-4 5-240,-2 4 0,-7-1 0,4 7 0,-2-1-794,1-1 0,6 3 1,7-6-1,4-1-3774,1 2 3679,8-11 0,-6 3 0,3-12 0</inkml:trace>
  <inkml:trace contextRef="#ctx0" brushRef="#br0" timeOffset="20">21825 6158 7784,'-5'-14'45,"-2"-1"1,1 1 0,0 0 0,1-1 2880,-2 1-1819,6-1 1,-4 7 0,10 4-222,4 2 0,4 4 0,2 2 0,1 6 184,3 3 1,3-4-1,7 1 1,0 0-186,0-2 0,6 4 1,3-4-1,4 0-315,1-3 0,0-2 0,0 1 1,2 0-370,3 0 1,-5-3 0,2-1 0,-7-1-314,-3-4 0,-1 3 0,-7-4-5195,-3-1 3464,-3 6 0,-20-6 0,-5 7 0,-8 0 1843,-2 0 0,-26-12 0,-11-8 0,-4 0 0,0 0 0</inkml:trace>
  <inkml:trace contextRef="#ctx0" brushRef="#br0" timeOffset="21">22400 5914 11101,'21'0'1791,"-4"4"0,7 3 1,2-1-808,1 1 1,8 2 0,2-2 0,0 1-336,-4 3 1,-2-3 0,-2 1 0,-2 2-216,-3 2 0,-3 2 0,-9 1 0,-2 1-152,-5 2 1,-5 7 0,-5-2 0,-6 5-186,-7 4 0,1-1 0,-9 7 0,-3 2-279,-3 6 0,-1-3 0,4 4 0,2-1-595,3 1 1,-2-4 0,7 3 0,1-6-1145,2-2 0,8-7 0,4 0 1921,2-7 0,-49-62 0,19 9 0,0-1 0</inkml:trace>
  <inkml:trace contextRef="#ctx0" brushRef="#br0" timeOffset="22">23551 5798 7798,'-6'-8'1229,"-1"0"1852,-2 4-2717,2 2 0,7 2 0,0 10 0,0 2 0,-1 4 0,-3 2 0,0 3 0,1 1 576,1 4 1,-3-4 0,-1 2 0,-1 2-510,1 1 0,0 2 0,2-1 0,0 1-339,0 0 0,3-5 1,1-2-1,0-1-60,0-3 1,1-7 0,4-3 0,5 0-145,3 0 0,1-5 0,2 2 1,1-4 153,3-1 1,4 0 0,-5 0-1,0 0 150,2 0 1,-5 0 0,3 0 0,-3 2 115,-2 3 1,-4 1 0,-2 5 0,-2-1 35,-3 1 1,-1 2-1,-2 1 1,-2 1-162,-2-1 1,-1 1 0,-8-1-1,-4 0-179,-4 1 1,-3-1-1,-5 1 1,-1-1-521,-4 0 1,-1 1 0,-5-1-1,0 0-728,-5 1 1,2-2-1,-5-2 1,5-3-341,5-2 0,4-1 1,10-7-1,6-6 1584,7-11 0,26-38 0,15-17 0,-9 17 0,1 0 0,-1 0 0</inkml:trace>
  <inkml:trace contextRef="#ctx0" brushRef="#br0" timeOffset="23">23565 5870 7807,'-8'-6'1508,"-3"-2"-209,6-6 1,2 1-1,8 2 1,5 3-315,2 1 1,9-4-1,2 3 1,1-2-283,0 1 1,0 4 0,4-3-1,1 2-490,0 2 0,0 3 0,-1 1 0,1 0-852,0 0 1,-7 0-1,-2 1 1,-4 3-1080,-2 0 1,0 12 0,1 0 0,-3 4-3261,-2 0 4978,-4 0 0,7 20 0,3 6 0</inkml:trace>
  <inkml:trace contextRef="#ctx0" brushRef="#br0" timeOffset="24">24112 5957 7807,'-6'8'738,"-1"0"0,-4-5 1,3 3 163,2 2 0,-4-3 1,4 5-1,-1 1-76,1 2 1,-5 3 0,1 4 0,-3 8-243,-1 4 0,0 8 0,-2-2 1,0 5 19,1 5 0,-1-5 1,12 0-1,0-7-285,3-6 1,2-8 0,6-4 0,7-7 32,8-6 0,10-5 0,4-5 0,0-6-163,4-7 1,5-4 0,0-8 0,-5-4-74,-3-4 0,-9 1 0,-5-2 0,-4-1-23,-6-1 0,-5-2 0,-10 1 0,-4 2-594,-9 2 0,-7 6 0,-12-2 0,-4 6-628,-4 4 0,1 3 1,1 8-1,3 3-194,2 6 0,6 5 0,8 7 1,4 8-347,4 5 0,8 5 1669,0 7 0,4 42 0,1-29 0,0-1 0</inkml:trace>
  <inkml:trace contextRef="#ctx0" brushRef="#br0" timeOffset="25">24616 6331 8342,'-13'-10'0,"3"1"580,6-3 0,-3 0 1,2-3-1,4 1 417,4-1 1,7-5 0,9-4 0,5-3-301,3-2 0,3 0 0,2-1 0,3-2-196,2-2 1,0-4 0,1 4 0,-4 2-222,-4 2 1,-6 7 0,-1 3 0,-4 0-928,-6 1 1,-5 5-2250,-8 4 0,-2 2 0,-3-1 2896,-4 4 0,-35 3 0,-15 2 0,-4 0 0,0 0 0</inkml:trace>
  <inkml:trace contextRef="#ctx0" brushRef="#br0" timeOffset="26">24644 5741 8357,'-8'-6'1124,"0"-1"1,5-4-240,-2 1 0,-1 1 0,3-6-317,-2 1 1,0 4-1,5 1 1,2-1-71,3 2 0,-2-5 0,6 4 0,3-4-20,0-1 0,4-1 1,2 1-1,3-1 20,1 1 0,-3 1 0,4 4 0,-1 4-286,1 3 1,-4 2-1,3 0 1,-1 2 40,-4 3 1,-2 4 0,-6 9-166,-4 1 0,-3 0 0,-5-4 0,-5-1-419,-7 0 1,-4 1-1,0-1 1,-4 1-651,1-1 1,-3-1 0,4-2 0,0-3-430,0-2 0,2 6 0,5-4 0,-1 1-2126,1 1 3536,-1-7 0,-5 42 0,-3 3 0</inkml:trace>
  <inkml:trace contextRef="#ctx0" brushRef="#br0" timeOffset="27">24918 6374 7787,'-11'10'0,"-4"-2"503,-1-2 0,2 0 0,3-2 942,1 0 1,7 0 0,-2-9-894,3-5 0,10-3 0,5-1 0,6 0-251,4-1 0,-6-2 1,4 1-1,-2 3-28,1 0 1,4 7-1,-5 1 1,-2 3 68,-1 2 0,-1 0 0,-1 0 0,0 2 40,1 3 0,-6 4 1,-1 9-1,-1 3-156,-4 1 1,-8-3 0,-4 4-1,-4-1-208,-2 0 1,-4-4 0,-2 1 0,-1-3-717,-3-2 1,2-1 0,1-3-1,1-5-2331,3-4 1,7-7 3028,2-4 0,-27-60 0,13 27 0,0 0 0</inkml:trace>
  <inkml:trace contextRef="#ctx0" brushRef="#br0" timeOffset="28">27090 5985 7746,'-6'-12'255,"-4"2"0,-3-3 1,-1 4-1,0-4 0,1-1 1,2 1-1,3 2 897,1 1 0,-4 5 0,2-3-651,-4 2 1,-2 1-1,1 5 1,0 0 305,-1 0-458,1 6 1,-1 2 0,1 8 0,0 4-1,-1 2 1,1 4 0,-1 1 291,1 3 0,6 2 0,3-3 0,4 0-446,1-1 1,1 1 0,6 0-1,6-2-347,4-3 1,7-3 0,-3-7-1,1-1-434,4-3 1,1 1 0,2-6-1,-2-2-725,-3-2 1,3-2 0,-3-4 0,2-5-2576,-2-2 3886,-4-9 0,-5-18 0,-2-8 0,2-8 0,0 1 0</inkml:trace>
  <inkml:trace contextRef="#ctx0" brushRef="#br0" timeOffset="29">27637 5482 10461,'0'14'912,"0"2"0,0 3 0,-2 5-52,-2 4 1,2 7 0,-4 3 0,-1 4-270,-2 1 1,-4 2 0,-2 1-1,-1 2-586,-3-2 1,2-1 0,-6-2 0,1 0-506,-1 1 0,8-8 0,0-4 0,9-6-590,4-7 0,2-3 0,2-3 1,3-4-3160,4-4 4249,4-10 0,17-27 0,5-14 0,5-5 0,-1 0 0</inkml:trace>
  <inkml:trace contextRef="#ctx0" brushRef="#br0" timeOffset="30">27709 5985 8272,'-15'0'1497,"6"2"0,-1 3 0,1 6-519,1 7 1,-5-1 0,3 7 0,-2 3-182,-3 5 1,6-1 0,1 2 0,1-4-220,4-5 0,8 2 1,4-7-1,6-3-221,4-5 1,3-5 0,7-7 0,0-6-255,0-7 0,-1-2 0,0-8 1,-4-3-104,-5-5 0,-5 0 0,-4-5 0,-5 2-373,-4 3 1,-2 2 0,-4 1 0,-6 0-697,-7 0 0,-4 7 0,-7 3 1,0 4-1369,0 6 1,5 2-1051,0 7 3487,13 7 0,18 46 0,16 17 0</inkml:trace>
  <inkml:trace contextRef="#ctx0" brushRef="#br0" timeOffset="31">28112 6101 7746,'-15'6'1194,"1"-3"0,1 7-164,4 1 1,-4 2 0,5 1 0,0 1-346,3-1 1,-1 5-1,1 2 1,2 0-227,1-1 1,2 0 0,0-6 0,2 0-26,2 1 1,6-7 0,8-2 0,2-1-113,3 0 1,1-5 0,4-7 0,3-2-212,2-7 1,-4 0-1,2-7 1,-7 1-71,-4 0 0,1 3 1,-5-4-1,0 1-27,-3-1 1,-7 6 0,2-2 0,-1 1-1123,-4-1 0,-2 3 0,-1-3 1108,0 3 0,-12 14 0,-4 4 0</inkml:trace>
  <inkml:trace contextRef="#ctx0" brushRef="#br0" timeOffset="32">28716 6115 7746,'-6'-13'843,"-4"4"1,2 2 0,-2 7 0,-1 0-14,-2 0 0,-1 2 0,-2 4 0,-2 7-489,-1 5 0,-5 7 0,5-1 1,0 3-186,-2 2 0,5 0 0,-1-2 1,5-1-19,8-2 1,2-7 0,4 1 5,2-7 0,6-5 0,8-7 0,2-4 161,3-5 0,1-9 0,4-5 0,1-3 148,0-2 0,-2 0 1,-1-1-1,-4-3 8,-1-6 0,3 2 0,-5-1 0,-1-4-222,-2-4 1,-2 1-1,0-3 1,-1 4-267,-3 0 1,-4 8 0,-6 4 0,0 6-341,0 7 0,-1 9 0,-4 6 0,-5 4-755,-3 4 0,-1 11 0,0 7 1,1 2-2533,3 0 3654,-3 0 0,25 50 0,-8-32 0,1 0 0</inkml:trace>
  <inkml:trace contextRef="#ctx0" brushRef="#br0" timeOffset="33">29032 6014 7770,'0'10'1524,"2"-2"801,3-2 1,-4 5-1341,4-1 0,2 3 1,-1 1-1,2 1-460,3-1 0,-3-4 0,2-1 0,1 2-365,2 2 1,1 2-1,1-1-215,-1 0 1,2-1 0,2-2-292,1-1 1,0-2-1,-5 3 232,1-1 0,-7-1 0,-4 6 571,-2-1 0,-10 2 0,-5 2 1,-6 2-9,-3 3 1,-7 1 0,-5 5 0,1-1-282,-2 1 0,4 0 0,-2 0 1,4-2-784,5-3 1,3 1 0,8-5 0,4-3 614,4-1 0,23-14 0,6-4 0</inkml:trace>
  <inkml:trace contextRef="#ctx0" brushRef="#br0" timeOffset="34">21523 6863 7749,'-2'-19'344,"-1"0"1,-2 1 0,2 2-1,1 2 1772,2-1 0,2 7 99,3 4-1719,3 2 1,6 4-1,0 4 1,2 7-1,2 6 1,3 5-1,1 5 941,4 3 1,1 8 0,2-2 0,-1 4-675,1 1 0,6-5 1,2 1-1,1 1-559,1 1 1,-2-4-1,2-4 1,-2-2-205,-2-2 0,-3-5 0,-6-4 0,-4-2 0,-1-5 0,-6-7 0,-6 4 0,-6-9-787,2-1 1,-3-6 0,-2-8-2940,0-1 0,-2 1 1293,-3-1 0,-3 7 1,-6 5 1247,0 6 0,-1 5 1,1 7-1,-1-1 1185,1 1 0,0-1 0,-1 0 0,-6 20 0,-1 4 0</inkml:trace>
  <inkml:trace contextRef="#ctx0" brushRef="#br0" timeOffset="35">22098 7482 7749,'8'-10'1279,"-3"1"1,-2 5 0,0-2-20,2 0 0,5-2 0,-4-7 0,2 1-456,3 0 0,-3-1 1,2-1-1,1-3-315,2-5 0,6-8 0,0-3 0,-1-2 590,-2-3 1,0-1-1,1-3 1,2 1-1248,-1 0 1,-2 0 0,-3 0 0,-2 1-1470,-1 4 1,-7 9 332,2 10 1,-5 12-1,-5 12 1,-5 13-67,-3 7 1,-7 15 0,-3 5-1,-1 5 163,0 4 1,5-3 0,-3 0 0,1-1 1206,3-4 0,1-1 0,-1-2 0,-1 0-117,1 1 1,7-8 0,2-2 0,-3-2 542,0 1 0,0-9 1,0 2-1,-4-5 1426,0-2 1,-7 0 0,-2-4 0,-6-1-489,-2 0 0,-9 1 1,-1-1-1,-8 0-828,-5 1 1,0-1-1,3 1 1,5-3-1150,4-2 0,7 1 0,5-6 1,8-3-3097,9-6 3709,7-4 0,19-28 0,10-12 0,-1-3 0,0-1 0</inkml:trace>
  <inkml:trace contextRef="#ctx0" brushRef="#br0" timeOffset="36">23119 7208 7704,'0'-22'0,"-1"3"765,-4 3 0,3 0 0,-1-2 0,6-1-252,7 2 1,9 2-1,4 6 1,2 4 0,2 3-1,4 2 1,1 2 0,1 4 822,1 9 1,4 1 0,-3 9 0,1 4-1022,-1 3 1,-8 6-1,-8-3 1,-5 2-214,-4 3 1,-4 2 0,-7-1-1,-6-1-13,-7-1 1,-13-3-1,-11 4 1,-6-1-250,-4 1 0,2-5 0,-5-2 0,1-4 34,4-5 1,3-5-1,6-9 1,8-5 146,9-4 1,10-7 0,5-5 0,5-7-178,5-6 1,9-3 0,10-2-1,3 2 127,2 3 0,5 0 0,-1 8 0,-1 5 278,-1 3 0,-4-2 0,-2 6 0,-1 2-38,2 5 1,-7 5 0,-3 8 0,-6 2-484,-4 1 1,4 7 0,-5-2-1,-2 3-341,-2 1 0,-1-4 0,0-1 0,0-2-932,0-4 1,5-1 1544,0-1 0,13-33 0,-2-8 0</inkml:trace>
  <inkml:trace contextRef="#ctx0" brushRef="#br0" timeOffset="37">23940 7266 7710,'-15'0'479,"1"0"1,-1 0 0,1 0 579,0 0 0,4 2 0,0 2 0,-1 6-215,-2 3 1,-1 8-1,1 3 1,2 3-374,1 2 1,2 4 0,-1 1 0,4-2-305,3-2 0,4-1 1,1 0-1,5-2-124,5-3 1,-2-3 0,8-7-1,-3 0 175,-1 1 0,4-1 0,0-1 0,-3-2 239,-5-1 0,1-1 1,-6 6-106,2-1 1,-5 0 0,2 1 0,-3-1-114,-2 1 0,-2 4 0,-3 0 0,-4-1-357,-4-2 1,-6-2 0,-2 0 0,-2-1-1006,-2-3 1,-2 1 0,-2-5 0,-2 1-616,-2-1 0,4-4 0,0-12 0,7-9 1738,1-7 0,1-40 0,-1-18 0,3 24 0,0 0 0,1-1 0</inkml:trace>
  <inkml:trace contextRef="#ctx0" brushRef="#br0" timeOffset="38">23781 7352 8678,'11'-12'0,"2"0"711,3 3 0,7 1 1,-3-3-1,3 3 31,2 1 0,7 2 0,3 5 0,1 0 129,-1 0 1,5 0 0,-2 0 0,2 0-899,-2 0 1,4 0-1,-5 0 1,0 2-1164,-4 3 0,-7-4 1,-2 6-1,0-2-1714,-2-1 2904,-1 8 0,-32 8 0,-7 11 0</inkml:trace>
  <inkml:trace contextRef="#ctx0" brushRef="#br0" timeOffset="39">24846 7324 7734,'0'-8'2057,"-5"3"1,-1 10-1,-4 6-1473,-6 6 0,0 7 0,-8 10 0,-1 4-381,-3 4 0,-7 7 0,-3 6 0,-2 2-240,2 1 1,-2 1 0,6-13 0,4-4-2012,4-7 0,5-11 2048,7-5 0,6-28 0,2-9 0</inkml:trace>
  <inkml:trace contextRef="#ctx0" brushRef="#br0" timeOffset="40">24529 7122 7734,'-6'-8'1183,"-4"3"0,-2 4-61,-3 1 0,1 0 1,-1 1-1,1 6-310,0 7 0,-1 7 1,1 8-1,-2 1-313,-3 4 0,3 1 0,-2 5 0,5-3-303,4-2 0,6 3 0,-1-6 0,8-5-89,5-6 1,6-7-1,4-4 1,5-5 75,3-4 1,6-9-1,1-6 1,-2-7-149,-2-1 1,-6-5 0,-1 3 0,-2-2-469,-4 2 1,-6-3-1,-3 5 1,-1-2-514,-4 0 0,-2 6 0,-2 0 0,-4 7-191,-5 6 1,-2 4 0,-3 2-1,1 6-2194,0 7 3331,-1 7 0,-7 29 0,-2 12 0,-3 4 0,-1 1 0</inkml:trace>
  <inkml:trace contextRef="#ctx0" brushRef="#br0" timeOffset="41">24630 7683 7734,'0'10'1204,"0"-1"-174,0 3 1,0-4-1,0 1 1,0 4-284,0 5 1,-2-1-1,-1 7 1,-2 0-388,2-1 0,2 4 0,1-3 1,0 1-222,0-1 1,6 2 0,4-7-1,2-3 93,3-5 1,1-4 0,1-7-1,3-2 214,-3-3 0,-1-3 1,-3-8-1,-3-3-151,-6-5 1,-2-3-1,-2-2 1,-2 2-374,-2 3 1,-4-3 0,-7 3-1,-1-3-1005,-3-2 1,3 6-1,-3 4 1,3 5 1082,1 4 0,-24 42 0,-8 16 0</inkml:trace>
  <inkml:trace contextRef="#ctx0" brushRef="#br0" timeOffset="42">26946 7410 7776,'-20'14'167,"2"1"0,-6 1 1,0 3-1,0 5 1,2 3-1,1 2 1,3-2 475,2-3 1,4 3 0,2-4-1,4-1 95,-1-3 0,6-3-439,-4-2 1,3-7-1,2-7-50,0-8 0,2-5 0,1-5 0,3-4 184,2-7 0,0-9 1,4 0-1,-4-6 118,-2-4 0,5 2 1,-1-5-1,2 0 26,3 0 1,1-1 0,1 0 0,4 4-80,2 3 0,1 3 1,4 4-1,0 8-167,-4 9 1,3 8 0,-5 13 0,0 3-347,-2 7 1,-1 6 0,-3 13-1,-3 1-767,-1 4 1,-4-4-1,0 5 1,0-1-661,0-1 1,-4 2 0,2-3 0,-1 2 151,0-2 0,1 0 0,-3-2 1290,2-1 0,-7-3 0,-6-12 0</inkml:trace>
  <inkml:trace contextRef="#ctx0" brushRef="#br0" timeOffset="43">27594 7295 7776,'-7'-8'2112,"-1"-5"0,-6 11 0,0-2-1460,-1 2 0,1 8 0,-1 4 0,-1 4-124,-3 6 0,-3 2 1,-7 7-1,-1 1-154,-4 4 1,-1 2-1,-5 9 1,3 2-144,2 1 1,8 1 0,8-4 0,4 0-312,6-4 1,4-9 0,11-3 0,9-8-72,7-5 0,13-8 1,7-3-1,4-7-92,1-8 0,2-1 0,-1-13 0,-2-1 186,-1-3 0,-8-2 0,-5-2 0,-6-2 145,-7 3 0,-3-5 0,-4 1 0,-2 0 27,-5 0 1,-4 1 0,-1 5 0,-1 1-102,-4-1 0,-3 7 1,-6 4-1,-1 5 69,1 4 0,0 5 0,1 1 0,2 8 102,1 9 0,0 7 0,-2 8 0,0 1 68,3 4 0,4-2 0,-3 5 0,2-1 223,2 1 0,3-3 1,1 3-1,1-2-413,4-3 0,3-2 0,7-3 0,-1-1-646,0-2 0,2-7 0,4 1 1,2-7-879,0-6 0,5-3 0,-3-2 0,2-2-171,-2-3 0,3-3 0,-3-8 0,3-3 1632,2-5 0,1-20 0,1-10 0,3-4 0,1 0 0</inkml:trace>
  <inkml:trace contextRef="#ctx0" brushRef="#br0" timeOffset="44">28169 7496 7776,'-22'16'775,"3"3"1,7-3 0,4 5 0,1 0-10,-1 3 1,4-2 0,-2 2 0,1 2-246,0 1 1,-4-3 0,4-2 0,2-1-902,1-3 0,4-4-3281,3-4 3661,3-4 0,19-76 0,-12 26 0,0 0 0</inkml:trace>
  <inkml:trace contextRef="#ctx0" brushRef="#br0" timeOffset="45">28284 7223 7776,'-4'16'0,"-3"1"0,1 3 125,-1-3 0,3 6 1,5 1-1,2 1-1,2-1 1,6 3-125,-1-3 0,16 42 0,-11-28 0,0 1 0</inkml:trace>
  <inkml:trace contextRef="#ctx0" brushRef="#br0" timeOffset="46">28342 7755 7776,'-15'7'-652,"1"-6"1661,0 4 1,6-5 0,3-5 42,3-4 1,7-11 0,2-2 0,1-3-653,3-4 1,6 8-1,4-9 1,1-1-105,4-1 1,3-1 0,3 4-1,3 2 642,2 3 1,-4 0 0,4 8 0,-2 5-181,-3 3 1,-3 6-1,-5 10 1,-6 8-545,-7 5 0,-5 9 0,-6 7 0,0 1-389,0 1 0,-6-3 1,-4 4-1,-3-3-1010,-1-2 1,0-1 0,1-5 0,2-2-492,1-3 1,7-3 0,-2-7 1675,3 0 0,22-76 0,-8 21 0,0 0 0</inkml:trace>
  <inkml:trace contextRef="#ctx0" brushRef="#br0" timeOffset="47">29090 7266 9561,'-8'6'2104,"2"4"0,6 8 0,0 2-1022,0 3 0,0 7 0,0 9 0,0 4-667,0 5 0,0-4 0,0 3 0,0-6-612,0-2 0,0-3 1,1 1-1,4-6-1782,5-6 1,2-12-1,3 0 1979,-1-5 0,16-33 0,6-16 0,3-3 0,0 0 0</inkml:trace>
  <inkml:trace contextRef="#ctx0" brushRef="#br0" timeOffset="48">29493 7554 7776,'-15'14'914,"-1"1"1,-1 1-1,-4 4 564,-1 9 1,-10 8-1,-13 11 1,-13 8-956,24-24 0,-2 1 0,-3 1 0,-2 1 0,-4 5 0,-1 2 0,-1-1 0,0-1-360,-1 0 0,1 0 0,1 2 0,1-1 0,5-3 1,2-2-1,5-4 0,2 0-622,-14 17 1,17-12-1,18-13 459,5-5 0,4-9 0,1-4 0</inkml:trace>
  <inkml:trace contextRef="#ctx0" brushRef="#br0" timeOffset="49">5006 11554 7796,'-14'0'243,"0"0"0,-1 0 0,1 0 848,-1 0 1,7 1-1,4 4-460,2 5 1,7-2 0,1 1 0,2 3 1290,3 0-1468,2-4 0,6 3 0,2-4 0,0-1 0,1 1 0,1-4 0,4-2 229,5-1 0,-2 0 0,4 0 1,-2-1-508,1-4 0,-1-1 0,5-6 1,-2 3-281,-3-2 1,-1 0 0,-4-1 0,-3 4-340,-5 2-2035,-3 1 0,-10 7 0,-6 3 578,-8 4 1,-6 4 0,-4 1 1899,-1 1 0,-19 8 0,-16 7 0,-1 1 0,-3 4 0,0-1 0,0 0 0</inkml:trace>
  <inkml:trace contextRef="#ctx0" brushRef="#br0" timeOffset="50">4891 12057 7873,'-6'-1'2141,"6"-4"0,6 3 0,10-2 0,3 2-944,5 2 1,8 0-1,4 0 1,0-2-451,4-2 0,2 2 0,1-3 1,0 4-413,0 1 0,-1 0 0,-4 0 1,-4 0-350,-4 0 1,-3 0 0,-3 0 0,-4 0-1571,-4 0 0,-7 1-1288,1 4 1,-7 3-2139,2 6 5010,-4-6 0,-26-8 0,-7-8 0</inkml:trace>
  <inkml:trace contextRef="#ctx0" brushRef="#br0" timeOffset="51">6603 11036 8016,'0'-10'812,"0"1"0,0 4 1438,0-5 614,0 1-2266,0-6 0,0 14 0,0 5 0,0 9 89,0 6 0,0 4 0,0 6 0,0-1-206,0 1 1,5 1-1,0 2 1,-2 2-112,-1-2 0,-2 5 0,0 1 0,0 2-52,0-2 1,0 4-1,0-5 1,0 1-25,0 1 0,0-1 1,0 3-1,0-1-71,0-1 0,0-6 1,0 6-1,0-1-18,0-1 0,-5 0 0,0-5 1,0 3 23,-1 2 0,3-1 0,-5 3 1,1-4-158,4 0 0,-3-5 0,-1 4 1,1-4-73,0-1 0,1 0 0,3 0 0,-1-1-121,-2 1 1,0-6 0,5-4-1,-1-2-299,-4 3 0,3-4 1,-2 3-1,0-5-437,0-4 1,2 3-1,-4-5 1,1 1-3143,0 1-921,0-7 4920,5-3 0,-25-59 0,9 20 0,0-1 0</inkml:trace>
  <inkml:trace contextRef="#ctx0" brushRef="#br0" timeOffset="52">7726 11165 7994,'-13'-9'1781,"3"-1"-27,-3 7-1241,5-4 1,0 9 0,4 3-1,2 4 1,2 4 0,0 3-1,0 3 1,0 5 0,0 5 924,0 5 1,-5 3 0,0 7-1,1 4-942,-3 5 1,4 9-1,-7 4 1,1 1-197,1 0 1,-3-6 0,6 1 0,0-1-243,-1 1 1,4-9-1,-3 0 1,4-7-127,1-3 1,0-4-1,0-2 1,0-2-268,0-3 0,0-4 1,0-2-1,0-2-322,0 2 1,0-6 0,0 0 0,0-4-873,0-2 0,0 0-2658,0 1-531,0-7 4718,-7-2 0,-33-57 0,13 19 0,0 0 0</inkml:trace>
  <inkml:trace contextRef="#ctx0" brushRef="#br0" timeOffset="53">7078 11913 8320,'0'-14'1838,"0"4"1,3 2-700,7 2 1,3 0 0,14 2 0,5 0 308,3 0 0,11 1 1,10 0-1,7-3 1905,2-2-2991,2 5 1,5-10-1,-1 5 1,-3-2 0,-2 1-1,-4-3 1,-6 1-256,-6 2 1,-7-3 0,-5 8 0,-3-1-108,1-2 0,-11 6 0,2-4 0,-3 3 0,-1 2 0,-6 0 0,2 0 0,-3 0 0,-6 0 0,0 0 0,-6 0-1612,6 0-3955,-7 0 5567,4 0 0,-45-2 0,-27-2 0,1 0 0,0 0 0</inkml:trace>
  <inkml:trace contextRef="#ctx0" brushRef="#br0" timeOffset="54">9438 11223 7943,'-2'-15'394,"-3"1"0,-4 1 1080,-4 4 1,3 2-329,1 7-859,-1 0 0,-3 2 1,2 3-1,1 3 1,-1 3-1,0 2 29,1 3 1,-2 3-1,2 2 1,-3 6 70,-1 5 1,0 3-1,-1-2 1,1 7 307,-1 7 0,1 4 0,1 7 1,2-1-302,1 1 0,7-2 0,-2-2 0,5-3-234,5-1 0,3-2 0,7-7 0,1-2 80,3-6 1,-3 1-1,5-4 1,-2-4-12,0-4 0,0 2 0,-3-5 0,3-1-107,5-2 1,-3-3 0,0-4 0,0-2 0,3-1 1,-2-4 0,2 2 0,1-4-116,3-4 0,-1 0 1,0-5-1,0-4 95,4-5 0,1 2 1,-5-4-1,-2-1-40,-1-3 1,0-3 0,3-2 0,-3-1-45,-4-4 1,0 4-1,0-6 1,-4 3-21,-5-1 0,0-6 1,-6 2-1,-2-4-270,-2-1 1,-2-5-1,-4 0 1,-5 0-181,-2-1 0,-9 4 0,-3-5 0,-3 4 122,-2 3 1,0-2 0,-1 13 0,-2 3 284,-2 4 0,-6 7 1,4 1-1,-3 5 92,1 8 1,4 2 0,-4 4-1,0 2 45,1 6 0,2 3 0,7 3 0,4 1-474,5 3 1,-1-1-1,2-5-833,5 1 0,7-3 1,11 0 30,4-3 1,10-6 0,7 2-1,4-3-1485,4-2 2668,6-7 0,16-1 0,11-6 0</inkml:trace>
  <inkml:trace contextRef="#ctx0" brushRef="#br0" timeOffset="55">10344 12144 7817,'-18'9'1325,"4"1"1,-2-5-23,11 4 1,0 1 0,5 4 0,0 1-433,0-1 1,5 0-904,0 1 0,1-7-1382,-1-3 1,-3-5-2640,3-5 4053,-4 3 0,-14-49 0,-3-5 0</inkml:trace>
  <inkml:trace contextRef="#ctx0" brushRef="#br0" timeOffset="56">10632 11496 7817,'-15'-5'588,"2"-1"0,4-2 1,6-2 730,6 2 0,5-3 0,8 5 0,1-1-643,3 1 0,4-4 1,-4 6-1,3 0-430,2 3 1,-2 1-1,1 0 1,1 0 331,2 0 0,-3 1 0,-1 4 0,-1 5-42,1 3 0,-4 1 0,3 0 0,-3 2-478,-6 4 1,2 2 0,-8 7-1,1 1-171,-3 4 1,-3-2 0,-2 6 0,-2 2-240,-3 2 0,-3 1 0,-7 1 0,-3 3 8,-1 1 0,-7 0 0,2-5 0,-1-1 54,1-4 0,-4 2 0,6-7 0,-2-1 109,0-1 0,7-9 0,-3-4 188,4-7 1,4-6-1,2-10 1,5-6-25,4-7 1,1-4-1,0-7 1,0 0 32,0 0 0,4-4 0,3 1 0,1 5 389,3 6 1,2 2 0,1 3 0,1 5 268,-1 3 0,0-2 0,1 5 0,1 4-158,3 4 1,-2 5 0,7 8 0,2 3-307,1 5 0,-3-2 0,-1 2 0,-3 2-170,-2 1 0,-4 0 0,-3-1 1,-3-4-713,-1-1 1,2-2 0,-4-4 0,0-3-497,1-2 0,-2-4 1,5-6-1,1-1 1168,-2-4 0,-2-73 0,-6 26 0,0 1 0</inkml:trace>
  <inkml:trace contextRef="#ctx0" brushRef="#br0" timeOffset="57">11538 11539 9354,'-14'0'3817,"1"2"-2855,3 3 1,-1 3 0,6 6-303,2 1 0,1-1 0,2 2 0,0 1-170,0 3 1,-1 4-1,-2-4 1,-2 3-93,2 2 1,-4 3 0,1 0 0,0 1-186,-1 0 0,1-2 1,3-1-1,-2-4-64,2-1 0,1-2 1,2-5-110,0 1 1,2-7 0,2-3-164,6-4 0,4-1 1,4 0-1,1-1 101,-1-4 0,2 3 0,1-4 0,0 1 184,0 0 1,0 0 0,-4 5 0,2 0 25,-1 0 0,-2 2 0,-2 3 0,1 4-41,-1 4 1,-1 2 0,-4-1 0,-4 0-80,-3 1 1,-2 4 0,0 2-1,0-1-24,0 1 0,-7 5 0,-2-2 0,-4 3-196,-1 2 0,-2 0 0,-2-1 0,-3 1-262,-1 0 1,4-5-1,-1-2 1,3-1-1153,2-3 0,-5-7 0,-1-3-752,3-2 0,1-3 2318,1-7 0,-7-32 0,-2-13 0,-3-6 0,0 0 0</inkml:trace>
  <inkml:trace contextRef="#ctx0" brushRef="#br0" timeOffset="58">11337 11698 7787,'6'-15'1095,"4"1"0,4-1 0,5 3 0,5 0 641,3 3 1,8-1-1,4-4 1,2 1-495,3 4 0,-1 1 0,0 4 0,0 0-95,0 0 1,-6 3-1,-5 1 1,-6 0-1278,-7 0 0,-3 1 1,-2 3-1,0 0-2222,1 0 0,-6 2 0,-1 0 2352,-1 2 0,-41-24 0,-14-1 0</inkml:trace>
  <inkml:trace contextRef="#ctx0" brushRef="#br0" timeOffset="59">12689 11424 7783,'0'-22'411,"0"1"1,0 7-1,0 3 941,0 6 0,0 13 1,0 17-1,-2 7-610,-2 7 1,-4 4-1,-7 5 1,1 6 696,-1 7-1261,1-2 1,-7 11 0,-4-1 0,9-32 0,0 1 0,-3 3 0,-1 1 0,0 2-1,-1 0 1,-1 2 0,-1-1 62,-1 0 0,0 0 1,2-3-1,-1-1 1,-1-1-1,0 0 1,2-1-1,1 0-153,2-1 0,0-1 0,-15 29 0,12-8 0,6-10-690,5-8 1,9-10-1,2-9 1,10-5-990,7-8 1,6-5 0,5-3 0,1-3-1498,0-7 3088,-7 0 0,-17-26 0,-8-12 0,-2 1 0,0-1 0</inkml:trace>
  <inkml:trace contextRef="#ctx0" brushRef="#br0" timeOffset="60">12603 11626 8177,'-7'-13'939,"-2"3"0,-3 2-148,3 4 0,4-4 0,10-5 368,4 3 1,11-3 0,4 4 0,4-4-95,6-1 0,3-1 1,6 1-1,0-1-308,0 1 0,0 4 0,-1 2 0,-2 2-437,-2 3 0,-7 1 1,-3 4-1,-7 1-241,-5 2 1,-6 11-1,-2 0 1,-3 5-101,-7 4 1,-4 2 0,-10 2 0,-4 2-346,-4 2 1,-4-3 0,-4 4 0,-3-4-117,-2-1 1,5 2 0,-2-1 0,5-1 58,5-7 1,5-4 0,10-4 0,4 0-45,3 1 0,6-7 1,3-3-1,11-4 150,8-1 0,-1 0 0,9 0 0,-4 2 468,-1 3 1,-5 1 0,0 5 0,0 0 370,-2 5 1,-1 0 0,-7 8 0,-1 4 244,-3 3 0,1 1 1,-6 5-1,-2 0-263,-1 0 1,-4-4 0,-1 4 0,-4-2-38,-1-3 0,-1-1 0,-6-4 0,-1-3-129,-3-5 0,2-3 0,-6-2 1,1-1-339,0-3 0,-2-4 0,-7-6 0,-1 0 0,-1 0 0,-1-11 0,5-5 0,1-3-1910,-1-2 1,5-5-1,1 4-1330,3 0 0,7 1-2541,8 6 5781,10 7 0,9 28 0,9 12 0</inkml:trace>
  <inkml:trace contextRef="#ctx0" brushRef="#br0" timeOffset="61">13926 10921 7764,'-22'0'190,"3"0"0,3 0 0,0 3 0,-2 5 0,-1 8 903,1 5 0,1 4 0,-2 10 0,-5 10-492,-4 11 1,0 10-1,12-28 1,1 2 0,-1 3-1,0 0-279,0 4 0,-1 1 0,-1 2 0,1 0 1,1 1-1,1 1 0,0-1 0,0 0-118,1-1 0,1-1 1,3-3-1,2-1 1,0 1-1,2-1 1,2 0-1,1 0 196,2 1 0,1-1 0,8 32 0,6-2 0,8-8-265,6-6 1,2-7-1,2-4 1,2-6-513,-2-7 1,3-2 0,0-4 0,0-4-870,0 0 0,-1-11 0,-5-3 0,-1-5-1985,1-5 3231,-7-1 0,2-7 0,-9 0 0,-4 0 0</inkml:trace>
  <inkml:trace contextRef="#ctx0" brushRef="#br0" timeOffset="62">14085 11266 7799,'0'-14'117,"-2"-1"0,-3 2 1,-3 2-1,-1 3 611,-1 2 0,5 1 0,-4 5-140,-3 0 1,0 6-1,-3 2-154,1 0 0,4 7 0,1-2 0,-3 6-75,0 3 0,-3 7 1,2 8-1,2 3-35,2 4 1,-1 9 0,-4 0 0,1 3-36,3 1 0,2 1 0,5-2 0,-2-5-98,2-8 1,8-3 0,5-11-1,4-8-250,5-8 1,-1-7-1,6-8 1,1-2-145,2-6 0,-3-8 0,0-2 1,2-3 80,1-2 0,0-7 0,-1-2 0,-4 2 93,-1 2 0,-2 1 1,-4 0-1,-1 2 38,0 3 1,-4 3-1,-2 7-8,-2 0 0,-1 7 25,-5 7 0,0 8 1,-1 10-1,-3 2 269,0 3 1,-1 1 0,3 5 0,-1-1 65,-2 1 1,0 0-1,5 0 1,0 0-185,0-1 0,0-4 0,0-1 0,2-3-154,3-2 1,-2-4-1,8-4 1,4-5-231,2-4 1,4-1 0,-4-1 0,4-6 5,2-7 1,-1-2 0,4-8 0,-2-2 66,1-1 1,-2 0 0,1 2 0,0 1 60,-2-2 0,0 0 1,-4 1-1,1 2-19,-1 3 0,-2 0 0,-2 6 0,-1 0 9,-4-1 0,3 6 1,-6 1 156,2 1 0,-3 4-23,4 8 1,-5 5-1,0 9 1,-2 3 4,-2 0 1,0 4 0,0-7 0,0 0 30,0 2 1,0-5 0,2 3 20,2-3 1,-2-6 0,4-2-95,1-2 0,-4-1 1,6-6-88,3-4 0,0-3 0,3-8 1,-1-3 0,1 1 0,-1-4 0,0-1 12,1 1 0,-1-2 0,1-5 0,-3-1 70,-2-4 0,1-3 0,-6-4 1,-2 1 2,-1 1 0,-4 1 1,-3-3-1,-4 2-28,-4 6 0,-8 4 1,-3 5-1,-5 5-18,-4 3 1,1 3 0,-5 3 0,0 5 49,1 4 1,-3 6 0,-4 1 0,0 2 25,0 3 0,0 2 0,1 0 0,2-2-24,2-1 0,3-7 0,-1 2 1,8-4 125,0-1 1,8-1-1,0-3 1,4-2-41,2-2 0,4 0 0,1-3-72,-2 1 1,3 7 0,-2-2 8,-1 4 0,3 5 0,0 3 0,0 1-11,0 3 0,5 3 0,-4 4 0,3 1-104,-1-1 1,-2-2 0,4-2 0,-2 1-534,2-1 0,2 5 1,-1 0-1,-1-1-5054,-2-2 5660,0-2 0,-27 45 0,-8 12 0</inkml:trace>
  <inkml:trace contextRef="#ctx0" brushRef="#br0" timeOffset="63">13998 12172 7799,'-14'0'172,"-1"2"205,1 3 386,6 3 0,2 1 0,7-1 0,4 0 0,5-1 0,2 1 777,3 0 1,-1 1-1079,1 6 1,-1-1 0,0 1 0,-1-1 0,-2 2 0,-3 1-149,-1 3 0,-2 5 1,-5-2-1,0 1-590,0 0 1,0-2-1,0 4 1,0-4-1574,0-1 0,0-2 0,0-5 1849,0 1 0,-7-20 0,-1-5 0</inkml:trace>
  <inkml:trace contextRef="#ctx0" brushRef="#br0" timeOffset="64">14329 12316 7799,'-2'15'217,"-1"-1"319,-2 0 0,1 2 0,4 2 0,0 1-2,0-1 1,0 3-1,0-1 1,0 3-102,0 2 1,0-2-1,0-1 1,1 0 35,4 1 1,-2-1 0,5 2-1,-1-3-195,-4 0 0,-2-5 0,-1 3 0,0-3-462,0-2 0,0-4 1,2-2-1396,3-2 1,-2-1-1,5-6 1583,-2-4 0,-1-74 0,-5 28 0,0 0 0</inkml:trace>
  <inkml:trace contextRef="#ctx0" brushRef="#br0" timeOffset="65">14559 12302 9431,'0'14'947,"0"-4"0,0-1 0,0 4-184,0 5 1,5-1 0,1 6 0,1-1-400,-1 1 0,5-4 0,-3 3 1,2 1-699,0-1 1,-6-4-1,4 1 1,0-5-1847,0-4 0,-3 2 2180,5-2 0,-13-67 0,1-17 0</inkml:trace>
  <inkml:trace contextRef="#ctx0" brushRef="#br0" timeOffset="66">14833 12158 7799,'1'14'3549,"2"1"-2670,2-1 1,5 2 0,-4 2 0,2 3-666,3 1 0,1 2 0,-1 5 0,-2-2-331,3-3 1,-4 1-1,0-5 1,0-3-385,0-1 0,-4-8 501,6-3 0,-7-3 0,3-2 0</inkml:trace>
  <inkml:trace contextRef="#ctx0" brushRef="#br0" timeOffset="67">15020 10834 7779,'6'-14'342,"4"0"1,2 6 0,4 4 0,5 8 801,8 5 0,6 17 1,8 9-1,0 11-587,1 12 0,-20-26 0,0 3 0,0 5 0,0 1 0,-1 4 0,-2 0-104,0 1 1,-2 1 0,0-1 0,-3 0-1,-1-2 1,-2-1 0,-1 0 0,0 0-150,-2 0 0,-1 0 0,-1 0 1,-2-1-1,4 38 0,-5-6-128,-4-6 0,-1-7 0,0 3 1,-3-3-402,-7-4 0,1-1 1,-10-9-1,1 2-146,-1 2 1,-4-4 0,-5-1 0,-1-6-1080,0-6 1,-1-10 0,-4-5 1449,-4-3 0,-42-21 0,34 0 0,1 0 0</inkml:trace>
  <inkml:trace contextRef="#ctx0" brushRef="#br0" timeOffset="68">31464 12043 8046,'14'-14'87,"-4"1"1,-2 2-1,0 1 1,-2-1 0,2-2 1239,0-1 0,0-1 1402,2 1-2023,-4 6 1,-7 1 0,-3 9 0,-2 3-143,-2 4 0,5 6 1,-2 2-1,3 4-113,2 2 1,0 2-1,2 7 1,3 3-42,4 2 0,3-3 1,-1 4-1,-2 4 52,3 4 1,-4 5 0,0 8 0,0 2 74,-1 1 0,-3 9 0,0-1 0,-2 7-269,-2 3 0,-6-4 0,2-35 0,0 0 0,-1 0 0,0 1-200,0 0 0,1 1 0,-1 1 0,0 0 0,-2 0 0,0 1 0,0 0 0,1 0-48,1-3 0,0 1 1,1 0-1,2 0 0,2 37 1,0 1-52,0 1 0,6-2 0,-1-39 0,0-1 0,6 37-142,-1-3 1,2-1-1,-4 2 1,2 0-80,-1-4 1,-5 1 0,0-7 0,-2 2 34,-2 1 1,-2-8 0,-2 3 0,-6-4-93,-3-2 1,-3 3-1,-1 0 1,-2 3-82,1-3 1,-3-2 0,2-4-1,1-3 71,2-1 0,7-4 0,1-7 0,1-6 17,4-2 1,2-7-1,1-2 48,0-1 1,1-4-1,4-5 52,5-3 1,2-6 313,3 2 0,-6-8 0,-1-3 220,-1-2 1,-2 3-1,-4-5 83,4-1 1,3-2-1,5-1 1,-2-1-119,-1 1 1,1-2 0,6-2 0,4-2-60,2-3 1,0 3 0,6-6-1,2-3 120,2-1 1,-1 3-1,7-7 1,-1 4-353,-1 1 1,4 0 0,-4 2 0,0 3-389,-4 5 0,-6 3 0,-6 3-1320,-6 3 0,-11 10 1,-2 12 1701,-10 5 0,-20 14 0,-11 5 0,-7 7 0,-1-1 0</inkml:trace>
  <inkml:trace contextRef="#ctx0" brushRef="#br0" timeOffset="69">31536 15654 7894,'-35'0'1501,"6"0"0,2 0 0,7-1 120,3-4 0,7-5 1,5-7-1,4-4-797,1-1 1,0-2 0,0-5 0,0 0-909,0 0 1,0-1 0,0-2-1,0-5 84,0-4 0,-19-19 0,-5-13 0</inkml:trace>
  <inkml:trace contextRef="#ctx0" brushRef="#br0" timeOffset="70">16300 11367 7871,'0'-15'163,"-2"1"1,-1 0 376,-2-1 0,1 1 0,4-1 182,0 1 0,6 1 82,4 4 0,2-3 0,3 8 0,-1 0 1267,1 3 1,-7 2-1512,-4 4 0,-2 5 1,-2 9-1,0 7 1,0 6-1,0 6 349,0 3 1,-5 9 0,-1 3 0,-2 4-545,-3 6 1,-1 1-1,1 4 1,2 0-199,-3 0 0,1-4 1,0-1-1,3-6-75,2-4 1,1-5-1,3-10 1,-1-4 5,-2-4 0,1-3 1,4-3-303,0-5 1,0-3-811,0-1 1,1-7-1884,4-3 0,-3-5 1364,2-5 1,-2-3 0,-2-8 0,0-2-2942,0-1 4474,0-6 0,-29 1 0,-12 0 0,-3-7 0,0 1 0</inkml:trace>
  <inkml:trace contextRef="#ctx0" brushRef="#br0" timeOffset="71">15926 11856 7871,'-2'-13'814,"-1"2"494,-2 1 1,2 7-1,8-2-66,5 4 0,7-4 0,6 0 0,2 2-344,6 1 1,7 2-1,2 0 1,5 0 726,3 0 1,4 0 0,-2 0-1,1 0-1376,3 0 0,1 0 0,-3 0 1,-4 0-250,-3 0 0,-2 0 0,1 0 0,-1 0 0,0 0 0,-8-1 0,-6-2 0,-8-2-1925,-5 2-5002,-2 1 6927,-6 2 0,-27 0 0,-13 0 0</inkml:trace>
  <inkml:trace contextRef="#ctx0" brushRef="#br1" timeOffset="72">31708 10374 7716,'-14'0'-37,"4"0"0,1 0 0,-2 0 0,-2 0 659,-2 0 0,6 0 1,-1 2 343,-1 2-68,-2-2 1,-1 9 1891,0-6-2216,6 0 1,12-7 0,11-3 0,2-4 26,4-4 0,6-3 0,7-3 1,-1-5-73,3-3 0,-1-1 0,5 3 0,-2 1-89,2-2 1,-3-3-1,0-1 1,-2 0-81,-3 3 1,-4 3-1,-2 0 1,-2 4-82,2 4 1,-6 4 0,0 2-1,-4 5-37,-2 4 1,0 1 0,1 0 0,-1 1-68,0 4 0,6 3 0,-1 6 0,-2 2-90,-1 4 1,-1 0 0,-1 6-1,1-2-35,-1 2 0,0 2 0,-1 4 0,-2 2-55,-1-2 0,-5-2 1,3 1-1,-2 1-121,-3 1 1,-1 1 0,-4-6 0,-1 1 93,-2 0 0,-7-5 0,-1 0 1,-5 2 7,1 1 1,-1-3 0,0-2 0,-2 0-17,-3 1 1,4-1 0,-3 4 0,1-4-12,3-1 1,-2 5-1,0-4 1,3 0-265,1-2 1,3-3 0,2 1 0,1 1-276,-1-2 1,5-5 0,-1-4-121,1-2 805,4-1 1,-3-7 4,10-3 0,3-1 1,5-5-1,-2 1-2,-1-1 0,-1 0 0,7 0 0,2 1 1,1-1 1,2 0-1,-3 0 1,2 1-78,3-1 0,-1 3 0,4 0 1,-4 0-50,-1 0 0,3 5 0,-5-2 1,-1 2-722,-2-2 0,-2 3-1012,0-3 0,-7 4 1,-7 2 274,-8 4 1,-10 3-1,-3 7 1,1-1 652,-1 0 1,2-4 0,4 0 0,1 1 385,-1 1 0,6 1 1,-1-2 749,-1-1 0,-2-7 1,-1 2 633,0-3 1,-1-2 0,1 0 82,-1 0 1,6-7 0,-1-1 0,1-1-273,1-1 0,-5 0 0,3-4 0,-1 0-29,1-1 1,-2 6 0,4-1 0,-2-1 137,0-2 1,6-1 0,-4-1-387,1 1 1,-2 0-392,4-1 0,0 1 0,7-1 42,2 1 0,0 4 0,4 1-250,-2-2 312,5 4 0,-8-4 10,7 6 0,-7 2 1,2 8-76,-3 4 0,-2 4 0,0 2 0,0-1-26,0 0 0,0 6 1,1-1-1,2 0-114,2 2 1,5-5 0,-5 5 0,-1-2-18,3 0 0,-1 0 1,5-5-1,-3 1-33,-1-1 0,-1 1 0,-3-1-1,2 0 0,5-4 98,-5 0-115,-1-7 0,-10 2-320,-4-10 1,2 2-184,-1-7 0,7 5 418,2-4 1,7 4 0,9-3 0,1 1 115,2 4 0,8-5 1,1 0-1,4-1 240,0-1 0,4 2 0,3-3 0,1 1 22,-2-1 0,-3 3 1,-6 0-1,0 0 309,0 0-275,-7 5 1,-9-3 0,-13 6 0,-10 0-169,-7 0 0,-6 1 0,-6 2 0,1 4 12,-1 1 1,-5-3 0,1 3-1,1 0-12,1 0 0,7-4 0,0 4 1,0-1-635,2-4 1,1 3 0,7-1-2838,0-2 1,6-3 3399,3-5 0,41-41 0,12-16 0</inkml:trace>
  <inkml:trace contextRef="#ctx0" brushRef="#br1" timeOffset="73">18113 11626 7676,'0'-15'168,"0"1"1,-5 4 0,0 1 0,0-1 589,-1 2 0,4-5 0,-4 5 0,1-1 0,-1 1-97,-2 1 1,-2 3 0,-4 4 0,0 1 9,-1 4 0,1 3 0,-2 8 1,-3 5-152,-5 8 1,1 1 0,-1 10 0,-1 5-94,-3 6 1,0 2 0,1 2 0,3 5-111,4-1 1,6 5 0,4-2 0,6-1-128,2-2 1,10-3-1,6-5 1,9-6 38,4-5 1,-1-8 0,1 1 0,3-4 22,0-5 0,1-3 0,-2-8 0,1-2 51,4-2 1,1-5 0,5 0 0,-2-4-44,2-4 0,-3-4 0,0-7 0,-2-1-111,-3-3 0,3 2 0,-2-9 1,-1-4-68,-1-7 1,-4 0 0,-3-1 0,-5-4-113,-3-4 0,-2-5 0,-1-7 0,-3-1-201,-5-3 0,-7 1 0,-8-5 0,-10 1-69,-11-1 0,-2 5 0,-9 1 0,-4 5 70,-4 7 0,1 12 0,-6 7 0,-1 10 226,2 7 1,6 9 0,0 11 0,3 8-250,2 5 1,13 1 0,7 4-1,11-2-595,7 2 1,5-4 0,6 2 0,9 0-781,7-2 1,12 1 0,4-7-1,4 1-3622,1 1 5250,0-12 0,19 20 0,5-10 0</inkml:trace>
  <inkml:trace contextRef="#ctx0" brushRef="#br1" timeOffset="74">18918 12359 7716,'-14'0'1039,"5"0"-169,-1 0 0,7 2 1181,-2 3 1,3-2 0,2 7-1201,0 1 0,0 2 0,0 1-436,0 0 1,0 1 0,0-1 0,0 1-235,0-1 1,0 0-1,-1-1 1,-2-2-602,-2-1 1,0-5-1,3 3-1916,-2-2 0,2-3 0,-1-7-2132,6-6 4468,5-9 0,10-31 0,4-12 0,1-9 0,0 1 0</inkml:trace>
  <inkml:trace contextRef="#ctx0" brushRef="#br1" timeOffset="75">19364 11741 7735,'-4'-10'643,"-1"1"1,-1 4 1786,1-5 1,3 9-1647,-3 1 1,4 1-1,1 9 1,-2 1-308,-3 2 1,4 3 0,-6 1-1,3 4-175,-1 2 1,-2-4 0,4 3 0,-2 0-152,2 1 1,-3-6 0,1 4 0,2-2-67,1 1 1,2-1-1,0-5 1,0 1-155,0-1 0,2-1 0,3-2 1,4-1-63,4 1 1,1-5 0,2-1-1,2-4 99,1-1 0,5 2 0,-3 1 1,0 2 42,-1-2 0,4-1 1,-3-2-1,0 0 112,0 0 1,3 0-1,-5 0 231,-2 0 1,-2 1 0,-6 4 109,-4 5 0,-5 3 1,-5 1-1,-4 0-165,-4 1 0,-1 4 0,-1 0 0,1 0-220,0 2 0,-6-5 0,1 5 0,2-2-40,1 0 1,1 0-1,1-3 1,-1 2-328,1 1 0,0 0 0,-1-4 0,1-1-278,-1 1 1,1-1 0,-2 0 0,-1-1-170,-3-3-1,0 1 1,2-6 0,-1 0 58,1 1 0,-3-4 1,2 1-1,2-6-748,1-7 0,1-4 1,3-6 1424,2-4 0,-9-35 0,3-10 0</inkml:trace>
  <inkml:trace contextRef="#ctx0" brushRef="#br1" timeOffset="76">19177 11770 7777,'0'-15'477,"0"6"0,2 1 0,1 0 648,2 0 1,6 3-1,0-3 1,5 1-29,4 4 0,5-3 1,-1 1-1,5 2-88,4 1 0,-2 2 0,2 0 0,-2 0-562,-2 0 0,-1 5 0,0 0 0,-4 0-862,-5 1 0,1-4 0,0 2 0,-3 0-856,-1 0 0,3-2 0,1 3 0,-3-4 1271,-1-1 0,-8-12 0,-1-4 0</inkml:trace>
  <inkml:trace contextRef="#ctx0" brushRef="#br1" timeOffset="77">20415 11381 7777,'0'-14'0,"-5"4"0,0 1 0,2-3 1178,-5 6 0,5-5 0,-7 6 0,1 3 673,1 6 1,-4 4-1581,8 6 1,-8 0-1,4 2 1,-1 2-1,1 1 1,0-1 187,0-2 0,3 0 0,-5 1 0,1 2-131,1-1 0,-3-2 0,4-2 0,1 1-88,-1-1 0,1 1 72,1-1-71,4 0-519,-6-6 65,7-1 1,-1-7-232,-4 0 178,3 0 1,-4 1 229,6 4 1,-5 3-1,-1 6 1,-2 2 102,-3 4 1,-2 2 0,-3 8 0,-2 4 39,-1 4 0,-7 9 1,2 2-1,-1 2-57,1 4 0,-3 1 0,3 3 0,-2 0-8,2-1 1,-3 1 0,5-10 0,-2 1 221,0-1 1,0 4-1,-5-5 1,0-2-84,0-1 0,5-2 1,2 2-1,1 0-269,4-2 0,2-3 0,4-11 1,3-2-157,2-3 0,-4 2 1,5-7-1,2-2-154,2-1 0,1-1 0,-2-2-2200,-3-4-272,4 4 1,-6-19 2869,7-4 0,-5-44 0,-3-20 0,3 19 0,0 0 0,-1 0 0</inkml:trace>
  <inkml:trace contextRef="#ctx0" brushRef="#br1" timeOffset="78">20170 11453 7775,'0'-24'521,"0"0"0,0 6 0,2-1 0,3 3 672,4 2 1,6 0 0,2-1 0,4 1-369,1-1 1,2 7-1,5 4 1,0 2-245,0 2 1,1 0 0,0 0 0,1 2 74,-4 2 1,-3 4-1,1 7 1,-2-1-195,-2 1 1,-4 4-1,-6 1 1,-1 1-243,1 0 0,-4 5 0,-1-4 0,-1 2-71,0 0 1,-2-2 0,-6 4 0,-4-2-16,-1 2 1,-6-6 0,-7 1 0,-1-2-201,-4 0 0,-6 2 0,-3-3 0,0 1-415,0-1 1,3-4-1,6-3 1,4-1-632,1 1 1,2-3 0,6 2 343,3 1 1,4-3 0,9 1 516,7 2 0,1-3 1,11 2-1,1 3 257,-1 4 1,-3-1-1,4 5 1,-1 0 404,0 3 1,-4 2-1,1-1 1,-5-1 452,-4 2 0,-4 1 0,-6 2 0,-1-1-184,-4 1 0,-3-6 0,-8-3 1,-3 0-296,-5-1 0,-5 5 0,-3-5 1,-3-3-372,-2-5 1,4 2 0,-7-5 0,-2 1-923,1 1 0,-4-7 0,10 2 1,1-3-1038,4-2 1,-1-7 0,12-2 0,3-4 1944,5-2 0,17-12 0,10-3 0</inkml:trace>
  <inkml:trace contextRef="#ctx0" brushRef="#br1" timeOffset="79">21465 11079 7763,'0'-10'236,"-2"2"1,-1 0 0,-3 2 0,-2 0 441,-3 2 0,3 3 0,-2 1 0,-3 0-100,-4 0 1,1 3 0,-5 5 0,0 8 1604,-3 5-1831,-3 9 1,-3 8 0,-4 9 0,-3 4 0,-3 3 0,-1 9 0,-4 4 3,22-31 1,1 1 0,0 3 0,-1 0 0,2-1 0,1 1 0,0-1 0,2 2-225,0 0 0,2 1 1,1 0-1,1 0 1,1 2-1,2-1 1,2-1-1,1 1 158,1-3 0,2 1 0,-1 37 0,6-7 0,0-3 66,0 0 1,6-8-1,6 1 1,4-7-223,3-6 0,6-3 0,-2-3 0,-1-4-300,-3-4 0,2-9 1,0-2-1,0-1-519,-1 0 0,4-6 1,-4 0-1,-3-6-2953,-1-4 1,-1-1 3637,-1-5 0,-57-45 0,-15-11 0</inkml:trace>
  <inkml:trace contextRef="#ctx0" brushRef="#br1" timeOffset="80">21580 11640 7782,'-14'0'780,"-1"0"486,1 0 1,1-2-385,4-2 0,-3 0 84,8-5 1,-3 6-402,2-2 0,-3 3 0,-8 4-120,-3 3 0,2 3 0,-7 8 1,-2 4-65,-1 9 1,-5 6-1,-5 10 1,-6 3-84,-2 5 1,-1 3 0,1 3-1,0 2-101,4 1 0,14-6 0,3-10 1,8-6-140,6-6 1,4-4 0,7-3 0,4-3-91,5-4 0,7-4 1,4-4-1,1 0-79,4-3 0,1-6 0,2 2 0,0-3 61,-1-2 0,1-5 0,0-1 1,0-2 51,0-4 0,-1 0 0,0-3 0,-3 1-10,-1-1 0,-6 1 1,1 1-1,-3 2-66,-2 2 1,-1 4-1,-2-3 15,-1 1 0,-7 4 1,2 8 138,-4 5 0,-1 2 0,-1 4 0,-4 3 11,-5 5 1,2 4-1,-1-1 1,-2-2-4,-2-1 0,3-1 0,2 1 1,2-3 251,3-1 1,1-4-460,2 3 0,0-7 1,2-4-1,2-2-108,6-3 0,4-3 1,6-5-1,2-4-72,0-4 1,6-6 0,-4 0 0,3 0 10,1-2 0,1 3 0,0-4 0,-2 1 163,-3 3 0,2 4 0,-7 3 0,-2 1-99,-1-1 0,-1 5 0,-2 2 232,-4 8 0,-2 4 0,-7 6 0,0 2 378,0 3 0,0-3 0,0 5 1,0 0-9,0 3 0,-5-2 0,-2 1 0,1-1 27,0 0 0,1-3 0,5 4 0,0-2-273,0-4 0,6-1 1,4-3-1,3-2-220,1-1 0,0-7 1,2 2-1,4-4 9,4-1 1,-2-6-1,2-4 1,1-2-63,3-3 0,-4-4 0,-2-2 0,0-1-41,1-4 1,-4 4 0,3-2-1,-1-2-145,-3-1 0,2-2 1,0 1-1,-3-1 10,-1 0 1,-1 0 0,-3 2-1,0 1 1,-3 3 1,-7 5 321,-2-1 0,-7 9 0,-7 5 0,-2 4 279,-3 1 0,3 6 1,-3 4-1,1 1-42,-1-1 1,5 2-1,-2-4 1,4 2-39,1-1 0,3-4-237,-1 5 0,5-5-173,0 4 1,2-7-1,4-2 4,2-8 0,0-5 0,5-3 0,2-1-23,2-3 0,2-5 0,-1-1 0,-1-6-120,-4-6 1,4-4 0,-5-1 0,0-2-16,-3-3 1,-4 4 0,-1-3 0,0 7 98,0 7 0,-1 4 0,-4 7 0,-5 6 24,-2 4 1,-4 9 641,-3-2 0,3 9 1,-4 2-1,4 0 48,2 1 1,0 2-1,1-2 1,2-1-243,1 1 0,0-3 0,-4-4 0,0 0-185,-1 0 1,-4 0 0,0-1-1,1-2-91,2-2 0,-3-5 1,0 4-1,1-2-38,2-3 1,2 3 0,0 0-50,-1 1 1,1-2 0,-1 4 14,1 2 0,0-4 0,-1 2 113,1 2 0,0 2 0,-1 1 0,1 0 47,-1 0 1,1-5 0,0 0 0,-1 2 42,1 1 1,-1 2 0,1 0 0,0 0 79,-1 0 1,-4 0 0,0 2 0,0 1-20,-2 2 0,3 6 0,-4-3 1,1 2-218,4-1 1,-1-1 0,0 3 0,-1-1-687,2 1 0,6-4 1,3-1-774,1 0 1,4-4 1547,8 3 0,-4 3 0,6 0 0</inkml:trace>
  <inkml:trace contextRef="#ctx0" brushRef="#br1" timeOffset="81">22285 11194 7851,'6'-8'383,"-2"-3"0,5 6 0,2 2 713,2 1 1,2 2 0,1 0 0,1 3-106,2 7 0,7 1 0,-2 15 0,3 4-266,2 7 1,4 11 0,1 6 0,-2 7-289,-2 6 0,-14-30 0,0 1 0,0 2 0,-1 0 0,-2 2 0,1-1-99,0 3 1,-1 0-1,0 3 1,0 1 0,-1-2-1,0 0 1,-3 1 0,-1-1-16,-2 1 0,-1-1 1,-1-3-1,-1-1 1,-3 34-1,-3-2-146,-7-2 0,-1 3 0,-13-2 1,-2-2-178,-1-1 0,-3-6 0,-4-3 0,-3-7 0,1-6 0,-6-5 0,4-4 0,-4-6-562,-1-2 0,0-9 1,1-4-1,2-7-2358,2-6 1,6-5 0,-2-7 2919,4-7 0,-18-33 0,-5-13 0</inkml:trace>
  <inkml:trace contextRef="#ctx0" brushRef="#br2" timeOffset="82">30414 11467 8218,'-15'-1'416,"1"-4"0,-1 3 0,1-4 0,0 1 0,-1 0 0,1 2 564,-1 2 0,6 1 0,-1 0 0,-1 0-337,-2 0 1,4 4 0,-1 3 455,-1 1-923,-2 1 0,-1 4 0,-1-2 0,3-1 0,-1 1 0,0 2 0,-3 1 349,0 1 0,-5-1 0,1 1 0,-4-1-188,-7 0 0,2 1 0,-6-1 0,2 0-53,-1 1 0,-6-1 0,2 1 0,-4-3-40,-1-2 1,-2-4 0,-1-4-1,-5 1-35,-5 2 1,3 0 0,-8-5-1,4 1-95,-2 4 1,-5-3-1,0 4 1,-3-1-32,3 0 1,-2 4 0,2-2 0,-1 1 52,-4 3 0,5-3 1,2 2-1,2-1 44,3-1 1,-1 3 0,4-6 0,4 0 35,7 1 1,10-4 0,-1 3 0,2-4-106,-1-1 1,2 0 0,-2-1 0,2-3-112,3 0 0,-3-3 0,-1 2 0,-3-2 0,-2-1 0,0-4 0,-4 6 0,-1-2 0,-2-3 0,-4 4 0,1 1 0,-2 1 0,-2 0 0,-2 1 0,-5 4 0,2 0 0,4 0 0,-3 0 0,7 0 0,0 0-132,-1 0 0,9 0 0,-2 0 0,4 0 176,1 0 0,-1-2 1,-4-1-1,2-2 43,2 2 1,1-4 0,-3 1 0,2-2-88,-2-3 0,0 3 0,0-2 0,3-1 0,2-2 0,0-6 0,3 0 0,-2 1 0,2 2 0,-3-3 0,2 0 0,1 1 0,1 2 0,2 2 0,1 1 0,-1 2 0,0 1 0,5 6 0,0-4 0,0 1-26,2 4 0,-1 1 0,6 2 1,-2 0-262,1 0 1,7-4-854,1-1-299,1 0 1,-1 3-258,0-2 1,6 2-524,-6-3 2219,7 4 0,-10 7 0,5 2 0</inkml:trace>
  <inkml:trace contextRef="#ctx0" brushRef="#br2" timeOffset="83">26558 11252 8185,'-6'-8'1307,"2"-4"-704,-5 8 1,4-1-163,-5 5 0,6 0 1,-6 0-1,-1 0 0,-4 1 1,-2 4 884,-2 5 1,-7 1-875,2-1 1,-5 2 0,-3-2-1,-3 3 1,0 1 0,-2 1 172,0-1 0,4-4 0,-4-2 0,0-1-419,1 1 1,2-3 0,-3 3 0,0 0-143,1 0 1,-1-3-1,-3 5 1,3-1 21,2-1 0,6 3 1,7-4-1,0 1-67,-1 3 0,12-3 0,1 2 117,7 1 0,3-3 1,0 1-1,2 1 103,3-2 1,1 5-1,7-5 1,0 1 99,3 1 0,-4 0 1,-2 4-1,1 0-83,2 1 1,1-1-1,1 0 1,-1 2-281,0 4 1,-4-3-1,-2 6 1,0-1-144,0 0 0,-5 2 1,4 5-1,-3 0-659,1 0 1,0 6 0,-3 2 0,1 1-854,2 0 0,-1 2 0,-4 7 1679,0 1 0,-2-1 0,-2 5 0,0 1 0,0 1 0</inkml:trace>
  <inkml:trace contextRef="#ctx0" brushRef="#br2" timeOffset="84">15883 13755 7768,'-8'-11'1870,"3"6"0,3 13 0,2 16 0,0 5-975,0 4 0,0 4 0,0 8 0,0 3-331,0 5 0,0 3 0,-1 1 1,-2 2-97,-2 4 0,-6-3 0,3 6 0,-2-2-255,1-3 0,-1-9 0,-3-2 1,2-4-621,1-2 0,2-4 0,-1-13 0,4-3-2152,3-5 0,2-11 67,0-8 1,0-8 2491,0-11 0,7 3 0,1-5 0</inkml:trace>
  <inkml:trace contextRef="#ctx0" brushRef="#br2" timeOffset="85">15351 14115 7811,'-7'0'2104,"7"0"-491,8 0 0,7 5 0,4 1 0,5 0-69,3 1 1,3 2-1,4-4 1,4-2-199,4-1 0,7 3 0,4 0 0,3-4-1161,2-4 1,4 0-1,0-7 1,-3-1-186,-4-2 0,-11-1 0,-7-1 0,-3 1 0,-7 0 0,-5 4-2535,-7 0 0,-2 9 2535,-4 1 0,-47 25 0,-18 14 0</inkml:trace>
  <inkml:trace contextRef="#ctx0" brushRef="#br2" timeOffset="86">17178 13827 7795,'-42'0'306,"4"0"0,6 0 0,5 2 0,4 2 0,2 8 0,4 4 699,1 3 0,0 6 0,-3-1 0,-4 5-354,1 5 0,0 4 0,4 10 1,-1 6 183,1 7 0,4 5 0,3 6 0,3-2-195,1-3 1,9-4 0,9-11 0,8-7-378,10-10 1,6-8-1,8-14 1,2-3-87,3-5 0,3-10 1,5-5-1,-3-4 0,-5-5 0,1-4 0,-1-7 0,-3-4-204,-5-4 1,-11-4 0,-10-2 0,-5-3-112,-4-1 0,-4-5 1,-7 6-1,-6 0 15,-7 2 0,-8 2 0,-14 0 0,-7 1-236,-8 4 0,0 9 1,0 12-1,1 6-173,4 6 1,-2 5 0,5 8 0,8 9-525,8 11 1,6 8-1,8 1 1,3 1-3116,6 2 4171,8 5 0,27-8 0,10 1 0,6 8 0,1-1 0</inkml:trace>
  <inkml:trace contextRef="#ctx0" brushRef="#br2" timeOffset="87">17926 14503 7801,'-19'0'2105,"-2"2"-1211,-2 3 1,6-4 0,-2 4 0,4-2 2931,6 2-1914,-4-3-2942,5 10 1,2-10-1,6 3 1,8-4-1353,4-1 0,-2-1 2382,0-4 0,-14-35 0,3-14 0</inkml:trace>
  <inkml:trace contextRef="#ctx0" brushRef="#br2" timeOffset="88">18185 13885 7801,'-2'-23'0,"-1"4"0,-2 3 269,2 2 0,1 4 1,4 2-1,3 2 1677,4 3 1,4 1-1,2 2 1,-1 0-1018,0 0 1,2 6 0,2 4 0,3 3-465,1 1 1,-4 5 0,2 2 0,0 1-146,-1 4 0,5 1 0,-5 4 0,-3 1-173,-5 1 0,-3 2 1,-5-1-1,2 3-286,-2-1 1,-9 6 0,-8-4 0,-9 4-277,-4 1 1,-8-1 0,-2-2-1,-1-4 9,-1 0 1,3-9-1,-3-8 1,6-5-24,2-4 0,9-4 0,4-9 1,5-7 215,4-9 1,6-11 0,-1-5 0,9-2 154,10-3 0,1 0 0,8 2 1,1 4 228,2 4 0,2 6 1,0 3-1,0 3 531,-1 6 0,1 7 0,-2 2 1,-1 6 209,-2 6 1,-5 11 0,4 4 0,-4 4-493,-6 6 1,-1-4 0,-7 4 0,-2-4-443,-1-1 0,-2-2 0,0-3 0,0-5-1426,0-3 0,-2-1 0,-1-1-2218,-2 0 1,1-4-1073,4 0 4738,0-7 0,0-54 0,0-21 0</inkml:trace>
  <inkml:trace contextRef="#ctx0" brushRef="#br2" timeOffset="89">18990 13841 8219,'0'-14'907,"0"0"1,0 4 1008,0 1 0,-6 5-1122,-4 0 0,-2 13 1,-3 7-1,1 5-180,-1 4 0,1 3 1,0 2-1,-1 2-292,1 2 1,0-1-1,1-4 1,3 0-346,5-1 0,4 0 0,1-4 0,0-5-244,0-3 0,11-2 0,3 1 0,4-1 98,3 0 0,-4 1 0,6-1 0,-3 0 286,-2 1 0,1-1 1,-3 1-1,-5-1 297,-3 0 0,2 6 0,-5-1 0,-2 0 66,-1 2 0,-9-5 0,-2 3 0,-4-3-304,-2-2 1,-4 6 0,-2-1-1,-1-2-343,-3-1 1,-3-1 0,0 1 0,-1 0-865,0-2 0,0 2 0,2-11 1,3-4-3097,5-4 4127,3-11 0,-4-42 0,0-19 0,5 20 0,-1 0 0,1 0 0</inkml:trace>
  <inkml:trace contextRef="#ctx0" brushRef="#br2" timeOffset="90">18832 13813 7801,'7'-15'633,"-4"1"0,8 1 1,3 2 907,4 1 0,8 7 0,-1-3 0,5 1-151,4 0 1,6 0 0,-3 5 0,1 0-719,0 0 1,-1 0 0,3 0 0,-3 0-1491,-2 0 1,-3 2 0,-6 1 0,-4 4-4951,-1 1 5768,-2 1 0,-81 25 0,21-15 0,0 0 0</inkml:trace>
  <inkml:trace contextRef="#ctx0" brushRef="#br2" timeOffset="91">19998 13784 7742,'-29'0'0,"5"0"0,1 0 0,3 3 0,2 5 0,4 10 0,2 6 0,3 8 1492,-2 3 0,-2 10 0,-2 9 0,-1 5-583,-3 3 0,2 7 0,-7-3 1,-2 1-60,-1 0 1,-2-5 0,0 2 0,1-3-654,-1-5 1,0-8 0,0 2 0,1-3-453,-1 1 0,6-8 1,4-11-1,5-8-1097,4-5 1,-1-6 0,8-2-1,4-4-4814,7-5 6166,5-12 0,1-32 0,-1-16 0,3-5 0,-1 0 0</inkml:trace>
  <inkml:trace contextRef="#ctx0" brushRef="#br2" timeOffset="92">19882 13971 7761,'10'-22'0,"0"2"0,2 4 916,6 2 0,4 1 0,7 2 1,0 1 692,0-1 1,1 3 0,2 0 0,2 0-606,-2 0 0,-2 5 0,-1-2 0,-2 4-207,-3 1 1,-2 0 0,-4 0-482,1 0 0,-6 6 0,-8 5-256,-4 7 1,-2-1-1,-6 7 1,-6 2-134,-4 1 1,-9 2 0,2 1-1,-3 2-352,-2 2 1,1-1-1,0-5 1,1-3-175,-2-1 1,10-1-1,-5 1 1,7-5-555,2-3 0,2-7 596,4 1 1,9-2-1,9 1 1,6-4 388,4-3 1,-1 3-1,4-1 1,0 1 170,1 2 0,-4-4 0,3 6 0,-1 3 374,-3 0 0,-2-2 0,-2 0 0,-1 2 226,-4 6 1,-2-2 0,-7 3-1,0-3 142,0-1 1,-2 4-1,-3 0 1,-4 0-152,-4 2 0,-3-5 0,-1 3 0,-4-3-172,-2-2 1,-2-4 0,-7 0 0,-3-1-280,-2-1 1,-1 0 0,-6-5 0,1 2-663,0-2 0,0-3 1,1-3-1,2-3-1154,2-2 1,11-2-1,0-4 1,6-1-4043,8 1 5715,5 0 0,27-39 0,5-9 0</inkml:trace>
  <inkml:trace contextRef="#ctx0" brushRef="#br2" timeOffset="93">21105 13568 7761,'-27'-6'221,"3"-4"1,2 4 0,4 1 0,-1 3-1,0 4 1,0 4 0,-2 7 1104,-2 5 1,-1 14 0,-4 1 0,-3 9-721,-2 6 0,-4 11 0,16-24 0,-1 2 0,0 2 0,1 0 563,-1 1 0,1 0-921,2 6 1,1-1 0,0-5 0,1 0 0,2 4-1,1 0 1,1-3 0,0 0 0,-6 35 0,9-7-1,7-8 167,3-7 0,7-6 0,2 3 0,4-3-281,1-6 0,6-1 0,-1-7 1,0 0-1217,2 1 1,-5-11 0,3 0 0,-3-8-568,-2-7 0,5 2 0,1-6 1,-3-2-167,-1-1 0,-3-4 1815,-3-2 0,2-49 0,-4-17 0</inkml:trace>
  <inkml:trace contextRef="#ctx0" brushRef="#br2" timeOffset="94">21422 14100 7776,'0'-14'288,"0"0"0,0-1 0,0 1 644,0 0 0,0 4 0,-2 2-244,-3 2 1,-3 1 0,-6 6 0,-2 4 14,-3 5 0,1 4 0,-6 7 0,-1 6 25,-2 5 1,-7 14-1,0 2 1,2 7-213,2 2 0,3 9 0,3 4 0,5 9-183,10-37 0,2 0 0,-1 33 0,6 2 0,10-13-171,11-10 1,15-10 0,7-14 0,7-9-106,4-12 1,0-5-1,6-6 1,1-3 88,3-4 0,-7-11 0,1-4 0,-5-4 19,-5-6 0,-6-3 1,-5-6-1,-4 0 79,-9 0 1,-4 0 0,-6-1 0,-2 0-77,-5-4 0,-5 1 0,-7-4 0,-7 2-649,-8 2 0,-12 2 0,-3 4 1,-1 4-513,0 8 1,-1 7 0,-4 9 0,0 2-182,0 1 0,6 7 0,3 0 1,6 6-460,4 7 1,3 7 0,6 4 1632,1 2 0,-19 13 0,-6 9 0</inkml:trace>
  <inkml:trace contextRef="#ctx0" brushRef="#br2" timeOffset="95">21364 14144 7776,'-13'-15'361,"4"1"0,-9-1 1,6 1 583,2 0 1,2-7 0,-2-3-537,6-3 1,-3-4-1,2-2 1,2-6 0,0-2-1,0-2 1,-2 1-1,2 4 1,1 4 22,2 4 1,7 9-1140,2 7 0,4 6 1,1 11-1276,1 6 1982,-7 1 0,-15 49 0,-9 4 0</inkml:trace>
  <inkml:trace contextRef="#ctx0" brushRef="#br2" timeOffset="96">21767 14129 7776,'0'-24'656,"0"0"1,0 0 349,0 2 0,2-7 1,2 0-1,6-6-515,3-2 1,8-4-1,3 2 1,3-2 363,2-2 0,-2 6 0,-2 3 0,-1 4-517,2 1 0,-5 7 0,-2 4-1841,-3 7 1,-3 6 0,-4 12-996,-4 7 0,-7 8 2498,-7 12 0,-17 10 0,-9 6 0,-7 8 0,-1-1 0</inkml:trace>
  <inkml:trace contextRef="#ctx0" brushRef="#br2" timeOffset="97">21810 14489 7946,'0'-14'492,"0"-1"0,0 1 0,2-2 0,4-2 358,9-1 0,5-7 1,9 2-1,0-1-150,0 1 1,0-2 0,-1 7 0,3 2-176,2 1 1,-9 3 0,0 3 0,-6 5-521,-4 4 0,-4 2 0,-2 4 1,-2 5-1036,-3 3 1,-1 7 0,-4 4 0,-2 5-4236,-6 5 5265,-3-4 0,-16 19 0,-7 8 0,-4 1 0,1 0 0</inkml:trace>
  <inkml:trace contextRef="#ctx0" brushRef="#br2" timeOffset="98">21825 14791 8650,'-8'0'1705,"8"5"0,9 3 0,4 3-680,1 5 0,1 8 1,-1 0-1,1 3-622,-1 2 0,0 0 0,-1 0 0,-2-1-1226,-1 1 0,-7-5 0,2 0 0,-3 2-2045,-2 1 0,0 0 2868,0-3 0,-64 3 0,24-16 0,0 1 0</inkml:trace>
  <inkml:trace contextRef="#ctx0" brushRef="#br2" timeOffset="99">21681 15064 7798,'-7'13'0,"-1"-2"1162,0-1 1,2 0-1,6 4-262,0 0 1,0 1 0,0-1 0,0 1-428,0-1 0,0 0 0,0 1 0,-2 1-378,-2 3 0,2-3 0,-3 3 0,2-1-618,-2 1 0,2-5 1,-5 2-1,2-5-2703,2 1 3226,-4-6 0,-57-19 0,22 1 0,0 0 0</inkml:trace>
  <inkml:trace contextRef="#ctx0" brushRef="#br2" timeOffset="100">21077 15108 8845,'-10'6'842,"0"4"0,7 2 0,-2 3 0,4 1 53,1 3 0,-7-1 1,-2 6-1,-4 0-838,-1-2 1,-1 3 0,1-4 0,-1 0-847,1 0 1,1-2 0,2-6 0,3-2-1492,2-1 0,-1-7 2280,2 2 0,4-10 0,-6-3 0</inkml:trace>
  <inkml:trace contextRef="#ctx0" brushRef="#br2" timeOffset="101">20947 14575 7761,'-43'0'396,"1"0"0,4 0 0,4 2 378,4 3 0,0 3 1,-2 6-1,-2 2-138,2 3 0,2-1 1,3 4-1,3-1-600,4-3 0,6-2 1,4-2-827,6 0 1,13-6-1,9-3 1,6-5 789,6-5 0,4-30 0,3-14 0,1-7 0,0 1 0</inkml:trace>
  <inkml:trace contextRef="#ctx0" brushRef="#br2" timeOffset="102">20947 14316 7768,'-35'-14'271,"-2"1"0,0 2 696,4 1 0,2 6 0,3-4 0,-1 1-391,0 4 0,0-3 1,2-1-1,3 1-632,5-1 0,9-4 56,6 2 0,53-43 0,-17 21 0,0 0 0</inkml:trace>
  <inkml:trace contextRef="#ctx0" brushRef="#br2" timeOffset="103">22299 13338 7768,'-6'0'2496,"6"3"-832,8 7 0,5 2 0,1 16-1244,1 2 1,1 15-1,3 3 1,5 9-1,3 9 1,2 9-1,-14-35 1,0 2-1,1 2 1,0 1 0,1 1-1,1 1 109,1 1 1,-1 1 0,-2 2 0,0 1-1,0-2 1,0 0 0,-3-3 0,-1-1-277,-1-3 0,-2-1 0,0 36 1,-4-4-1,-5-1-38,-5-1 1,-9-3 0,-10-12 0,-5 1-24,-4 0 1,-3-1 0,-4-1-1,2-3-131,-2-5 0,-3-5 0,-3-3 0,-2-3-883,1-2 1,-2-8 0,2-8 0,4-3-1398,3-1 0,3-7 0,1-5 2219,7-6 0,-23-30 0,-8-13 0,-3-5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312"/>
    </inkml:context>
    <inkml:brush xml:id="br0">
      <inkml:brushProperty name="width" value="0.05292" units="cm"/>
      <inkml:brushProperty name="height" value="0.05292" units="cm"/>
      <inkml:brushProperty name="color" value="#57D2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1338 11208 8731,'-8'7'697,"3"2"1,3 11 0,2 5 0,-1 7 0,-2 8 0,-4 6 0,-1 9 0,-3 7-8,-2 10 0,-3 8 0,7-36 1,-1 2-1,-1-1 0,-2 1-205,0-2 0,-1 1-437,-3 3 1,-1-1-1,-1-3 1,-1 1-1,-2 2 1,-2 0-1,0 0 1,0-1 0,0-2-1,0 0 1,0-2-1,0-1 1,0-2-1,0-1 7,1-1 0,0-1 1,-2 2-1,0 0 1,2-3-1,0 0 0,-19 27-508,7-6 1,11-11-1,7-2 1,5-9-681,8-9 1,4-5-1,6-11 1,8-4-285,9-3 0,9-10 0,1-7 1417,-1-7 0,-7-14 0,0-7 0,1-3 0,1 0 0</inkml:trace>
  <inkml:trace contextRef="#ctx0" brushRef="#br0" timeOffset="1">1352 11640 7730,'0'-19'337,"0"0"0,0 0 1,0 4-1,0 1 769,0-1 0,2 6 1,3 1-1,4 0 315,4 0 0,3 5 0,3-2 0,5 3-611,3 2 0,2 2 1,1 1-1,2 3-252,2 2 0,4 2 0,-3 3 1,1-2-282,-1-1 0,-6-1 0,-7 7 0,-3 2-180,-6 1 1,0 0 0,-10-3-1,-5 3-85,-6 5 1,-6 3-1,-5 2 1,-7 0 52,-6 0 1,0 4 0,-5 1 0,2-2-116,3-2 1,4-6-1,4-1 1,4-3-266,4-2 0,7-2 0,1-2 0,3 1-1108,7-1 1,4 0 0,10 1-1,2 1 1356,1 3 1,5 2-1,-5 4 1,-1-1 388,-3 2 0,0 6 0,-2 2 0,-2-3 390,-2 0 0,-5-2 0,-1 1 0,-6 2-46,-7 2 0,-9-1 1,-5-4-1,-5-2-373,-4-3 1,-6 3 0,-7-3 0,-5 2-357,-5-2 1,1-3 0,-7-7 0,1-1-556,-1-4 0,14 3 0,3-9 1,12-5-2521,10-6 1,12-13 3137,6-7 0,17-12 0,7-7 0,1-6 0,0-1 0</inkml:trace>
  <inkml:trace contextRef="#ctx0" brushRef="#br0" timeOffset="2">2805 11065 7760,'-14'-15'128,"-5"6"0,-1 1 0,3 1 0,1 4 0,0 3 0,-3 6 1,-5 9 749,-3 7 1,-2 7 0,0 6 0,0 8 820,0 8-1512,-6 12 1,19-26 0,0 2 0,-3 5 0,0 0 0,0 2 0,0 1 0,-1 2 0,1 1 0,0 2 0,0 0 0,-1 4 0,0 2 143,-1 3 1,0 1 0,3-3 0,0 0-1,0 3 1,2-1 0,1-4 0,1 0-145,2-4 1,0-1 0,2-3 0,1 0 0,3-3-1,2 0 1,2-1 0,0-2 343,0 37 1,8-11-1,6-7 1,5-4-833,7-5 0,5-5 0,3-10 0,3-4-1427,2-4 0,-4-1 1,6-2-1,-1-3-261,-1-5 1,1-4 1988,-9-6 0,5 1 0,-12-4 0,-1 4 0,0-1 0</inkml:trace>
  <inkml:trace contextRef="#ctx0" brushRef="#br0" timeOffset="3">3007 11654 7750,'-2'-12'0,"-1"0"222,-2 3 1,-5 4 770,6-5 0,-1 6 91,5-6 1,0 5-128,0-4 1,0 12-518,0 2 1,-2 6 0,-1 3 0,-3 2-91,-2 3 0,0-1 0,-4 6 0,3 2-82,-2 1 1,-2 3 0,-1 4-1,-1 4-33,1 4 1,4 1-1,2 0 1,0 2-51,0 3 0,5-5 1,-2 0-1,4-8-71,1-4 0,0-3 0,1-2 0,4-5-203,5-7 0,2-9 0,4 0 0,4-4-32,4-1 0,-2-11 0,0-3 0,1-4 47,-1-3 1,-3 4-1,4-6 1,-3 1 18,-2 0 0,-2 4 1,-2-1-1,1 1 21,-1-1 1,-1 8 0,-2-3 82,-1 1 1,-6 6 52,6 3 1,-7 13 0,2 7-1,-3 5 106,-2 4 0,0 4 1,0 3-1,0 2 38,0-2 1,0 0-1,0-2 1,1 0-128,4-2 0,-2-9 1,7-2-1,1-4-215,2-3 0,1-7 0,2 2 0,2-5 48,1-5 1,7-3-1,-4-8 1,2-2 11,0-1 0,-5-6 0,3 1 1,1-5-73,-1-5 1,-3 6 0,4-3-1,-2 6-237,-4-1 0,-1-1 0,-2 0 0,1 1-54,-1 2 1,1 7 0,-3-3 36,-2 4 299,-4 8 1084,-6 2-720,-6 12 0,4-2-316,-2 5 0,2-7-219,2-2 0,0-7 0,0-7 108,0 0 0,0-6 0,0 0 1,0-3 47,0-2 0,-2-2 0,-1-4 0,-3-2-33,-2-6 1,-2 2 0,-6-3 0,-3-3-64,-5-3 1,2-2 0,-4 5-1,-3 1 174,-3 4 0,-9 9 1,-1 12-1,-4 5 14,0 8 1,-6 12 0,0 9-1,-4 12-81,-2 6 0,7 3 0,5 6 1,6-1 231,6 0 0,10-5 0,7-1 0,5-2-953,8-3 1,4-6 0,4-2 0,6 0-2202,3-2 0,8 5 2989,3-3 0,9 23 0,4 5 0</inkml:trace>
  <inkml:trace contextRef="#ctx0" brushRef="#br0" timeOffset="4">2892 12662 7750,'0'-15'361,"-5"1"1543,0-1-1202,0 7 0,7 2 1,3 8-1,4 2 1,2 8 357,-1 5 0,1 1 0,-6 4 0,-2 1-771,-1-1 1,-2 4 0,0 6 0,0 1-471,0-1 1,-2-2 0,-1-1 0,-2-2-777,2-3 1,1 2 0,2-7-1,2-3-4684,3-5 5641,3-4 0,15-34 0,6-17 0,3 0 0,-1 0 0</inkml:trace>
  <inkml:trace contextRef="#ctx0" brushRef="#br0" timeOffset="5">3323 12561 7772,'-5'10'0,"-1"-2"398,-2-2 0,5 5 1,-4-1-1,3 2 736,-1 3 1,0-1 0,5 2 0,0 3-658,0 5 0,-5 2 0,0 0 0,2-2-667,2 1 0,1 1 0,0-1 1,0-2-1137,0-3 0,1-5 1,4-7-88,5-2 0,2-1 0,3-8 1413,-1-7 0,20-44 0,-15 15 0,0 1 0</inkml:trace>
  <inkml:trace contextRef="#ctx0" brushRef="#br0" timeOffset="6">3611 12561 7772,'14'-14'79,"1"-1"1,-1 2-1,0 4 507,1 4 0,-6 5 0,-1 5 0,-1 6 158,-4 7 1,-1 4 0,-2 8-1,-2 2-351,-3 2 1,2 4-1,-7-3 1,-1 1-303,-2-1 0,4-2 0,1-4 0,1 0-1059,4 0 0,2-7 0,2-4-3496,4-7 4464,3-5 0,6-6 0,1 0 0</inkml:trace>
  <inkml:trace contextRef="#ctx0" brushRef="#br0" timeOffset="7">3985 10993 7733,'8'-15'381,"3"1"0,-4 1 0,2 3 0,5 6 0,6 2 0,4 2 0,4 3 1083,4 7 1,8 7-1,0 19 1,5 7-830,3 8 1,2 13 0,-27-29-1,0 2 1,1 2 0,-2 2-386,0 1 1,-2 0 0,-1 4 0,-3 1 0,-3 1 0,-4 2 0,0 2 0,-3 1-189,-2 5 1,-2-1-1,-1-2 1,-2-1-1,0 2 1,-3 0-1,0-2 1,-3-1 102,-1 0 0,-1 0 1,-4 0-1,-2 1 1,-2-4-1,-1 0 1,1 0-1,-1-2-197,1-3 0,-1-1 0,-2-2 1,0 0-1,1-2 0,0 0 0,-2-3 1,0-1-943,-22 33 1,5-5-1,2-3 1,6-14-5391,8-10 6364,4-13 0,0-5 0,4-9 0,3-4 0</inkml:trace>
  <inkml:trace contextRef="#ctx0" brushRef="#br0" timeOffset="8">5193 12259 7687,'-6'-8'1171,"-2"-5"0,6 7 0,7-4 0,8 5-270,6 4 0,4 1 1,5 0-1,3 0 1581,2 0-2144,4 6 0,1-3 1,-1 5-1,0 0 1,-2-1-1,2-1 1,-2-1-525,0 1 0,-3-3 0,-6 5 1,-4-1-848,-1-4 0,-7 0-317,-4 2 1,-13 3-1,-4 6 1,-9 1-199,-8-1 1,-9 0-1,-6 2 1548,-2 4 0,-12-1 0,-8 3 0,-4 5 0,-1-1 0</inkml:trace>
  <inkml:trace contextRef="#ctx0" brushRef="#br0" timeOffset="9">5150 12575 7693,'-14'7'758,"1"-4"20,4 6 1,10-5 0,13 0 0,9-2 390,4-2 0,7 0 0,1 0 0,2 0-298,3 0 0,6-5 1,2 0-1,-2 2-470,-1 2 1,1-4 0,1 0-1,-4 2-848,-2 1 1,3 2 0,-11 2 0,-3 1-1109,-4 2 1,0 1 0,-7-1 1554,-2 5 0,-26 9 0,-9 3 0</inkml:trace>
  <inkml:trace contextRef="#ctx0" brushRef="#br0" timeOffset="10">6762 11496 8500,'-8'2'1524,"3"3"0,2 6 1345,-2 6-2514,3 6 1,-4 14-1,6 7 1,0 12 0,0 11-1,0 9 1,0-35-1,0 1 894,0 2 1,0 1-1187,0-1 0,0 0 1,-2 5-1,-1 1 0,0-2 1,0-1-1,-1-1 0,0 0 1,-1-3-1,0-1 0,-5 32 1,2-11-239,2-3 1,1-9-1,5-5 1,0-7-521,0-11 0,7-1 0,2-6 1,4-2-1808,1-3 0,1 0 2502,-1-11 0,7-26 0,1-11 0</inkml:trace>
  <inkml:trace contextRef="#ctx0" brushRef="#br0" timeOffset="11">7452 11654 8395,'0'-14'2693,"5"8"1,1 7-1646,2 12 1,-4 14-1,2 13 1,-1 7-223,0 5 0,-1 12 0,-4 8 1,0 8-624,0-38 1,0 1 0,0 0 0,-1 0-1,-1 0 1,-1 1 0,-1-2 0,0 0-199,0-1 1,0 0 0,-7 39 0,4-12 0,1-10-807,0-10 0,-4-5 0,5-11 0,2-3-930,1-2 1,1-5 0,-2-10-2228,-2-3 3958,-6-6 0,-61-41 0,25 10 0,-1 0 0</inkml:trace>
  <inkml:trace contextRef="#ctx0" brushRef="#br0" timeOffset="12">7064 12431 7698,'9'-14'357,"1"0"0,1 4 0,7 2 1,4 2 1157,5 2 1,0-2-1,13 0 1,4-1 248,2 1 1,8 1-1,-3 5 1,2 0-946,0 0 1,-7 0 0,2 0 0,-5 2-541,-4 2 0,-4-2 1,-6 4-1,-2-1-1325,-3 0 0,-3 0 0,-7-4 0,0 3 1046,1 0 0,-14 8 0,-2-4 0</inkml:trace>
  <inkml:trace contextRef="#ctx0" brushRef="#br0" timeOffset="13">9049 12158 7848,'-14'0'185,"-1"-2"0,1-1 0,0-3 0,-1-1 1,1 1 678,-1 3 1,1 1-1,0 2 1,-1 0 824,1 0-1347,-1 7 1,1 2-1,0 9 1,-2 4 0,-2 4-1,-1 6 1,1 5 375,2 7 1,7 7 0,1 12 0,1 6-333,4 6 0,2-7 1,2 3-1,6-6-131,7-4 0,8-8 0,12-8 0,4-10-205,4-11 0,3-13 0,1-6 0,4-7 188,1-7 0,0-4 1,2-14-1,-7-5 132,-6-4 0,1-8 1,-5-9-1,-4-3-15,-8-2 1,-7 1 0,-4-2 0,-3-2-154,-6-1 1,-8-6 0,-9 6 0,-8 0-374,-8-2 0,-11 9 1,-1 0-1,-6 7-87,1 11 1,1 8 0,4 16-1,-1 5-128,-1 8 0,9 15 0,-6 13 0,7 11-397,4 7 0,2 0 0,11 6 0,1-3-647,8-2 1,7-3 0,7-2-1,9-2 135,5-2 1,5-7 0,7-3-1,4-5 1295,0-2 0,1-5 0,4 3 0,0 3 0,1 0 0</inkml:trace>
  <inkml:trace contextRef="#ctx0" brushRef="#br0" timeOffset="14">9912 12877 7848,'-14'0'1178,"0"0"1,4 0 0,0 0 0,1-1 506,1-4 0,0 3 1,5-4-696,-2 0 1,0 2-2652,5-5-864,0 6 0,2-4-1982,2 7 4507,4 0 0,32-25 0,7-7 0</inkml:trace>
  <inkml:trace contextRef="#ctx0" brushRef="#br0" timeOffset="15">10358 12288 8498,'0'-24'1050,"0"0"0,0 11-182,0-2 0,-6 11 1,-5 0-1,-5 8-204,-3 5 1,-5 10 0,3 7-1,-2 6 34,-2 6 1,-1 5-1,1 5 1,1 5-165,-2 3 1,5 3-1,4 2 1,6 1-341,6-1 1,5-8 0,6-5 0,9-5-109,7-5 0,5-10 0,3-14 1,4-8-124,4-4 1,-1-2-1,0-3 1,0-5-47,-1-7 1,-5-9 0,-1 0 0,-6-4 244,-3-6 1,-2-1 0,-6-5-1,-3 2-114,-6-2 1,-2-7 0,-4-2 0,-2-1-216,-6 1 0,-14-6 1,-6 4-1,-7-2-334,-8 1 1,2 12 0,-5 3 0,3 10-496,2 7 0,5 11 1,3 6-1,6 6 56,11 6 0,4 11 0,11 4 1,4 3-3303,7 2 4242,5-1 0,19-4 0,8 0 0,3 3 0,0-1 0</inkml:trace>
  <inkml:trace contextRef="#ctx0" brushRef="#br0" timeOffset="16">11020 12288 7848,'-14'0'2294,"-1"0"0,1 0-749,0 0 0,-1 1 1,2 4-727,4 5 0,-4 7 1,5 4-1,-2 1-349,1 4 1,6 1-1,-4 2 1,2 0-173,1-1 1,-1 1 0,5-2 0,1-3-245,4-5 1,-2-3-1,9-1 1,2-1-28,4 1 1,7-7 0,-1-4 0,2-2-54,-2-2 0,3 0 0,-5 0 0,1 0 153,-4 0 0,-3 5 1,-2 0-1,1-1 281,-1 3 0,-6 2 0,-3 9 31,-4 1 1,-1 2 0,-3-2 0,-5 5-313,-6 3 0,-9 2 1,3 0-1,-4 1-434,-7 4 1,3-4 0,-8 4-1,1-4-607,-3-1 0,-4 0 0,1-4 1,2-4-279,6-7 1,9-10-1,5-6 1,3-11-925,1-9 1,7-13 2115,3-8 0,7-18 0,1-11 0,1-9 0,0 0 0</inkml:trace>
  <inkml:trace contextRef="#ctx0" brushRef="#br0" timeOffset="17">11034 12273 8419,'15'0'1688,"-6"0"1,1 0 0,1 0-678,2 0 0,1 0 0,1 2 0,1 1-813,3 2 1,-1 6 0,4-3 0,0 2-1822,1-1 0,-1 1 1623,2 4 0,-3-6 0,-7-2 0</inkml:trace>
  <inkml:trace contextRef="#ctx0" brushRef="#br0" timeOffset="18">11552 12719 7773,'-14'15'879,"0"-1"0,1 0 904,3 1 1,4-6 0,6 1-109,0 1 1,0-3-1971,0 2 0,6-7 0,4 0 295,3-6 0,-25-50 0,-5-17 0</inkml:trace>
  <inkml:trace contextRef="#ctx0" brushRef="#br0" timeOffset="19">11941 12302 7568,'6'-8'-1441,"-4"-5"1444,4 12 533,-6-6 291,0 7 513,0 0-387,0 7 0,0-4 0,0 6-591,0 3 0,0 2 1,0 5-1,0 7-52,0 6 0,-1 4 0,-3 11 0,-2 4 6,-2 6 1,-2 15 0,-4 0 0,0 2 18,-1-1 1,-1-1-1,-1 0 1,-4-3-31,-1-7 1,2-1-1,-4-13 1,0-1-186,2-3 1,-4-2 0,7-4 0,2-6-749,1-6 1,6-1 0,2-5-1268,2-3 1,3-7-1,7-7-762,6-6 2657,3-5 0,-4-31 0,-4-13 0,2-4 0,1 1 0</inkml:trace>
  <inkml:trace contextRef="#ctx0" brushRef="#br0" timeOffset="20">12042 12359 7830,'-7'-14'0,"-1"0"4227,0-1-3452,2 1 0,12 6 1,5 3-1,5 4 26,4 1 1,4 0 0,-4 0-1,3 0-200,2 0 0,2 1 0,2 4 0,0 3-272,0 0 1,-5 5-1,-2-5 1,-1 1-141,-4 1 1,-1-1 0,-1 6 0,-2-1-25,-4 1 1,-2 4-1,-7 0 1,0 0-265,0 2 0,-7-5 1,-2 5-1,-4-2-512,-2 0 1,1 2 0,0-4 0,-1 3-227,1-3 0,0-1 0,1-1 311,3-1 0,4 0 0,6 1 511,0-1 0,1-4 0,4-1 0,3 3 203,0 0 1,5 4 0,-3 2 0,2 1 259,3-1 1,-1 2 0,0 0 0,-1-1 42,-3 2 0,3-5 0,-5 3 0,0-2 6,-4 3 1,-2-4 0,-2 3 0,0-3-132,0-2 0,-6 1 0,-6-1 1,-4 0-244,-3 1 0,-6-6 1,1 1-1,-5 1-311,-5 2 1,-1-5-1,-5-2 1,2-1-852,-2 0 0,3-2 1,0-6-1,4-5-470,6-5 0,4 2 1,10-10-1,4 2 1509,4 0 0,16-16 0,8-7 0,1-1 0,0 0 0</inkml:trace>
  <inkml:trace contextRef="#ctx0" brushRef="#br0" timeOffset="21">13236 11698 7775,'-10'-10'672,"1"2"343,-3 2-737,6 1 1,-7 5 0,4 0 0,-4 1 0,-2 6 0,-1 7 470,-3 9 1,-2 5-1,-4 6 1,1 6-218,-2 6 0,-1 7 0,-2 11 0,1 8-276,13-33 1,1 2 0,-1 4 0,-1 1 0,1 2 0,0 0 0,0 1 0,0 1 3,1 0 1,0 1 0,2 1 0,1 0 0,-2-2-1,2 0 1,1-3 0,2-1 89,2-3 0,1-1 0,-2 36 0,7-7 0,0-4-83,0-5 0,7-9 0,2-7 0,4-4-205,2-4 0,1-1 0,1 1 0,2-4-161,-1-4 1,4-3 0,2-1-1,2-4-1060,-2-1 1,3-3 0,-3-7 0,3-2-1917,2 3 0,-2-6 3075,-3-1 0,-54-4 0,-20-1 0</inkml:trace>
  <inkml:trace contextRef="#ctx0" brushRef="#br0" timeOffset="22">13394 12288 7798,'-2'-13'210,"-2"3"0,0 2 1,-4 3-1,0-4 1,2-4 1385,0-1 0,-4-1-864,5 1 1,-1 6 0,1 3-205,-5 3 0,-2 9 1,-3 4-1,-1 8-183,-3 10 1,-2 8-1,-4 12 1,1 7-48,-2 5 0,1 6 0,1-3 0,4 0-27,4 0 1,8 2 0,5-9 0,6-6-89,7-4 1,9-11-1,5 0 1,5-4-68,5-4 1,2-2 0,7-12-1,1-1-159,-1-3 0,5 1 0,0-6 0,-2-2-76,-1-2 0,-2-7 0,0-5 0,0-5 208,0-3 0,-4-8 1,-2-1-1,-4-5 263,-6-4 0,1-5 1,-9-2-1,-3 2 46,-5 1 0,0-6 0,-6-2 0,-4-3-272,-4-2 1,-11-3-1,-10-4 1,-3-2-96,-2 3 0,-6-3 1,-4 6-1,-4 7-282,-5 9 0,4 12 1,-6 11-1,2 7-318,0 6 1,0 12-1,7 7 1,4 10-653,8 8 1,3 0 0,12 5 0,6 0-64,5-1 0,9-2 0,4 3 1,3-2 1283,1-3 0,13-2 0,4-1 0</inkml:trace>
  <inkml:trace contextRef="#ctx0" brushRef="#br0" timeOffset="23">13336 12014 7798,'-19'-14'67,"0"-1"1,0 6 0,6-1 0,2-1 1090,1-2 0,2-1-644,-1-1 0,2-4 0,9-2 1,3-1-1,4-5 0,6-3 510,4-4 1,3 0-1016,7 6 1,0-1 0,1 2 0,1 1 0,-1 4-1,-3 1-711,0 3 0,-1 9 0,-2 4 0,-5 3-2481,-3 2 3183,-2 7 0,-20 31 0,-12 15 0,2 6 0,-1 0 0</inkml:trace>
  <inkml:trace contextRef="#ctx0" brushRef="#br0" timeOffset="24">13912 12072 7798,'0'-23'184,"0"-2"1,1 4 0,3-1 869,0-4 1,9-1 0,0-2 0,6 0-420,4 1 1,-1 0 0,4 3 0,-2 2-602,1 3 0,2 5 0,2 7 0,-2 2-1720,-3 3 1,2 7 0,-7 6 1685,-1 3 0,-31 24 0,-20 18 0,-1 1 0,-2 5 0,1 0 0,0 0 0</inkml:trace>
  <inkml:trace contextRef="#ctx0" brushRef="#br0" timeOffset="25">14113 12575 8522,'15'7'760,"-1"-6"0,0 4 1,2-2-219,4 2 0,0-2 0,6 7 0,-4-1-457,-1-1 1,-2 5 0,-4-3 0,-1 3-86,0 1 0,-38 39 0,-9 9 0</inkml:trace>
  <inkml:trace contextRef="#ctx0" brushRef="#br0" timeOffset="26">14171 13065 7798,'-19'12'415,"-1"-2"0,8 3 0,5-4 0,2 4 303,1 1 1,-1 2-1,5 2 1,0 1-38,0-1 1,1 3 0,3-1 0,2 1-453,2 0 0,-5 0 0,4-4 1,-3 2-1245,1-1 0,0-2 0,-7-2 1015,-2 1 0,-62-7 0,23-5 0,0 0 0</inkml:trace>
  <inkml:trace contextRef="#ctx0" brushRef="#br0" timeOffset="27">13552 13525 7798,'-13'2'690,"4"2"0,-2 0 0,4 5 0,1 2 413,-1 2 1,-4 6 0,3 2 0,-1 1-766,-1 4 1,2-4-1,-2 1 1,6-2-2155,2-4 1,-3-6 1815,1-1 0,-8-26 0,4-2 0</inkml:trace>
  <inkml:trace contextRef="#ctx0" brushRef="#br0" timeOffset="28">13020 13467 7798,'-29'0'0,"0"0"0,2 0 830,3 0 0,2 0 1,4 0-1,-1 0-260,1 0 0,-2 0 0,0 0 0,3 2-525,1 3 1,2 1-1,-1 5 1,1-1-1311,-1 1 1,1 0 1264,0-1 0,12-10 0,4-8 0</inkml:trace>
  <inkml:trace contextRef="#ctx0" brushRef="#br0" timeOffset="29">14401 11539 7773,'8'-6'282,"5"3"1,-2-5-1,5 1 1,5 4 0,3 2-1,5 2 1,4 6 1234,4 7 1,1 20 0,5 15-1,2 13-1069,-20-24 1,-2 1-1,0 6 1,-1 3-1,1 6 1,0 2-1,-1 1 1,-2 1-198,0 2 1,-2 0-1,-4-3 1,-2 0-1,0 0 1,-2 1-1,-2-3 1,-3-1-153,-2-5 1,-1-1 0,-4-3 0,-3 0 0,-1-4-1,-2-1 1,-3 0 0,-2-2-4,-2 2 1,-2-1-1,-20 30 1,15-34-1,-1 0 1,0-1-1,0-1-340,-25 33 1,-1-6 0,4 3-1,0-6-1123,3-4 0,10-8 0,2-8 1367,5-2 0,7-21 0,-3-9 0</inkml:trace>
  <inkml:trace contextRef="#ctx0" brushRef="#br0" timeOffset="30">30011 15611 7877,'0'15'1283,"-2"-3"-587,-3-2 1,4 3-273,-4-4 0,2 3 1,0-1-1,-2-2 1,2 3-1,1 0 1,0 1 3018,-2-3-2726,2-4 1,-11-7 0,5-4-248,0-5 0,-6-4 0,1-5 0,-6-7-140,-4-6 1,-7-13-1,-10-12 1,17 24-1,-2-1-289,-3-4 0,-1 0 0,-5-2 0,-3-1 0,-3-4 0,-3-1 0,-1-1 0,-1-1 27,-3 1 1,0 0 0,-2 0 0,-1 1 0,-1 3 0,0 2 0,0 0 0,-1 2-165,1 2 0,0 2 1,1 1-1,-1 2 0,2 4 1,-2 0-1,0 1 0,0 1 160,-1 2 0,1 1 0,5 1 1,1 2-1,5 2 0,2 2 1,-31-8 287,7 7 0,12 9 0,8 3 0,10 3-224,7 2 0,12 2 1,9 3-1,5 6-320,5 7 1,15 9 0,17 8 0,13 2 75,12 3 0,-22-19 1,3-1-1,4 2 1,0-1-1,5 1 1,0 0 27,2-1 1,1 1 0,2-1-1,1 1 1,2 0 0,2-1-1,0 1 1,2-1-50,4 1 1,0-1 0,-1 2 0,2-1 0,3 1 0,1 1 0,-4-1 0,0 2 147,-3-3 1,-1 2 0,-1 1-1,-2 1 1,-6-1 0,-2 1-1,-3 0 1,-3-1 12,-5-1 0,-4 0 0,23 23 0,-15-1 1,-9 2 46,-9-2 0,-8-7 0,-12-7 0,-4-7 288,-4-6 0,-7-3 0,-5-1 1,-7-2 216,-6-4 1,-4-2-1,-6-7 1,-6 0-161,-6 0 1,1-7 0,-3-4 0,2-7-417,-2-6 0,-3-3 0,-7-3 0,0-4-86,1-4 1,-7-5-1,31 19 1,-1 0-1,-2-2 1,0-1-43,-3 0 1,1-2 0,1-2 0,-1 0 0,-2-1-1,-2 1 1,0 1 0,0 0 140,-3 0 0,0 1 0,0 2 0,-1 1 1,-2 0-1,0 2 0,1 2 0,0 1 39,2 4 0,2 2 1,-29-4-1,6 11 0,11 1-282,7 4 0,12 3 0,11 5-277,9 5 0,13 4 0,3 4 0,11 2 46,11 3 1,10 1 0,16 5 0,8 1 401,10 4 0,2-2 0,-27-14 0,0 0 1,1 1-1,1-1 60,1 0 1,1 1 0,3 0 0,0 0 0,3 3 0,0-1 0,1 1 0,-1 0 50,-2-1 0,1 1 0,-2-1 1,0 1-1,-1 0 0,0 1 1,-3 0-1,-2 2 101,-1 0 1,-3 2 0,19 23 0,-14-4 0,-17-4 171,-13-4 0,-7-6 0,-7 0 0,-4-8-30,-5-10 1,-7-1-1,-4-8 1,-3-2 254,-7-1 0,3-4 0,-8-4 1,1-9-345,-3-7 1,-5-13-1,-5-7 1,-5-6-207,-3-3 0,24 22 0,0-1 0,-2-4 0,-1-1 0,-3-3 0,-2-2 0,-5-5 0,-1-1 0,-4-4 0,-2-2 0,13 12 0,-2 0 0,1 0 0,-2-2 0,0 0 0,0-1-111,-2-1 0,-1 0 0,1 0 0,0 0 1,-1 0-1,1 1 0,-1-1 0,1 0 0,-1 1 1,2 1-1,0 2 0,1 0 22,-18-16 1,2 2 0,4 4 0,1 2 0,-1 3 0,1 1-1,0 1 1,0 1 163,0 1 0,1 0 1,1 4-1,2 1 1,4 0-1,1 0 1,2 3-1,1 2 17,2 1 0,1 1 0,4 3 0,1 1 1,-26-22-1,9 7-92,12 7 0,12 2 0,9 4 0,5 3 0,8 5 0,5 3 0,9 3 0,11 4-419,9 4 1,13 3 0,10 5-1,4 7 119,6 9 0,2 8 0,7 5 1,-35-14-1,0 1 268,1 2 1,1 0 0,0-2 0,0 2-1,3 3 1,-1 1 0,-1 0 0,0 0-10,-1 1 1,0 1 0,3-1 0,-1 0-1,0 2 1,-2 0 0,1 1 0,0 0 27,-1-2 0,-1 0 0,-4 2 1,-1 0-1,28 23 0,-7 4 33,-6 2 0,-11-8 1,-8-6-1,-9-5 524,-4-4 1,-8-3-1,-3-8-183,-3-5 0,-4-9 1,-4-6-1,-9-2-16,-7-2 0,-11-13 1,-6-6-1,-6-8-305,-7-7 1,-4-4 0,20 14-1,0 0 1,-2-2 0,-1-1-41,0-1 0,0 0 0,-6-2 0,-1-1 0,-1-2 0,1-2 0,-6-6 0,-2-1-148,-5-6 0,-2-2 0,20 14 0,0-2 0,-1 0 1,-4-2-1,-1-1 0,1 1 0,-1-1 0,0 1 1,0-1-135,0 0 1,-1 1 0,1 0 252,1 1 0,0 1 1,0 1-1,0 1 1,0 1-1,1 1 1,-18-14-1,1 3 165,5 4 1,1 0 0,5 2-1,1 2 1,3 5 0,1 3 58,2 1 0,0 0-171,2-1 0,1 0 1,-18-11-1,9 0 1,12 7 92,9 6 1,17 8-118,2-1 0,15 11 0,9 4 0,12 3-193,10 2 0,11 13 0,15 6 1,7 9-13,-32-12 1,1 1 0,2 0 0,2 0-1,2 3 1,1 1 0,1 1 0,-1 1 92,0-1 0,0 1 1,1 0-1,0 0 1,1 1-1,-1 0 1,2 2-1,0 1 12,3 0 0,0 2 0,-4-1 0,-1 1 0,0 0 0,-1 0 0,-5-1 0,-1 0 200,-4-2 0,-2 1 0,28 27 0,-15-8 1,-14-4 440,-14-7 0,-16-11 1,-14-5-1,-7-4-196,-10-6 1,-6 2 0,-10-7 0,-4-6-243,-9-6 1,-7-16-1,27 9 1,-1 0 0,-2-3-1,1-1-71,-3-3 1,1-1 0,-4-1-1,-1-1 1,-1-5 0,0-1-1,-2-3 1,0-1-399,-3-5 0,0-1 0,0-4 0,1-2 0,-3-3 0,2-2 0,4-1 1,1-1-191,3-3 1,0-1 0,1 3 0,0 0 0,6-1 0,1 1 0,3 5 0,0 3-110,4 6 0,0 2 0,4 5 0,1 2 0,-16-17 665,2 6 0,-1 9 0,7 0 0,-1 4 0</inkml:trace>
  <inkml:trace contextRef="#ctx0" brushRef="#br1" timeOffset="31">16257 12057 7790,'-13'2'382,"2"3"1,3 4-1,0 6 1,2 4-1,-1 5 1,4 5 436,1 4 1,2 6 0,0 9 0,0 4 817,0 4-1382,-6 2 1,4-1 0,-2 1 0,2-2-1,2-2 1,-2-1 0,-1 0 173,-2-2 1,-4-2 0,4-7 0,0-2-293,-1-2 0,-1 1 1,-4 2-1,3-2-490,2-6 0,-4-2 0,5-3 1,1 0-1707,-3-4 1,6-8 249,-4-7 1,2-7 1808,-2-2 0,3 0 0,-4-7 0</inkml:trace>
  <inkml:trace contextRef="#ctx0" brushRef="#br1" timeOffset="32">15739 12820 8525,'6'-8'900,"-4"0"1,4 5 0,2-2-132,7 2 0,1 1 0,9 1 0,7-3 65,10 0 1,9-3 0,10 4 0,3-3 54,1-2 0,1 3 0,3-3 0,-4 0-763,-1 0 1,-3 5 0,-7-2 0,-3 2-1235,-1-2 0,4 3 1,-3-4-1,0 1 1108,-3 0 0,-28-6 0,-9 3 0</inkml:trace>
  <inkml:trace contextRef="#ctx0" brushRef="#br1" timeOffset="33">17955 12144 7874,'-21'0'251,"5"0"1,-3 1-1,1 2 1,0 4-1,-1 1 1,0 3-1,0 3 454,0 6 0,-5 2 0,3 8 0,0 4-89,0 4 0,2 10 0,5 5 0,-1 3-25,1 2 1,6 4 0,3 0-1,5-1-247,5-2 0,5-9 0,9-6 1,5-7-150,3-6 0,8-6 0,4-12 0,2-3 14,2-6 0,7-2 0,1-4 0,0-4 21,-3-8 1,-5-4-1,-3-9 1,-5-5 42,-4-3 0,-2-4 0,-14-4 0,-3-2 21,-4-3 1,-4-3 0,-7-6 0,-6-1-182,-10 1 0,-9-6 1,-5 1-1,-7 3-750,-7 4 1,3 9 0,-6 12 0,2 12 16,0 9 1,0 15 0,7 15 0,2 15-288,6 15 1,9 9 0,6 6 0,7 4-218,6-1 0,7-1 1,7-6-1,12-1-268,10 1 1,12-4 1391,9-6 0,-21-13 0,-6-14 0</inkml:trace>
  <inkml:trace contextRef="#ctx0" brushRef="#br1" timeOffset="34">18530 13065 8676,'-6'7'2764,"2"0"-2283,-5-7 1,4 0-1498,-5 0 1,7-2 1015,-2-3 0,55-47 0,-18 17 0,0-1 0</inkml:trace>
  <inkml:trace contextRef="#ctx0" brushRef="#br1" timeOffset="35">18890 12345 7911,'-8'-14'0,"1"-5"0,7-1 780,0 3 0,12 1 1,2 3-1,3 2 176,4 1 1,2 7 0,5 0-1,1 6-260,0 7 0,0 4 0,0 5 1,-2 5-463,-3 3 1,-5 7-1,-8 3 1,-3 3-180,-2 4 0,-9 4 0,-11 0 0,-9 5-73,-4 3 0,-13 2 1,-4-1-1,-4-1-398,-2-3 0,-3-4 0,4-7 0,1-4-95,3-4 1,5-17 0,15-10 142,5-14 0,8-10 0,13-17 0,6-4 210,7-4 1,7-1 0,9 0 0,2 2 119,2 2 1,1 6 0,-3 9 0,1 3 516,-1 0 1,-1 11-1,-3 1 1,0 6 57,-4 3 0,1 8 0,-6 4 1,-3 8-568,-4 2 1,-1 0 0,-6 4 0,-2-4-674,-2-1 1,-1 5 0,2-4 0,1 0-945,2-2 0,4 0 1,-4 0 1646,-2-3 0,-7 6 0,-4-1 0</inkml:trace>
  <inkml:trace contextRef="#ctx0" brushRef="#br1" timeOffset="36">20012 12158 7828,'-2'-8'550,"-2"3"0,-3 10 0,-4 6 1,1 8 274,-1 10 1,-2 8-1,-1 11 1,-2 5-355,-3 3 1,-4 12-1,-7 6 1,14-35 0,0 0-450,0 3 0,-1-1 1,-3-1-1,0-1 1,0 0-1,1 0 0,0-1 1,0-1-357,-15 35 0,7-10 0,14-15 0,4-9-801,4-9 1,5-7 0,5-9 0,6-5-2491,6-8 3625,-1-13 0,7-35 0,1-16 0,-1-6 0,0 0 0</inkml:trace>
  <inkml:trace contextRef="#ctx0" brushRef="#br1" timeOffset="37">19983 12216 7828,'0'-23'0,"0"2"144,0 1 1,0 8-1,2-2 1,3 1 566,4 0 0,4 5 0,3 4 0,1 2 297,3 2 1,4 6 0,-4 4 0,1 3-312,0 1 0,3 2 1,-5 3-1,-3 4-223,-5-1 1,-4 5-1,-7-3 1,-2 2-420,-3-2 1,-4 6 0,-9-4-1,-3-1-390,-1 3 1,3-8-1,-4 1 1,1-3-303,0-4 0,4 2 0,0-9-1248,7 1 1,2-5 1253,9 2 1,3-5 0,13-4 0,1 0 554,3 0 0,0 4 1,-2 4-1,1 2 254,-1 2 1,3 3 0,-4 7-1,-2 1 314,-4-2 1,-8 4 0,2 0 0,-4 1 182,-1 4 0,-8-4 1,-6 1-1,-8-2-26,-6-4 0,0 4 0,-1-2 0,0-3-448,0-5 1,-1 0-1,-2-6 1,-2-2-427,2-1 1,2-2 0,3-2-1,3-1-487,5-2 0,4-11 0,6 2 0,4-3-4542,3-4 5254,2 5 0,39-56 0,-15 33 0,0-1 0</inkml:trace>
  <inkml:trace contextRef="#ctx0" brushRef="#br1" timeOffset="38">20789 12000 8135,'1'-19'0,"3"-1"2735,0 3-1763,1 1 0,-11 8 0,-4 5 0,-4 7-403,-5 11 0,-5 14 1,-10 14-1,-4 8-291,-4 5 0,18-22 0,0 2 0,-1 1 0,1 1 0,-1 3 0,0 0-172,0 2 1,1 0 0,-1 1 0,2 0 0,0 5 0,2 0-1,1-2 1,0 0-171,3 0 0,1-1 1,4-4-1,3-1 0,4 29 1,5-9-259,5-7 0,9-9 0,10-2 1,4-9-547,0-9 1,8-2 0,2-7 0,4 0-357,1-3 1,0-9 0,0 0 0,0-8 1223,0-5 0,-6-62 0,-19 28 0,-1 0 0</inkml:trace>
  <inkml:trace contextRef="#ctx0" brushRef="#br1" timeOffset="39">20976 12230 7819,'5'-10'-554,"-1"1"0,1 4 1220,-5-5 571,0 7 1,-6-3-595,-4 6 1,-3 5-1,1 1-296,2 2 0,-3-3 1,5 4-1,-1 3-68,-1 0 0,0 4 0,-5 2 0,-3 3-84,-1 1 0,-2 4 0,2 6 0,-4 3-20,1 2 1,-5 6-1,4 3 1,1-3-126,3-3 0,3-8 1,3 2-1,4-5-49,4-5 0,5-10 1,5-9-1,4-4-250,4-1 1,8-1-1,1-6 1,2-7 19,0-8 0,0-1 1,5 1-1,-2-1 50,-3 1 1,2 4-1,-7-1 1,-2 3 78,-1 2 0,-6 1 358,-1 4 0,-5 4 0,0 10 0,-4 6-88,-4 6 1,-4 10-1,-8 9 1,-2 0 71,-1 4 1,0 0-1,6 0 1,2-3 118,1-2 0,7-1 0,-2-7 1,4-3-316,1-5 1,1-4 0,4-6 0,6-4-63,7-3 1,-1-9 0,6-4-1,-1-5-159,0-3 1,-2-7-1,4 2 1,0-3-77,-2-2 0,-1 5 0,-7 2 0,1 1 44,-1 4 0,0 2 1,-1 4-1,-2 3 134,-1 2 1,-7 2 0,2 9 0,-4 5 141,-1 3 0,0 7 0,0 4 0,0 4 90,0 0 0,0 6 0,0-1 0,0-2 105,0-6 1,0 1 0,2-7 0,1-1-149,2-2 0,1-3 0,-1-4-152,5-4 1,3-3 0,1-4-1,0-3-222,1-4 0,-1-9 0,1-3 0,1-1 45,3-4 0,-3-1 1,3-2-1,-3 2-70,-2 3 0,1-3 1,-1 3-1,-1-2 104,-4 2 1,3 4-1,-8 5 1,0 1 291,-3-1 361,-1 1 1,0 8-180,0 6 0,-5 6 0,1 8-10,0 1 1,-2-6 0,1 1-278,2 1-670,-5-4 0,6-3 193,-2-8 0,2-4 0,4-7 1,1-1 71,2-3 1,1 1 0,-3-6 0,2-1 147,-2-2 1,-1-7 0,-2-1 0,0-2 94,0-3 1,0-1 0,-2-3 0,-3 1 194,-4 0 0,-6 6 0,-2 4 0,-4 4 371,-1 5 0,-9 3 0,-7 8 0,-4 4 130,-1 4 0,-6 3 1,-2 2-1,-2 0-40,0 0 0,5 5 1,-1 0-1,5-2-146,12-1 1,4-2-933,8 0 1,9-2-1,11-1-1137,8-2 1,11-1-1,5 3 1713,4-2 0,14-19 0,8-8 0,5 0 0,-1 0 0</inkml:trace>
  <inkml:trace contextRef="#ctx0" brushRef="#br1" timeOffset="40">21307 11913 7819,'14'10'154,"0"0"1,7-1-1,5 6 1,6 1 449,6 3 0,10 3 0,6 10 0,7 5 259,6 6 0,-3 5 1,-3-2-1,-7 4 128,-6 1 1,-11 2 0,-10 3 0,-11-2-641,-9-1 1,-19-4 0,-8 7 0,-11 5-591,-7 3 0,-8 2 1,21-31-1,0 0 1,0 0-1,-1 0 239,-1 2 0,0 0 0,-7 7 0,-1 0 0,-2 0 0,0 0 0</inkml:trace>
  <inkml:trace contextRef="#ctx0" brushRef="#br1" timeOffset="41">31176 15726 8083,'-14'0'1026,"4"0"-543,1 0 0,4 0 102,-5 0 0,5 0 1,-4 0 278,-2 0 0,-2 0-478,-2 0 0,6-4 0,-1-1 0,-1 2 203,-2 1 1,4-4 0,-1-4 0,-1-3-198,-2-1 1,-1-2 0,-2-3-1,-2-5-62,-1-4 0,-5-7 0,5-3 0,1-5 31,2-5 0,2-2 0,-1-4 1,3 0 20,2-6 0,2 3 0,5-7 0,-2 2 59,2-1 0,3-6 0,5 2 0,3-1-133,0 0 1,3-2 0,-5 4 0,1-2-77,-1-4 1,4 9 0,-4-5-1,2 4-12,3 1 0,-3-7 1,0 1-1,-1-3-86,-4 2 0,-2 8 0,-1-1 0,0 3-134,0-3 0,-1 10 0,-4 1 0,-3 5 0,0 4 0,-5 0 0,4 1 0,-4 4 0,-2 5 0,6-3 0,-1 3 0,1-1 0,1-1 0,1 3 0,7-5 0,0 1 0,0-1 0,7-2 0,4-4 0,5 0 0,3 0 0,7 1 0,-2 2 0,4 2 0,6-2 0,-9 3 0,3 0 0,-4 2 0,-2 3 0,-4 2 0,-1 3 0,-6 3 0,-6 5 0,-3 3 0,-2 1 0,0 1 0,0 6 0,-2-3 0,-3 6 0,4-2 0,-6 4 0,1-2 0,4-1 0,-4 3 0,0-2 0,4-1 0,-4 3 0,-1-2 0,4 0 0,-7 5 0,6 0 0,-6 0 0,7 2-115,-2 2 0,3 0 0,2 5 44,0 2 0,0 2 1,2 0-1,1-2 30,2-1 1,5-1-1,-4 6 1,0-1 132,1 0 1,4 1 0,-3-1-1,2 1-29,-1-1 1,-4 5 0,5 0 0,-1 1-87,-1 0 0,5-2 0,-5 4 0,2 1-112,-1-1 0,-4-3 0,3 4 0,0-1-155,0 0 1,0-9 0,1 2 0,-2-4-2177,-1-3 2064,-4 5 1,4-18-1,-6-2 1,0-7 178,0-5 1,-5-7-1,1 1 1,0-6-74,3-2 1,-4-7 0,-1 1 0,-1-4-9,1-5 0,-5 3 1,1-3-1,-3 5 223,-1 5 0,0 3 0,-1 8 0,1 3 312,-1 4 1,1 11-1,0 4 17,-1 3 1,1 10-1,-1 7 1,1 7 134,0 5 0,-1 4 0,-1 1 0,-3 3 105,-5 2 0,-3-4 0,-2 4 0,0 0-230,1 0 1,-6-5 0,-1 1 0,0-3-461,0-1 1,-5 0-1,3-2 1,0-1-1059,4-2 0,-3-7 1,4 3-2240,5-4 1,13-8 3498,14-4 0,45-15 0,17-5 0</inkml:trace>
  <inkml:trace contextRef="#ctx0" brushRef="#br2" timeOffset="42">6517 14072 7937,'-19'0'0,"0"0"355,1 0 1,4 1-1,4 4 1,5 6-1,4 7 1,1 7-1,1 7 1,4 7 735,5 2 1,2 9 0,3 3 0,-1 4-633,1 6 1,-1-4-1,-1 5 1,-2-2-156,-1 0 1,-7-4-1,2-4 1,-4 2-324,-1 0 1,-6 5 0,-5-10 0,-5 0-850,-4-3 0,12-28 506</inkml:trace>
  <inkml:trace contextRef="#ctx0" brushRef="#br2" timeOffset="43">6186 15136 8682,'-1'-1'0,"-41"-41"0</inkml:trace>
  <inkml:trace contextRef="#ctx0" brushRef="#br2" timeOffset="44">6085 14618 7937,'0'-14'350,"7"1"1,2 4 0,6 2 743,4 1 0,3 4 1,7-3-1,1 5 41,4 5 1,1-2 0,7 7 0,-1 0-611,4-2 1,1 3 0,-1-6 0,2-2-293,1-2 0,4-1 0,-2 0 0,-1-1-804,1-4 1,-4-5 0,-6-7-1,-3-2-4604,-2 1 5175,-8 2 0,-57 14 0,-20 4 0</inkml:trace>
  <inkml:trace contextRef="#ctx0" brushRef="#br2" timeOffset="45">31996 16877 8126,'-14'-20'819,"-1"4"0,3-4 0,2 4 312,5 2 0,5 6 0,5 3 1,3 5-466,0 5 1,10 1-1,-4 7 1,2 0-18,0 3 1,3 3 0,2-1-1,0 3 32,-1 1 1,6 2 0,-2 5 0,2-1-222,-2 1 1,3 2 0,-5 1 0,2 3-125,0 2 1,-6-5 0,1 3 0,-3 0-142,-2 3 0,-1-3 0,-3-1 0,-6-2-54,-2 2 1,-2-7-1,0 3 1,0-3-56,0-6 1,-2-3-1,-2-4 1,-6 0 85,-3 1 1,-3-6-1,-3-1 1,-5 0-173,-3 0 0,-3-4 0,-2 2 0,-4-1 0,0 0 0,-3-1 0,-4-4 0,-2 0 0,-3 0 0,4-1 0,-6-4 0,2-5-534,0-2 0,-1-4 0,4-4 0,2-4-445,6-3 0,11-3 0,9-2 0,4-2-4133,3 2 5112,7 2 0,-10-44 0,9 32 0,0 0 0</inkml:trace>
  <inkml:trace contextRef="#ctx0" brushRef="#br2" timeOffset="46">7783 14388 7917,'-8'-14'0,"-5"1"516,-4 3 0,-2-1 0,4 5-74,1-2 1,-1 3-1,1-3 1,0 2 0,-1 2-1,1 4 430,-1 5 0,1 10 0,0 12 0,1 10 447,3 11-1054,-3 12 1,10 7 0,-5 9-1,2 0 1,4-1 0,5-3 0,9-6 145,5-8 1,7-9 0,10-14-1,4-11-318,4-13 0,9-11 0,5-11 0,5-13-9,-1-11 1,-2-14-1,-4-9 1,-28 26-1,-2-2-88,-1 0 1,-1-2 0,0-2-1,-1-1 1,6-37 0,-10 2-33,-9 5 0,-8 1 0,-6 4 0,-10 1 34,-11 4 0,-5 6 1,-10 17-1,-2 8-454,-1 12 1,0 8 0,4 13 0,1 8-625,1 11 1,7 19-1,0 7 1,7 9-63,6 8 0,11-1 0,8 1 1,9 0 1141,9-2 0,14-27 0,13 1 0,2 0 0,6 1 0,-1 1 0,0-1 0</inkml:trace>
  <inkml:trace contextRef="#ctx0" brushRef="#br2" timeOffset="47">8675 14993 7917,'-2'12'968,"-2"-2"1,2 3 0,-4-5 0,1 1-234,0 1 1,-1-2-1,2 3 1,-2-1-290,-2 1 1,5 2-2216,-2 1 1769,4-6 0,8-38 0,5-23 0,0-3 0,0 0 0</inkml:trace>
  <inkml:trace contextRef="#ctx0" brushRef="#br2" timeOffset="48">9150 14302 7917,'0'-19'170,"0"0"1,0-1 0,1 8-1,4 0 833,5 3 0,4 1 0,5-3 0,5 3-37,4 1 1,2 1 0,3 3 0,7-2-470,7 2 1,-1-4 0,5 2 0,-1 2-288,-4 2 0,-3 1 0,-3 0 0,-3 0-151,-2 0 1,-8 8 0,-9 4 0,-7 6 54,-6 0 1,-3 4 0,-4 4 0,-3 6 32,-4 6 1,-11 5 0,-5 5 0,-6 5-43,-2 3 1,-5 1-1,2 1 1,0-1-60,-4 1 0,4 4 1,3-1-1,4-5-438,5-6 1,5-6-1,8-1 1,3-3-1962,1-6 0,9-7 2353,8-12 0,15-20 0,6-5 0</inkml:trace>
  <inkml:trace contextRef="#ctx0" brushRef="#br2" timeOffset="49">10531 14388 7834,'-22'7'263,"6"2"1,6 10 0,0 5-1,1 5 1,1 5 0,0 4 0,0 5 1019,-3 5 1,-7 5-1,-4 8 1,-4 3-710,-4 1 1,-4-2-1,1 2 1,-6 1-645,-2-1 0,-1 1 0,4-1 0,4-7-687,4-9 1,9-7 0,7-7-313,7-6 1,7-18 1068,5-6 0,3-10 0,6-9 0</inkml:trace>
  <inkml:trace contextRef="#ctx0" brushRef="#br2" timeOffset="50">10545 14475 7858,'0'-21'213,"0"3"1,0-4 0,2 1 1099,3 3 1,0-2 0,7 2-1,4 4-317,0 2 0,5 4 0,0-3 0,1 3-305,4 2 0,1 1 0,0 5 0,-3 2-254,-5 3 0,1 2 0,-6 9 1,-6 2-273,-5 1 1,-6 12 0,-7-1 0,-9 5-223,-6 5 0,-6 0 0,-1 0 0,-1-2-629,1 2 0,-4 0 1,3-1-1,3-6-385,4-2 1,5-9-1,8-1 533,4 0 1,4-12 0,11 2 0,9-4 266,7-2 1,5 1-1,2-1 1,0 4 401,0 4 0,1 3 0,2 2 0,0 3 226,-5 1 1,-1-3-1,-10 5 1,-5 0 351,-3-2 0,1 6 0,-5-6 1,-6 0 42,-6-2 1,-6 0 0,-5 0 0,-5-3-331,-4-1 0,0-6 1,-3-2-1,-2 0-402,-6 0 0,-2-5 0,-2 2 1,1-4-510,4-1 1,-1-6 0,9-5-1,4-5-1387,4-3 0,9-7 1,8 2-1,5-3 1876,5-2 0,25-1 0,12-1 0,5-3 0,0 0 0</inkml:trace>
  <inkml:trace contextRef="#ctx0" brushRef="#br2" timeOffset="51">11668 14259 7858,'-7'-27'142,"-2"3"1,-4 4 456,-2 4 0,-1 7 1,-1 1-1,-4 1-61,-1 4 1,-9 14 0,-7 10 0,-4 11-69,-1 11 0,-5 13 1,24-22-1,0 1 1,1 3-1,0 1-1,0 3 0,1 2 0,1 2 1,1 2-1,0 5 0,1 0 0,2 1 1,2 1-267,2-1 1,1 0-1,1-1 1,1 0-1,3-5 1,1 0-1,1-2 1,1-1-320,0-1 1,3 0 0,7 36-1,7-7 1,6-7-243,3-9 0,2-9 1,5 0-1,0-5-1980,0-4 0,0-4 2338,-1-6 0,1-4 0,0-2 0,0-4 0,-1 0 0</inkml:trace>
  <inkml:trace contextRef="#ctx0" brushRef="#br2" timeOffset="52">12070 14633 7876,'-8'-15'240,"-6"1"0,0 1 0,-4 2 0,5 3 1,4 2-1,-3 2 0,0 3 1560,-3 1 1,6 0-584,-1 0-972,7 6 1,-4 4 0,7 7 0,0 6 0,0 2 0,0 7 0,0 2 256,0 1 0,-4 5 0,-1-2 1,2 4-292,1 1 1,2-4 0,0-3 0,0-2-110,0-7 1,0 0 0,2-8-201,2-1 1,6-8 0,8-7-1,2-8-75,3-9 0,-1-2 1,4-8-1,-2 0-51,1 1 1,-4-4 0,-2 5-1,-3-1 29,-1 4 0,-1 8 0,0 3 214,1 2 1,-7 4 53,-3 12 1,-4 1 0,-1 11-1,0 1 115,0-1 0,0 2 1,0 5-1,0-2 14,0-3 0,0-2 1,2-6-1,1 0-146,2-3 0,6-8 0,-1 0 0,2-4-205,3-1 1,4-8-1,0-5 1,0-6-17,2-3 1,-5-2-1,3-3 1,-3 3 43,-1 5 1,-6-2 0,1 0 0,1 0-32,2 0 0,-4 2 0,-1 3 0,0-1-37,0-3 0,-3 1 1,3 5 210,-1-1 1,2 1 155,-4 0 1,-2-1-1,-8 3-53,-4 2 0,1-1 0,-2 4 0,-1-1-54,-2-3 1,-6-2 0,-2-1 0,0 0-82,1-1 1,-6 1 0,1-2 0,-7-3-25,-7-5 0,-2 1 1,-3-1-1,0-1-12,-4-2 1,-3 4 0,-7 6 0,0 5 26,1 8 0,6 5 0,4 9 0,7 9-422,7 7 1,15 7 0,10 2 0,13 0-1431,14 1 1,5 2 0,15-4 1870,1-2 0,20 11 0,7 1 0</inkml:trace>
  <inkml:trace contextRef="#ctx0" brushRef="#br2" timeOffset="53">11639 15683 7876,'0'-21'0,"1"-1"467,4 0 1,-3 1-1,4 6 1,-1 1 869,0 0 0,1 6-745,-1 3 0,-3 10 1,2 6-1,-2 6-312,-2 7 0,-2 4 0,-2 0 0,-4 1-424,0 0 0,-4 0 0,8-1 0,0 0-739,3-4 1,1 1 0,1-6-1,4-3-3316,5-4 4199,3-6 0,29-37 0,13-21 0,4 0 0,0 0 0</inkml:trace>
  <inkml:trace contextRef="#ctx0" brushRef="#br2" timeOffset="54">12042 15510 7876,'14'-14'877,"-6"6"1,-2 8-1,-7 11 1,-2 7-363,-2 6 0,-6 8 1,3 1-1,-2 1-87,0 1 1,2-6 0,-1 1-1,4-4-730,3-1 0,2-4 1,0-2-1,2-4-1018,3-6 0,8-2 1,7-9-1,1-3-1391,0-4 2711,-2-10 0,3-14 0,2-8 0,4-5 0,-1-1 0</inkml:trace>
  <inkml:trace contextRef="#ctx0" brushRef="#br2" timeOffset="55">12214 15611 7876,'0'-14'1255,"0"-1"-703,0 7 1,5 8 0,0 12 0,0 4-99,1 3 0,-4 5 0,2-3 1,-2 1-463,-2 4 0,5-1 0,0-1 0,-2-5-641,-2-3 1,4-1 0,0-1 0,0-1 648,1-4 0,2-47 0,7-18 0</inkml:trace>
  <inkml:trace contextRef="#ctx0" brushRef="#br2" timeOffset="56">12387 15654 7876,'-8'10'301,"1"-2"570,1-2 1,4 1-1,-2-2-321,2 4 0,7 4 0,1 1 0,1 1-450,-1-1 0,0 0 1,-2 2-1,2 2-514,2 1 0,-3 0 1,3-4-1,0-1-1861,0 1 2275,-5-7 0,-16-8 0,-11-8 0</inkml:trace>
  <inkml:trace contextRef="#ctx0" brushRef="#br2" timeOffset="57">12761 14014 7857,'-2'10'0,"-1"1"0,-2 6 1044,2 11 1,3 13 0,7 15-1,7 10 2004,8 10-2834,-8-31 0,-1 0 0,2 3 0,-1 2 0,1 1 0,1 0 1,-1-1-1,2-1 0,-1 1 0,1-1 0,0 1 0,0-1 0,-1 2 1,0 1 180,-2 0 1,0 1 0,0-3-1,-2 1 1,-5 0 0,-1 0-1,-1-3 1,-1 0-350,0-2 0,-3 1 0,-2-1 0,-3 0 1,0-1-1,-3 0 0,-1 0 0,-1-1-456,-3-1 1,0-1-1,-16 33 1,0-9-1,-1-1-1516,0 1 0,-1-12 1926,-4-1 0,5-3 0,-6-7 0,-1-6 0,-1-5 0</inkml:trace>
  <inkml:trace contextRef="#ctx0" brushRef="#br3" timeOffset="58">13581 14705 7960,'10'-19'0,"-1"-1"430,2 3 0,4 2 1,2 6-1,4 4 1,0 3-1,0 2 1,-4 2 710,-1 3 0,-8 4 0,-3 9 0,-3 4 926,-2 6-1710,0-3 0,0 17 0,-2-4 0,-3 4 0,-4 4 0,-4 4 0,-2 6 62,1 3 0,-2-3 0,-2 6 0,-2-1-486,-3 1 1,6-3-1,-1 2 1,5-7-411,4-6 1,4-8-1,-3-3 1,2-3-1602,2-7 1,3-5-575,1-7 1,6-9 2651,4-6 0,9-45 0,3-17 0</inkml:trace>
  <inkml:trace contextRef="#ctx0" brushRef="#br3" timeOffset="59">13193 15266 7960,'-15'-2'447,"1"-2"0,6 0 1,5-4 571,6 2 0,6-4 0,11 6 0,5 0-111,7 3 1,5 1 0,6 0-1,0 0-115,0 0 0,2 0 1,3 0-1,5 0-931,3 0 1,6 0 0,0 0 0,1 0-403,1 0 1,-7 1 0,1 3 539,-9 0 0,9 20 0,1 0 0</inkml:trace>
  <inkml:trace contextRef="#ctx0" brushRef="#br3" timeOffset="60">15509 14906 7960,'-23'-27'517,"4"3"0,5 5 0,3 4 0,1 6 1,-1 6 416,-2 6 1,-8 11-1,-3 13 1,-3 9-440,-2 7 1,1 16 0,-1 3-1,0 9 540,14-33 1,1 0-783,-8 36 0,8 3 1,9-10-1,6-6 0,9-9 1,11-10-1,11-13-103,11-13 1,2-8 0,7-10 0,3-3-91,1-4 1,-5-12 0,-5-6-1,-6-7-226,-6-3 1,-10-1 0,-7-5 0,-6 0-148,-6-1 1,-11 1 0,-9 2 0,-9 1-297,-7 1 1,-5 9 0,-4 1-1,2 10-521,-2 8 0,5 4 0,1 9 0,6 4-48,4 9 1178,9 6 0,31 15 0,13 8 0,3 2 0,0 0 0</inkml:trace>
  <inkml:trace contextRef="#ctx0" brushRef="#br3" timeOffset="61">16027 15510 7960,'-15'8'1101,"1"-3"1,4 3 1472,1 2 1,6-2-3854,-2 1 1,6-5-2445,9 0 3723,0-8 0,34-24 0,15-10 0,1-5 0,-1 0 0</inkml:trace>
  <inkml:trace contextRef="#ctx0" brushRef="#br3" timeOffset="62">16545 15165 8417,'-2'-17'0,"-3"1"492,-4 3 1,1 8 0,-2 0 0,-1 4 581,-2 1 0,-3 1 1,-1 6-1,-4 7-228,-2 8 1,-1 7-1,-4 5 1,-1 4-127,0 4 0,2-4 0,3 0 1,6 1-440,7-2 0,5-4 1,9-9-1,8-6-183,13-7 1,7-5-1,10-7 1,4-4-163,0-5 1,-1-9-1,-2-6 1,-2-6-198,-2-2 1,-7-6 0,-3 6-1,-8 1-181,-9 1 0,-6-2 0,-12-1 1,-7 4-357,-9 4 0,-15 5 0,-7 9 0,-3 2-243,-1 5 1,2 4 0,9 2-1,6 4 1041,6 5 0,70 34 0,-12-16 0,1-1 0</inkml:trace>
  <inkml:trace contextRef="#ctx0" brushRef="#br3" timeOffset="63">16976 15122 7960,'-14'-8'808,"-2"-3"0,-2 6 711,-1 2 0,0 1 1,5 4-736,-1 3 0,7-2 0,3 6 0,5 3-527,5 0 0,3 3 1,8-1-1,2 1-116,1-1 1,7 0 0,-3 2 0,5 2-100,0 1 0,-5 5 1,-4-3-1,-3 0-24,-2-1 0,-6 6 1,-3-4-1,-3 2 146,-2 0 1,-7 0 0,-4 5 0,-6 0 104,-7 0 0,-4-2 0,-2-2 0,-2-1-505,-1 2 0,-6 0 1,6-2-1,1-5-809,1-3 0,9-3 0,3-4 1045,3-4 0,1-67 0,1-18 0</inkml:trace>
  <inkml:trace contextRef="#ctx0" brushRef="#br3" timeOffset="64">16933 15338 7960,'21'-21'218,"1"-1"0,9-6 1,2 1 975,6-1 1,7 7 0,2-8 0,-2 3-668,-1 4 0,-3 1 0,-4 7 0,-4-1-527,-4 1 0,-1-7 0,-1-1 0</inkml:trace>
  <inkml:trace contextRef="#ctx0" brushRef="#br3" timeOffset="65">17940 14892 7932,'0'9'4809,"-1"12"-3870,-4 11 0,-5 8-741,-9 8 0,-5 11 0,-11 13 0,14-33 0,-1 1 1,-3 1-1,-1 1 0,-3 0 0,0 0 0,-1 2 1,1-1-1,0-1 0,0 0 0,4-2 0,2-1 1,-13 30-874,12-14 0,12-13 0,11-10 675,9-6 0,18-51 0,9-19 0,7-5 0,0 0 0</inkml:trace>
  <inkml:trace contextRef="#ctx0" brushRef="#br3" timeOffset="66">17796 15021 7932,'0'-33'348,"2"1"0,4 3 916,9 3 1,7 9 0,10-2-1,5 3-444,4 1 1,1 1-1,9-1 1,0 3 49,0 2 1,-6-1-1,-2 6 1,-8 4-127,-4 4 1,-9 0 0,-4 8 0,-7 3-549,-6 4 0,-12 8 0,-7-2 0,-8 3-632,-6 2 0,-7 1 0,-3 2 1,-4 2-92,-1-3 0,2 0 1,2-4-1,6-3-831,2-5 1,7-3-1,2-1 718,1-1 1,10-6-1,14-3 1,13-4 456,11-1 0,12-4 1,-1-1-1,4 2 378,1 1 1,0 10 0,-1 5-1,-4 6 208,-5 3 0,-5 2 1,-9 5-1,-10 0 553,-5 0 1,-12-1-1,-8 1 1,-12 0-219,-8 0 1,-7-2-1,-5-2 1,-4-2-900,1-2 0,0-4 1,5-7-1,-4-5-1450,-1-4 0,6-1 0,2 0 1,8-1 1610,5-4 0,-44-29 0,32 11 0,-1 0 0</inkml:trace>
  <inkml:trace contextRef="#ctx0" brushRef="#br3" timeOffset="67">17034 14719 7932,'0'-14'214,"0"-1"1,0 1 0,1 0 1808,4-1-1317,-3 7 1,6 2-1,-5 7 1,2 4-1,-2 5 361,-1 3 0,-2 3 0,0 3 0,-2 5-550,-3 3 0,-3 3 0,-6 4 0,-1 3-78,1-1 0,-5 6 1,0-5-1,-1 1-190,0 0 0,-1-1 0,-3 2 0,6-6-100,7-2 0,0-9 0,5-3 107,-2-3-173,4-8 0,0-1-23,8-7 0,0-5-10,5 0 1,-4 0 4,5 5 0,-1 0 1,6 0-1,-1 0 17,0 0 0,6 2 1,0 1-1,1 2-29,0-2 1,4 3 0,-1 1-1,2 1 38,-2 3 1,2 2-1,-7 1 1,0 2 77,2 3 0,-10-1 0,2 6 0,-5 1 21,-5 3-1,-2-4 1,-1-2 0,-1-1 23,-4-4 1,-8 4-1,-8-2 1,-1-1-134,-3-2 1,2-2-1,-1 1 1,-1-3-341,-3-2 1,4 1-1,0-4 1,0-1-176,2 0 0,-5 4 0,5-5 0,-2-2-121,0-1 0,6 2 0,-3 1-17,0-2 0,5-1 188,-3-2 0,11 5 354,8 0 1,8 1 0,10-3 0,3 2 262,1-2 0,-4 4 0,2-3 1,1 1-27,3 1 0,-3-4 0,0 3 0,-2-4 55,0-1 0,0 0 1,-4-1-119,-1-4 1,-1-3 0,-4-6 0,-4-1-186,-3 1 0,-2-5 0,0-2 0,0-1-133,0-4 0,0-3 0,-2-3 0,-3-3-56,-4-2 0,-4 4 0,-1-4 1,-1 0-34,1 0 1,-2 1-1,-2-1 1,-1 8 132,2 8 0,1 5 0,3 2 0,2 1 181,1 4 1,5 2 0,-3 9-38,2 3 0,1-2 70,5 6 1,2-5 318,2 0 0,0-2 0,5-4-49,2-2 0,-3-4 1,2-8-1,1-2-98,2-1 1,1-5 0,1 3-1,-1-1-77,0-4 1,-4-1-1,0-2 1,-1 0 11,-1 1 0,3-1 0,-4 2 0,-1 3 249,1 4 0,-3 4 413,-4 2-651,0 6 0,7 2 1,2 6-16,4 0 1,3 0-1,5 0 1,6 0-177,5 0 0,10-5 0,1-1 0,8-2-103,5-4 1,6 4-1,2 0 1,2 2-1199,3 3 0,1 1 0,3 2 0,1 2 1301,-2 3 0,-34 9 0,-1 5 0,29 27 0</inkml:trace>
  <inkml:trace contextRef="#ctx0" brushRef="#br3" timeOffset="68">19278 14633 7912,'-21'-8'313,"-3"3"1,-3 5-1,-3 8 1,-2 13 0,-3 16-1,-2 14 1,-3 11 0,19-27-1,0 0 226,0 2 0,-1 2 1,0 3-1,1 2 1,0-2-1,1-1 0,-1 0 1,2 1-240,-1 0 1,1 1 0,3-1 0,0 1 0,-1 0 0,1 0-1,1 0 1,1 0-144,1 1 1,2-1 0,-8 35 0,9-6 0,5-8-499,4-5 1,2-8 0,6-4 0,7-8-1241,9-5 0,0-10 0,5-5 1581,2-3 0,15-33 0,0-9 0</inkml:trace>
  <inkml:trace contextRef="#ctx0" brushRef="#br3" timeOffset="69">19523 14993 7946,'-7'-8'-381,"-1"1"1,-6 7 1074,0 0 0,4 0 1,0 0 1310,-1 0 166,-2 0-1152,-1 0 1,4 0-592,1 0 0,4 0 0,-5 2 0,-1 4-151,-2 9 1,-2 1 0,-5 7 0,-4 3-79,-3 1 0,-2 4 0,-1 2 0,-4 4 39,-4 0 1,3-1 0,0-4 0,1 2-78,1-2 1,1-3-1,8-5 1,4-5 37,4-3 0,4-2-169,2 1 0,5-7 0,10-3-148,5-4 0,4-6 1,5-1-1,5-2 189,3-3 0,2 3 1,2-2-1,1-1 95,1-2 0,2 4 0,-3 1 1,3 0 2,2 0 0,2 3 1,4-3-1,0 0-6,0 0 1,-5 5 0,2-4 0,2 2-106,-1 1 1,4-1 0,-11 5 0,-2 0 261,-2 0-39,-1-7 0,-15 6-42,-9-4 1,-10 3-1,-9 4 1,0 1-130,-1 2 0,-4 5 0,0-4 0,1 2-143,2 3 0,2-3 0,-1 2-165,1 1 1,4-3 0,1 2-103,-2 1 0,4-3 0,2 1 260,4 3 1,-1 0 0,-1 4 0,-2 2 281,2 1 0,-3 7 0,-2-2 0,-3 4 114,-5 6 1,-10 3 0,-3 8 0,-8 2-104,-4 6 1,-4-2 0,-3 2 0,-3 0-471,0-2 0,9-3 1,14-11-1,8-8-2999,9-9 1,8-10 0,14-7-2054,13-6 5269,10-11 0,16-29 0,7-14 0,-16 16 0,0-1 0,0 1 0</inkml:trace>
  <inkml:trace contextRef="#ctx0" brushRef="#br3" timeOffset="70">20055 14590 7946,'0'-28'644,"2"6"1,2 8 429,6 7 1,9 7 0,5 5 0,7 8 258,7 9 1,2 9 0,13 15 0,1 5-826,2 7 0,-27-24 0,1 0 1,0 1-1,1 1 0,0 1 1,-1 1 131,-2-1 1,0 1 0,-3 1 0,-1 0 0,-4 0 0,-3-1 0,12 37-202,-9-1 1,-13-4-1,-12-1 1,-16 0-440,-14 4 0,13-36 0,-2 0 0,-6 3 0,-3 0 0,0 0 0,-2 0-303,-2 0 0,-2 0 1,0 0-1,-1-1 1,-3 3-1,1 0 0,0-1 1,1 1-1899,-1 2 0,2 0 2201,6-4 0,-1 0 0,-3 4 0,1 0 0,7-7 0,1 1 0,3-1 0,1 1 0,3 0 0,1 1 0</inkml:trace>
  <inkml:trace contextRef="#ctx0" brushRef="#br3" timeOffset="71">30500 16719 8075,'-2'-14'0,"-2"-1"293,-6 1 1,4 4 0,-1 1 922,1-2 0,4-2-446,-3-2 1,-1 6-1,0 1 1,-2 1 135,-4 4 0,0 3 0,-4 5 1,-2 5-417,-1 2 1,-12 9-1,1 5 1,-5 4-205,-5 4 0,-3 6 1,-4-2-1,-2 4 7,-2 1 0,4-6 0,-2-4 1,-1-3 117,-2-1 1,-11-5 0,-4-1-1,-5-4-265,-5-6 1,-3-1 0,37-9 0,-1-1-1,-2 0 1,-1-1-103,-3 1 0,-1-2 0,0-3 0,0 0 0,-4-2 0,0 0 0,-1-1 0,0-1-105,-1 0 0,0 0 0,-1-1 0,-1 0 0,1-1 0,0 0 0,-1 0 0,1-1 104,1 1 1,1 0 0,0 1 0,1 0 0,-1 1 0,0 0 0,1 0-1,-2 0-82,-1 0 1,0-1 0,3-1 0,1-1 0,-1 0 0,0-1 0,2 1 0,2 0-68,0 0 1,1-1 0,2-2 0,0 0-1,1 1 1,0 0 0,1-1 0,1-1-48,2 0 0,1-1 1,-1 2-1,1-1 1,-34-11-1,0 2 231,3 2 1,9 2-1,6 6 1,9 2 22,4 2 0,7 5 0,3 0 1,4 2-540,9 2-112,11 0 0,6 0 0,10 0 0,4 2-244,4 2 1,3-2-1,2 4 1,1-1-94,-2 0 1,-5 1-1,-3-1-91,2 5 1,-4 3 0,-1 1 0,-1 0 1002,0 1 0,-13 6 0,-8 1 0</inkml:trace>
  <inkml:trace contextRef="#ctx0" brushRef="#br3" timeOffset="72">26961 16460 8080,'29'-8'-252,"1"-3"0,2 5 0,1-2 1,-1-2-1,-3 2 0,-5 2 773,-5-1 1,-11 6 0,-8-4 156,-8 3 1,-9 2 0,-6 0 0,-2 0-85,-6 0 1,-7 0 0,-2 2 0,-6 1-38,-7 2 1,-3 1 0,-2-1 0,-1 5-200,-3 2 0,-5 3 0,-10-1 0,36-6 0,-1 0-192,-3 1 1,0 1 0,4 1 0,-1 1-1,-1 2 1,0 0 0,1 1 0,1 1 42,0 1 0,2-1 1,-30 13-1,18 2 1,18-6 29,15 1 1,10-6 0,11 1 0,7-2-35,9 1 1,8 0 0,7 0 0,6 2 163,6 0 0,-1 6 1,3-6-1,-5 2-175,-5 0 1,2 0-1,-6 5 1,-4-1 2,-4 1 0,-2 0 1,-8 0-1,-5 1-335,-3 4 0,-5-4 1,-6 5-1,-4-1-1840,-1-1 1978,5 7 0,-35 23 0,18-26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3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10214 9643 16956,'2'5'-869,"1"1"-3224,2 1 4093,0-6 0,-20-6 0</inkml:trace>
  <inkml:trace contextRef="#ctx0" brushRef="#br0" timeOffset="1">12833 9583 8242,'-7'-8'971,"6"0"1,-2 3-160,6-5 0,10 1 0,7-4 0,3-3-409,2 0 1,9-5 0,4 0 0,4-1 0,-1-2 0,-1 2 0,-1 2 0,1 6 180,1 4 1,-4-1 0,-3 6 0,-6 4-341,-4 4 1,-3 5 0,-6 6-1,-1 1-86,0-1 1,-4-1-1,0-2 1,2-3-105,6-2 0,3-1 0,4-5 0,-1-3-118,2-7 1,1-1-1,3-13 1,2-3 34,2-5 0,1-5 0,-3-6 0,3 0 5,2 0 0,0 1 0,-1 6 0,-7 7 92,-8 8 1,-5 11-1,-2 6 1,-1 5 225,-3 9 0,1 6 0,-5 13 1,1 1 43,-1 4 0,5-4 0,-1 3 1,3-2-80,1-2 0,1-5 0,0-2 1,3-1-52,1-4 0,7-2 0,-2-6 0,5-4-240,4-3 1,4-2 0,6 0 0,0 0 15,0 0 1,7 0 0,3 0 0,1 0-46,-1 0 1,-4 6 0,-7 5 0,-4 7 15,-4 6 0,-5 8 1,-5 1-1,-7-1-263,-6-1 1,-4 2 0,-7 1 0,0-2 34,0-2 1,0-7-1,-2-4 1,-3-3 64,-4-2 0,-4-1 1,-1-3-1,-2-6 208,-4-2 0,-27-35 0,-11-17 0,14 15 0,0 1 0,-1-1 0</inkml:trace>
  <inkml:trace contextRef="#ctx0" brushRef="#br0" timeOffset="2">13897 7985 7846,'2'-12'1018,"3"2"1,3 5 0,6 12-1,2 7 244,3 8 1,-1 12-1,6 4 1,2 4-463,1 1 1,0 5 0,-3 2 0,-5-1-486,-3 1 0,-2-2 1,1-7-1,-2-1-654,-4-1 0,2-12 0,-6 2 0,0-4-1440,1-2 1,-2-4-1,5-10 1,2-4 1778,2-3 0,9-40 0,3-20 0,2-2 0,0 0 0</inkml:trace>
  <inkml:trace contextRef="#ctx0" brushRef="#br0" timeOffset="3">14430 8173 7846,'-8'-15'0,"-5"2"468,-5 4 0,-2 2 1,0 7-1,-5 4 888,-7 5 0,-6 4 1,-10 14-1,-5 5-548,-3 3 0,-6 5 0,-2 8 0,32-22 0,0-1-549,0 1 1,0-1 0,-29 23 0,8-9 0,8-7-3161,10-7 2901,8-4 0,32-38 0,5-9 0</inkml:trace>
  <inkml:trace contextRef="#ctx0" brushRef="#br0" timeOffset="4">13264 11338 7878,'-11'0'260,"-2"0"0,-3 0 0,1 0 0,-1 0 1693,1 0 1,2-2-1596,4-2 1,4 0 0,10-5 0,6-4 458,7-5-619,4 2 1,8-9 0,4 4 0,3 0 0,1 0 0,0 4 0,2 1 152,2 1 0,-4 3 1,-1 1-1,-2 3-225,-3 1 1,-1 2 0,-4 7-1,-2 3-44,-1 4 1,-6 4 0,-1 3 0,-4 2-63,-3 1 0,-5 5 1,3-3-1,0-2-155,0-3 1,1 1 0,6-9-1,-1 0 58,0-3 1,6-3 0,0-2 0,1 0 148,0 0 0,0 0 0,-4 0 0,2-2-34,-1-3 1,-2 4 0,-2-6-1,2 3 13,4-1 1,-4-2 0,3 4 0,-3-3-47,-2-2 0,0 3 1,1-3-1,-1 0-162,1 0 1,-1 5-7,0-2 0,1 3 81,-1 2 0,1 2 91,-1 3 0,0-4 1,1 4 50,-1-3 0,0-2 1,1 0-1,1 0-23,3 0 0,-3-2 0,5-1 0,-2-3-1,0-2 0,2 0 0,-2-4 0,4 3-35,-1-2 0,3-1 0,-4 1 1,0 3-87,0 2 0,0 1 0,-4 5 0,2 0 75,-1 0 1,3 0 0,-2 0-1,0 2 59,2 2 1,-4 0 0,6 4 0,-1 0 142,1 0 1,-4-4 0,3 6 0,1 1 22,-1 2 1,-5 1 0,3 1 0,-4 1-20,-2 3 0,0-3 0,-1 5 1,-2-2-152,-1 0 0,-5 2 1,3-4-1,-2 3-486,-3-3 1,4-1-1,-2-1 1,-2-1-1368,-2 0 1,-1-4 0,0 0-2836,0 1 4643,0-5 0,-19-19 0,-5-11 0</inkml:trace>
  <inkml:trace contextRef="#ctx0" brushRef="#br0" timeOffset="5">15207 10849 8879,'-8'9'3498,"3"1"-2428,3 1 1,9 2-1,2 1 1,4 1-278,1-1 1,6 5 0,-1 2 0,-2 0-585,-1 0 1,-1 3 0,-1-4 0,1 1-711,-1 0 1,-4-2 0,-1-6-1,1-2-881,-2-1 1,3-6 0,-5 4 0,2-3 36,3-6 1,2-6 0,2-10 0,-1-6 907,0-5 0,1-6 1,-1 0-1,1-2 437,-1-1 0,-6 2 0,-3 7 0,-4 4 167,-1 5 1,-11 5 0,-5 4-1,-6 7 1043,-9 6 0,-2 5 0,-9 8 0,1 4 98,-4 3 0,-1 5 1,2-1-1,1-2-927,0-1 0,6 0 0,5 4 0,7-6-2590,6-8 1,11-1 2208,8-8 0,0 0 0,6-5 0</inkml:trace>
  <inkml:trace contextRef="#ctx0" brushRef="#br0" timeOffset="6">18228 9309 7946,'-14'2'1028,"-1"3"0,1-4 1332,-1 4-2084,7-3 1,8-2 0,12 0 0,5-2 0,7-3-1,3-4 1,4-6 0,2-2 0,6-4 2221,2-2-2353,2 6 1,1-9-1,-1 7 1,-2 2-1,-2 1 1,-6 3 0,-2 3 56,-3 5 0,-4 4 0,-3 2 0,-3 4-92,-6 5 0,-7 9 1,0 5-1,-3 3-44,-2 2 1,0 0 0,0-2-1,0-2-58,0-1 1,4-6 0,3 0 0,1-7-84,3-6 0,8 1 0,5-3 0,5-4-45,5-7 1,2-5 0,9-3 0,1-3-4,2-5 0,5-4 0,-3 0 0,-1 0-4,1 4 0,1 0 0,-6 8 0,-5 5 285,-4 3 1,-8 4-1,-9 5 1,-3 6 69,-2 7 0,-1 0 0,-3 5 0,-4-1 30,0 1 1,1-3-1,4 3 1,-2-4-65,3-6 0,0 3 0,3-6 0,-1 0-218,1 1 0,-1-2 0,0-5 1,1 0-361,-1 0 1,1 0-1,-1 0 1,0-2-616,1-3 1,-6-1 0,1-7-1,-1 0-503,-1-3 1,-1-3-1,-7 0 1502,0-5 0,-24-12 0,-10-6 0,-2-5 0,0 1 0</inkml:trace>
  <inkml:trace contextRef="#ctx0" brushRef="#br0" timeOffset="7">19278 8086 8454,'-5'-9'1026,"1"-1"0,-1 8 0,5 4 0,1 9 13,4 7 0,3 7 0,7-1 0,1 4-534,3 0 1,2 6 0,4-1-1,-3-1-462,-1-1 0,5-2 1,-4-1-1,2 1-731,0 0 0,-5-5 0,4-3 0,-1-4-918,0-4 0,2-8 0,5 0 0,-2-4 730,-3-1 0,4-11 0,-6-5 0,-1-5 828,-7-4 0,-1 4 0,-8 2 274,-2 3 1,-10 8 0,-7 5-1,-8 7 752,-5 11 0,-9 7 0,-2 12 0,-4 4 456,-1 4 0,-5 1 0,0 0 0,2 0-1305,1 0 1,10 0 0,5-1 0,7-4-2430,7-4 2300,5-10 0,18-10 0,1-7 0</inkml:trace>
  <inkml:trace contextRef="#ctx0" brushRef="#br0" timeOffset="8">18444 11669 7783,'-2'-15'-61,"-1"1"0,-2 0 0,2-2 0,1-2 0,2-1 0,0 0 792,0-2 0,0 3 0,0-4 0,2 0-87,3-1 1,-4 4-1,6-3 1,-2 1 48,-1 3 1,6 2 0,-4 2-85,2 0 1,-3 6 0,5 1-296,1 1 1,2 3 0,1-5 0,2 0-11,3 0 0,-1 4 0,6-2 0,0 0-45,-2-4 0,10 2 1,-3 0-1,3 0-142,3 0 0,-3 3 0,6-3 0,1 0-75,-3 0 1,6 5-1,-4-3 1,4 1-37,1 0 1,-6 0 0,-4 7 0,-2 3-12,-2 4 1,-2 1-1,-3 3 1,-5 3 30,-3 0 1,-6 0 0,-1-2-1,2 2-2,2 3 1,-3-8 0,-1 4 0,2-2-87,2-1 1,8-4 0,1-3 0,2-3-59,0-2 1,0-2-1,5-3 1,-2-4-23,-3-4 1,3 0-1,-4 2 1,-1 1 102,-3-1 0,2 3 0,-2 0 0,-1 2 57,-2 3 0,3 1 0,2 2 0,0 0 53,-1 0 1,1 0-1,-3 0 1,1 0 43,-1 0 1,2 2 0,0 1 0,-3 3 73,-1 2 0,-1-3 0,0 5 0,3 1 158,1 2 0,0-4 0,-3 1 0,2 1-147,1 2 1,2 1 0,-3-1-1,1-2-442,-2-1 1,1-2 0,-1 1 0,1-2-1120,-5-1-1232,1-4 1,-14 4 174,0-6 0,-6 0 2418,-9 0 0,7-6 0,2-2 0</inkml:trace>
  <inkml:trace contextRef="#ctx0" brushRef="#br0" timeOffset="9">20487 10575 7778,'0'-19'0,"0"0"0,0 1 0,4 2 0,3 4 561,1 2 1,0 5 343,1 10 0,3 9 0,-8 12 0,0 6 0,-3 6 1,-1 4-1,0 1 0,2 0 0,1 0-56,2 1 0,1-6 0,-3 0 0,4 1-378,1-3 0,-5 0 0,3-9 0,-1-3-1378,0-5 1,1-5-912,-1-4 0,-3-5 1,4-10-1,-1-5 1818,0-2 0,6-33 0,2-14 0,-1-5 0,0 1 0</inkml:trace>
  <inkml:trace contextRef="#ctx0" brushRef="#br0" timeOffset="10">20933 10676 12553,'-7'14'2130,"-2"7"0,-11 5 1,-7 6-1108,-9 6 0,-6 15 0,-14 6 0,26-28 0,-1 0-729,-1 1 1,0 0 0,3 0 0,-1-1 0,-27 25 0,7-5-1086,5-8 1,15-3 114,6-11 1,24-10 675,10-14 0,6 3 0,-2 0 0</inkml:trace>
  <inkml:trace contextRef="#ctx0" brushRef="#br0" timeOffset="11">23537 11151 7772,'-15'0'106,"1"0"0,4 0 1,-1 0-1,-3 0 253,-4 0 1,-3 5 0,4 1 0,-2 0-1,1 2 1,2-1 1620,2-1 0,7-3-1473,7-7 0,13-6 0,13-8 0,4-2-187,4-3 0,10-1 0,1-4 0,5-3-106,4-2 1,2 4-1,3-2 1,2 6-115,1-1 0,1 7 0,-9 5 0,-6 7-126,-10 6 0,-9 7 1,-8 5-1,-8 7 1,-5 6 1,-4 3-1,-4 2 1,0-2 177,0-3 0,0 3 0,0-4 0,0-1-112,0-3 0,2-3 0,3-2-2,4 1 0,-1-2 0,2-2 1,1-3-102,2-2 1,1-1-1,1-5 1,-1 2-83,0 2 0,1-2 1,-1 3-1,1-4 20,-1-1 1,0-4-1,2-3 1,4-1-39,3-3 0,5-2 0,2-3 0,2-3-26,2-5 0,6 3 0,-4 1 0,3 0 133,-1 1 1,-6 0-1,2 6 1,-4 4 354,-1 4 1,-1 3 0,0 4 0,-3 3-31,-1 4 1,-5 4 0,4 3-1,-1 2 256,1 1 0,-4 0 0,3-5 1,0 2-156,1 3 1,-4-3 0,2 4 0,-4-4-91,-4-2 0,-3 0 0,1 1 0,-3 1-26,-2 3 1,-1-8 0,-5 4-919,0-3 1,2 0-1,1-1-4535,2-2 5198,0-5 0,-50-49 0,17 13 0,0 0 0</inkml:trace>
  <inkml:trace contextRef="#ctx0" brushRef="#br0" timeOffset="12">25033 10244 7772,'-21'0'0,"10"0"920,-3 0 0,9 2 1,2 1-1,6 2 1,6 0-1,6 0 0,4 1 449,5 2 1,3-3 0,2 3-1,1-2-948,4-3 1,-4 4 0,4-2 0,-4-1-116,-1 3 0,-5-4 0,-2 5 0,-1 0-102,-3 0 0,-9 2 1,-4 4-1,-7 2-106,-7 3 1,-9 3 0,-15 7 0,-6 0-116,-2 0 0,-4 0 0,-1-1 0,-2 3 62,1 2 1,9-7 0,6 3-1,6-4 111,7-2 0,8-3 0,5-5 0,4-2 30,8-4 0,14 2 0,7-6 0,8-2 414,6-1 1,-1-2 0,8 0 0,-3 0-359,-2 0 1,0 0 0,-1 0 0,-4 0-243,-4 0 0,-4 0 0,-2 0 0,-4 0 0,-5 0 0,-3 0-6780,-2 0-63,0 0 6843,-6 0 0,-1 0 0,-7 0 0</inkml:trace>
  <inkml:trace contextRef="#ctx0" brushRef="#br0" timeOffset="13">6201 12964 7876,'0'-15'-25,"0"1"0,0 0 0,0-1 0,0 1 659,0-1 0,6 6 1,3 1-1,4 0-77,2 0 0,-1 3 0,0-3 0,2 0 612,4 0-895,-4 5 1,9-8 0,-4 6 0,3 2 0,5 1 0,3 1 0,0-3 220,-2 0 1,4-1-1,-1 5 1,-1 0-278,-1 0 0,-3 1 0,1 3 0,0 0-115,0 0 0,-2-3 0,-2 1 0,-2 1-19,-2 2 1,4 0-1,-3-5 1,1 0-104,-4 0 1,2 0 0,0 0 0,1 0-15,4 0 0,-1-5 0,1 0 0,-2 0 37,1-1 1,-2 4 0,1-4-1,0 1 15,-2 0 1,4 0-1,-6 4 1,3-4-20,2-5 0,-2 2 0,1-1 1,1-2-17,2-2 1,1 3 0,-3 1 0,-2-1 31,-3 2 0,4 0 0,-5 5 1,-1-2 131,-2 2 1,-6 1 0,-1 4 19,2 3 1,2-4 0,2 6 0,-1-3-31,0 1 0,6 5 1,0-4-1,3 1 25,2-1 0,-2 5 0,-1-1 0,0 3-149,1 1 1,-1 0 0,4 1 0,-4-1-499,-1 1 0,0-1 1,-4 0-1,2 1-902,-1-1 0,-2 0 0,-2 1 0,1-1 1386,-1 1 0,-57 50 0,14-26 0,0 1 0</inkml:trace>
  <inkml:trace contextRef="#ctx0" brushRef="#br0" timeOffset="14">8100 12374 7814,'-5'-10'692,"-2"2"1450,-1 2 1,7 3-1557,1 7 0,1 4 1,9 8-1,1 2 1104,2 1-1393,1 7 0,1-4 0,-1 5 0,1-1 1,-1-2-1,0 2 0,-1-1-184,-3-1 0,2-2 1,-4-4-1,2 1-1263,0-1 0,-6-4 0,4-3-372,-1-1 0,4-8 0,-1-4 1522,2-11 0,18-37 0,6-17 0,-10 18 0,0-1 0,0 1 0</inkml:trace>
  <inkml:trace contextRef="#ctx0" brushRef="#br0" timeOffset="15">8560 12446 7814,'-21'19'0,"-3"2"609,-3 1 0,-2 2 0,-1 5 0,-4 1 501,-4 4 0,-4-2 0,-2 6 1,-3 2-412,-1 2 1,2-1-1,6-2 1,5-6-931,4-2 1,6-9-1,15-4-4003,10-7 4234,3-11 0,25-66 0,-17 23 0,0 0 0</inkml:trace>
  <inkml:trace contextRef="#ctx0" brushRef="#br0" timeOffset="16">1295 9554 7879,'0'-15'1064,"0"6"-195,0-1 1,1 7-352,4-2 1,-2 4-1,7 2 1,-1 4-1,1 6 1,0 7-1,1 6 1,3 5 461,5 4 0,-3-1 0,3 6 0,-3 1-605,-1-2 1,-1 3 0,1-7-1,-1-1-589,0-2 0,-1-1 0,-3-2 0,-4-4-1321,1-9 1,-6-4 0,6-7-2,-1 2 1,-4-8 0,2-12 0,-2-6 1535,-2-1 0,-5-33 0,-3-13 0,0-3 0,0 0 0</inkml:trace>
  <inkml:trace contextRef="#ctx0" brushRef="#br0" timeOffset="17">1611 9467 7964,'-14'0'0,"-1"0"0,1 0 0,0 0 719,-1 0 0,1 7 0,-1 4 0,-1 5 465,-3 3 0,-2 12 0,-4-1 0,-1 7-718,-4 7 1,0 1-1,-9 10 1,1 1-833,1 0 0,3-2 0,11-13 0,2-2-1039,0-6 0,11-9 0,-1-4 1405,3-4 0,-32 4 0,-14 3 0</inkml:trace>
  <inkml:trace contextRef="#ctx0" brushRef="#br0" timeOffset="18">1122 11180 7816,'-14'0'459,"4"0"1,2 1 0,2 4 0,4 5 0,5 2 0,7 4 693,3 4 1,1 0-1,0 6 1,1-2-739,-1 2 1,0 1 0,1 0 0,-1-2 203,1-1-897,-1-6 0,0 8 0,1-6 0,-1 1 1,1-2-1,-1-6-1508,0-6 0,2-7 0,2-5 0,1-8 1178,-1-9 0,-2-4 0,-2-12 1,2-2 607,3-2 0,0 2 0,1-3 317,-1 4 0,0 1 1,11-24 668,-34 62 1,-11 13 0,-9 12 0,-3 9-268,-2 9 1,-12 13-1,18-22 1,-1 1 0,-1 2-1,-1 1-498,0 2 1,-1 1 0,1 1-1,0-1 1,-2 1 0,0 0-1,1-2 1,1 1-171,1 1 1,2-1 0,2-4 0,0-2 0,-12 31 0,9-10-772,6-8 0,10-10 0,5-6 1,6-6-3714,7-7 4433,9-10 0,-9 17 0,2-2 0</inkml:trace>
  <inkml:trace contextRef="#ctx0" brushRef="#br0" timeOffset="19">1021 12417 7816,'-14'0'0,"-1"0"0,3 2 0,2 2 844,4-2 1,6 6 0,1-5 0,4 4 0,6-1 0,7 0-1,6-2 341,3-3 1,8-1-1,4 0 1,1 0-909,-2 0 1,2-5 0,-7 1 0,1-1-191,1-2 1,-6 6 0,0-4 0,-9 3 89,-4 2 1,-6 2-1,-2 4 1,-3 9-77,-7 7 0,-11 7 0,-12 6 0,-7 8-343,-6 8 1,-6 5 0,-2 2 0,-2 0 125,2-1 1,1 1 0,3-2 0,4-4 393,4-4 0,7-9 0,8-7 0,10-5 132,5-3 0,8-13 0,7-1 0,13-9-44,11-6 1,10-3 0,4-8 0,6-3-31,-1-5 0,0-3 0,4-2 0,-1 1-228,1-1 0,-7 6 0,-5 3 0,-6 2-1053,-6 4 0,-4-4 0,-3 10-171,-3 0 0,-3 2 0,-8 7 1116,-3 4 0,-41 15 0,-22 6 0,-2 6 0,-1-1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4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7064 16388 18546,'72'-6'0,"1"-1"0,0 0 0,0 1 0,-1-1 0,1 0 0,2 1 0,1 0 0,0 0 0,0 0 0,1 2 0,0 0 0,4 2 0,0 1 0,1 1 0,0 1 0,0 0 0,-1 0 0,1 1 0,-1-1 0,1 1 0,-1 1 0,1 0 0,0 1-966,-11-1 1,0 1 0,0 0-1,0 1 1,0 0 0,1 1 0,-1 0 965,2 2 0,1-1 0,-1 2 0,1 0 0,-1 1 0,0 1 0,-1 1 0,-2 1 0,0 1 0,-1 2 0,1 0 0,-1 1 0,0-1 0</inkml:trace>
  <inkml:trace contextRef="#ctx0" brushRef="#br0" timeOffset="1">8805 9122 8678,'-7'-1'2007,"7"-4"0,11-2 0,9-2 0,-1 2-1287,1 1 0,3 3 0,4-5 1,-1 0-1,-1 1 0,4 1 0,3 1 1,0 0-9,-2 1 0,-3-1 0,-1 5 0,-4 0-308,-1 0-570,5 0 1,-10 0 0,3 0 0,-5 1 0,-4 4-1463,-5 5 1,-4-2 670,-1 1 1,0 1 0,-1 3-612,-4-4 0,2-1 0,-7-4 1568,-1 0 0,-47 8 0,-12-4 0</inkml:trace>
  <inkml:trace contextRef="#ctx0" brushRef="#br0" timeOffset="2">8833 9410 8375,'-14'6'3071,"1"-3"-1829,4 7 0,9-5 1,11 3-1,6-2-44,7-3 0,5-3 1,3-3-1,3-3-350,2-2 1,-3 5 0,2-4 0,1 2-613,0 1 0,-5-6 0,0 5 0,-5 2-856,-3 2 0,-6 1 1,1 0-1806,-3 0 0,-8 6 373,-4 3 0,-2 4 0,-4 2 2052,-2-1 0,-55-6 0,-20-2 0</inkml:trace>
  <inkml:trace contextRef="#ctx0" brushRef="#br0" timeOffset="3">10315 8590 7890,'-1'-8'323,"-4"1"0,-5 3 1481,-3-1 0,4-2 41,-1 3-1506,7 2 0,3-3 0,10 8 38,2 2 0,8 2 1,-1-4-1,-2 2 248,-1-2 1,5-2 0,1-1 0,1 0-219,-4 0 0,2 0 0,-2 0 0,-1 0-211,-2 0 0,-2 0 0,0 2-96,1 3 1,-6-4-401,1 4 0,-8 3 1,-2 2-103,-8 3 1,-5-4-1,-2 1 1,1 1-2,0 2 0,-1 1 0,1-1 0,-1-2 11,1-1 0,0-1 0,1 6 355,3-1 1,4-4 0,6-1 173,0 2 0,1 2 1,4 2-1,5-3 117,3-2 1,1 3-1,0-4 1,-1 4 141,-3 2 1,3-3-1,-5 0 1,1-3 31,1 2 1,-7 2 0,2 1 0,-4 1-33,-1-1 0,0 1 0,0-1-372,0 0 0,-6 1 0,-4-2 0,-2-2-365,-3-2 0,-1 1 1,-1 3-1,-3-2-753,3-1 0,-4-6 0,0 4 1,1-1-263,-1-4 0,2-1 0,4-2 267,1 0 0,1-7 1089,3-2 0,4 2 0,6 1 0</inkml:trace>
  <inkml:trace contextRef="#ctx0" brushRef="#br0" timeOffset="4">10862 8417 7923,'-8'-14'1131,"3"-1"1,5 7 0,5 4-203,4 2 1,6 2-1,2 0 1,4 0-207,2 0 0,-4 0 1,3 2-1,1 2-308,-1 6 0,-5 3 0,3 1 0,-4 0-191,-2 1 1,0 1 0,-1 3 0,-3 3-194,-5 1 0,-4 4 0,-1-3 0,-1 5-198,-4 4 1,-5-2 0,-9 4 0,-5-2-246,-3 1 1,-2 0-1,0-6 1,1 1 25,-1 0 0,0-5 0,2-2 1,1-3 182,2-6 0,7-5 0,-1-9 140,7-4 0,5-3 0,6-7 0,3-1 282,6-3 0,1 3 0,11-4 0,-2 0 242,0 1 0,7 5 1,-4 6-1,2 0 39,0 0 0,0 5 0,5-2 1,-2 3-226,-3 2 0,1 5 0,-4 1 0,0 2-622,0 4 0,-2 0 0,-6 3 1,-2 1-757,-1 3 1,-7-3 0,2 3 0,-4-1-359,-1 1 1,0-3 0,-1 3 0,-4-3 1460,-5-2 0,-31 1 0,-14-2 0,-4 2 0,0 0 0</inkml:trace>
  <inkml:trace contextRef="#ctx0" brushRef="#br0" timeOffset="5">10229 9208 7854,'1'-8'1836,"4"4"0,8 2 0,8 2 0,1 0-873,4 0 0,1 5 0,3 0 0,4-2-295,4-2 1,4-1-1,3 0 1,1-1-335,2-4 0,5 2 0,-4-7 0,1-1-82,-1-2 0,-1 1 1,-5 0-1,1 3-513,-1-2 0,-11 3 0,-5 0 0,-5 1-1874,-4 4 0,-2 1 425,-2 2 0,-6 7 0,-3 2-1037,-3 4 0,-9 2 2747,-2-1 0,-55 26 0,24-17 0,1 0 0</inkml:trace>
  <inkml:trace contextRef="#ctx0" brushRef="#br0" timeOffset="6">10776 9410 7811,'-15'0'153,"6"0"1,-1 0 807,-1 0 1,3 0 94,-2 0 0,9 0 1,1 0-1,8 0 547,4 0 1,9 0-1086,3 0 1,-1 0-1,0 0 1,3 0-1,1 0 1,2 0 123,0 0 0,0-2 0,-2-1 0,-2-2-312,-1 2 0,-6 2 0,1 1 1,-3 0-243,-2 0 0,1 0 1,-2 1-129,-4 4 0,-2 3 0,-9 6 0,-1 1-180,-2-1 1,-8 0-1,0 1 1,-4-1-550,-1 1 1,-4-1 0,-2 0 0,-2 1 100,2-1 1,-1 1-1,4-1 1,0 0 353,0 1 1,2-1 0,5-1 0,1-2 202,3-1 0,4-6 1,6 6 72,0 1 0,2-3 0,2 0 1,6 0 220,3 0 1,3-3 0,1 5 0,3 1 124,-3 2 1,-1-1 0,-1 0-1,-1-3 54,0 2 1,1 7 0,-1 1 0,-1-1 3,-4-2 0,-1-2 0,-4 2 0,0 2-22,0 1 1,-3 0-1,-2-5 1,-3 2-126,0 4 1,-8-9 0,3 3 0,-4-1-155,-1 0 1,-1-4-1,1-1 1,-2-1-461,-3-4 0,-2-1 1,-5-2-1,2 0-615,-1 0 0,-2-2 1,-2-3-1,0-4-592,0-4 1,7-2 0,1 1 1601,0 0 0,-20-1 0,-12 1 0</inkml:trace>
  <inkml:trace contextRef="#ctx0" brushRef="#br0" timeOffset="7">12401 9093 7789,'-14'0'281,"-1"0"0,1 0 0,0 0 1583,-1 0 1,7-1-1312,4-4 1,8 3-1,4-4 1,4 1 671,2 0-986,-3 1 1,10-1 0,-5 0 0,1 0 0,4 0 0,2-1 0,1-2 207,-2-3 0,8 3 1,-4-2-1,-1 1-164,3 1 0,-1-5 0,2 5 0,-2 0-52,-3 3 0,3-1 0,-5 1 0,1 2-13,-4 1 1,-3 2-1,-2 2 1,-1 2-360,-3 6 1,1 3 0,-6 1 0,-1 1-114,3-1 0,-6 5 0,4 0 0,-3-1-668,-2-2 1,5-2 0,-1 1-1,1-1-1288,2 1 1,-4-1 408,6 0 1,-4-4 1800,5-1 0,-65 14 0,-10 7 0</inkml:trace>
  <inkml:trace contextRef="#ctx0" brushRef="#br0" timeOffset="8">12401 9583 7789,'-14'0'511,"4"0"1,2-2 333,2-3 1,1-3-1,7-8-224,2-3 1,4 3-1,8-3 1,2 1 6,1-1 1,0 3-1,-4-3 1,-1 3-176,1 2 1,-1 6 0,0 1 0,1 2-250,-1 1 1,1-1 0,-3 6-1,-1 3-67,-1 0 0,-2 8 0,3-3 0,-3 4-193,-1 1 1,4 1 0,-2-3 0,4 0-60,2-3 1,-1-1-1,0 3 1,1-3 210,-1-1 0,5 2 0,1-4 1,-3-2 16,-1-1 0,0 0 1,2 1-1,1 2-431,-2-2 0,-1-2 1,-1-1-1,-2-1-189,-4-4 1,4 3-1,-5-4 1,2 1-984,-1 0 0,-4-4 1,3 2 1489,-2-1 0,-7-1 0,-7-6 0</inkml:trace>
  <inkml:trace contextRef="#ctx0" brushRef="#br0" timeOffset="9">13567 8719 7767,'0'-8'1599,"-2"5"1,-1 13-1,-2 9-960,2 6 0,-5 11 0,0 2 0,-2 5-270,1 5 1,-3 5-1,-5 8 1,-2 1-303,1-1 0,-3-2 0,2-3 0,2-2-497,1-1 1,1-13 0,2-2 0,4-7-1526,4-7 0,3-4 129,2-5 0,2-9 1826,3-6 0,22-38 0,11-17 0</inkml:trace>
  <inkml:trace contextRef="#ctx0" brushRef="#br0" timeOffset="10">13926 8949 7767,'-14'-8'0,"-1"4"1073,1 2 0,5 2 1,-1 2-1,0 4-318,2 8 1,-4 9 0,2 10-1,-4 7-335,-6 7 0,4 4 0,-3 6 0,5-1-165,4-3 1,-1 2-1,6-11 1,4-5-115,4-9 1,6-17-1,11-4 1,5-5-80,7-4 1,-1-8 0,4-7 0,0-7-26,3-5 1,-1-8 0,0-2 0,-2-2-58,-3 1 1,-3 4 0,-5-2 0,-5-1 13,-3 0 0,-3 5 1,-5-1-1,-8 2-226,-8 2 1,-12 1-1,-4 0 1,-4 4-445,-6 5 0,2 10 0,-5 6 1,1 7-320,-1 11 1,6 7 0,1 12 0,6 4-1810,3 4 2804,2 7 0,16 2 0,5 7 0,-2 7 0,1-1 0</inkml:trace>
  <inkml:trace contextRef="#ctx0" brushRef="#br0" timeOffset="11">14329 9352 7761,'-8'2'5428,"3"3"-5377,-3-4 1,8 11-3311,0-8 3259,7 1 0,26-43 0,6-10 0</inkml:trace>
  <inkml:trace contextRef="#ctx0" brushRef="#br0" timeOffset="12">14818 8791 7741,'-6'-8'0,"-2"2"449,-7 6 0,6-5 1,-1 0 717,-1 2 1,3 8 0,-1 4 0,-1 6-18,2 4 0,-6 5 1,1 10-1,-5 6-714,1 6 0,5 5 1,3 7-1,-2-1-220,-2 1 0,5-2 0,3-5 0,3-6-173,2-5 1,7-13 0,4 0 0,5-6-221,3-9 0,7-4 0,-2-8 1,3 0-56,2 0 1,-1-6-1,1-4 1,-2-2 9,-3-3 0,4-1 0,-6-1 0,0-2 38,-2 1 1,-11-3-1,-4 2 1,-4 1 121,-1 2 0,0 2 1,-1 0-1,-5 1 35,-9 3 1,-1 4 0,-8 6 0,-3 1-255,-5 4 1,2 3 0,-4 8 0,4 2-395,1 1 0,7 5 0,2-5 0,4 0-1318,2 2 1,4-5 1992,1 3 0,6-9 0,-4-4 0</inkml:trace>
  <inkml:trace contextRef="#ctx0" brushRef="#br0" timeOffset="13">15264 8762 10864,'19'0'2756,"1"0"0,-1 0-1884,2 0 0,1 0 1,7 0-1,-1 0-254,1 0 1,5 0 0,-1 0 0,1 0-176,1 0 0,-6 0 0,1 0 0,-4 0-232,-1 0 0,-4 0 0,-2 0 0,-3 0-12,-1 0 1,-6 2-190,1 3 0,-7-2 1,2 7-1,-5 1 143,-5 2 0,2 6 0,-7 2 1,1 1-25,1 4 0,-5 1 1,3 1-1,-4 1-48,-5 0 1,3 5 0,-5 1-1,2 2-215,0 3 0,-7 1 0,2 1 0,-1-2-342,1-2 1,-4-1 0,6 3 0,-2-4-711,0 0 1,6-4 0,-1-7-3308,3-1 3070,8-6 1423,2-4 0,-32-52 0,-10-18 0</inkml:trace>
  <inkml:trace contextRef="#ctx0" brushRef="#br0" timeOffset="14">6215 5079 7890,'-14'-8'176,"-1"0"1,2 3 0,2-3 0,3-1 0,0-1 0,0-1 815,-3-2 0,3 4-372,-2-1 1,6 7 0,-4 1 689,1 10-1080,2 8 1,1 14 0,-1 4 0,0 6 0,0 6-1,-1 9 1,-1 5 224,1 8 0,-4 7 1,4 3-1,0 0-258,-1 1 1,-2-4 0,4-10 0,2-7 26,1-8 0,2-2 1,2-7-1,1-7-37,2-7 1,6-10-1,-2 4 1,4-3-21,2-4 1,4 4 0,2-10 0,1 1 103,4 1 0,7-5 1,5 3-1,4-2 257,1-3 0,12-1 0,5-2 0,9-2-263,9-2 1,-36 2-1,0 0 1,1-2-1,1-1 1,2-1-1,0 1-128,1-2 1,1 1-1,6-1 1,1 1 0,1 0-1,0 1 1,-1 0 0,0 0-184,0 0 1,-1-1 0,1 2-1,0 0 1,-1-1 0,-1 0-1,1 1 1,0-1-31,-1 1 0,1 0 1,-4-2-1,-1 1 1,-3 1-1,-1 1 0,-1 0 1,0 0-72,-1 0 0,0-1 0,0 2 0,0 0 1,0 1-1,-1 2 0,0-1 0,-1 0-3,41 0 0,-5 0 0,4 0 0,1 0 191,-2 0 0,-2 0 0,-5 0 0,3 0 47,0 0 1,1-5 0,-5 0 0,0 0-150,0-1 1,0 4 0,1-4 0,2-1-55,2-2 0,1 3 0,-2 1 0,-1 3-205,-5 2 1,-6 0-1,-11 0 1,-5 0 112,-4 0 0,-7 5 0,-2 1 0,-3 2 92,-3 3 0,1-3 1,-9 0-1,2 0 17,2 0 0,-2-4 1,-1 0-1,-1-2 147,-4-2 0,4 0 0,-2 0 0,-1-2 32,-2-2 0,-2 0 0,1-5 0,-1-2-259,0-2 0,-1-2 1,-2 1-5,-1 0 0,-7-1 0,2 1 0,-3 0-169,-2-1 0,0 6 1,0-1 435,0-1 1,0 3-1,-2-2-141,-3-1 0,4-2 1,-4-1 323,3-1 1,2-1 0,0-3 0,0-5 135,0-3 0,0-3 1,2-4-1,3-4-257,4-4 1,-1-7 0,0-4-1,-1-5-172,-4-4 1,-2 1 0,-1-4 0,0 1-41,0 3 1,-6-1 0,-2 6-1,-2 9-54,1 11 0,-1 7 0,-3 5 0,2 6 136,2 7 0,-1 5 1,-4 6 41,-1 0 1,1 0-79,0 0 0,-1 0 0,1 0 0,-1 0 181,1 0 1,0 0-1,-2 0 1,-4 0-101,-4 0 0,-3 0 1,-2 0-1,-1 0 127,-3 0 0,-11-5 0,-10 0 1,-8 0-8,-10-1 0,32 3 1,-2-1-1,-5-1 1,-2-1-1,-4 2 0,-2 0-262,-5 1 1,-2 0 0,-3-2-1,-1 0 1,-5 2 0,-2 2 0,1-1-1,0 2-118,0 1 1,0 1-1,0 1 1,-1 2 0,-1 2-1,-1 1 1,0-1 0,0 1 157,1 2 0,1 0 1,-1-2-1,1 1 0,5 2 1,2 1-1,-1-2 1,1 0 110,0-1 0,1 0 1,-2 1-1,1 1 0,2-2 1,0 1-1,4-1 0,0 1 88,3 1 1,1-1-1,4-2 1,2 0-1,-3 1 1,2 1-1,2-2 1,0 0 24,3 0 0,-1-2 1,1-1-1,0-2 0,-31 2 1,2-3-153,1-2 0,-1-2 1,2-3-1,2-4-122,1-4 1,6 0-1,2 2 1,4 3-11,5 2 1,4 1 0,4 5 0,-1 2-268,-2 2 0,1 4 0,9 5 0,5-2-350,2-1 0,9-1 0,3 4 1,4-2-866,6-1 1,5-7-1,17 2 1582,16-3 0,5-2 0,9 0 0,-7 0 0</inkml:trace>
  <inkml:trace contextRef="#ctx0" brushRef="#br0" timeOffset="15">8603 4014 7782,'-19'5'0,"0"0"344,1-2 1,7 5-1,1 0 1,-1 2 618,-2-1 1,5-4-486,4 5 1,2-6 0,0 4 0,-1 0 0,-2 0 0,2 4 0,2 0 0,1 4 0,-2 4 0,-1 5 960,-2 7 0,0 11 0,5 10 0,0 5-763,0 4 0,0 5 1,2 8-1,3 0-162,4-4 1,9-12 0,4-13 0,5-6-368,9-6 0,5-17 0,7-10 0,6-15-81,7-16 0,5-16 0,-31 14 0,0-1 0,-1-1 0,-2-1 31,-3-2 1,-1-1 0,17-33 0,-13-7 0,-7 0 82,-5 0 1,-11 8 0,-9 5-1,-13 6-160,-15 3 0,-12 2 0,-10 8 0,-6 5-316,-5 7 1,-1 13-1,3 2 1,-2 7-828,-1 8 0,3 10 0,11 12 0,11 3-425,10 2 0,8-2 0,11-3 1548,8-4 0,38-4 0,16-2 0</inkml:trace>
  <inkml:trace contextRef="#ctx0" brushRef="#br0" timeOffset="16">17178 3842 7788,'9'-5'-198,"-1"-2"0,0-1 0,0-1 0,2-1-385,-2 1 1,0 5 533,-3 0 25,-4 2 24,6 2 0,-1 13 0,2 3 0</inkml:trace>
  <inkml:trace contextRef="#ctx0" brushRef="#br0" timeOffset="17">15969 5252 7816,'-22'-5'112,"3"0"1,3-6 0,1 3-1,1-2 1,1 1 0,2-2-1,3-2 1,2-2 542,2 1 0,3-2 0,1-3 0,0-5-178,0-3 0,1-2 1,4 0-1,5-1-40,2-4 1,3 4 0,1-4 0,3 4 97,5 1 1,3 0-1,2 2 1,0 2-45,0 1 0,-2 6 0,-2-1 0,-1 4-268,2 6 1,-1 2 0,1 7 0,-2 2-47,2 3 0,1-2 0,1 7 1,1 1 33,0 2 1,1-1 0,4 0 0,4-4-30,4-2 1,3 4-1,3-4 1,4 0-4,4 1 1,13 2-1,5-4 1,4 0-89,-37-2 0,1 0 1,3-2-1,1 0 0,3 1 1,1 1-1,3-2 0,1-1-38,4 0 0,-1 0 0,3 0 1,-1-1-1,-1-1 0,0-1 1,2-2-1,0-1 36,2-3 1,1 0 0,2 1-1,-1 0 1,0-2 0,-1-1 0,-4 2-1,0-1 10,-1 1 1,-1-1-1,0 0 1,0 1-1,0 1 1,1 1-1,-2 1 1,0 0-47,-3 1 0,-1 0 1,-2-1-1,-2 1 1,-6 2-1,-1 1 1,39-3 73,-2-1 0,4 4 0,-7-3 1,-3 4-138,-4 1 0,-5-5 0,2 0 1,-1 0 24,-3-1 0,-2 3 1,-3-5-1,-3 0-3,-5 0 1,0 3 0,-5-3 0,-6 2-89,-5 2 1,-8 1-1,-2 0 1,-1-2-19,-4 2 0,-5 2 488,-3 1 1,-4 0-397,4 0 1,-4 0 244,5 0-282,-7 0 29,10 0 1,-10 0-1,5-2-109,-2-3 1,1 4-68,-2-4 1,3 3-36,6 2 0,0 0 99,1 0 1,-6 0 58,1 0-173,-7 0 1,5 0-136,-3 0 0,-3-1 1,4-3 155,0 0 0,2-1 0,7 5 0,-2-2 195,-4-3 0,10 4 0,-1-6 147,3 1 1,-1 4 0,-5-2 129,-1 2 1,1 2 0,-1 0 0,0 2 1,1 2 1,-1 0 0,1 4-173,-1-2 0,-4 0 1,-1-2-1,1 2 2,-2 2 1,4-3 0,-2 3 27,3-2 0,-4 4 27,1-6 0,-7 8 4,2-3 1,-3 4 0,-2 1 0,0 1 114,0-1 1,0 7 0,0 3 0,0 5-239,0 4 0,-5-1 1,0 7-1,0 1-146,-1 1 0,4 2 0,-3 1 0,2-3-280,-2-3 1,4 2 0,-6-4-1,3-1-269,-1 0 1,-5-1-1,4-7 1,-1-2-444,1-1 0,-5-1 1,1 1-715,-2-5 0,-3-10 1,1-4 1826,-1-3 0,-18-28 0,-6-6 0</inkml:trace>
  <inkml:trace contextRef="#ctx0" brushRef="#br0" timeOffset="18">18329 2791 7804,'-15'-8'377,"6"0"1,-1 5 0,-1-2 0,0 1 3654,1-3-3204,4 6 0,12-6 0,4 7 0,2 0 1006,3 0-1512,6 0 1,-4 0 0,7 2 0,3 3 0,4 3 0,2 1 0,-1-1 251,-1-1 0,-6 4 1,1-2-1,-1 2-429,-4-1 0,2 3 0,-6-4 0,-2 4-72,-4 2 1,-8-1-1,2 2 1,-5 2-216,-5 1 0,-5 2 1,-7-4-1,-4 4-339,-1 1 0,-2-4 0,-4 1 0,3-5-73,1-4 0,6 1 0,-1-6-208,3-2 0,8 5 662,3 2 1,5-2 0,5 1 0,5 3 264,2 0 0,8 3 1,0-1-1,1 2 210,0 3 0,3-1 1,-5 4-1,-1 1 65,-2-1 1,-2-4 0,-1 2 0,-2 0 101,-1-1 1,-7 0-1,2-3 1,-5 2-154,-5 1 1,-5 0 0,-7-5 0,-4 1-275,-1-1 0,-2 1 1,-5-1-1,0 0-286,0 1 0,2-3 1,2 0-1,2-4-621,2-2 0,-3-1 1,5-5-1,2 0-998,1 0 1,8-7 0,3-4-1,3-6-3097,2-7 4887,7-3 0,20-14 0,11-5 0,5-4 0,1-1 0</inkml:trace>
  <inkml:trace contextRef="#ctx0" brushRef="#br0" timeOffset="19">19034 2777 7804,'-5'-14'1343,"0"-1"0,2 2 0,8 2-309,4 2 0,4 5 1,1 0-1,2 2-103,4 2 1,-3 0 0,7 2 0,0 2-345,-2 6 1,4 3-1,-7 3 1,-1 3-313,-2 5 0,-2 3 0,-1 2 1,-3 1-145,-6 4 1,-2-2 0,-2 5 0,-2-1-233,-2 1 1,-11 0 0,-9 3 0,-3-2-264,-2 2 0,-1-5 0,-1-1 1,1-5-253,3-5 0,1-4 0,-1-7 1,3-3 319,5-5 1,8-12 0,3-6-1,1-6 130,4-3 1,2-2-1,1-3 1,0 1 410,0 2 0,6 7 1,4-3-1,2 6 450,3 4 0,-1 2 0,2 5 0,2-2-51,1 2 1,7 2 0,-4 2 0,2 2-425,0 2 0,1 5 1,6-4-1,-1 2-507,-3 3 0,-3 2 0,0 2 0,-4-1-903,-5 0 0,-2 1 1,-3-1-1,-5 1-1262,-4-1 0,-9 2 1,-5 1 2451,-4 3 0,-29 0 0,-23 2 0,-2 0 0,-3 1 0,0 1 0,0-1 0</inkml:trace>
  <inkml:trace contextRef="#ctx0" brushRef="#br0" timeOffset="20">17983 3842 7779,'-19'6'684,"0"4"0,8-2 0,12 0-345,12-2 1,10-1 0,12-5 0,8 0 2089,8 0 0,7 0 0,6-2 0,7-3-1675,9-4 0,-32 0 0,2-1 1,2-2-1,0 0 0,2-1 0,1 0-446,0 1 0,0 0 1,-5-1-1,-1 1 0,0 2 1,-1 0-1,-2 1 0,0 1-304,-4 0 0,0 0 0,32-5 0,-5 2 0,-12 3-4,-6 1 0,-9 3 0,-10 4 0,-7 0-3617,-5 0 2107,-11 0 0,-4 0 0,-10 1 0,-4 2 64,-4 2 0,-8 6 1,-3 1-1,-5 4 1446,-4 3 0,-12 0 0,-14 3 0,-2 1 0,-7 0 0,1 1 0,-1-1 0</inkml:trace>
  <inkml:trace contextRef="#ctx0" brushRef="#br0" timeOffset="21">18616 4029 7741,'0'-10'1701,"0"1"-900,0-3 1,5 4-1,2 0 159,1 2 1,-4 1-1,6 7 1,0 3-121,-2 4 1,3 6 0,-6 4 0,-2 5-394,-2 3 0,-1 3 1,0 2-1,0 3-346,0 2 1,0-5-1,-1 3 1,-4-1-360,-5-1 0,4-4 1,0-5-1,1 0-981,0-1 1,0-7 0,7-8-3411,3-2 4649,3-1 0,19-76 0,-12 27 0,0 0 0</inkml:trace>
  <inkml:trace contextRef="#ctx0" brushRef="#br0" timeOffset="22">18933 4043 8577,'5'-14'0,"1"1"739,2 3 1,2-2 0,4 4 0,2 0 333,3 3 1,4-2-1,4 3 1,-2 0-93,-1 3 1,0 2 0,5 4 0,0 5-427,0 3 1,-7 6-1,-4 2 1,-6 1-274,-2 3 0,-7 3 0,2 2 1,-5 2-213,-5 2 0,-3 1 0,-8-2 0,-3 4-270,-5 0 0,-3 1 1,-2-7-1,2-6-323,3-2 0,-3-4 0,4-6 0,1-4 123,3-4 1,8-7 0,3-6-1,1-8 159,4-4 0,3-4 0,5-5 0,4 0 723,4 0 0,3 0 0,2 2 0,3 3 259,1 5 0,2 10 0,5 4 0,-1 3-183,1 2 0,0 2 0,0 4 1,0 9-710,-1 7 0,3 0 1,1 1-1,1-3-1313,-1-2 1,-1-2 0,-3-3 1463,1-4 0,13-28 0,2-13 0</inkml:trace>
  <inkml:trace contextRef="#ctx0" brushRef="#br0" timeOffset="23">23364 4158 8875,'-8'0'1733,"2"2"1,4 3-1235,-3 4 0,4 6 0,-4 4 0,3 5-25,2 3 1,0 3-1,0 4 1,0 4-148,0 4 1,0 7 0,0 3 0,0-1-38,0-3 1,0 1 0,0-1-1,0-1-148,0-3 1,-5-2 0,-1-2-1,0-3-101,-1-2 0,-2-2 0,2-4 0,1-2-226,0-3 0,-4-3 1,5-7-1,2 1-2381,1-1 311,2 1 1,2-7 985,3-4 0,-4-8 1,4-6 1268,-3-3 0,-34-40 0,-8-9 0</inkml:trace>
  <inkml:trace contextRef="#ctx0" brushRef="#br0" timeOffset="24">23968 4201 7850,'5'-14'1636,"0"0"-5,0-1 0,-5 9-936,0 6 1,0 6-1,0 10 1,0 3-314,0 5 0,0 4 0,0 2 0,-2 2-30,-3 1 1,2 9 0,-5 0-1,0 4-167,0 0 0,-1 1 0,-4-1 0,2 4-372,1 1 1,0-5-1,-2 0 1,2-4-211,5-4 0,-1-6 1,1 2-1,2-5-733,1-5 0,4-5 1,1-8-3223,2-1 4352,6-7 0,-22-16 0,1-11 0</inkml:trace>
  <inkml:trace contextRef="#ctx0" brushRef="#br0" timeOffset="25">23609 4619 7850,'-15'0'1523,"9"0"1,7 0-660,12 0 0,8 0 1,8 0-1,0 0 2,-1 0 0,3 0 1,1 0-1,3 0-77,2 0 0,-4 0 0,4 0 0,0-2-384,-1-3 0,-2 4 0,3-4 0,-4 3-453,-5 2 1,-1-5 0,-8 1 0,-2 0-2061,-1 3 1,-6 1-774,0 0 0,-6 0 2881,6 0 0,-46 5 0,-27 3 0,2 0 0,0 0 0</inkml:trace>
  <inkml:trace contextRef="#ctx0" brushRef="#br0" timeOffset="26">25234 3986 7586,'0'-15'264,"0"1"0,0 4 831,0 1 1,2 5-629,3 0 1,-2 4 0,5 4 0,0 6 0,0 4 0,3 6 0,2 4 0,0 3 0,-2 1 340,-2 1 0,1 5 0,4 1 0,1 0-530,-1 0 0,1-1 1,-3-4-1,0 2-161,-3 2 0,-4-2 0,3-8 0,-2-5-571,-2-3 1,-3-2-1336,-1 1 0,0-9 216,0-6 0,0-6 0,0-10 1573,0-3 0,-2-25 0,-2-12 0,0-6 0,0 0 0</inkml:trace>
  <inkml:trace contextRef="#ctx0" brushRef="#br0" timeOffset="27">25580 3928 7854,'-21'0'534,"5"0"1,-3-2 1144,3-2 1,1 4-892,1 0 0,1 6 1,2 10-1,3 2-142,2 1 1,-6 5-1,3-3 1,-2 1-204,1 3 0,-8 3 1,4 0-1,-4 1-161,-2 0 1,2 0 0,-4-2 0,-1-1-254,1-3 0,0 0 0,-4 2 0,4-2-300,1-2 1,2-2-1,6-5 1,2-1-1121,1-3-5952,7 2 5916,-4-10 0,9 4 1427,3-6 0,-16 0 0,1 0 0</inkml:trace>
  <inkml:trace contextRef="#ctx0" brushRef="#br0" timeOffset="28">24903 4705 7854,'-19'2'546,"0"1"772,1 2 0,9 1 0,6-3-586,6 2 0,5 1 0,8-2 0,3 2-7,5 2 0,3-5 0,4 2 0,2-3-348,6-2 0,-3 0 0,3 0 0,2 0 9,6 0 1,2-2 0,4-1 0,-4-4 135,1-1 0,-5 4 0,3-4 0,-5 0-989,-5 0 1,-7 4 0,-9 0-2484,-1 2 436,-2 2 0,-13 0-753,-6 0 3267,-6 0 0,-60 6 0,-12 2 0</inkml:trace>
  <inkml:trace contextRef="#ctx0" brushRef="#br0" timeOffset="29">25220 5050 7854,'-14'0'3598,"-1"0"-2921,1 0 0,7-1 0,7-3 0,8-2-60,5-2 0,6 3 1,1-3-1,-1 2-214,1 3 0,-4 1 0,4 2 0,-4 0-96,-2 0 1,0 0 0,1 0 0,-1 2-133,1 2 1,-6 4 0,-1 7 0,-1 1-164,-4 3 1,-2-1 0,-1 6-1,0 1-186,0 2 0,-6 2 0,-4 2 0,-2-1-144,-3-1 0,-1 3 0,-1-10 0,-3 0-46,3-2 0,2-4 1,4-4 64,2-2 1,1-5 0,-2-10 0,4-5 287,-1-2 1,6-4-1,-4-2 1,5-1 672,5 1 1,-2 2 0,7 3-222,1 4 1,-3 2 0,1 7-1,2 0 67,2 0 0,2 2 0,-1 3 1,2 4-445,3 4 1,-3 3 0,3 2 0,-3 1-913,-1-1 0,-1-2 0,1-2 0,-1-1-708,0-4 0,1-1 0,-1-4 0,0-1 1556,1-5 0,-19-32 0,-10-15 0,1-6 0,1 0 0</inkml:trace>
  <inkml:trace contextRef="#ctx0" brushRef="#br0" timeOffset="30">26558 4288 7798,'-8'6'299,"-3"-3"0,4 7 1,1 1-1,0 2 1,2 3-1,3 3 622,1 5 0,1 3 0,3 2 1,0 1-494,0 4 1,2 3 0,-1 4 0,-2-1 100,-1-1 1,-4-1-1,-3 4 1,-4-3-187,-4 0 1,-2-2-1,1 1 1,1-4-392,4-4 1,-4-3 0,3-1 0,-3-4-903,-1-1 0,6-7 0,2-6-374,-1-1 1,7-4 0,-1-10 1323,4-7 0,2-26 0,-5-13 0</inkml:trace>
  <inkml:trace contextRef="#ctx0" brushRef="#br0" timeOffset="31">26198 4777 7798,'-8'6'1576,"8"-4"1,11 3 0,7-4-707,6-1 0,10-5 0,2-1 0,3-2-464,-1-3 1,0 3 0,6-2 0,-3 1-677,-2 1 1,0-5 0,-5 5-1,-2-2-673,-2 1 0,-7 6 943,-4-2 0,-35 3 0,-10 2 0</inkml:trace>
  <inkml:trace contextRef="#ctx0" brushRef="#br0" timeOffset="32">27522 3813 7798,'-7'-15'2020,"6"7"1,-4 2 0,10 6-975,4 0 0,6 5 1,2 1-1,3 2 90,-3 3-971,6 2 1,-6-3 0,6-1-1,-3 3 1,-1 0 0,1 1 0,-1-2 458,-2-1 0,-1 0-594,-1 4 0,-7 0 0,-5 1-584,-6-1 0,-12-4 0,-9-1 0,-3 1-7,-2-2 0,1 3 0,-1-4 1,0-1 125,0 0 0,7 4 0,3-5 1,3-2 22,1-2 0,7 1 1,5 1 365,6 2 0,7 0 0,8-4 0,2 3 233,3 0 0,1 8 0,3-3 0,-1 4 336,-2 1 1,-7 2-1,2 2 1,-3 3-16,-1 1 0,-6-3 1,-1 5-1,-1 0-16,-4-1-1,-6 4 1,-4-3 0,-2 3-293,-7 2 0,1-5 0,-6-2 0,1 1-312,-4-1 1,1-4 0,-1 1 0,0-3-829,2-2 1,-5 0-1,4-1 1,1-3-1137,3-5 1,3-4-2042,2-1 4118,6-13 0,19-21 0,9-11 0,4-10 0,0 1 0</inkml:trace>
  <inkml:trace contextRef="#ctx0" brushRef="#br0" timeOffset="33">28069 3899 7798,'1'-13'2362,"4"2"-1292,5 2 1,-2 5-1,1 0 1,2 2-183,2 2 1,-2 2 0,0 2-1,2 4-301,-2 0 1,1 10 0,0-4 0,0 4-278,-3 3 1,-6 1-1,2 9 1,-3 0-427,-2 3 1,-2 6 0,-4-2 0,-9 4-156,-7 1 1,-5 0-1,-4 0 1,-2 1-165,-5-1 1,2-2 0,1-2 0,2-7-657,-1-7 1,5-4 792,5-7 1,8-12 0,2-7 0,9-8 235,8-6 1,5 2-1,7-6 1,-1 1 127,1 0 1,4 4 0,1-1 0,1 4 433,0 6 0,3-2 0,-3 6 0,0 2 133,-1 1 1,1 2 0,-3 0 0,1 2-544,-2 2 1,-1 4 0,-3 7 0,-3-1-741,-5 1 1,1-1-1,-1 2 1,-4 2-557,-4 1 1,0 1-1,-7-2 1,-2 1 1205,-6-1 0,-41-3 0,-19-1 0,20-4 0,1 0 0,-1 0 0</inkml:trace>
  <inkml:trace contextRef="#ctx0" brushRef="#br0" timeOffset="34">27162 4878 9135,'23'-5'2455,"5"-2"0,9 1-1282,5 0 0,12-6 0,7 4 0,6 0-11,6 4 0,1-3 0,-7 2 0,-5 2-758,-2 2 1,-4 1 0,-4 0-1,-5 1-660,-7 4 1,-5-3 0,-6 2 0,-1 0-763,1 0 0,-7-2 0,-2 3-1716,-4-4 1,-10-1 516,-6 0 0,-8 0 2217,-11 0 0,9 0 0,-3 0 0</inkml:trace>
  <inkml:trace contextRef="#ctx0" brushRef="#br0" timeOffset="35">27536 5093 8473,'-6'-8'3148,"4"4"1,-3 10-2486,4 8 1,-1 4-1,-1 9 1,-3 4-367,-2-1 0,-2 7 0,-4 1 0,-1 4-170,1 1 0,0-2 0,-1-1 1,2-4-1562,4-6 1,2 0-1,9-12-1311,3-5 0,4-7 2745,11-11 0,8-30 0,4-14 0,7-7 0,-1 1 0</inkml:trace>
  <inkml:trace contextRef="#ctx0" brushRef="#br0" timeOffset="36">27824 4993 7758,'6'-15'1036,"-2"7"0,5 2 0,2 1 309,2 0 0,3 1 0,3 4 0,4 0-556,-1 0 1,5 4 0,-3 3 0,2 2-378,-2 7 1,1-1-1,-5 5 1,-3 1-181,-1 3 1,-8 2 0,-3-1 0,-4-1-287,-1 2 1,-6 3 0,-4 3 0,-4 1-207,-5-1 0,-3-1 0,-7-4 1,0-2-241,0-1 0,0-6 0,2 1 0,3-4-468,5-6 1,-2-2 534,2-7 0,6-7 0,9-2 0,2-4 498,2-2 1,6 1 0,4 1 0,3 2 505,1 1 1,1 6-1,-1-4 1,0 1 223,1 4 0,-1 1 0,0 4 0,1 1-485,-1 2 0,1 1 1,-1-1-1,0 5-714,1 3 1,-6-4 0,1-1 0,1 0-1885,2 0 1,1-5 2287,1 2 0,-7-22 0,-2-7 0</inkml:trace>
  <inkml:trace contextRef="#ctx0" brushRef="#br0" timeOffset="37">28845 4489 7710,'-14'-8'335,"4"2"0,2 4 0,4-1 0,5-3 0,9-1 329,7 1 1,4 1 0,6 5 0,1-2 606,2-2 1,7 2 0,-2-3 0,0 4-540,0 1 1,4 0 0,-6 0 0,-2 0-712,-6 0 1,1 0 0,-6 1-593,3 4 0,-7-2-600,-2 7 1,-7-1 0,-12 6 0,-6-2-2816,-7-4 3986,-4 10 0,-39 1 0,-16 2 0,22-2 0,0 0 0,1 1 0</inkml:trace>
  <inkml:trace contextRef="#ctx0" brushRef="#br0" timeOffset="38">28773 4820 7710,'-9'10'1051,"-1"-1"1,9-1-1,1 3-57,8-1 1,4-7-1,4 4 1,2-3-324,1 1 1,7 0 0,-2-3 0,3 1-435,2 2 1,0-1 0,-1-4-1,1 0-814,0 0 1,-5 0 0,0 0 0,1-1-2214,3-4 2790,-6 3 0,-1-23 0,-7 1 0</inkml:trace>
  <inkml:trace contextRef="#ctx0" brushRef="#br0" timeOffset="39">30313 4302 8111,'1'-13'1267,"4"4"0,-2 2-166,7 7 1,-5 8-1,3 7-515,-2 7 0,1 5 0,-4 4 1,2 2-1,-1 6 0,1 2 1,2 4-1,-1 3 0,2 3 193,0 0 0,-5 4 1,4-8-1,-3 0-732,1-2 0,2-4 1,-4-2-1,2-6-623,-2-3 0,-2-7 0,-1-4 0,0-3-4266,0-2 808,0-6 4034,0-1 0,26-58 0,6-13 0</inkml:trace>
  <inkml:trace contextRef="#ctx0" brushRef="#br0" timeOffset="40">30816 4460 7710,'-20'-8'170,"2"2"0,-4 6 1,-1 0 1037,1 0 1,-4 2-1,-7 4 1,-6 8 1,-2 9 1,-9 5 0,-4 6 0,-5 6-752,-4 6 1,28-20 0,-1 0 0,1 1 0,2 2 0,2-2-1,0 0-67,-25 26 1,3-7-1,9 0 1,5-6-709,7-6 1,7-10-1,12-5 316,3-3 0,-15-34 0,1-7 0</inkml:trace>
  <inkml:trace contextRef="#ctx0" brushRef="#br0" timeOffset="41">30011 5899 7766,'0'-14'1040,"1"6"1,3 5-1,2 6 108,2 6 1,-3 4 0,3 3 0,0 3 895,0 5-1716,1-3 0,6 6 0,-3-1 0,0 4 0,-3 4 0,2-1 0,2 3 276,2 2 0,-1-1 0,0 1 0,1 0-400,-1-1 0,-4-2 1,-2-6-1,0 0-160,0 0 0,0-7 0,1-3 0,-2-3-1216,-1-1 1,-4-6-2946,3 1 2630,-4-7 1,-1-3 0,0-10 0,0-4 1486,0-5 0,13-61 0,-5 30 0,0-1 0</inkml:trace>
  <inkml:trace contextRef="#ctx0" brushRef="#br0" timeOffset="42">30629 5899 7766,'-22'-5'343,"3"1"1,-2-1-1,2 5 1,1 0 601,2 0 1,2 0-1,0 1 1,-1 3 28,1 0 0,-2 12 1,-2 0-1,-3 4-150,-1 0 1,-2 11-1,-5-1 1,-1 5-336,-4 5 0,-2 2 1,-8 1-1,0 0-129,-4 0 0,1 2 0,-5 1 1,-1 2-359,2-1 0,-4-7 0,9-4 0,3 1-649,3 0 0,9-7 1,3 1-1,9-7-869,7-3 0,8-4 0,8-7 388,6-6 0,4-2 0,5-4 0,5-2 1128,4-6 0,0-28 0,1-9 0</inkml:trace>
  <inkml:trace contextRef="#ctx0" brushRef="#br0" timeOffset="43">29435 7050 7766,'-14'0'-176,"4"0"0,1 0 1,2-1 780,9-4 0,8 2 0,20-7 1,3 0 1046,6 2 1,9-4 0,5 2 0,4-1 1031,5 1-2439,4-2 0,1 8 0,0-4 1,0 2-1,-1 1 0,-5 0 1,-7 1-259,-6 0 0,-10 3 0,-6 1 0,-5 0-1336,-3 0 1,-11 0-1573,2 0 0,-12 0-848,-3 0 3769,-7 0 0,-45 25 0,-11 7 0</inkml:trace>
  <inkml:trace contextRef="#ctx0" brushRef="#br0" timeOffset="44">29953 7252 7764,'-14'0'-29,"-1"4"1,1 1 1575,0-2-798,6-1 1,8-2 0,9 0-1,4 0-153,1 0 1,6 0 0,0 0 0,1 2-90,0 2 0,3 0 1,-3 5-1,0 1-338,-1-2 0,-1 5 0,-4-4 0,-2 4-209,-4 1 0,2 6 1,-6-1-1,-3 0-195,-5 2 1,-7 1-1,-9 7 1,-5 0-361,-3-1 1,-2-4 0,0-1 0,0-2 156,1-4 1,-1-1 0,0-3 0,2-3 219,3-6 1,-2-2 0,7-4 371,2-2 1,7-4 0,5-7-12,4 1 0,7 1 0,4 3 0,2 4 378,3 0 0,-1 4 0,2-1 1,2 4 73,1 4 0,2 6 0,-4-1 0,2 3-650,-1 1 0,-2 1 0,-2-1 1,-1 0-1904,-3 1 1,3-1 1957,-4 0 0,-9-18 0,-1-6 0</inkml:trace>
  <inkml:trace contextRef="#ctx0" brushRef="#br0" timeOffset="45">27737 7241 22471,'34'-4'537,"43"-10"110,-4-1-384,-4 1 1,2 5-1,-8-1 1,-2 0-374,-8 2 1,-13-3 0,-6 5 0,-4-1-1417,-1 1 0,-9 0-5409,-5 1 6935,-7 3 0,-39 11 0,-21 8 0,0 3 0,0 0 0</inkml:trace>
  <inkml:trace contextRef="#ctx0" brushRef="#br0" timeOffset="46">27608 7410 7776,'-19'0'0,"0"0"620,1 0 1,2 0 27,2 0 0,1 6 0,3 4 0,6 3 0,2 1 0,2 0 0,0 2 0,2 4 68,2 4 1,-2 3-1,3 0 1,-4-1-579,-1-2 0,0 0 0,0 4 0,0-1-74,0-3 0,-1 2 0,-2-7 1,-4 0-1303,-1 2 0,5-10 1238,-2 4 0,16-68 0,5-13 0</inkml:trace>
  <inkml:trace contextRef="#ctx0" brushRef="#br0" timeOffset="47">27867 7381 7776,'0'-14'1134,"2"1"-216,3 3 1,3 4 0,6 6-1,2 0 42,3 0 1,-1 2 0,6 2-1,0 6-422,-2 3 1,0 6-1,-6 2 1,0 1-297,-3 4 1,-3 1 0,-1 2 0,-6 1-177,-6 4 0,-6-2 1,-10 4-1,-5 0-334,-4-5 0,0-5 0,-1-4 0,0 1-455,0-1 0,2-11 0,3-1 1,5-7 188,3-3 1,2-3 0,1-5-1,3-8 391,5-5 0,5-3 1,7-3-1,6 1 234,4 3 1,4 5-1,-3-1 1,2 4 591,3 6 0,-4 2 0,5 7 0,0 0-235,-2 0 1,4 0 0,-7 2 0,0 3-1047,2 4 1,-5 6 0,3 1 0,-3 0-1701,-2-3 2298,1-2 0,25-29 0,6-7 0</inkml:trace>
  <inkml:trace contextRef="#ctx0" brushRef="#br0" timeOffset="48">28558 6978 7741,'-15'0'383,"1"0"0,0 2 1,2 1 789,8 2 0,7 0 0,16-5 0,5 0-453,3 0 0,2-2 0,1-1 1,2-2-219,2 2 0,-1 1 0,-4 2 0,0 0-153,0 0 1,-2 0-1,-2 0 1,-2 0-374,-2 0 1,-7 0 0,-4 2-1042,1 3 1,-5-2-666,-1 6 0,-3-4 0,-4 3 620,-3-1 0,2 2 0,-7-2 1110,-1 1 0,-35 8 0,-17 3 0,-4 4 0,0 0 0</inkml:trace>
  <inkml:trace contextRef="#ctx0" brushRef="#br0" timeOffset="49">28572 7252 7741,'0'9'0,"-2"-1"728,-2-1 0,4-3 1,0-4 265,8 0 0,6 0 0,4 0 0,2 0-222,3 0 1,1 0 0,5 0-1,-1 0-302,1 0 1,0 0 0,-2 0 0,-1 0-312,-2 0 0,-2 0 1,2 0-1,-5 0-1507,-3 0 1,-1 2 0,-1 1 1347,0 2 0,-63 25 0,-17 2 0</inkml:trace>
  <inkml:trace contextRef="#ctx0" brushRef="#br0" timeOffset="50">28371 8820 7758,'-15'0'347,"7"6"0,3 4 0,4 3 0,1 3 0,1 3 0,4 5 744,5 3 0,4 3 0,5 2 1,4 4 645,-1 0-1528,5-4 1,-6 8 0,5-5 0,-4 2 0,-1 2 0,-4-3 0,-1-2 60,-1-4 1,-6-2 0,-1-3-1,-1-1-349,-4 2 0,-3-6 0,-3 0-1134,-2-4 1,-5-2-1,4-1-2819,-2-4 4032,5-2 0,-4-52 0,7-11 0</inkml:trace>
  <inkml:trace contextRef="#ctx0" brushRef="#br0" timeOffset="51">28831 8892 7946,'-22'5'528,"2"0"1,4 6-1,2-2 1,0 6 242,-1 4 1,1 5 0,-2 8-1,-3 3-171,-5 2 1,-3 1 0,-4 5-1,-2 0-121,-6 1 1,-2 4-1,-2 0 1,-1-4-154,1-4 1,5 0 0,1-6-1,2-4-280,3-4 1,8-10-697,5-7 1,11-9-1,9-3-1657,12-10 0,13-11 2307,7 0 0,4-3 0,5-5 0,0-2 0,0 0 0</inkml:trace>
  <inkml:trace contextRef="#ctx0" brushRef="#br0" timeOffset="52">29176 9036 7758,'2'-10'1554,"3"1"0,3 4 0,6-3 0,0 1-766,1 4 1,1 2 0,1 1-1,4 0-378,2 0 1,1 1 0,3 2-1,0 4-254,2 1 1,-4 0 0,9 3-1,-4-3-523,-1-2 1,-5 1 0,0-4 0,-2 3-1977,-4 2 1,0-3 855,-14 5 1,-2-2 1486,-12 1 0,7 4 0,-10-5 0</inkml:trace>
  <inkml:trace contextRef="#ctx0" brushRef="#br0" timeOffset="53">29176 9324 7781,'0'8'1183,"7"3"0,4-6 0,6-2-44,7-2 1,4-1 0,0 2-1,1 1-1268,0 2 0,0 0 0,0-5 0,-1 0-571,1 0 0,-2 0 700,-3 0 0,3-13 0,-4-3 0</inkml:trace>
  <inkml:trace contextRef="#ctx0" brushRef="#br0" timeOffset="54">30500 8388 7781,'-10'-8'1162,"1"4"0,6 0 744,-2 0-1251,3 2 0,2-3 1,2 8 596,3 2-1001,-4 6 1,6-7-1,-7 5 1,-2 2-1,-1 2 1,-4 1 0,-2 2 144,-7 4 0,0-3 0,-8 6 1,0-1-266,1 0 0,-2 2 0,6 4 0,1-4-102,2-5 0,8-3 0,3-2 0,4 0-56,1 1 1,6-2 0,5-4-1,7-4-19,6-3 1,8-2 0,1 0 0,-1 0 240,-1 0 0,-2 0 1,-2 0-1,-2 0 41,-1 0 1,-1 0 0,1 0 0,-5 0-796,-3 0 1,-2 0-1524,1 0-635,-1 0 1,-4 0 2716,-1 0 0,-6-32 0,4-8 0</inkml:trace>
  <inkml:trace contextRef="#ctx0" brushRef="#br0" timeOffset="55">30788 8518 7781,'-15'0'275,"6"0"0,-1 0 604,-1 0 1,3 0 0,0 1-1,2 4 50,2 5 0,-2 3 0,0 3 0,-2 3-333,-4 5 1,0 8 0,-1 3-1,2 2-290,1 3 1,0 1 0,-4 1 0,1-2-742,4-2 1,-3-8 0,6 1 0,0-6-1145,-1 1 0,2-5 0,7-4 1579,3-5 0,28-64 0,-9 16 0,-1 0 0</inkml:trace>
  <inkml:trace contextRef="#ctx0" brushRef="#br0" timeOffset="56">30960 8547 8334,'2'-15'0,"1"1"595,2-1 0,6 1 1,-1 1-1,2 2 168,3 1 0,-1 7 0,1-2 0,-1 4 193,0 1 1,1 0 0,-1 1 0,1 4 206,-1 5 0,-1 4 0,-2 5 0,-3 5-708,-2 4 0,-1-1 0,-5-2 1,0-1-474,0 2 1,-6 3 0,-5 3 0,-7 1-592,-6-1 1,-5-1 0,-3-3 0,-3 1-589,-2 0 1,4-7 0,-4-3 0,3-3 244,7-1 0,0-7 0,8-5 712,1-6 0,9-5 0,4-7 1,5-1 251,5-3 1,3 8 0,6-3 0,0 1 397,1 0 0,-1 5 1,1 3-1,-1 4 482,0 1 0,-4 0 1,0 0-1,1 0-413,2 0 1,1 0-1,0 1 1,1 4-356,-1 5 1,0-2 0,-1 1 0,-2 3-996,-1 0 1,-2-2-1,2-1-1288,-6 3 0,-2 0 0,-4 3-2098,-2-1 4257,-4-6 0,-36 3 0,-16-3 0,-3 0 0,-1 0 0</inkml:trace>
  <inkml:trace contextRef="#ctx0" brushRef="#br0" timeOffset="57">30241 9223 7781,'-14'6'1347,"6"-4"1,9 9-1,14-6 1,7-2 205,5-1 0,8-2 0,4 0 0,2 0-565,2 0 0,7 0 0,3 0 0,4 0-443,6 0 1,-4 0 0,3 0 0,-3 0-367,-1 0 0,-7 0 0,-6 0 0,-9 0-927,-7 0 0,-10 1-1581,1 4 0,-11-2 346,-4 7 1,-10-1-1,-4 6 1,-6-1-2025,-4 1 4007,-3-1 0,-23 5 0,-9 2 0,-5 2 0,1 0 0</inkml:trace>
  <inkml:trace contextRef="#ctx0" brushRef="#br0" timeOffset="58">30615 9554 7769,'0'-15'813,"5"6"0,0-1 80,-2-1 1,0 5-1,0-1 472,2 1 1,0 6-898,-5 0 0,-7 11 1,-4 10-1,-5 1-138,-3 4 0,-2 6 0,4 3 0,-3 2-116,3 3 0,1-4 0,3 1 0,4-2-60,4-3 1,3-1-1,4-4 1,4-3-178,9-5 0,7-9 0,10-6 1,3-2-34,2-2 1,0-6 0,3-4 0,-4-4-134,-1-6 1,-3 0-1,-8-6 1,-6 4-40,-7 1 1,-4 2 0,-7 4 0,-4 1 170,-5 0 1,-7 6-1,-13 3 1,-1 3 31,-4 2 0,-1 8 0,-3 5 0,4 5-517,4-1 1,7-1 0,4-3 0,5-2 541,4-1 0,80-45 0,-22 14 0,0 0 0</inkml:trace>
  <inkml:trace contextRef="#ctx0" brushRef="#br0" timeOffset="59">20760 5985 7762,'-14'0'876,"-1"0"1,6 0 0,1 2-1,3 3 308,6 4 0,1 4 1,8 2-1,1-1-462,2 0 0,3 1 1,1-1-1,4 1 556,1-1-1102,-4 7 1,11-5 0,-2 3 0,5-3-1,1-2 1,1 1 0,0-3 123,-2-2 1,3 3 0,-2-5 0,-2 0 19,-6-3 0,-4-4 0,-7-1-3103,1 0 597,-1 0 1,-6-1 0,-3-4 0,-2-3-1858,2 0 4043,-3-5 0,-28-40 0,-14-17 0</inkml:trace>
  <inkml:trace contextRef="#ctx0" brushRef="#br0" timeOffset="60">21148 5928 8409,'2'10'2450,"3"-2"-1866,4-2 0,9 5 1,3-1-1,1 2 38,4 3 0,1-1 0,2 2 1,-1 2-96,1 1 1,-5 5-1,-1-5 1,-3 0-154,-2 2 0,-4 0 0,-4 5 1,-5-4-78,-4-1 1,-1 3 0,0-4 0,-1 1-116,-4 0 1,-3 5-1,-8-2 1,-2 3-151,-1 2 1,-6-1-1,2 1 1,-1 0-353,0 0 1,0-1 0,-3 1 0,2 0-469,1 0 1,1-5-1,-1-2 1,7-1-5814,5-4 6601,0-1 0,-9-59 0,-9-14 0</inkml:trace>
  <inkml:trace contextRef="#ctx0" brushRef="#br0" timeOffset="61">21897 6129 7804,'0'-14'256,"0"0"0,0 4 2412,0 0-1380,0 7 1,-2-2 0,-1 10 1567,-2 5-2560,-6 3 1,4 6 0,-4 2 0,2 1 0,-3 4 0,0 1 0,-1 1 258,3 1 0,-3-5 0,5 0 1,-1 0-252,-1-1 0,6 2 0,-4-6 0,1-1-125,4-2 0,3-2 0,5-1-37,4-3 0,6-4 0,2-6 0,4 0-65,1 0 1,2 0 0,5 0-1,0 0-47,0 0 1,-5 0 0,0 0 0,0 0-237,-2 0 0,-1 0 0,-7 0 0,1-2-2188,-1-2 0,-6 0 155,-3-5 1,-4 4-1,-1-4 2239,0-3 0,-12-7 0,-4-3 0</inkml:trace>
  <inkml:trace contextRef="#ctx0" brushRef="#br0" timeOffset="62">22127 6273 7804,'-15'0'467,"6"0"0,1 2 293,1 3 0,-2 3 1,4 6-1,2 0 96,1 1 1,-3 6 0,-1 3 0,0 3-113,-1 2 0,-2-1 0,2 1 0,1 0-481,-1 0 0,-4-1 1,3 1-1,-1-2-1048,-1-3 0,2 4 0,-1-6 0,4 0-1794,3-3 1,2-3 2578,0-1 0,0-1 0</inkml:trace>
  <inkml:trace contextRef="#ctx0" brushRef="#br0" timeOffset="63">22357 6129 7804,'5'-9'773,"0"-1"1,6 2 0,-2-3 0,4 3-146,2 2 1,4 1 0,0 5-1,0 0 212,2 0 0,0 1 0,3 4 0,-5 5-159,-3 3 1,-2 7 0,1 4-1,-3 4-263,-2 0 1,1 1 0,-6 0 0,-2 1-266,-1 4 0,-4-2 0,-3 5 0,-6-2-176,-6-3 1,-1-2-1,-8-1 1,-2 0-502,-4-1 1,-7-5 0,4-2-1,0-2-248,0 0 0,1-1 0,7-7 0,3-3 215,5-2 0,4-3 0,6-7 320,4-6 1,10-3 0,4-1 0,6-1 108,4 1 0,-1 0 0,4-1 0,-1 2 323,-4 4 1,1-2 0,0 6 0,1 2 171,-2 1 0,-1 2 0,-1 0 0,-1 0-188,0 0 1,-1 2-1,-2 1 1,-1 3-787,1 2 0,0 2 0,1 4-781,-3 1 0,-6-1 1,2 0-1,-3 1 1388,-2-1 0,-41 14 0,-21 3 0,-1 4 0,-1 1 0</inkml:trace>
  <inkml:trace contextRef="#ctx0" brushRef="#br0" timeOffset="64">22069 7266 8130,'7'8'1817,"4"-5"0,6-6-743,7-7 1,5-4 0,5-5 0,6-5-88,6-3 1,5-8-1,5-4 1,-2-1-332,-1 2 0,-6-4 1,2 4-1,-1-2-462,0 2 0,-5-2 0,-6 4 0,-2 1-299,-3 0 1,-2 3 0,-2 7 0,-4 2-915,-5 2 1,-3 4 0,-2 6-6007,1 1 7025,-7 7 0,-8 3 0,-8 8 0</inkml:trace>
  <inkml:trace contextRef="#ctx0" brushRef="#br0" timeOffset="65">22904 6834 7792,'-2'8'911,"-1"-1"-318,-2-1 1,-6 2-1,1 7 1,-3 1 152,-1 3 0,0 3 1,-2 8-1,-2 4-75,-1 4 1,-5 4 0,5 1-1,1 0-343,2 0 0,3-1 0,4-4 0,4-6-83,3-6 0,10 0 0,5-7 0,6-3 20,4-5 0,1-5 0,5-6 1,-1 0-104,1 0 0,5-6 1,-1-4-1,-2-2-174,-6-3 0,1 1 0,-7-2 0,-1-2-183,-2-1 1,-8 0 0,-4 4-247,-2 1 1,-4 0 0,-4 1 0,-8 3 210,-9 5 0,-4 4 0,-2 2 1,-1 4 250,-4 5 0,4 3 1,-2 1-1,5 0-115,3 1 0,6 4 0,-1 0 0,5-1-1162,4-2 0,4-2 1256,6 1 0,25-27 0,7-5 0</inkml:trace>
  <inkml:trace contextRef="#ctx0" brushRef="#br0" timeOffset="66">4532 6820 7751,'0'-14'47,"0"-1"1,0 1 0,0-1-1,-2 3 1,-1 0 1374,-2 3 0,-6 6 0,3-1-768,0 8 1,-5 10 0,3 10-1,-2 5 594,-3 4-1000,1 4 0,0 13 1,-2 4-1,-2 7 1,-1 6-1,0 5 1,-1 5-101,11-37 0,-1 1 0,0 3 1,1 0-1,2 1 0,1 1 0,1 1 1,1-1-174,1-2 1,1 0 0,2 34 0,5-3 0,6-4-120,6-4 0,6-14 0,7-4 1,2-9 39,2-5 0,1-1 0,-5-5 1,1-1-38,-4 1 0,-2-5 1,3-1-1,-1-1 316,2 0 1,-9-4 0,9 3 0,-2-2 116,0 0 1,9 0-1,2-4 1,4-1-230,1 0 1,6-6-1,2-3 1,4-3-32,2-2 1,-7 0 0,6 0 0,-5 0-73,-5 0 0,-1-5 0,-3-1 0,-6-1-412,-7 1 309,-6 1 0,-17 5 34,-6 0-22,-6 0 1,-2-6 0,3-4-77,3-3 1,2-3 0,2-1 0,1-4 125,2-1 1,6-4-1,-3-8 1,2-6 141,-1-6 1,-1-2-1,3-8 1,-1-6 205,1-7 0,0 0 0,0-9 1,-1 0-162,-4 37 1,-1 0 0,-1-1 0,0-1 0,0 0 0,0 0 0,0 0 0,0 0-57,0-1 1,0 1 0,1-37 0,3 4 0,0 2-93,0 2 0,-3 13 1,3 8-1,-2 11 95,-3 11 0,-1 2 0,-4 8 0,-2 1 73,-6 2 1,2 7-1,-2 1 1,-2 0 106,-6 0 1,2 3 0,-3-3-1,1 1 0,-1 4 1,-3-3 0,-9 1 0,-2 0 54,-6-1 1,-4 4 0,-5-2-1,-4 0-326,-4 0 0,-2 2 0,0-3 1,3 4-437,2 1 0,3 0 1,9 0-1,4 0-361,8 0 1,13 1 0,15 2 834,9 2 0,23-24 0,18-23 0,2-1 0,6-2 0,1 0 0,-1-1 0</inkml:trace>
  <inkml:trace contextRef="#ctx0" brushRef="#br0" timeOffset="67">27364 3856 7977,'-2'-8'-435,"-1"2"1,-4 1 580,-1 0-144,5 0 230,-3 5 1,6-1 762,0-4 264,0 3-407,0-4 1,1 1-455,4 0 1,-2-1 0,7 3 0,1-2-111,2 2 1,1-4 0,1 1 0,-1 0-74,1-1 1,-1 1 0,0 3-1,1-4-11,-1-1 0,5 5 0,0-2 0,-1 4-48,-2 1 0,-2-5 0,1 0-174,-1 2 1,1 3 78,-1 5 1,-1 3 0,-4 6 0,-2 0 26,-1 1 0,-4-1 0,4 0 1,-1 1-44,0-1 1,-1 1-1,-2-1 1,1 0-25,2 1 0,1-1 0,-2 1 34,0-1 1,3 0 0,-4 1-9,2-1 0,0 1 0,-5-1 81,0 0 0,0-4 0,0-1-19,0 3 1,0 0 0,-2 3-74,-3-1 1,4 1-1,-4-1-33,3 0 0,-3 1 1,1-1-1,0 1 19,3-1 1,1 0-1,0 1 1,0-1-20,0 1 0,0-6 0,-2 2 0,-1 4-10,-2 2 1,0-1 0,5-1 25,0 5 1,-1 0-1,-2-1 1,-4-3 7,-1-2 0,3-1 1,-2 0-1,-1-2-11,0 0 1,0 5 0,-4-6-1,3 3-16,-2 1 0,-1-5 0,1 1 0,2 0-19,-3-2 1,0 3-1,-1-5 1,2 1-33,1-1 0,0 4 0,-4-6 0,-2 0-32,-3-3 0,3-1 0,-5 0 0,2 0-30,0 0 1,0-1-1,3-4 1,-2-5 6,-1-3 1,1-3-1,7-1 1,3-4 53,2-1 1,1 3 0,5-4-1,0 2 53,0 4 0,1-4 0,4 2 0,5 1 123,3 2 1,3 8 0,1 2 0,4 1 23,1 0 1,1 0 0,2 5 0,-1 0 148,2 0 0,-4 5 1,2 2-1,0-1 105,-1 0 1,-3 6 0,-5-3 0,-1 4-139,1 1 1,-3 2 0,-2 2 0,-5 1-178,-4-1 1,-1-2 0,0 0 0,0 1 21,0 2 0,0 1 1,-1-6-1097,-4 0 0,2 1 0,-5-1-405,1 1 0,-2-6 0,2-1 1,1 0-2683,0 0 4074,1-5 0,-8-22 0,-3-13 0</inkml:trace>
  <inkml:trace contextRef="#ctx0" brushRef="#br0" timeOffset="68">28241 3928 7602,'0'-10'1217,"0"1"0,0 4 487,0-5-764,0 7 0,0-5 10,0 3-676,0 4 0,-6-6 0,-4 7 0,-3 0 0,-1 2 92,0 3 0,-1-4 1,1 6-1,-2-2-178,-3-1 0,1 6 0,-4-4 0,-1 1-56,1-1 1,3 4 0,-4-4 0,3 1-114,2-1 0,0 4 1,2-4-1,0 2-106,4 3 0,1 2 0,-2 1 1,3 1 63,5-1 1,4 5-1,1 0 1,0-1 47,0-2 1,1 3 0,4 0 10,5-1 1,3-2 0,1-3 0,-1-2 0,-4-1 1,4-7 0,-2 2 0,5-4-42,3-1 0,2 0 1,-3 0-1,1-1-96,-1-4 1,2-3-1,1-8 1,0-2-34,0-1 0,-2-5 0,-5 3 0,1-1-84,-1-4 0,-1 1 1,-2-1-1,-3 4 131,-2 1 1,-1 0 0,-5 4 147,0-3 0,0 1 158,0 5 1,-1 6-1,-4 3 39,-5 3 0,-1 9 0,0 2 0,3 4 142,1 2 1,-4-1 0,3 2 0,-1 2 19,-1 1 0,0 5 0,-2-3 0,0 1-79,3 3 0,1-2 1,-3 1-1,1 1-90,-1 3 0,-2 5 0,-1 1 1,-1-1-49,1 2 0,4 1 1,2 2-1,0-3-134,0 0 0,4-4 0,-4 2 0,1-4-157,4-5 0,1 2 0,2-7 0,0-2-276,0-1 0,0-1 0,0-1-54,0 1 0,0-6 257,0 1 1,-6-7 36,-4 2 1,2-4 0,0-2-41,2-4 1,1 2 0,5-7-1,0-1-132,0-2 1,0-1 0,0-2-1,2-2 52,3-1 1,3-7 0,6 2-1,0-3 77,1-1 0,4-6 0,0-1 0,-1-2 65,-2-3 1,3 3-1,0 0 1,0 1 81,2-1 1,-7 0 0,2 0 0,-4 7 61,-1 4 1,-3 9 157,1-2-181,-5 9 1,2 10 0,-8 8 0,-1 2-57,-2-1 0,-6 1 0,3 6 0,-1 1-523,-1 3 1,0-1 0,-2-5-598,2 1 1,-1-1 1155,6 0 0,0-31 0,5-9 0</inkml:trace>
  <inkml:trace contextRef="#ctx0" brushRef="#br0" timeOffset="69">27335 3655 7886,'-15'0'159,"6"0"1,-1 0 0,-1 0 1812,-2 0-1353,5 0 91,2 0-336,6 0 1,0 1 0,1 2 103,4 2 1,3 0 0,7-5-95,-1 0 0,-4 5 1,-1 0-1,2-2 15,2-2 1,2-1 0,-1 0 0,0 0-196,1 0 0,-1 0 1,1 0-1,-1 0-77,0 0 0,1 0 1,-1 0-1,0 0-81,1 0 1,4 0-1,0 2 1,-1 3-8,-2 4 0,-2 4 0,1 2 0,-1 1 20,0 3 1,-1-2 0,-2 7 0,-3 2 33,-1 1 1,-3 7 0,-4-1 0,-1 1-106,-4 1 0,2-5 0,-5 5 1,0-1-48,0 0 0,3-1 0,-4-4 0,-1 0 29,2 0 0,-5-2 0,5-2 0,-1-1-14,-1 2 1,0-5 0,-4-1 0,0 1 30,-1 3 0,1-3 1,-1 0-1,1-2-16,0 0 1,-1 2 0,1-4 0,1 3-90,4-3 0,-4-1 0,5-1 1,-2-1 21,1 0 0,4-4 0,-3 0 105,1 1 0,-4-5 5,2-1 0,1-3 0,-2-2-90,-1 0 1,-2 0-130,-1 0 1,-1-7 0,2-2-59,4-4 0,-2-3 1,4-3-1,1-5 71,0-4 0,-4 0 0,4-1 0,-1 0 150,1 0 1,-4-3 0,5 2-1,1 3 173,-3 0 1,6 4 0,-4 1 0,3 1-55,2 4 1,2 2-1,3 4 63,4 1 1,4 7 0,3-2 0,2 4 341,1 1 1,6 0 0,-1 0 0,3 1-19,2 4 0,0-2 0,1 7 0,2 0-72,2-2 0,4 4 1,-4-4-1,-2 2-326,-2-1 1,-6 1 0,0 4 0,-2 1-91,-4-1 0,0 1 0,-14 1 0,0 1-44,-3 2 1,-1 5 0,0-3 0,-1 2-89,-4 2 1,-3-4-1,-7 0-30,1-1 1,0-5 264,-1-1 1,1-1 0,1-10-114,4-4 1,2-6 0,7-9 0,-1-1-163,-4-3 1,3-5 0,-3 1 0,4-2-40,1 2 0,0-3 0,-2 3 0,-1-1-109,-2 1 0,-1-2 0,3 5 0,-4 0 212,-1 1 1,-1 1-1,-4 4 1,2 2 193,1 4 0,-4-2 0,-6 6 0,1 2 9,-1 1 0,2 4 0,-6 1 0,0 3-11,2 2 0,-4 2 0,5 6 0,0 1 70,1 3 0,-4 3 1,5-2-1,-1 2 90,0 2 0,4-2 1,-4 1-1,6 0-71,4-2 0,-1 4 0,6-6 0,2 1-77,2 0 0,1-2 1,1-5-1,4-1-46,5-3 1,2 3-1,3-5 1,-1 1-154,1 1 0,-1-7 0,2 3 0,2-1 66,1 0 1,1 0 0,-2-5-1,1 0 48,-1 0 1,3 0 0,-1-2-1,1-3 41,0-4 1,3-4-1,-3-1 1,-1-1-22,1 1 0,-2-5 0,-3-2 0,2-2-9,1-2 1,0-2-1,-4-2 1,-2 0-37,-4 0 1,2-4 0,-4-2 0,-1-1-80,1 1 0,-3-8 0,-4 3 0,0 2-11,0 1 0,0-1 0,0 4 0,0 2 89,0 2 0,0 6 0,-1 1 0,-2 3 53,-2 2 0,-5 2 0,4 3 0,-2 2 32,-3 1 1,-2 2 0,0-3-1,2 3-7,1 2 0,1-4 0,-4 4 0,2 0-34,1-1 0,2 1 1,-3 3-1,1-2 4,-1 2 1,3 1-1,-2 2 1,-1 0 3,-1 0 1,-3 2-1,-1 1 1,-1 3-10,-3 2 1,1-3-1,5 5 1,-1-1-79,1-1 1,-7 5-1,-1-5 1,-1 0 1,4 0 0,8-5-22,2 2-213,-1 0 0,4-5 194,6 0 1,6-2 0,10-1 0,2-4 148,1-1 0,6 4 0,-2-4 0,1 1 105,0 4 0,0 1 0,4 1 0,0-2 36,-4-2 0,3 0 1,-3 5-1,3 0 72,2 0 1,-1 0 0,0 2 0,-3 1-65,-1 2 0,-2 1 0,4-3 0,-4 4-26,-1 1 0,-2 1 0,-4 6-47,-1-1 1,-4 2 0,-2 2 0,-2 1-24,-3-2 1,-3 1 0,-3 1 0,-3 4-12,-2-1 0,3 5 0,-5-5 0,-1 2-153,-2 0 0,-3 0 0,-1 5 1,-2 2 18,1 2 1,0-2 0,1 2 0,-4-3 23,-1-1 1,3 0-1,-5 0 1,0 0-23,1-1 0,-4 1 0,3-2 0,-3-1-225,-2-2 0,5-5 0,0 3 0,0-1-297,2-3 1,-4-2 0,5-2 0,1 1-549,-1-1 1,2-6-1,4-3 1,1-4 1123,0-1 0,-9-36 0,-1-17 0,-3-3 0,0 0 0</inkml:trace>
  <inkml:trace contextRef="#ctx0" brushRef="#br0" timeOffset="70">28054 7223 7750,'-9'0'1096,"-1"0"0,5 0-43,-4 0 1,5-2-135,0-3 1,0 4-582,0-4-167,2 3 0,-11 2 0,4 0 0,-4 0 92,-2 0 1,-1 0 0,-1 0-1,-2 0 5,1 0 0,-4 2 0,-2 1 0,-3 2-32,-2-2 1,0 0-1,-1 1 1,-2 2-92,-2 2 1,-1-3 0,3 3 0,-3 0-201,-2 0 1,5 1 0,-1 4-1,2-2-106,2-1 0,1-2 1,0 3-490,4-1 1,8-7 74,7 2 1,7-4-1,2-1 575,8 0 0,13-45 0,3-25 0,3-2 0,0 0 0</inkml:trace>
  <inkml:trace contextRef="#ctx0" brushRef="#br0" timeOffset="71">27551 6489 7882,'-15'0'387,"1"-2"1,-1-1 2813,1-2-1644,6-6-831,2 10-516,6 1 1,0 8-1,0 6 1,0 0-1,0 1 1,0-1 421,0 1 0,-5 4 0,-2 0 0,1 0-389,0 2 0,-5 0 0,3 4 0,-2-2-129,0-2 0,2-2 0,-1-5 1,4 0 153,3 1 1,2-1-304,0 1 1,4-7 0,4-4 0,6-4 197,2-4 1,5 0 0,-1-4 0,3 0 175,2 0 1,-2 4 0,-1-4 0,1 0-62,-1 0 0,-4 4 0,2 0 1,0 2-50,-1 2 0,-5-5 1,-4 0-604,1 2-2503,2 2 96,1 1 1,-6 1-1888,-3 4 4668,-4-3 0,-33 4 0,-8-6 0</inkml:trace>
  <inkml:trace contextRef="#ctx0" brushRef="#br0" timeOffset="72">27824 6417 7893,'0'-14'467,"-2"-1"2082,-2 1-1843,2 6 0,-4 3 0,6 10-215,0 5 1,0 2 0,0 4 0,-2 4-47,-3 4 0,2 3 0,-5 1 0,0 3-87,0 2 1,0 4 0,-3 6 0,3 1-131,1-1 0,-4 0 0,3 0 0,-1 0-14,-1 0 1,7-1 0,-4-4-1,3-4-173,-1-4 0,0-3 0,5-3 0,0-4-2327,0-4 1,0-7 21,0 1 0,5-9 2264,0-1 0,12-57 0,-1-22 0</inkml:trace>
  <inkml:trace contextRef="#ctx0" brushRef="#br0" timeOffset="73">28083 6460 7893,'-14'0'489,"4"0"0,2 2 1,0 3 937,0 4 0,5 6 0,-4 4 0,3 5-272,-1 3 0,0 8 0,7 4 0,1 2-814,2 2 1,-1 0 0,-4-1-1,0-2-538,0-2 1,0-6-1,0 2 1,0-4-153,0-1 1,0-5 348,0 0 0,-25 0 0,-7 5 0</inkml:trace>
  <inkml:trace contextRef="#ctx0" brushRef="#br0" timeOffset="74">31147 8489 9242,'-14'0'524,"1"3"1,2 5 0,1 8 0,1 5 0,-1 5-1,2 1 1,0 3 41,0 4 1,0 1 0,-3 5 0,3-3-293,2-2 0,-6 3 0,4-4 0,-1-4 199,-1-4 0,5-1-208,-4-6 1,1 1-1,-3-6 224,1 0 0,5-6-393,-4-3 1,7-11 0,1-7-1,5-6-77,4-4 1,0 3 0,3-8 0,-1-2-13,1 0 1,2-7 0,1-1 0,1-4-114,-1-1 0,1 0 1,-1 0-1,2-2 5,3-3 1,-8 9-1,4 1 1,-2 8 35,-1 6 1,-4 8 0,-3 9 19,-3 6 1,-2 10 0,-2 15 0,-3 5 159,-4 5 1,-4 2 0,-1 8-1,-2-1 135,-4 0 0,3 0 0,-6 0 0,3-1-213,2-4 0,-3 4 1,0-5-1,1-1 59,-1-2 0,2-9 1,4-4-1,3-3 266,2-5-364,-3-9 1,13 1-1,-1-10 1,5-4-10,4-4 1,4-1 0,5-2-1,2-2-30,-1-1 1,4-7-1,1 2 1,1-4-31,0-6 0,-5 4 0,3-6 0,1 3-28,-1-1 1,-4 1 0,1 6 0,-3 3 118,-2 4 0,-6 8 311,-3 7 1,-15 18-1,-6 15 35,-4 3 1,2-1 0,-3-1 0,2 0-133,0-1 1,0-4-1,4 0 1,-1 0-402,-3-1 0,3 2 1,-3-4-1,3 1-725,2 4 0,-1-5 0,1 0 0,1-2-1375,3 0 0,-1 0 2267,6-4 0,13-20 0,8-5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48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3812 15208 8759,'-8'21'0,"4"5"884,2 6 1,4 12 0,2 14 0,6 9 147,3 8 0,1-1 0,2 4 1,2-1-493,1 0 1,0 1 0,-6-4-1,-4-3 1,-4-5 0,-3-5 0,-2-4-1,0 1-568,0-1 0,-2-10 1,-3-6-1,-3-5-564,0-9 1,-4-2 0,4-9 0,-2-5-1675,0-3 0,-1-11 1,-8-13 2265,-5-11 0,-9-7 0,-6-5 0,-3-7 0,-1 0 0</inkml:trace>
  <inkml:trace contextRef="#ctx0" brushRef="#br0" timeOffset="1">2978 15439 7790,'0'-23'911,"0"4"0,3 3 0,7 0 0,10-2 496,11-1 0,7-5 0,12 3 0,9 1-334,11-1 1,9 0 0,-37 12 0,2 1-1,0-2 1,0 2-541,1 1 0,1 1 0,-2-1 0,0 0 1,1 2-1,1 0 0,-2-1 0,0-1-353,-1 0 0,0 0 1,37-6-1,-3 2 1,-5 3-1043,-5 2 1,-2-1-1,-5 4 1,-3 0-1222,-6 4 1,2 6 0,-2 7 0,2 2 2082,0 3 0,-20 10 0,1 8 0</inkml:trace>
  <inkml:trace contextRef="#ctx0" brushRef="#br0" timeOffset="2">4891 15784 8243,'-6'43'657,"-4"0"0,4 5 0,1 0 0,4 0 167,1 2 0,-2-7 0,-1 2 0,-2-7 722,2-3 0,1-6-1613,2-5 1,2-13-1,1-3 1,3-11-1679,2-12 1,2-13 0,4-15 1744,1-9 0,-10-9 0,-2-10 0,0-6 0,0 0 0</inkml:trace>
  <inkml:trace contextRef="#ctx0" brushRef="#br0" timeOffset="3">4934 15295 7800,'2'14'913,"1"0"-285,2 1 1,6 6 0,0 3 0,5 4-238,4 6 1,5 4 0,-1 9 0,3 2-155,2 2 1,0 1-1,-2 2 1,-3-1 12,-5 1 1,-3-4 0,-3-1 0,-3-1 269,-6 0 0,-7-5 0,-3-6 0,-2-3 448,-3-7 1,3-11-573,-2-11 0,2-18 1,-2-11-1,7-13-309,6-9 1,2-12 0,8-9 0,3-3-100,0-2 0,6 1 0,2 4 0,5 3 155,5 0 1,-4 13 0,5 5-1,-1 15 145,-1 15 0,1 8 0,-7 12 0,-3 7 57,-5 13 1,-8 9-1,-3 12 1,-1 3 85,-4 5 0,-3-2 0,-5 2 0,-4-1-238,-4 0 1,-2-1-1,3-6 1,1-2-75,1-6 1,2-7-683,-2-6 1,10-11-1,10-13 1,4-12 78,5-10 1,-1-4-1,6-12 1,2-2 60,1-1 0,0-3 0,-1 3 0,-2 1 423,1 2 0,1 10 0,-2 3 0,-4 6 365,1 6 0,-5 10 1,3 3-1,-3 9 158,-1 9 1,-6 4 0,-1 9 0,0 2-163,0 5 0,-3-1 1,3 0-1,-1-2-1108,-4-3 0,0 0 0,0-1 0,2-1 307,-2-3 1,5-8-1,2-1-2837,2-7 0,3-6 0,-1-12 3184,1-7 1,1-31 0,1-14 0,2-7 0,1-1 0</inkml:trace>
  <inkml:trace contextRef="#ctx0" brushRef="#br0" timeOffset="4">6129 15841 8477,'6'-8'841,"-3"0"1,8 4 0,4-6-117,2-3 0,11-3 1,0-3-1,11-6-16,7-7 0,0-4 0,6-4 0,-5 2-273,-5-2 0,-7 5 0,-12 1 0,-9 6-648,-8 4 1,-12 4-1,-8 11 1,-10 7-48,-8 10 0,-10 10 0,-7 17 1,-1 8 507,0 8 1,7 0 0,6 4 0,4 1 304,6 0 1,6 4 0,15-8 0,10-1-327,14-3 0,19-10 0,9-6 0,7-8-687,6-10 1,13-6 0,1-9 0,6-6-151,-38 1 0,1-2 0,1-1 0,0-3 1,3-2-1,-1-2 585,0 2 1,6-6 0,2-5 0,9-7 0,6-5 0,3-2 0,-2 1 0,-5 3 0,-1 0 0,0 0 0,1 0 0,-1-1-1,1 1 1</inkml:trace>
  <inkml:trace contextRef="#ctx0" brushRef="#br0" timeOffset="5">9135 14345 7672,'-4'-14'759,"-1"-1"0,0 9 0,7 9 642,2 15 0,0 14 0,4 20 0,0 14-755,0 12 0,-6-32 0,-1 3 0,1 6 1,1 2-1,-2 1 0,-1 2-328,0 2 0,0 1 0,0 2 0,0 1 0,0-1 1,0 1-1,0-4 0,0 0-419,0-2 1,0-1 0,0-6 0,0-2 0,0-8 0,0-2-1,0 33-68,0-10 1,0-8-1,0-8 1,0-11-4006,0-10 1,-1-13 4173,-4-9 0,-10-4 0,-7-1 0</inkml:trace>
  <inkml:trace contextRef="#ctx0" brushRef="#br0" timeOffset="6">8776 15323 7713,'14'-14'483,"1"0"0,1-1 378,3 1 1,9 1 0,11 2 0,4 1 80,5-1 0,5 5 1,7 1-1,3 3-296,-2 2 0,2 2 1,-2 3-1,-5 4-412,-6 4 0,-7 2 1,-3 0-1,-5 3-89,-5 1 0,-9 7 0,-13-2 0,-1 5 279,-4 4 0,-2 9 0,-2 7 1,-4 2-6,-5 4 1,4-4 0,1 0 0,4-3-113,1-6 0,3-14 0,6-13 0,11-9-75,5-4 0,10-12 0,2-7 0,1-14-18,1-9 1,-7-6 0,0-12 0,-7 1-38,-6-1 1,-9 2 0,-7 4 0,-8 5-278,-9 7 0,-13 0 0,-11 8 0,-4 5-1217,-1 6 0,-4 7 0,3 4 0,4 6-981,3 2 0,10 2 1,8 0 2297,3 0 0,52 51 0,14 13 0</inkml:trace>
  <inkml:trace contextRef="#ctx0" brushRef="#br0" timeOffset="7">11955 15108 7715,'-29'-23'137,"2"2"1,2 5 0,2-3 619,3-5 1,-1 4 0,2 0 0,-5 6-5,-4 4 0,0 4 0,-1 8 0,0 6 1221,0 11-1667,1 3 1,0 26-1,4-2 1,5 6-1,3-1 1,3 0 0,4-3 123,4-3 0,3 4 1,4-12-1,4-7-552,9-7 0,1-14 1,6-4-1,1-3 45,-1-2 1,-4-8-1,1-7 1,-3-7-58,-2-5 0,-1-4 1,-3-1-1,-6-3 31,-2-2 1,0 6 0,1-3 0,1 5 45,0 5 0,-3-1 105,-1 5 1,7 9 0,2 14 0,4 17 280,1 16 1,7 14-1,2 14 1,1 6-27,0 5 0,-15-33 0,-1 0 0,1-1 0,0 1 0,-3 1 1,-1 2-8,-2 0 0,-1 1 0,-2 1 0,-2 0 0,-2-3 0,-3-2 0,-3-2 1,-4-1 363,-21 31 0,-8-6 0,-5-8 0,-5-3-625,-3-5 1,-2-16 0,1-10 0,1-9-925,3-8 0,5-18 0,11-13 0,10-15-586,11-15 0,8-21 0,8 31 0,2-2 0,0-4 0,2-2 1474,0 0 0,7-7 0,8-2 0,9-11 0,3-3 0,1 0 0,-4 11 0,0 0 0,0-1 0,1 1 0,-1 0 0</inkml:trace>
  <inkml:trace contextRef="#ctx0" brushRef="#br0" timeOffset="8">12128 15064 7715,'16'36'0,"3"0"0,7 1 1176,6-3 0,4 1 0,8-2 0,-1-2 865,0-6 0,0-4 1,2-6-1,1-3-851,2-2 0,0-4 0,-6-6 1,-6 0-1015,-7 0 0,-3-11 0,-12-3 1,-6-4-678,-5-3 1,-15 5-1,-9-4 1,-11 0 127,-11 1 0,-9 7 0,-8 7 1,-4 5-157,-2 5 0,5 9 1,-1 11-1,3 9 738,1 9 1,14 2 0,7 9 0,11 5 568,12 7 0,9 3 0,16-2 0,15-6-453,14-7 1,11-6 0,11-11 0,6-8-1033,2-9 0,2-8 1,0-4-1,0-2-2519,0-3 1,-2-8 3225,-3-4 0,-31-14 0,-2-5 0,-1-4 0,0 1 0</inkml:trace>
  <inkml:trace contextRef="#ctx0" brushRef="#br0" timeOffset="9">13610 14288 7713,'-15'-8'0,"-4"-4"0,0 9 0,1 5 1710,2 6 1,4 17-1,0 10 1,3 10-476,-2 8 1,3 11-1,-2 9 1,5-31-1,-1 1-813,0 4 1,-1 1 0,-2 4 0,-1 1 0,0 1 0,-1 1 0,1 0 0,-1 0-443,1 0 0,0 0 1,-3-3-1,0 0 1,2 2-1,0-1 1,0-2-1,1-1-512,2-4 0,1-1 1,3-1-1,0-3 0,4 17 1,0-7-4822,0-5 5353,0-9 0,0 3 0,0-7 0,0 1 0</inkml:trace>
  <inkml:trace contextRef="#ctx0" brushRef="#br0" timeOffset="10">13049 15122 10631,'8'-13'1966,"6"4"0,13-4 1,15 3-1,7-3-1070,9-1 1,15 0 0,4-1 0,-35 8 0,1 0-1098,2 0 1,1 0 0,0-1 0,1 1-1,0 0 1,0 0 0,-3 0 0,0-1-1351,-2 1 0,-1 0 0,0 0 0,0 1 1,2 0-1,0 1 1551,-2 1 0,4-2 0,24-9 0,12-7 0,3-1 0,-17 3 0,1 0 0,-1 1 0,1-1 0</inkml:trace>
  <inkml:trace contextRef="#ctx0" brushRef="#br0" timeOffset="11">17782 13626 7688,'-8'-15'449,"-6"1"1,-2 4 0,-7 2 0,1 2 805,-1 3 1,-1 3 0,-4 3 0,-1 3 1956,0 2-2629,0 8 1,-1 7 0,-4 7 0,-4 5 0,-5 8 0,-5 10 0,-6 8-103,24-28 0,-1 1 0,-4 7 0,-2 1 0,-3 4 0,-2 1 0,-1 3 0,0 2-215,-2 3 0,-1 0 0,1 1 0,0 0 0,-2 1 0,-1-2 0,0-1 1,1-2-216,2-3 0,1-1 1,4-2-1,1-2 1,8-9-1,2-1 1,2-3-1,1 0-51,-17 22 0,8-10 0,12-10 29,9-9 0,7-8 0,15-6 0,10-5-29,9-4 0,13-7 0,3-5 0,10-7 0,8-6 0,6-3 0,8-2 0,-36 15 0,0 0 0,1-1 0,0 1 0,-1-3 0,-1 0 0,4 0 0,1-1 0,1 0 0,1 1-50,2-1 1,1 1 0,0-3-1,1 1 1,-4 2 0,0 1 0,1-1-1,0 2 50,1-1 0,1 1 0,-2 4 0,0 0 0,0 1 0,-2 1 0,31-6 0,-14 6 0,-12 2 0,-9 9 0,-1 3 0,-14 1 0,-2 5 0,-11-1 0,-5 0 0,-7 4 0,0 0 85,0 1 1,-7 4 0,-2 3 0,-4 6-86,-1 7 0,-7 5 0,-5 4 0,-7 4 0,-11 5 0,-5 9 0,20-28 0,-1 0 0,-1 1 0,1 0 0,-1 1 0,0 0 0,-3-2 0,-1-1 0,2 1 0,0-1 0,0 1 0,-1 1 0,0 0 0,1 0 0,-21 26 0,3-5 0,11-5-1507,11-4 1,7-8-1,9-3 1507,3-6 0,9 2 0,5-8 0,0 3 0,-3 2 0</inkml:trace>
  <inkml:trace contextRef="#ctx0" brushRef="#br0" timeOffset="12">12416 17510 8200,'-15'15'0,"1"-1"514,-1 1 1,3-1 0,2 0 0,5 1-1,4-1 1,1 1 0,1-1 0,4 0 1150,5 1 1,9-1 0,3 1 0,2-3-880,0-2 1,0 3 0,5-5 0,1 0 209,4-4 1,-2-2-535,6-2 0,-4-2 0,4-4 0,2-8 0,2-9 0,-1-5-127,-2-6 1,-3-3 0,-5-6 0,-1-2-447,-3-3 0,-9 4 0,-4-3 1,-9 6-77,-8 2 0,-13 7 0,-13 0 0,-9 8-164,-9 10 0,-4 6 0,-8 11 0,-3 8 420,-5 13 1,-2 10 0,35-12-1,1 2 1,0 2 0,2 1 186,-2 3 0,2 2 0,3 3 0,2 1 0,-2 1 1,1 1-1,3 0 0,2 1-144,2-2 1,3 1-1,-2 29 1,9-6 0,9-5-113,5-4 0,12-17 0,13-3 0,8-8-56,5-6 1,7-4-1,4-4 1,3-5-1454,1-4 1,-4-1-1,0-1 1,1-6-468,2-7 0,-5-2 0,-4-6 0,-7 1 1976,-7 3 0,10-23 0,2-6 0</inkml:trace>
  <inkml:trace contextRef="#ctx0" brushRef="#br0" timeOffset="13">13077 17870 7891,'-1'16'0,"-2"2"916,-2 1 0,-5 5 0,4-5 0,-1 0 67,1 2 0,-5-5 1,3 3 939,0-3 1,-3-9-1018,6-7 1,2-13-1,8-11 1,4-5-260,4-5 1,8-7-1,3-9 1,3-1-206,2-3 1,1 3 0,2 0 0,2 1 19,-3 4 1,5 2-1,-3 8 1,-1 9-343,-1 11 1,-4 8-1,-3 9 1,-7 7-121,-6 11 0,-4 7 0,-7 15 0,0 6 0,0 2 0,-7-2 0,-1 1 0,-1-4-695,-1 0 0,2-3 1,-1-1-1,4-5-984,3-4 0,4-3 0,3-12 0,6-4-4657,6-4 6336,6-4 0,14-26 0,6-13 0,3-1 0,1 0 0</inkml:trace>
  <inkml:trace contextRef="#ctx0" brushRef="#br0" timeOffset="14">13941 17510 7891,'-2'-12'0,"-1"0"1512,-2 3 0,-6 4 1,1-3-269,-3 2 1,-3 7-1,-1 9 1,-4 4-372,-1 5 1,-1 10 0,-1 10-1,4 4-378,-1 5 1,5 3-1,-2 5 1,7-2-221,6-1 1,4-7 0,4 1-1,6-9-303,11-9 1,5-8-1,6-12 1,1-7 95,1-10 0,6-8 0,-6-15 1,-1-4 306,-2-8 0,-2-2 0,-3-9 0,-4-4 39,-5-2 0,0-4 0,-11 1 1,-2-4-142,-1-3 0,-2-8 1,0-4-1,-1 40 1,0 1-460,-1 0 1,-1 0 0,0 0-1,0-1 1,-8-36 0,1 3-2551,-1 6 1,4 16 901,3 24 1,2 21 0,2 20 0,0 13 1833,0 12 0,-1 8 0,-2 13 0,1 2 0,-1 5 0,0 0 0,1 0 0</inkml:trace>
  <inkml:trace contextRef="#ctx0" brushRef="#br0" timeOffset="15">14502 17367 8316,'-15'0'2491,"1"0"-1071,0 0 1,7 0 0,7 0-356,8 0 1,11-2-1,5-1 1,4-2 404,0 2 1,6-4-1,1 1 1,2 0-607,3-1 1,1-2-1,2 2 1,-1 1-865,-4-1 0,2 3 0,-4 4 0,-3 0-184,-3 0 0,1 0 0,-14 1-1511,-4 4 1,-6 3-1,-12 8 1,-6 3-846,-7 5 1,-4 0-1,-9 3 2540,-2 4 0,-19 0 0,-10 2 0,-7 1 0,-1 0 0</inkml:trace>
  <inkml:trace contextRef="#ctx0" brushRef="#br0" timeOffset="16">14473 17755 7874,'14'-2'2930,"4"-2"1,4-6-1504,7-3 0,11-1 0,2-2 1,6-2-779,3-1 0,0 0 0,2 6 0,-7 2-1102,-6 1 1,0 7 0,-7-2 0,-2 5-2813,-6 5 3265,-4 3 0,-38 51 0,-9 12 0</inkml:trace>
  <inkml:trace contextRef="#ctx0" brushRef="#br0" timeOffset="17">16832 16244 7786,'-1'-14'0,"-4"0"775,-5-1 1,2 6 0,-1 1 372,-2 1 1,3 4-1,-2 8-593,-1 4 0,-4 7 1,-4 7-1,-5 7 0,-4 7 1,-4 6-1,-5 5 0,-5 5 1,-7 4-28,-6 4 0,22-24 1,-2 0-1,-1-1 0,0 0 1,-2 0-1,1 1-153,-3 0 0,1 0 0,2-3 0,1-1 1,-3 0-1,1-1 0,3-1 0,1-1 279,-23 21 0,6-4 0,22-19 0,6-5-254,6-6 0,10-9-400,7-3 0,8-3 0,12-2 0,5 0 0,7 0 0,5-7 0,8-2 0,1-2 0,2 1 0,6-3 0,1 4 0,4-4 0,3-2 0,2 1 0,0 0 0,6-1 0,5 1 0,-3 1 0,-6 2 0,-1 1 0,1-1 0,-5 3 0,-2 0 0,-8 2 0,-8 2 0,-9 3 0,-2 1 0,-7 0 0,-5 0 0,-11 0 0,-4 0 0,-8 1 0,-2 4 0,-1-3 0,1 3 0,3-4 0,-4-1 0,4 0 0,-3 0 0,4 2 0,-6 3 0,3 4 0,-1 4 0,-6 3 0,-1 3 0,-5 7 0,-7 6 0,-5 6 0,-6 10 0,-8 5 0,-8 3 0,24-25 0,1 2 0,-2 0 0,0 1 0,-2 1 0,1 0 0,-1 1 0,1 0 0,-1 2 0,2-1 0,1 0 0,1-2 0,-20 29 0,6-8 0,6-6 0,10-9 0,7-2-691,6-6 1,6-4-1,10-3 1,4-4-3327,4-1 1,6-2 4016,0-5 0,1 7 0,-6 1 0</inkml:trace>
  <inkml:trace contextRef="#ctx0" brushRef="#br0" timeOffset="18">8301 2978 7984,'-32'0'1267,"2"0"0,7 0 319,10 0 1,12 0 0,20 2-1,7 1-263,6 2 0,4 0-818,8-5 0,5 0 0,4-2 1,4-1-1,6-3 0,4-2 377,3-4 0,2 0 0,2-3 1,2-1-515,-35 7 0,0-1 0,36-6 1,-5-3-1,-10 3-178,-8 1 0,-4 7 0,-10 4 0,-8 4-190,-13 4 0,-5 8 0,-7 12 0,-1 9 0,1 7 0,-3 15 0,-4 5 0,0 11 0,0-31 0,0 3 0,0 2 0,-1 3 0,-1 4 0,1 1 0,-2 2 0,1 0 0,0 2 0,1 0 0,-3 4 0,1 1 0,1 1 0,-1 2 0,2 2 0,-1 2-126,1 2 0,1 0 1,-1-1-1,2 1 0,-1 3 1,0 0-1,0-1 1,0 0-54,0-1 0,0 0 0,0 3 1,0 0-1,0 0 0,0 0 1,-1-1-1,0-1 15,-1-3 1,-1-1 0,2-3 0,1 0 0,-3-3 0,1 0 0,1-1 0,0 1 5,1 0 0,0 0 0,3-2 0,1-1 0,0 1 0,1 0 0,1-1 0,1 0 68,0 0 1,0 0-1,0 0 1,1 0-1,-1-3 1,0-1 0,0-1-1,0 0-14,1-2 0,-1 0 1,0-2-1,0 0 1,0 0-1,1 0 1,-1 2-1,0 0-76,0 2 1,0 0-1,0-3 1,1-1-1,0-1 1,0 0-1,0 0 1,1-1 95,1 1 0,0 0 0,-1-2 1,1 0-1,-3-1 0,0 0 1,0-1-1,-1-1 10,-1-2 0,0-1 1,7 38-1,-2-8 1,3 0 99,1-1 0,-4-5 0,-2-5 0,0-5 26,0-4 1,-4-4 0,6 4 0,1-1 164,2 0 1,0-3 0,-2 3 0,-3-1-216,-2-4 0,4-3 0,-4-3 0,1-2 241,-1 2 0,4-3 0,-4 2 1,2 1-178,3 1 1,2 4 0,1 1 0,-1 4 148,-3 1 0,1-10 0,-6 1 0,-2-5-150,-1-5 0,2-2 0,1-1 0,0-2-15,1-3 1,-4-2-1,3-4 1,-4 1 32,-1-1 1,0 3 0,0-2-1,0-2-48,0-1 0,0 0 0,0 2 8,0 1 1,-4 0 0,-3-6 0,1-2 72,-1-1 1,-4-1 0,2 6-21,-4-1 1,-3-4 0,-2-1 0,-1 1 97,2-2 0,-4 5 0,0-5 0,-3 3 154,-6 3 1,-4-6-1,-8 10 1,1 0-266,-4-2 1,-14 6-1,-3 2 1,-9 3-384,33-13 0,0 1 0,0-1 0,-1 1 0,-3-1 0,-1 0 0,-1 1 0,-1-1-563,-2 1 1,1-1 0,4-5-1,1-2 863,0 2 0,0-8 0,-10-37 0,2-15 0,-3-5 0,0 0 0</inkml:trace>
  <inkml:trace contextRef="#ctx0" brushRef="#br0" timeOffset="19">11049 3669 7876,'-15'0'438,"1"0"1,5 2 0,-1 1 323,-1 2 0,4 1-240,3-1 1,2-2-1,4 5 1,2 0 0,6-2-1,3 2 1,1-1-1,2 1 1,3-2 294,5 1 0,5 2 0,3-2 0,2-1 89,-2 0 0,4-1 1,3-5-1,2 0-392,2 0 0,5-8 1,2-5-1,1-6-330,3-3 1,-4-2 0,-2-5 0,-5 0-137,-5 0 0,-4-4 0,-10 1 1,-6 3-242,-7 4 1,-5 7 0,-7-3 0,-4 2-175,-5 0 1,-9 1-1,-5 7 1,-5 1 13,-4-1 1,-4 5 0,-6 1 0,0 3 234,-1 2 0,-4 2 0,-1 4 0,-1 9 71,1 7 1,-4 12 0,3 7 0,1 9 56,-1 7 1,24-21-1,1 2 1,2 0 0,1 1-1,2 2 1,1 1 292,-1 1 1,3 0-1,3-1 1,2 1 0,4-1-1,2-1 1,-1 37 686,6-4 0,9-13 0,8-18 0,9-8-612,7-5 0,13-9 0,0-6 0,4-9-378,6-4 0,1-9 0,3-2 0,2-6-465,1-4 1,0-3-1,-4-6 1,-2 3-1569,-3 1 0,-6 2 1,-8-2-1,-7 4-427,-7 4 1,-1 7 0,-8-1 2459,-3-1 0,-27 5 0,-4-1 0</inkml:trace>
  <inkml:trace contextRef="#ctx0" brushRef="#br0" timeOffset="20">11984 4173 7874,'-2'14'0,"-1"0"450,-2 1 0,-1-6 1,3 1 1240,-2 1 0,0 2 1113,5 1-2241,0-6 0,2-3 0,1-10 0,2-6 42,-2-6 0,0-1 1,0-6-1,4-3-119,1-5 0,-3 0 0,4-7 1,2-1-128,2-1 0,6-2 0,2-2 1,2 0-1,2 2 0,2-2 0,2 12 0,1 2 250,4 6 0,-4 6 1,4 9-1,-4 5-276,-1 4 0,-5 13 0,-2 9 0,-1 8-333,-3 5 0,-7 5 0,-3 0 0,-2 2 0,-2 3 0,-3-1 0,-1-2 0,0-1-96,0-1 0,0-3 0,0 3 0,-1-6-1670,-4-2 1,3-9-1,-1-3-91,6-3 1,10-3-1,6-7 1857,-1-10 0,11-62 0,-14 20 0,0-1 0</inkml:trace>
  <inkml:trace contextRef="#ctx0" brushRef="#br0" timeOffset="21">13135 3511 7967,'-14'0'649,"-1"0"1,1 0-1,-1 0 1,1 3 521,0 7 1,-6 1 0,0 14 0,-3 6-431,-2 5 0,-7 12 1,-3 7-1,1 4-202,4 3 0,-1 1 0,14-6 0,4-2-391,7-8 1,4-2-1,5-16 1,7-7-252,9-4 0,6-10 0,4-3 1,2-7 166,2-7 1,-1-3-1,5-13 1,0-4 45,-1-3 0,-4-8 1,2 0-1,-4-5 569,-1-3 0,-6-6 1,-3 1-1,-1-3 291,1-1 0,-8-6 0,-5-2 0,-2-4-834,-1-4 1,-1 32-1,-2 0 1,-5-39-1,2 39 1,-2 1-137,0-1 0,0 0 0,-6-32 0,-4-1 0,0 8-383,-1 7 1,6 7 0,1 13-1,1 7-2217,4 7 1,8 5 0,5 11 2599,2 4 0,-16 35 0,-6 10 0</inkml:trace>
  <inkml:trace contextRef="#ctx0" brushRef="#br0" timeOffset="22">13869 3583 7771,'-7'-15'417,"-1"6"2567,-6-1-2370,0 7 0,7-3 0,7 6 0,8 0 1,7 0-1,2 0 0,4 1 0,1 2 0,5 2 1070,5-2 1,-1 0 0,4 1 0,-1 0-1013,-1 0 1,7-3-1,-2-1 1,4 0-383,1 0 0,0 0 0,0 0 0,1 0-408,-1 0 1,-6-5-1,-5-1 1,-7 0-2365,-6-1 1,-3 3 639,-1 4 0,-14 1 0,-7 4 0,-10 4-637,-8 4 0,-3 3 2479,-2 3 0,7-9 0,1 3 0</inkml:trace>
  <inkml:trace contextRef="#ctx0" brushRef="#br0" timeOffset="23">13840 3957 7838,'-13'9'812,"4"1"1,2-5 558,7 4 0,7-5 1,4 0-1,6-2-160,7-2 1,10 0 0,4 0-1,4 0 207,1 0 0,7 0 0,2-2 0,4-2-617,2-6 0,-1 2 0,1-2 1,-2 1-956,-3 1 0,1-5 1,-6 5-1,-3-2-1148,-5 1 1,-5 4 0,-6-3 0,-1 2-2295,1 2 1,-7-2 3595,-2 1 0,-56-6 0,-13 3 0</inkml:trace>
  <inkml:trace contextRef="#ctx0" brushRef="#br0" timeOffset="24">15998 3093 7791,'-14'0'269,"-1"0"0,-1 0 1,-1 0-1,-3 0 0,3 2 1,-1 1-1,1 5 794,-2 5 1,-2-2 0,2 10 0,-5 1 722,-4 7-1504,6 6 0,-4 17 0,6 7 0,-1 11 0,11-30 0,1 2 0,1 1 0,1 1 0,2 2 0,1 0 172,0-2 1,1 1-1,3-1 1,2 0-1,2-3 1,3 0-1,11 31-227,6-15 0,9-15 0,7-10 0,7-7-222,5-6 0,-1-9 1,2-7-1,2-6 167,1-7 0,1-10 0,-1-8 0,-3-5 183,-5-4 0,-10-1 0,-4-7 1,-4-1 84,-1-2 0,-7-5 0,-3 3 0,-4-1-71,-6-3 1,-2-2 0,-10-2 0,-7-1-293,-9-3 0,-13-2 1,-8-5-1,17 35 0,-1 1-478,-1-2 0,-2 1 0,-29-23 1,0 4-1,1 10-416,3 9 0,-1 9 0,-3 15 0,3 7-43,5 6 1,4 7 0,2 9 0,4 5-544,4 3 0,10-3 0,5 0 0,5 1 1403,4 3 0,4 7 0,6 2 0</inkml:trace>
  <inkml:trace contextRef="#ctx0" brushRef="#br0" timeOffset="25">15379 3180 8517,'-6'-29'0,"-4"0"607,-2 0 1,-3 5-1,1 1 1,-1-5 240,1-4 1,3 0 0,-2-6 0,-3 0 1292,0 1-1882,6-5 1,-2 12-1,2-4 1,-1 4 0,0 3-1,3 3 1,0 6-257,0 7-735,5 5 0,-2 7 0,10 6 1,6 5-1370,6 6 1,6 6 0,5-3 2100,1 1 0,26 28 0,-25-20 0,0 0 0</inkml:trace>
  <inkml:trace contextRef="#ctx0" brushRef="#br0" timeOffset="26">16430 2964 7791,'0'-24'244,"0"0"0,0 5 0,0-5 0,1-2 962,4-1 1,5-8 0,7-3 0,4-2-350,1 1 0,2-2 1,7 4-1,1-1-93,1-1 1,1 7 0,-5 0-1,-1 7-552,1 5 1,-7 4-1,-2 4-878,-4 2 0,-4 5 0,-2 10 1,-5 6-1618,-4 7 0,-2 6 2283,-4 9 0,-22 17 0,-12 8 0,-4 7 0,0 1 0</inkml:trace>
  <inkml:trace contextRef="#ctx0" brushRef="#br0" timeOffset="27">16717 3194 7791,'5'-27'0,"0"3"429,-2 5 0,5-4 0,3 1 0,5-2 558,3 0 0,7 5 0,-4-3 0,2 1 136,0 3 0,0 4 1,4 4-1,-3 4-572,-1-1 0,-5 6 0,4-4 1,-3 3-834,-2 2 0,-4 7 0,-2 4 0,-4 7-2715,-2 6 0,-4 3 2997,-12 2 0,-21 16 0,-12 9 0,-7 4 0,0 0 0</inkml:trace>
  <inkml:trace contextRef="#ctx0" brushRef="#br0" timeOffset="28">16645 3568 9742,'20'5'2119,"2"1"1,4 2-879,4 4 0,7 2 0,-1 5 0,4 5-821,5 3 0,0 2 1,-5 0-1,-3 1-630,-2 4 0,-6-4 0,-9 4 1,-2-4-929,-5-1 0,-8-5 0,-2-2 0,-6 1-4536,-7-1 5674,-3-4 0,-59 9 0,29-16 0,0 0 0</inkml:trace>
  <inkml:trace contextRef="#ctx0" brushRef="#br0" timeOffset="29">16775 4173 7776,'0'14'1729,"-5"0"1,2 2-609,4 4 1,6-4-1,7 4 1,1 1-466,-1 3 0,0 3 0,1 2 0,-1 1-477,1 4 1,-3-2 0,0 5 0,-4-2-950,-2-3 0,-1-2 1,-5-1-1,0-2 770,0-3 0,-32-16 0,-8-9 0</inkml:trace>
  <inkml:trace contextRef="#ctx0" brushRef="#br0" timeOffset="30">15768 4518 7735,'-7'14'219,"4"2"0,-5 3 0,2 5 463,3 4 1,-1 2-1,1 4 1,-3 4 328,-2 4 1,3 2 0,-5 1 0,-1 0-1470,-2-4 0,-1-5 1,0-1-1,-1-5-870,1-8 0,4-6 1328,1-6 0,6-4 0,-4-6 0</inkml:trace>
  <inkml:trace contextRef="#ctx0" brushRef="#br0" timeOffset="31">15437 4043 7708,'-37'-5'0,"4"0"0,2 4 346,2 4 1,1 5-1,-1 8 1,0 3 358,0 5 0,1 10 1,-1 4-1,0 5-415,0 5 0,7-8 1,3 2-1,4-7-906,6-8 616,2-11 0,39-41 0,8-15 0</inkml:trace>
  <inkml:trace contextRef="#ctx0" brushRef="#br0" timeOffset="32">15379 3683 7731,'-49'4'1,"-2"5"0,-1 9 1022,5 3 0,2 7 1,2-1-1,-1 5-559,1 0 1,2-6 0,4-4 0,7-2-465,4-8 0,-30-29 0,-13-15 0</inkml:trace>
  <inkml:trace contextRef="#ctx0" brushRef="#br0" timeOffset="33">2474 2763 7769,'0'-10'1103,"0"0"1,0 6-238,0-6 1,0 5 0,-1-3 148,-4 2 1,-3 1 0,-6 5-539,-1 0 1,1 2 0,-1 2-1,1 6-192,0 3 0,-6 8 1,1 1-1,2 2 123,1 0 0,-4 1 0,1 7 0,3 2-371,5-2 0,5-3 1,6-4-1,0-2-94,0-2 0,8 2 1,6-5-1,7-4 10,1-2 0,5-4 0,-3 3 1,2-3 233,-2-2 0,-3 4 1,-7-4-1,-1 2 493,-3 3 1,1 2 0,-6 2 0,-2-1-165,-2 0 0,-5 1 1,-4 1-1,-4 1-273,-4 2 1,-3 1-1,0-4 1,-5 1-856,-3 2 1,-2 2 0,0-5 0,-1 0-1317,-4-3 1,9-3-1,-2-1 1,4-4-3792,6-3 5719,1-2 0,8-13 0,1-3 0</inkml:trace>
  <inkml:trace contextRef="#ctx0" brushRef="#br0" timeOffset="34">2705 2978 7769,'-2'-8'2704,"-3"4"0,4 0-1625,-4 0 0,5 2 1,5-3-272,4 4 0,4 1 0,1 0 0,2 0-141,3 0 0,-3 0 1,5 0-1,-2 0-298,1 0 0,4 0 0,-4 0 0,1 0-310,0 0 1,3-5-1,-5 0 1,-1 2-503,-2 1 1,-7 2 0,1-1-4259,1-4 3248,-5 3 1,-1-4 0,-10 7-1,-4 4 1453,-4 5 0,-33 28 0,-9 9 0</inkml:trace>
  <inkml:trace contextRef="#ctx0" brushRef="#br0" timeOffset="35">2705 3237 7769,'-15'5'0,"1"2"1240,-1 1 1,9 0 0,6 1-136,8-4 0,11-5 0,5-3 1,3-4-257,2-1 1,0 4-1,1-6 1,2 0-38,2 2 0,-1 0 0,-4 5 0,0-2-407,0 2 1,-5 2-1,-2 1 1,-1 0-1985,-4 0 0,-5 0-1289,-3 0 0,-6 6 0,2 4 2868,-3 2 0,-40 16 0,-20 4 0,-2 3 0,0 0 0</inkml:trace>
  <inkml:trace contextRef="#ctx0" brushRef="#br0" timeOffset="36">2532 4547 8181,'-15'0'235,"1"0"0,0 0 0,-1 0 1,1 1-1,0 2 0,-1 4 1,1-1-1,1 2 502,3 0 0,-2 2 1,4 4-318,0 1 1,-4 4 0,6 0-1,0 0-113,-1 2 0,1-3 0,3 6 0,-2 1-117,2 2 1,1 2-1,2 0 1,2-2-28,2-3 1,4 2 0,7-6 0,-1 1 25,1 0 0,-1-2 1,2-5-1,2 1-152,1-1 0,-2-4 0,-5-2 0,-4 0 361,-2 0 1,3-3 0,-4 4-60,-2 2 1,-3-3 0,-4 2 0,-6 0-210,-3-2 0,-1 3 0,0-5 0,-1 1-466,1-1 0,-5-1 0,-1-5 1,3 0-1214,1 0 1,1 0 0,1-2 0,1-3-2694,4-4 4242,2-4 0,20-27 0,3-6 0</inkml:trace>
  <inkml:trace contextRef="#ctx0" brushRef="#br0" timeOffset="37">2776 4763 8231,'7'-15'638,"-1"6"0,5 1 1,-1 1 389,1 4 0,2 1 1,1 2-1,2 0-300,4 0 1,-4 0 0,3 0 0,-3 2-617,-2 3 1,0-2 0,1 5 0,-2 0-1111,-4 0 0,2-3 1,-6 4-1605,-2 2 0,-1 2 2602,-2 2 0,-58 31 0,22-19 0,1 0 0</inkml:trace>
  <inkml:trace contextRef="#ctx0" brushRef="#br0" timeOffset="38">2705 5007 7787,'-7'14'1247,"6"-4"-360,-4 0 0,5-7 0,5 3 0,6-1-114,6 0 0,6 0 0,5-7 0,1-1-550,0-2 1,6-5-1,2 4 1,1-2-968,1-3 0,-3-2 1,3-1-1,-6-1 744,-2 1 0,-54 0 0,-12-1 0</inkml:trace>
  <inkml:trace contextRef="#ctx0" brushRef="#br0" timeOffset="39">2503 6417 7791,'-22'8'245,"3"-3"1,3-2-1,1 0 1,1 4-1,-1-1 566,1 1 1,1 4-1,2-2 1,3 4-437,2 1 1,-4 7 0,4 2 0,-1 1-124,1 0 0,1 0 0,5 4 0,0 0-30,0-4 0,2 1 1,2-4-1,8 0 5,5-1 0,1 6 0,6-4 0,1 1-61,3-4 0,-4-3 0,-2-2 0,0 1 152,1-1 1,-6 1 0,1-1-13,-7 0 0,0-4 1,-6-1-1,-3 1-83,-6-2 1,1 5 0,-8-5-1,-3 1-327,-4 1 1,-3-5-1,4 3 1,-4-2-916,-1-3 1,2-1-1,-2-2 1,1 0-965,4 0 1,1-6 1982,1-4 0,7-3 0,2-1 0</inkml:trace>
  <inkml:trace contextRef="#ctx0" brushRef="#br0" timeOffset="40">2690 6719 7814,'10'-4'407,"-1"-1"0,-4-5 0,5 5 1,1 2 398,2 2 1,1-4-1,0 0 1,1 2-179,-1 1 0,2 2 0,2 0 1,1 0-300,-1 0 1,-6 0 0,1 0-1164,3 0 1,-3 0-617,-4 0 0,-5 2 1,-3 3 1449,-9 4 0,-33 25 0,-17 9 0,-8 4 0,0 0 0</inkml:trace>
  <inkml:trace contextRef="#ctx0" brushRef="#br0" timeOffset="41">2705 6935 12371,'19'0'1694,"0"0"0,0 0-1272,2 0 0,-4 0 1,7 0-1,0 0-700,-1 0 1,4 0 0,-5 0 0,1 0-3379,-4 0 3656,3 0 0,-38 19 0,-3 5 0</inkml:trace>
  <inkml:trace contextRef="#ctx0" brushRef="#br0" timeOffset="42">2633 8489 7755,'-16'2'0,"-2"1"364,-1 2 0,0 6 1,4-3-1,1 1 520,-1 1 0,1 0-682,0 4 1,-1 5 0,1 2 0,0 1-1,1 4 1,2 1 0,1 2 0,0 0-1,2-1 1,4 1 177,2 0 0,4-7 0,2-2 1,6-4-319,3-2 0,3-4 0,1-2 0,4-2 41,1-3 1,-2-1 0,2-1 0,-1 2 199,-4 2 0,-1 0 0,-1-3 378,-1 2 0,-6 0 0,-3 5-439,-3 2 0,-10 2 0,-5 2 1,-5-1-340,1 0 1,-4 1 0,0-1-1,0 1-883,0-1 1,2-4 0,5-2 0,0-2-2876,-1-3 3855,7-8 0,27-60 0,-3 22 0,0-1 0</inkml:trace>
  <inkml:trace contextRef="#ctx0" brushRef="#br0" timeOffset="43">2877 8633 7780,'10'0'1183,"-1"0"1,1 0-1,4 0-302,1 0 0,-6 0 0,1 0 0,1 0-247,2 0 1,1 0 0,1 0-1,-1 0-635,0 0 0,-4 0 0,0 0-715,1 0 1,2 0-2001,1 0 0,-8 2 2716,-6 2 0,-42 34 0,-24 15 0,18-13 0,1-1 0,-1 1 0</inkml:trace>
  <inkml:trace contextRef="#ctx0" brushRef="#br0" timeOffset="44">2820 8935 7780,'1'8'1438,"4"-3"-344,5-4 1,2-1 0,4 0-1,4 0-218,4 0 1,-2-1 0,2-2 0,1-2-957,3 2 0,-1-4 0,-2 2 0,-1 1-925,2-3 1005,1 6 0,-24 20 0,-6 13 0</inkml:trace>
  <inkml:trace contextRef="#ctx0" brushRef="#br0" timeOffset="45">8833 9237 8490,'-6'-8'3597,"6"2"-2362,0 6 1,6-5 0,12 0 0,4 2 254,7 1 1,16 1-1222,3-4 1,20-3 0,-27 1 0,2-2 0,6-1 0,2-1-1,7-2 1,3-1 0,5-3 0,2-1 0,4-2 0,1 0 0,4-3-1,0 0 1,0-2 0,1 0 0,-26 7 0,0 0 0,1 0 122,0-1 1,0 0-1,-1 1 1,20-8-1,0 2 1,1 1-1,1 1 1,-4 3 0,-1 0-508,-3 1 1,0 1 0,1 0 0,-1 0 0,-1 3-1,0 1 1,-3 0 0,0 1 114,-4-1 0,-2 2 0,-3 2 0,-1 0 0,-2-1 0,-1-1 0,0 2 0,-2-1 0,-1 1 0,-1-1 0,-4 0 0,-2 1 0,33-4 0,-9 2 55,-9 1 0,-9 2 0,-12-3 1,-5 3-1248,-11 2 1,-10-1-1,-6 4-692,-9-2 1,-3-6 0,-13 1 0,-2-2-2826,-1-3 4709,-8 1 0,0-4 0,-4 4 0,4 3 0</inkml:trace>
  <inkml:trace contextRef="#ctx0" brushRef="#br0" timeOffset="46">11423 8144 8640,'14'-8'2955,"10"1"0,13 3-1477,9-1 0,7-6 0,10 1 1,5-3-684,7-1 0,5 1 0,-38 7 0,-1 1 0,38-3-280,-7 1 0,-12 3 0,-4 4 0,-9 1-187,-7 4 0,-16 5 0,-4 7 0,-8 6-113,-6 4 0,-6 5 0,-8 11 1,-3 2-216,-5 3 0,-8 8 0,-2 8 0,-6 3 0,13-30 0,0-1 0,-18 31 0,0 4 0,2-6-88,3-4 0,8-7 0,7-4 0,6-5-1508,6-9 0,3-10 1,5-8-1,5-6-4231,7-2 5827,2-7 0,-47-48 0,-12-19 0</inkml:trace>
  <inkml:trace contextRef="#ctx0" brushRef="#br0" timeOffset="47">13509 7770 7885,'-8'-15'420,"-5"6"0,5-1 1,-1 0 471,-1 2 0,7 5 0,-2 11 0,5 8 192,5 5 1,-4 9 0,4 9 0,-3 2-385,-2 3 0,0 3 0,0 3 0,-2 1-382,-3 4 1,-3 1-1,-6 1 1,0 1-526,-1-1 1,1-6-1,0-3 1,1-5-1561,3-4 1,-1-6 100,6-9 1,7-9 0,7-14 0,4-9 1665,2-11 0,9-23 0,4-12 0,3-4 0,1 0 0</inkml:trace>
  <inkml:trace contextRef="#ctx0" brushRef="#br0" timeOffset="48">13854 7971 7885,'0'-14'549,"-1"-1"895,-4 1 0,2 6 0,-5 5-623,1 6 0,-2 2 0,2 9 1,1 7-130,0 4 1,-1 6 0,4 2 0,-2 6-150,2 2 1,1 3 0,2-1-1,0 0-287,0 0 1,0-1 0,4-6 0,4-7-192,6-8 0,10-12 0,2-4 1,4-6-77,3-9 0,6-12 0,-6-18 0,-1-7-104,-1-5 1,1-4 0,-5-2 0,-8 1-22,-6-1 0,-12 2 0,-2 3 1,-12 5-72,-9 4 0,-12 8 1,-6 9-1,-5 11-388,-3 10 1,2 6 0,6 6 0,3 9-137,2 7 1,8 13 0,8 8 0,4 7-440,6 1 0,9 5 0,11-5 1,8 0 1169,10-3 0,32-12 0,15-1 0,-19-10 0,0 0 0,1 0 0</inkml:trace>
  <inkml:trace contextRef="#ctx0" brushRef="#br0" timeOffset="49">14358 8331 7885,'-2'8'793,"-1"-2"1083,-2 1 1,-6-6 0,3 6-1276,0-1 0,-3-3 1,5 5-1873,-2-1 189,4-3 1082,-2-4 0,24-27 0,15-16 0,-1-1 0,0 0 0</inkml:trace>
  <inkml:trace contextRef="#ctx0" brushRef="#br0" timeOffset="50">14732 7741 9062,'-14'-8'2064,"4"1"0,0 9-833,-1 3 0,3 4 0,0 11 0,0 4-385,0 3 0,-1 10 0,-4 6 1,2 8-301,1 5 1,2 8 0,-2 1 0,6 1-332,2-4 0,2-11 1,2-7-1,4-11-457,8-7 0,7-12 1,10-9-1,1-5-223,1-5 0,1-4 0,-6-9 1,0-3-3,-4-1 1,-5-4-1,-8-6 1,-3-1 162,-2 1 1,-7 8-1,-9 4 1,-4 5 332,-5 0 1,-9 7-1,-5 3 1,-1 5-134,-1 5 0,3 8 0,-5 8 0,2 1-824,3 4 0,8-4 1,7 2-1,6 0-1318,6-2 2246,3-1 0,72-32 0,-26 2 0,0 0 0</inkml:trace>
  <inkml:trace contextRef="#ctx0" brushRef="#br0" timeOffset="51">15020 7813 7856,'-7'-8'1702,"6"0"-197,-4 3 0,10 2 0,6-5 1,6 1-415,7 4 0,4 0 0,2 0 0,4-2-537,4 2 1,3-4-1,3 3 1,0-1-93,4-2 0,-3 6 0,1-4 1,-4 3-112,-4 2 1,-6 0 0,0 2-1,-8 3-44,-9 4 1,-7 6-1,-8 4 1,-4 5 170,-5 3 1,-7 8 0,-14 4 0,-2 2-452,-2 2 1,-9 7-1,3 1 1,2 2-28,1 0 0,3-12 0,7 2 0,5-3-1706,7-3 1,7-8 0,8-10 0,2-4-2731,3-6 4436,9-3 0,-17-25 0,0-5 0</inkml:trace>
  <inkml:trace contextRef="#ctx0" brushRef="#br0" timeOffset="52">17250 8446 7774,'-15'5'340,"1"-1"0,-1 3 0,1-4 0,0 2 0,-1-2 1,1-1 794,0-2 1,1-7 0,2-4-1,3-5-260,1-3 1,2-7-1,4 1 1,-2-7-208,-2-7 1,0-4 0,5-5 0,2-4-196,2-4 0,4-2 1,8-1-1,2-2-49,1-1 1,7 6 0,-2 8 0,4 3 36,6 2 0,-2 3 0,5 6 0,0 10-232,-1 7 0,-2 9 1,4 3-1,1 5-528,-3 5 0,-5 8 0,-9 7 1,-1 1-378,-4 0 0,-2 3 1,-4-5-1,-3 0-326,-2 2 1,-1-5 0,-5 3 0,0-3-880,0-1 0,-6-1 0,-4-1 1881,-3-4 0,-33-9 0,-8-8 0</inkml:trace>
  <inkml:trace contextRef="#ctx0" brushRef="#br0" timeOffset="53">16876 8000 9548,'19'-2'2375,"2"-1"0,1-2-1479,3 2 0,7-3 1,4 1-1,0 2-95,4 1 0,2 2 1,1 0-1,-1 0-1345,-4 0 1,2 2 0,-5 1 0,2 3-823,3 2 1,-5-3 0,-1 5 0,-4 1 1365,-1 2 0,-7 20 0,-1 6 0</inkml:trace>
  <inkml:trace contextRef="#ctx0" brushRef="#br0" timeOffset="54">17768 8288 7780,'-28'14'0,"4"-1"0,5-4 1484,3-4 0,2-3-719,-1-2 1,7-7 0,4-2 0,4-6 418,4-4 1,4-5 0,7-9 0,1-4-417,3 0 0,0-9 1,8 3-1,4-2-345,-1 0 0,0 8 0,-1 4 0,0 2-614,0 3 1,-2 5-1,-1 6 1,-4 5-942,-1 8 0,-2 4 0,-5 6 0,1 7-1549,-1 4 1,0 9 2680,1-2 0,6 35 0,1 10 0</inkml:trace>
  <inkml:trace contextRef="#ctx0" brushRef="#br0" timeOffset="55">18228 8000 7780,'-6'14'0,"-4"-1"0,-1-2 1040,1-1 1,-3 4 0,4 5 0,-4 1 6,-1 0 1,4 1-1,2 5 1,0-2-215,0 1 0,5-4 1,-2 0-1,5-4-373,5-2 0,4 1 0,9-11 0,3-2-242,1-2 0,-3-9 0,4-4 0,-1-8-118,0-2 1,-6-2-1,0-5 1,-6-1-464,-4-4 0,-1 4 0,-6-4 0,-4 6-673,-5 4 0,-3-2 0,-1 5 0,0 0-1238,-1 1 1,1 5-605,0 6 2878,6 12 0,52 56 0,-12-16 0,0 0 0</inkml:trace>
  <inkml:trace contextRef="#ctx0" brushRef="#br0" timeOffset="56">18401 8115 7780,'0'19'160,"0"0"0,-2-1 380,-3-2 1,2 3-1,-5 0 1,0-1 1580,0-2 0,5-7-1249,-2 1 0,3-8 0,4-2-533,3-8 0,8-7 1,6-4-1,0-5-82,2-3 1,-4 3 0,6 0 0,-3 0-124,-2 2 1,3 1 0,-2 6-1,-1 1-140,-2 0 1,-2 6-1,0 3 1,1 3-53,-1 2 1,-4 0 0,-2 2 0,-2 3-27,-3 4 0,1 2 0,-1 1 0,2-3-32,-2 2 1,-2-3-1,1 0 1,3-1-112,4-4 1,-1-1 0,2-4 0,1-4 79,2-9 1,3-1 0,1-8 0,3-1 129,-3-3 0,4 4 0,0 1 0,0-1 181,-1 1 1,-1 4 0,-4 9 0,-1 6 319,1 2 0,-1 4 0,-1 4 0,-2 8-40,-1 9 1,-2-1 0,3 2 0,-3 2-20,-2 1 1,4 2 0,-4-2-1,1-2-362,-1-1 1,4-6 0,-4 1 0,0-3-1156,1-1 1,-1-1-6169,-1 0 7260,-3-6 0,-28-78 0,6 22 0,0 0 0</inkml:trace>
  <inkml:trace contextRef="#ctx0" brushRef="#br0" timeOffset="57">20343 6834 7810,'-24'-8'541,"1"4"1,3 2-1,2 2 652,2 0 1,11 0 0,8 0-241,10 0 0,13-5 1,3-1-1,7-1 1485,6 1-2042,1-5 0,7 3 1,2-5-1,4 2 0,0 1 1,-1 1-1,-1 1-35,5 3 0,-6-1 0,3 1 0,-7 2-365,-7 1 1,-4 4 0,-9 2 0,-3 6 94,-9 3 0,-12 3 0,-5 3 1,-10 6 151,-7 7 0,-5 0 1,-9 7-1,-4 2 53,-8 6 1,-2 1 0,-8 8 0,-1 3-216,-2 0 0,27-29 0,-1 1 0,0-1 1,-1 0-1,0 2 0,0 0-21,0 1 0,1 0 0,1-3 0,0 1 0,3 0 0,0 0 0,-21 25-58,7-8 1,7-7-1,10-13-28,9-4 0,8-10 0,12-11 0,8-4-233,9-4 1,6-11 0,4 0-1,7-5 190,7-5 1,-1-1 0,5-1 0,0 0 87,0 4 1,-4-3 0,2 5 0,-1-2 84,0 0 1,0 6 0,-6 1 0,-2 4 34,-2 3 0,-4 6 0,1-4 1,-3 1-91,-5 4 1,-8 1-1,0 2 1,-3 0-221,-1 0 145,-7 0 1,-2 2 147,-6 3 0,-2 1 0,-1 5 0,-2-1 71,2 1 0,0 2 0,-2 3 1,-4 3 5,-4 5 1,-3 10 0,-3 4 0,-7 4-200,-6 1 0,-5 8 0,-6 5 0,-3 8 0,20-29 0,-1 0 0,-21 29 0,20-29 0,0 0 0,2-2 0,1 0 0,-21 28 0,3-7 0,6-3 0,8-4-937,8-11 0,12-2 0,4-15 0,6-3-5593,9-5 6530,0 2 0,23-43 0,-2-4 0</inkml:trace>
  <inkml:trace contextRef="#ctx0" brushRef="#br0" timeOffset="58">22170 7280 7793,'-27'8'0,"3"-1"322,5-1 1,7-4 641,3 3 0,12-2 0,3 0 0,12 2 0,11-2 1,8-1-1,6-4 0,6-3 710,9-4 0,1-4 1,8-2-1,3 1-1031,6 0 0,-3-1 0,4 1 0,-2-1-377,2 1 0,-10 5 0,-2 1 0,-10 1 66,-12 4 0,-13 1-3204,-11 2 0,-11 5 0,-8 2-3113,-8 1 5985,-11-5 0,-61-16 0,30 1 0,0 0 0</inkml:trace>
  <inkml:trace contextRef="#ctx0" brushRef="#br0" timeOffset="59">22889 6964 7793,'-14'-6'1219,"1"2"-281,4-5 1,8 6 0,13-4 0,5 2-500,7 1 0,10-6 0,6 5 0,5 0 777,3-1 1,6 4 0,-3-2 0,2 2-583,0 2 1,-7 5-1,2 1 1,-5 2-375,-5 3 0,-9 4 1,-11 2-1,-7 4 88,-6 1 1,-7 4-1,-7 8 1,-12 6-56,-10 6 0,-12 5 1,-10 7-1,-3 1-182,28-28 1,-1 0 0,-27 28 0,29-27-1,0 0 1,-25 31-719,3-1 0,7-6 0,10-10 0,8-7-1304,10-11 0,8-5 0,10-10 1911,6-4 0,16-47 0,4-18 0</inkml:trace>
  <inkml:trace contextRef="#ctx0" brushRef="#br0" timeOffset="60">24918 6950 7729,'-5'-15'423,"0"1"1,-4 4-1,2 1 825,-1-3 0,-1 6-812,-6 1 1,1 4 0,-1 1 0,1 1-1,-2 4 1,-1 6 0,-4 7 0,0 7-1,-1 9 668,-1 9 1,-1 8 0,-3 12 0,1 5-830,3 7 0,13-35 0,2 0 0,-2 3 0,1 1 0,1-2 1,1-1 58,-2 36 0,10-10 0,15-19 0,13-12-230,13-8 1,9-14 0,13-12-1,6-12-48,5-14 1,-35 8 0,-1-3-1,-2-5 1,-1-2 0,1-1 0,-2-2-88,-1 0 1,-2-2-1,-7-2 1,-2-2-1,15-27 1,-8 0 50,-6-2 1,-9 9-1,-14 0 1,-9 5 94,-11 8 0,-15 1 1,-9 7-1,-8 4-488,-5 4 0,-1 10 1,-2 8-1,-4 2-502,-4 3 1,8 4 0,3 7 0,5 8-821,4 5 1,11-3-1,7 2 69,8 1 1,13-6 1625,8-1 0,26-19 0,12-11 0</inkml:trace>
  <inkml:trace contextRef="#ctx0" brushRef="#br0" timeOffset="61">24630 6719 7755,'-14'-19'299,"-1"0"1,3 0-1,0 3 1,3-3 649,-2-5 1,-7-4 0,-3-2 0,0-2-53,1-2 1,-4-5-1,3 0 1,0-1-497,0 2 1,4-2 0,6 8 0,3 5-511,1 6 0,4 11-971,8 6 0,4 8 0,9 6 0,3 3-3627,1 1 4707,2 7 0,2 12 0,2 7 0,3 7 0,-1-1 0</inkml:trace>
  <inkml:trace contextRef="#ctx0" brushRef="#br0" timeOffset="62">25134 6762 7755,'0'-19'0,"0"0"793,0 2 0,0-6 0,0-2 0,1-7 606,4-7 1,3 2 0,8-1 0,2-2-812,1-1 0,5-1 0,-5 4 1,-1 6-1170,-3 6 0,0 5 0,-1 8-767,1 4 1,-3 4 0,-2 11-1,-5 7 1348,-4 5 0,-13 30 0,-8 13 0,0 2 0,0 0 0</inkml:trace>
  <inkml:trace contextRef="#ctx0" brushRef="#br0" timeOffset="63">25450 6691 8084,'0'-15'1769,"2"-1"0,3-3-671,4-5 1,9 2 0,2-4 0,3-1-382,2 0 0,-2-4 0,-1 12 0,1 2-979,-1 1 1,-4 3 0,1 2-1,-3 3-673,-2 1 0,-1 4 1,-4 9-1,-4 7 935,-3 5 0,-32 41 0,-17 16 0,15-22 0,0 0 0,0-1 0</inkml:trace>
  <inkml:trace contextRef="#ctx0" brushRef="#br0" timeOffset="64">25450 7396 7755,'10'0'822,"-1"0"-139,3 0 0,0 0 1,3 0-1,-1-2 313,0-3 0,7 4 1,3-4-1,3 3-469,2 2 0,0 0 0,-2 2 0,-1 3-916,-2 4 0,0 4 0,3 1 0,-5 1-1092,-7-1 0,-3 5 0,-7 4 1481,-2 4 0,-34 3 0,-25 5 0,-2 2 0,-3 7 0,-1 0 0,1-1 0</inkml:trace>
  <inkml:trace contextRef="#ctx0" brushRef="#br0" timeOffset="65">25349 7870 7755,'-1'10'1104,"-2"0"280,-2 1 1,0 3-1,5 4-796,0 1 1,5 2 0,1-4 0,1 4-626,-1 1 1,-1 1 0,-5 2 0,0-2-953,0-2 1,0 3 0,0-5 988,0-2 0,-47-1 0,-21-3 0,-4 2 0,0 0 0</inkml:trace>
  <inkml:trace contextRef="#ctx0" brushRef="#br0" timeOffset="66">24587 8115 7755,'-14'0'2810,"-1"0"1,7 2-2457,3 2 0,4 4 1,-1 7-1,-1-1-385,-2 1 0,-1-1 0,3 0 31,-2 1 0,-13-1 0,2 0 0</inkml:trace>
  <inkml:trace contextRef="#ctx0" brushRef="#br0" timeOffset="67">24414 7640 7755,'-57'-8'1156,"-4"2"1,2 6-1,4 1-1372,4 4 0,10 3 1,7 8-1,4 2-181,1 1 0,8 0 397,7-5 0,46-36 0,24-18 0,4-1 0,0 1 0</inkml:trace>
  <inkml:trace contextRef="#ctx0" brushRef="#br0" timeOffset="68">8646 7439 7733,'-28'20'456,"0"-4"1,6 4 1555,8-4-1423,6-8 1,16-4 0,6-8 0,8-8-1,7-4 1,5-4 1300,4-3 0,5-1-1284,5-4 1,3-3 0,8-1 0,4-3 0,4-2 0,-31 17-1,1 0-183,4 0 1,0-1 0,0-1-1,1 1 1,5-1 0,2 2 0,0 0-1,0 0-143,0 0 0,1 2 0,-2 2 0,0 1 0,-1 0 0,0 0 0,0 2 0,0 0-203,1 0 1,-1 1 0,-3 1 0,-1 1 0,1 0 0,-1 1 0,35-7-78,-4 1 0,-7 1 0,-2 0 0,-2-1 16,-7 1 1,0 1 0,-9 2 0,0 1-17,-2-1 0,-7-2 0,-1-1 0,-4 1 0,-6 4 0,-3-4 0,-8 3-1207,-1-3 0,1-1 0,-13 0-1039,-5-1 0,1 1 1,-10-1-1,-4-1-1014,-2-3 1,-11 3 3259,0-3 0,5 3 0,-4 2 0</inkml:trace>
  <inkml:trace contextRef="#ctx0" brushRef="#br0" timeOffset="69">10315 6518 7777,'-29'0'966,"10"0"-164,10 0 0,17-7 1,20-4-1,9-5 144,5-3 1,7-2 0,4 4 0,5-4 372,4-1 1,-3 6 0,5 0 0,-2 4-454,1 1 1,1 5 0,-5 1-1,-2 3-560,-6 2 1,-11 0-1,-6 2 1,-4 3-117,-1 4 0,-6 1 0,-4 3 0,-5 3 154,-4 0 0,-4 6 0,-6 4 1,-2 6-139,-2 6 0,-6 5 0,-9 7 0,-5 7-206,-3 9 0,-4 6 0,15-35 0,-1 1 0,-2 1 0,-1 0-178,0 1 1,-1 0-1,-3-1 1,0-1 0,0 2-1,2 0 1,1-2 0,2-1-1561,-12 29 0,15-10 1,15-21 1737,9-11 0,20-56 0,16-43 0,2-2 0,-7 15 0,0 0 0,0 0 0,1 0 0</inkml:trace>
  <inkml:trace contextRef="#ctx0" brushRef="#br0" timeOffset="70">12200 6331 7883,'0'-15'247,"-2"3"0,-1 0 0,-3 3 0,-2-2 0,-4-2 749,0-2 1,-3 3-1,2 1-520,4 1 0,-4 7 1,4-2-1,-4 3 561,-2 2-824,1 7 0,0 6 0,-1 7 0,1 4 0,-1 7 0,1 5 0,0 6 139,-1 1 1,7 5 0,3 0 0,4-2-292,1-1 1,3-8 0,5-5-1,8-6-186,5-7 0,3-10 1,5-4-1,-1-5 44,1-5 0,0-4 1,-2-10-1,-1-5 196,-2-4 1,-7-7 0,2-3 0,-4-2 154,-6 1 0,-2-2 0,-7 4 0,0 0 242,0 4 0,0-1 1,0 5-72,0 7 1,0 12 0,0 12-230,0 11 1,0 14 0,0 13 0,0 5 154,0 3 0,0 9 1,-2-2-1,-1-1-57,-2 2 1,0 0 0,4 3 0,-2 0-208,-2-1 0,0 1 0,5-13 0,0-4-703,0-7 1,2-6 0,2-7 0,6-7-1109,3-9 1,3-6-1,3-5 1,3-6-1299,1-7 0,2-4 3006,-6-7 0,7-32 0,-4-7 0</inkml:trace>
  <inkml:trace contextRef="#ctx0" brushRef="#br0" timeOffset="71">12545 6863 7883,'-6'19'219,"-4"1"1,-1-3 1015,1-1 0,-1-1 1,6-1 215,2 0 0,2 1-920,1-1 1,1-6-1242,4-3 1,3-10-1,6-5 1,1-4 709,-1-5 0,0-25 0,-1-11 0,2-8 0,1 1 0</inkml:trace>
  <inkml:trace contextRef="#ctx0" brushRef="#br0" timeOffset="72">12905 6216 7883,'-2'-21'-666,"-3"5"948,-4 5 0,-4 8 0,-1-2 0,-1 5 1421,1 5 0,-1 9 0,1 12 0,0 5-917,-1 8 0,1 2 1,0 4-1,-1 3-222,1 5 0,1 9 1,3 4-1,6 1-397,2 0 1,5-8 0,5-1-1,8-12-100,5-11 1,5-9 0,5-16 0,5-7-353,0-6 0,-4-7 1,0-9-1,-4-5 25,-4-3 1,-12-2-1,1 0 1,-5 0 270,-5 0 0,-3 5 0,-5 2 0,-4 1 141,-4 4 1,-3 6 0,-3 3-1,-5 1-171,-3 4 0,0 8 0,1 4 0,4 4-677,1 2 0,2 1 0,4 1 1,3 4-927,2 1 1,5-4 0,10 1-1,6-5 1622,7-4 0,49-36 0,-25 6 0,1 0 0</inkml:trace>
  <inkml:trace contextRef="#ctx0" brushRef="#br0" timeOffset="73">13178 6360 7863,'-6'-8'1519,"4"-5"-415,-3 3 1,10 2 0,6 0 0,7 2-303,6 3 0,5-4 0,3 1 0,1-1-327,-1 1 1,3 1 0,1 5 0,-1 0-107,0 0 1,-8 0-1,-8 2 1,-3 4 144,-1 9 0,-7 2 0,-4 10 0,-4 5-120,-4 4 0,-6 2 0,-9 7 1,-5 1-103,-3 2 1,-2 6-1,0-2 1,0 0-633,1 1 0,0-2 0,4 0 0,7-7-1363,6-9 0,7-13 1,12-8 1702,7-7 0,15-50 0,1-13 0</inkml:trace>
  <inkml:trace contextRef="#ctx0" brushRef="#br0" timeOffset="74">15868 5856 7841,'-1'-14'32,"-2"-1"0,-4 1 178,-1-1 0,5 6 1,-3-1 342,-1-1 0,4 5 0,-6 1 1,-3 3-1,0 2 0,-3 2 243,1 3 1,4 7 0,1 11 0,-3 2-393,0 6 1,-3 6-1,2-1 1,2 4-91,2 5 0,1 6 1,-2-1-1,5-1-106,4 1 0,1-2 1,0-3-1,1-1-101,4 0 1,1-4 0,6-12 0,-4-1 3,-2-3 1,0 4 0,-2-6 0,0 0-2,0-2 1,-4 0 0,-5 1 0,-3 0-126,0 0 0,-5-2 0,3-5 1,-2 1-977,-3-1 1,6-4-1163,-1-1 1,1-6 724,-6 2 1,7-10 0,2-3 1427,-1 0 0,-25-12 0,-14-4 0,-5 0 0,0 0 0</inkml:trace>
  <inkml:trace contextRef="#ctx0" brushRef="#br0" timeOffset="75">15365 6388 7841,'0'-14'0,"0"0"443,0-1 0,2 1 0,2-1 357,6 1 1,1 4-1,2 1 1,0-1 217,3 2 0,3-3 0,0 6 1,3 2-649,1 1 0,2 2 0,-4 0 0,2 0-664,2 0 1,1 0-1,-1 0 1,-2 0-733,-3 0 1,6 0 0,-4 0 0,1 2-1323,-4 3 0,-3-2 2348,-2 7 0,-12 25 0,-4 11 0</inkml:trace>
  <inkml:trace contextRef="#ctx0" brushRef="#br0" timeOffset="76">15897 6575 7841,'-11'24'284,"-3"0"0,-4-4 0,4 2 1,1-1 1407,3-4 1,-1-5-1092,6-3 1,1-12 0,4-3 0,0-10 72,0-8 1,6-5 0,4-3 0,2-3-35,3-2 0,-1 3 1,0-2-1,1-1-360,-1 0 0,1 7 0,-1-1 0,0 7-711,1 3 0,-6 2 0,1 5 1,1 1-625,2 3 0,1 4 0,1 8 1,-1 2-331,1 6 0,-1 4 0,0 4 1,1 1 289,-1-1 0,0-1 0,1 1 1095,-1 1 0,-4 0 0,-2-4 53,-2-1 1,-1-4 0,-5-1 738,0 3 1,0 0-1,-2 3 1,-2-1 100,-6 0 0,2 1 1,-2 1-1,1 3-161,1 5 1,-3-2 0,6 1 0,2-2-301,1-4 1,2-1-1,0-1 1,2-3-132,2-2 0,4-4 0,7-6 0,1-1-32,3-4 0,-3-9 0,5-10 0,-2-5-97,0-5 1,-1 2 0,-7-5-1,-3 1-273,-2-1 1,-1 7 0,-7-1-1,-2 6-753,-6-1 1,-4 7 0,-4 3-1,-1 6-595,1 4 0,2 3 1,4 7-1,2 6-568,5 3 1,4 3 2016,1 3 0,18 14 0,8 8 0,2 5 0,0 0 0</inkml:trace>
  <inkml:trace contextRef="#ctx0" brushRef="#br0" timeOffset="77">16444 6633 7841,'-6'10'0,"-4"-1"607,-3 2 1,4-3 0,1 2 2662,1 1-2527,2-4 0,5-7 1,2-10-1,3-3-117,4-1 1,-1-2 0,2-2 0,1-1-98,2 1 1,1-2 0,1 0-1,-1 3-244,1 1 1,-1 1 0,0 1 0,1 0-159,-1-1 1,0 1 0,1 1 0,-1 2-207,1 1 1,-1 7 0,-1 0-86,-4 6 0,-2 0 0,-7 9 0,0 2 120,0 4 0,0 1 1,0-5-1,-2 0 55,-3 1 0,4-1 1,-4 1-448,3-1 291,2-6 0,2-2 0,1-7 1,4-6 132,1-7 0,3-2 1,6-8-1,4-2 173,1-1 1,-2 3 0,2 2 0,0 1 250,1 4 1,-4 2 0,3 4-1,-1 3-8,-3 2 1,-2 2 0,-2 9 0,0 5-98,1 3 0,-7 3 0,-2 1 0,-1 4-335,0 1 1,0-2-1,-5 3 1,0 1-936,0-1 1,0-2 0,0-7-1,0 0-1293,0 1 0,1-2 0,2-2 2256,2-2 0,-13-31 0,-8-4 0</inkml:trace>
  <inkml:trace contextRef="#ctx0" brushRef="#br0" timeOffset="78">18257 5755 7787,'-2'-19'-2,"-1"0"1,-2 1 0,2 2-1,1 2 1,2 0 0,0-1 1683,0 1 1,0 4-839,0 1 1,0 7-1,0 4-301,0 10 0,0 6 0,0 9 1,-1 5-93,-4 3 1,3-1 0,-2 4-1,2 2-240,2 2 0,-5-4 0,0-1 1,2-2-84,2-3 1,1-3 0,0-5-215,0-5 0,1-5 1,4-4-89,5-5 0,1-10 0,0-5 0,-2-4-28,3-5 0,0 1 1,1-4-1,-2 1 189,-1 3 0,-5 1 0,4-1 163,3-1 1,-4 6-1,1 9 3,2 2 1,-4 5 0,-2 5 0,-2 8-123,2 5 0,-4 3 0,6 5 0,-3-1-65,1 1 1,2-6-1,-4-4 1,3-2 49,2 3 1,0-9 0,3 2-1,-1-5 67,1-5 0,-3-2 0,2-2 0,1-4 84,2-5 0,-4-2 1,-1-3-1,0 1-106,0-1 0,0-1 1,3-1-1,-1-4-305,1-1 0,-3 2 1,2-2-1,1 0-145,2-1 0,-4 1 1,1-2-1,1 3-52,2 0 0,-3 5 1,-2-3 369,-2 3 0,0 7 0,-3-1 162,2-1 0,0 3 1,-5-2 310,0-1 1,0 3 10,0-2 0,0 1-315,0-5 1,-6 1 0,-2 2 0,-2 1-117,1-1 1,-1-2 0,-4-1 0,-2-2-29,-4-4 1,4 4-1,-3-3 1,2 3 65,-3 2 1,4 4 0,-4 2 0,0 2 80,1 3 0,-5 1 0,5 4 0,0 4-65,-2 8 1,5 1-1,-3 6 1,3-2-210,2 0 0,-1 7 0,1-4 0,-2 2-77,-3 0 1,3 0 0,-3 5 0,3-1-527,1 1 0,6-2 0,-1-1-346,-1-2 1,4-6 0,4-1 1121,6-6 0,12-4 0,7-7 0</inkml:trace>
  <inkml:trace contextRef="#ctx0" brushRef="#br0" timeOffset="79">18142 6489 7787,'0'-14'570,"-2"-1"3290,-3 1-2684,4 6 0,-1 8-1095,7 10 0,1 2 0,-3 3 1,4 1-1,-1 1 0,1 2-311,-4-1 0,3-2 0,-1-2 0,0 1-344,1-1 1,-4 1 0,4-3 573,1-2 0,-6 3 0,6-5 0</inkml:trace>
  <inkml:trace contextRef="#ctx0" brushRef="#br0" timeOffset="80">18314 6590 7787,'-5'9'267,"1"1"0,-6-5 0,4 3 2187,-2-2-2062,4 5 1,0-7 0,8 4-723,6-2 0,3-1 0,1-7 0,1-1-1134,-1-2 0,0-6 1464,1 1 0,12-34 0,3-11 0</inkml:trace>
  <inkml:trace contextRef="#ctx0" brushRef="#br0" timeOffset="81">18559 6417 7787,'-15'0'268,"6"2"1,-1 3 996,-1 4 1,5 4 0,1 1-438,3 1 0,2-1 1,0 0-961,0 1 1,2-6 0,3-1-887,4-1 0,4 2 0,1-4 0,1-2 86,-1-1 1,-4-8-1,-1-2 1,3-2 931,0 0 0,-2 1 0,0-6 0,1 1 0,2 0-103,1-1 1,-4 3 1468,-1 2 1,-4 4-847,4 6 0,-5 6 0,0 5 0,-2 5-382,-2 3 1,0 2 0,0-3 0,0 1-559,0-2 1,0-1 419,0-1 0,6-26 0,2-7 0</inkml:trace>
  <inkml:trace contextRef="#ctx0" brushRef="#br0" timeOffset="82">19048 5669 7790,'-14'2'1198,"2"1"1,8 2 38,8-2 1,20-8 0,12-5 0,8-4-502,9-5 0,3 1 0,3-4 1,3-1 128,6 1 0,4 3 0,3-4 0,1 3-533,0 2-1,-16 4 1,-7 4 0,-10 5-1271,-9 4 0,-4 2-728,-15 4 1,-4 3 0,-11 7-350,0-1 1,0-4 2015,0-1 0,-36-15 0,-18-10 0,-2 3 0,0 0 0</inkml:trace>
  <inkml:trace contextRef="#ctx0" brushRef="#br0" timeOffset="83">19710 5295 7790,'6'-8'1542,"4"1"0,4 3-459,5-1 0,4-5 0,7 5 0,4 1-174,4-3 0,4 6 1,1-4-1,0 3-366,0 2 1,-1 7 0,-6 2-1,-7 6-90,-8 4 1,-11 3 0,-6 9 0,-4 2-101,-4 6 1,-8 7 0,-10 3 0,-8 3-489,-6 2 0,-2 7 0,-4 0 0,4-4-420,5-3 1,4-7 0,5 1-1,6-7-5625,7-7 6180,11-7 0,2-64 0,4-12 0</inkml:trace>
  <inkml:trace contextRef="#ctx0" brushRef="#br0" timeOffset="84">21264 5151 7746,'-29'-14'333,"2"-1"1,3 1 0,4 1 0,4 2 0,2 3 0,0 1 0,-1 4 628,1 2 1,-5 7 0,-2 5-1,-1 8-380,-4 10 0,0 13 0,1 12 1,2 7-129,3 6 1,-4 8-1,6 3 1,4-1-100,3-3 0,9-7 0,4-16 1,10-8-187,11-8 0,10-12 0,6-9 0,2-11-141,2-11 0,5-8 0,2-16 1,-1-4 100,1-8 1,-4-8-1,-7-1 1,-7-3 9,-7-2 0,-6-2 0,-9 1 0,-7 4-12,-6 4 1,-18 3 0,-12 5-1,-7 1-647,-3 4 1,-5 9 0,0 10 0,1 5-809,3 4 1,2 5 0,5 10 0,8 6-499,9 7 1,5-2-1,6 5 1826,4-1 0,-3 3 0,0 6 0</inkml:trace>
  <inkml:trace contextRef="#ctx0" brushRef="#br0" timeOffset="85">20846 4964 7770,'-6'-29'394,"-4"0"0,2 5 0,0-1 0,2-4 571,3-3 0,1-3 1,2 1-1,0-4-374,0-4 1,7 1-1,1 4 1,1 7-614,1 4 1,-1 9 0,6-3 0,-1 6-496,0 4 1,-4 4 0,-2 8-1,-2 2-2197,-2 6 2714,-3 9 0,-8 17 0,-5 8 0,0 6 0,0 1 0</inkml:trace>
  <inkml:trace contextRef="#ctx0" brushRef="#br0" timeOffset="86">21249 4719 7770,'-6'-14'502,"4"0"1,-3-2-1,4-2 528,1-1 0,0 0 1,1 3-1,4-2-508,5-1 1,4 0 0,4 6-1,3 3-1053,1 5 1,-3 4 0,3 1 0,-1 1 530,-3 4 0,-2 29 0,-2 12 0</inkml:trace>
  <inkml:trace contextRef="#ctx0" brushRef="#br0" timeOffset="87">21551 4993 7770,'10'5'734,"-1"-1"1,1 6 0,3-4 38,-4 2 0,4-5 0,-3 4-399,3-1 0,-4-3 0,-1 7-963,-1 1 1,-3 2 588,-4 1 0,-20 19 0,-11 6 0,-1 5 0,0-1 0</inkml:trace>
  <inkml:trace contextRef="#ctx0" brushRef="#br0" timeOffset="88">21551 5597 7770,'0'14'110,"0"1"534,0-1 0,2 1 0,4-1 206,9 0 0,-1 1 1,5-1-1,-4 1-572,-6-1 1,4 0 0,-3 1 0,1-1-518,-2 0 0,-2 1 0,-7-1 1,0 1-3677,0-1 3915,0 0 0,-51 1 0,-13-1 0</inkml:trace>
  <inkml:trace contextRef="#ctx0" brushRef="#br0" timeOffset="89">21523 5928 7770,'-7'14'208,"6"1"0,-6-2 1,2-2 369,1-2 0,-1 1 1,5 4-1,0 1-66,0-1 0,5 0 0,-1 1 0,0-1-594,-3 1 1,-1-1 0,0 0-780,0 1 1,-1-1 860,-4 1 0,-3-7 0,-7-2 0</inkml:trace>
  <inkml:trace contextRef="#ctx0" brushRef="#br0" timeOffset="90">20731 6158 7753,'-37'5'335,"4"1"0,4 1 435,5-1 0,8-1 0,7-5 1359,-3 0-2143,6 0 1,1 0-1,10 0 1,5 0-587,2 0 600,9-13 0,2-16 0,2-9 0,5-8 0,1-1 0</inkml:trace>
  <inkml:trace contextRef="#ctx0" brushRef="#br0" timeOffset="91">20731 5655 7753,'-41'12'445,"1"0"0,-39 10 1,9-1 470,9-4 0,20-1 0,4-3-916,10-3 0,38-41 0,15-15 0,2-6 0,1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5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5524 6892 8066,'0'-14'412,"0"6"1,8-5 677,7 3 0,5 4 0,11-1 0,6 1-652,11-4 1,12 2 0,20-1 0,-36 3 0,0 1 0,2-1 0,1 0 0,1 1 0,0-1 0,0 1 0,1 1 0,1-2 0,1 0 83,2 0 1,1 0 0,-1-1 0,0-1 0,-1 1 0,0 0 0,-3 0 0,-1 1-249,-2 1 0,-1 1 0,-3-2 0,-1 0 0,38 2 1,-6 0 25,-7 3 0,-1-1 0,-2-1 0,-3-2-190,-1 2 0,-9 0 0,-7 0 1,-8-4 13,-4-1 0,-9 3 0,-3-3-413,-3 2 430,-8-5 0,-8 4 0,-9-2 1,-6 2 147,-4 1 1,-10 4 0,-7-2-1,-4 4-345,-4 4 0,-2 0 1,-11 5-1,-3 2-72,-2 2 1,-4 2 0,-5-1 0,-3 0 29,-3 1 1,37-8 0,-1 0 0,-4 1 0,0 0 0,-1 1 0,0 0-15,-2 0 0,1 1 1,-1 0-1,0 1 1,-1-3-1,-1 1 1,1 1-1,1 1 116,-1 0 0,2 0 0,5-1 0,1 0 0,0 1 0,0 0 1,-32 10 52,5-4 0,13-1 0,13-3 69,12-3 0,17-4 0,18-6 0,14-1-156,11-4 0,10-5 0,13-7 0,11-4 124,9-2 1,-32 14-1,0-1 1,3-1-1,1-2 1,2 1-1,-1-1 54,1-1 0,0 0 0,-1 2 1,0 0-1,2 0 0,1 1 1,2-2-1,0 2-194,4-1 1,-1 1 0,-1-2-1,0 1 1,-3 1 0,0 2 0,-4 1-1,-1 0 46,-2 3 0,-3-1 0,32-5 0,-12 6 0,-11 2 0,-17 1 0,-22 2 0,-6 0 0,-13 0 100,-2 0 1,-2 0 0,-1 0-988,-1 0 1,1 0-3425,-1 0 4311,7-6 0,15-47 0,9-17 0</inkml:trace>
  <inkml:trace contextRef="#ctx0" brushRef="#br0" timeOffset="1">5841 11021 7850,'-21'0'-41,"-1"0"0,-1 0 0,3 0 0,0 0 0,1 0 1968,2 0 0,7-1-1242,5-4 1,15 3 0,7-2 0,9 2-155,9 2 1,7 0 0,7 0-1,10 2-45,12 2 0,7-2 1,-34 0-1,2 1 0,1-3 1,1 0-131,4-2 1,2-1 0,7 2 0,1-1 0,3-3-1,1 0 1,1 0 0,0-1-292,1 0 0,0-1 1,2 0-1,-1 0 1,-1 0-1,-1-1 1,-2 1-1,-1 0-28,-2 0 0,-2 0 1,-7 0-1,-1 1 0,-8 0 1,-2 1-1,37-5 7,-6-1 1,-10-2 0,-11-1 0,-13 1-315,-12 3 0,-13-2 1,-12 4 183,-10 0 1,-11 1 0,-20 7 0,-10 0 172,-10 0 0,-20 2 0,34 0 0,-1 1 1,-3 1-1,-1 3-28,-2 1 1,-1 1 0,-4 0 0,0 0 0,-4 3 0,-1 2 0,-1 0 0,0 0-145,-2 2 1,-1 0-1,-4 4 1,1 0 0,-2 0-1,1 0 1,-2 2 0,0 1 5,0 1 0,0 0 1,0 2-1,2-1 1,8-3-1,2-1 1,8-3-1,2-1-27,8-3 0,3 0 0,-16 5 0,18-10 41,10-4 0,19-5 1,15-5-1,10-4-169,12-4 1,14-8 0,16-3 0,12-5 190,-32 13 0,2-1 0,4-1 1,2-1-1,3-2 0,1 1 1,2-1-1,1 2 17,0-1 1,1 1 0,-1 3-1,-1 0 1,-2-1 0,-1 1-1,0 0 1,0 1 89,1 0 0,-1 1 0,2 3 1,0 0-1,-2 2 0,-1 1 0,-4 1 1,-2 1 20,32-4 1,-16 7 0,-12-2 0,-9 5 165,-9 5 0,-13-2 26,-11 7 1,-17-2 0,-8 3 0,-12-1 288,-12 1 1,-13 3 0,-17 4 0,33-8 0,-1 0-460,-2 2 1,-1-1-1,-4 1 1,-1 0-1,0 2 1,-1 1-1,-4-1 1,0 0-43,-4 1 0,-1-1 1,-3 3-1,0 0 1,-1 0-1,0-1 1,5 0-1,1-1-11,5-2 1,3-1-1,8-1 1,4-1 0,-22 3-128,19-4 1,33-5 0,29-12 0,19-8-288,16-5 1,16-8 0,-30 12-1,2-1 1,3 0 0,2-1 172,2-1 0,2 0 0,1-1 0,0 1 0,4-2 0,1 0 0,0 1 0,0 1 66,1 0 0,0 1 0,0 1 0,0 1 0,-2 3 0,-1 0 0,1 0 0,-1 0 134,1 2 1,-1 0-1,-3 2 1,0 1-1,-4 4 1,-1 1-1,-5 1 1,-2 1-115,32 0 1,-15 2 0,-13 0 0,-6 2-559,-6 3 1,-10 7 0,-5 11 658,-3 4 0,-5-1 0,3 7 0,4-3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19681 4432 7895,'-6'-8'203,"4"0"1,-4 4 0,1-2-1,0-2 1,2-3 0,3-2 559,5-1 1,-4-1 0,6 1 0,-3-1 963,1 1-1339,0 0 1,-5-1 0,-2 3-1,-2 2 1,-6 7 163,-3 6 0,-8 11 1,-3 13-1,-4 10-191,-6 11 1,-3 7 0,-4 4-1,1 3-161,1 5 1,22-29 0,1 1 0,-2 1 0,1 1 0,1 1 0,1 0 49,3-2 1,2 1 0,-6 37-1,6-7 1,6-2 12,2-2 0,10-7 0,6 1 0,9-5-47,4-3 1,7-5 0,1 3-1,1-1-47,4-4 1,8-6-1,5-3 1,6-2-63,8-3 0,1-3 1,8-5-1,-1-5 18,2-3 1,-2-3 0,5-4 0,-1-4 83,-4-3 0,3-2 0,0-2 1,2-4 76,-38-1 1,-1-1 0,38-8 0,-3-6-1,-2-1-107,-2 1 0,0-7 0,-2-6 1,-4 0-180,-9 0 0,1-7 0,-7 1 0,0-7 0,-3-3 0,-3-1 0,-4-2 0,-4 1 0,-8-1 0,-2-4 0,-8-2 0,-3-3 0,-5 2 0,-6-2 0,-10 0 0,-6 1 0,-6-2 0,-11 10 0,-8-4 0,-4 4 0,-5 2 0,-9-2 0,-2 6 0,-5 2-7,0 1 0,-4 7 0,-4 1 0,32 19 0,-1 1-28,-2 0 1,-2 2 0,0 2 0,0 2 0,-1 1 0,-1 1 0,0 1 0,0 1-31,-1 2 0,-1 1 1,-1 0-1,-2 1 1,-2 3-1,-2 2 1,1 0-1,-1 1-43,1 1 0,0 1 1,1 3-1,1 2 1,2-1-1,0 1 0,3-1 1,-1 0-185,2-1 0,0 0 1,-28 4-1,12-2 1,13-4-689,12 1 1,11-6-468,5 4 0,11 1 0,10 1 0,10 2-1764,11 7 0,2 0 3211,-1 8 0,10-6 0,-4 3 0</inkml:trace>
  <inkml:trace contextRef="#ctx0" brushRef="#br0" timeOffset="1">19969 5511 7895,'14'-15'555,"0"4"-37</inkml:trace>
  <inkml:trace contextRef="#ctx0" brushRef="#br0" timeOffset="2">19868 4504 7826,'-6'-8'134,"2"-4"0,-5 8 341,-2 0 1,3 1 0,-2 0 54,-1-2 0,3 0-356,-2 5 1,7 2 0,-3 1 0,-1 4 0,-1 1 0,-1 3 374,-1 2 1,2 1-356,-1 0 0,-4 1 1,3-1-1,-1 0 0,0 1 1,3-1 234,1 1 0,1-1 1,3 0-354,-2 1 1,2-1 0,8 1 0,4-3 38,4-2 0,1 1 0,1-4 0,1-1 58,3 0 1,-3 4 0,3-4 113,-3 2 0,-2 2 0,-1 4 103,-3 1 1,-4-6 0,-6 1-1,-1 1-193,-4 2 0,0-4 0,-8 1 0,-3 0-238,0-2 0,-1 3 0,-2-5 1,-4 1-570,1-1 1,-4 4-1,5-6 1,1 0-462,-1-3 0,-3-1 0,5 0-1167,1 0 0,2-1 2238,2-4 0,25-22 0,7-12 0</inkml:trace>
  <inkml:trace contextRef="#ctx0" brushRef="#br0" timeOffset="3">19983 4633 7826,'-6'8'3657,"4"0"-3116,-3-3 0,5-4 0,5 4 0,5-3-76,3-2 1,2 0 0,3 0 0,1 0-104,-1 0 1,3-5-1,-2-1 1,-2-1-297,-1 1 0,-1-5 1,-1 3-1,1-2-310,-1 0 1,-4 1-1,-2-6-7,-2 1 1,-3 1-1,-8 4 1,-4 4 23,-4 3 1,-6 2-1,-4 0 1,-2 2 232,-6 3 0,-2 7 0,1 9 1,-2 2 256,2 2 1,2 7 0,1 2-1,2-2 32,3-2 0,5 4 1,9-2-1,5-5-570,4-6 1,7-5-1,5-2 1,7-1-224,6-4 0,3-2 1,2-7-1,0-2-599,0-3 0,4 2 0,1-6 0,-4-3 1097,-4 0 0,7-22 0,-2-4 0</inkml:trace>
  <inkml:trace contextRef="#ctx0" brushRef="#br0" timeOffset="4">20314 4763 8870,'-14'6'1980,"6"-5"0,3 6 0,10-7-1446,4 0 0,9-2 0,3-1 0,-1-3-263,1-2 0,3-2 0,-3-4 0,0-1-213,-1 1 0,0 0 0,-6-1-350,0 1 1,-6-1-1,-3 1-377,-3 0 1,-13 1 0,-5 3 0,-5 5 392,-5 4 1,-1 7 0,-3 5-1,-2 7 350,-2 6 1,1 3 0,5 2 0,4 0 67,5 0 1,5-1 0,3 1-1,3 0-192,1 0 0,4-7 1,8-3-1,5-4-443,2-6 0,7 2 0,2-6 0,0-2-279,0-1 1,4-2 0,-2 0-1,1-2-463,0-2 1,-7 2 1234,3-3 0,-4-3 0,-2 0 0</inkml:trace>
  <inkml:trace contextRef="#ctx0" brushRef="#br0" timeOffset="5">20530 4906 6339,'-15'0'1606,"6"0"-715,-1 0 0,7-1 0,-2-4-341,4-5 1,7-2-1,4-4 1,2-2-132,3-1 1,6-5 0,1 3 0,2-1-127,0-4 0,-2 5 0,4 2 0,-4 5-101,-1 4 1,3-1 0,-5 6 0,-1 4-124,-2 4 0,-3 5 0,-4 8 0,-4 3-179,-3 5 0,-2 2 0,0-1 1,0-1-731,0 2 1,-2-1 0,-1-1-1,-4-3-651,-1 0 0,5-5 0,-3 3 1491,-1-3 0,-26-2 0,-14 1 0</inkml:trace>
  <inkml:trace contextRef="#ctx0" brushRef="#br0" timeOffset="6">19854 5093 7157,'-15'0'-485,"6"0"2340,-1 0-1554,7 0 0,-4 2 1,7 3-1,0 4 0,0 6 1,2 2-1,1 4 1,2 2-1,-2 2 0,-1 4 482,-2 4 0,-5-1 0,-1 5 0,-2-2-476,-4-3 0,0-1 0,-3-2 0,1-2 133,0-3 0,4-4-417,0-5 0,7-9-111,-2-6 0,10-6 0,5-7 0,1 0 167,-1-1 0,7 3 1,-2-8-1,0 3 136,1 1 0,-1 1 0,1-1 0,1 1 87,3 0 1,-1 6 0,-5 3 0,1 3 51,-1 2 1,0 0 0,-1 2 0,-2 3-182,-1 4 0,-2 9 0,2 1 1,-6 0-188,-2 2 0,-2-3 0,0 4 1,0 0-1258,0 1 0,0-6 1,0 2-2079,0-3 0,6-3 388,4-3 2961,3-4 0,-5-63 0,-2-15 0</inkml:trace>
  <inkml:trace contextRef="#ctx0" brushRef="#br0" timeOffset="7">20156 5381 8520,'14'0'2020,"2"0"0,3 0-1125,5 0 1,-1-5 0,1-1 0,1-2-553,2-3 0,1-2 0,-3-1 0,-2-1-105,-3 1 0,0-1 0,-8 1-403,-2 0 0,-10 4 0,-11 2 0,-7 2-520,-6 3 0,-5 3 1,-4 4-1,-6 8-48,-2 5 0,-2 5 0,1 7 0,2 0 698,2 0 0,6 4 0,-2 3 0,7-1 430,8 0 1,6-2-1,13-5 1,2-3-290,3-1 1,9-8 0,11-1 0,7-9-930,7-4 1,-2-4 0,1-3 0,0-6-121,-1-7 0,-2 2 0,-6-3 1,-2 2 942,-3-3 0,3 4 0,-23-30 0,0 0 0</inkml:trace>
  <inkml:trace contextRef="#ctx0" brushRef="#br0" timeOffset="8">20472 5338 6338,'-14'0'1360,"0"0"1,-1 0-406,1 0 1,-1 2 0,1 2-195,0 6 0,-1 3 1,-1 3-1,-1 3-202,-3 5 0,3-2 0,6 1 0,1-1-376,-1 0 1,4-4 0,3 1-372,2-3 1,4-3 0,4-3-1,8-7-290,9-6 1,-1-10 0,2-8 0,2-1 36,1-4 0,-3 1 0,-2-1 0,-3 4 360,-6 1 0,2 2 0,-7 4 602,0 1 1,-2 7-292,-6 7 1,-2 7 0,-1 9 0,-3 3-96,-2 5 1,0 2-1,-3-1 1,3-1-265,1 2 0,3-6 1,4 0-1,0-4-688,0-2 1,0-4 0,1-2-330,4-2 0,3-3 0,6-8 458,1-4 1,-1-4-1,-1-1 508,-4-1 1,3 6-1,-8-1 395,0-1 0,-1 4 1302,2 3-925,-4 2 1,7 8 0,-5 4-221,2 3 0,0 1 0,-5 1 1,0-1 61,0 0 0,5-4 0,1 0 95,2 1 1,-3-5 0,5-1-81,1-3 1,2-14 0,-1-4 0,0-4-25,-3-6 1,5-8 0,4-4 0,-4-3-404,-2-3 1,-3-5 0,4-2 0,-3-1-169,-6 5 1,0 2 0,-1 3-1,2 2-1085,-2 2 1,-2 11 0,-1 0 0,0 4-3872,0 6 5102,-6 1 0,-21-12 0,-12-2 0</inkml:trace>
  <inkml:trace contextRef="#ctx0" brushRef="#br0" timeOffset="9">13941 4273 7864,'-20'-4'0,"1"-3"159,2-1 1,1 5 0,1-3 0,1 1 276,0 0 1,-1 0 0,1 5 0,-1 0 166,1 0 1,0 0-1,-1 2-342,1 3 0,-1-2 0,1 6 1,0 3-1,-1 0 0,1 3 0,0 1 1,-2 1-1,-2 4 258,-1 1 0,0 2 0,3 5 0,-2 2-97,-1 2 1,-5 4 0,3 6 0,0 2-164,1 3 1,-4 1-1,3 7 1,0 0-26,0 3 1,-3-3 0,5-3 0,1 1-12,2 2 1,2-3-1,0 0 1,-1 0 7,1-2 1,4 3 0,2-4 0,2 1-82,3 3 1,-4-4 0,3-2-1,0-2-2,3 2 1,2-3 0,3 3 0,2-3-14,2-2 1,2 0 0,4 0 0,0 0-65,1 0 1,4-6 0,0-2 0,0-1 54,2 0 1,1 1 0,6-3 0,-3 1 21,-1-1 0,0-1 1,5-3-1,0 3 12,-1 2 0,-4-2 0,-1 1 0,-1-5 42,1-3 1,1 0 0,4 5 0,1-2-47,0-3 0,1 1 0,2-5 0,5-1-72,5 1 1,-7-8 0,9 2 0,1-1-31,2 0 0,4-4 0,-2-1 0,4 0 18,-3 0 0,2-5 0,-1 2 0,2-3-32,0-2 1,0 0-1,3 0 1,-2-2 35,-1-3 0,0 2 1,2-5-1,-2 0-31,-5 0 1,-3 3 0,-3-4 0,-3-1-46,0 2 0,-2-5 0,1 4 0,-3-4 0,0-1 0,2-2 0,6-3 0,0-5 0,1-4 0,0 0 0,3-3 0,4-2 0,5-6 0,-2 2 0,8-1 0,-2 0 0,-3 1 0,1-5 0,-2 6 0,-4-1 0,-4 3 0,-9 6 0,-6 2 0,-2 2 0,-3-2 0,-5 4 0,-4-2 0,-3 0 0,-2 2 0,2-10 0,2 3 0,1-3 0,-1-3 0,-2-2 0,-2-6 0,0-2 0,1-3 0,-2-1 0,-4-6 0,-2 4 0,-1 1 0,-4-2 0,2 4 0,-2 3 0,-2 5 0,0 0 0,0 5 0,0 0 0,0 0 0,-5-4 0,-1 6 0,-2-1 0,-3-1 0,-2-2 0,-2-6 0,1 0 0,0 0 0,-5 4 0,-1 1 0,1-4 0,-2-4 0,5 6 0,-4-2 0,0 4 0,1 1 0,-6 4 0,2-4 0,-1 3 0,0 7 0,0-2 0,-6 7 0,-2-2 0,-2 0 0,-4 6 0,3-1 0,-2 2 0,-3-2 0,2 3 0,-4-5 0,-3 2-46,1-1 0,-6 0 0,1 2 1,-3-3-270,-2-1 0,-2-1 1,-1-1-1,1 5 39,3 3 0,-5 8 1,2 4-1,-4 2 60,-1 2 1,-3 2 0,0 2-1,-1 6 142,-4 3 0,0 7 1,0 3-1,2 1 127,-2 0 0,-1 1 0,0 6 0,3-1 63,4-3 0,6-1 0,2 1 0,3-1-57,-3-2 0,6-5 0,1 3 0,3-1-17,2-3 0,4 2 0,3 0 0,1-1-243,3 2 1,1-5 0,4 3 0,1-2-853,2 2 0,7-3 1,-2 5-1,4 2-1691,6 5 1,2 4 2743,7 12 0,0 21 0,0 17 0</inkml:trace>
  <inkml:trace contextRef="#ctx0" brushRef="#br0" timeOffset="10">13754 4647 7757,'0'-8'1351,"0"2"1619,0 0 244,0 4-2168,0-4-859,0 6 1,0 6-1,-2 4 1,-1 2-1,-2 3 1,2 1-1,1 3 242,2 5 0,0-2 0,-1 2 0,-3 2-231,0 1 0,-3 2 0,4-2 0,-2-1-98,2-2 0,1-5 0,1 3 0,-2-1-90,-2-3 1,0-3 0,5 0 22,0-1 115,-6-6-33,4-1 0,-4-14 0,6-2 1,0-4 126,0-2 0,0-4 1,0-1-1,1-3 21,4-2 1,-2-3 0,5 0-1,0-1 31,0 0 0,-3 0 1,5 1-1,1-1-8,2 0 0,1 0 0,0 0 0,1 2-133,-1 3 1,1 2 0,-1 4 0,0 1 73,1 4 0,-6 0 0,1 8-43,1 2 0,2 3 1,0 5-1,-2 4 62,-2 4 0,-1 3 0,4 2 0,-3 3-227,2 1 1,-3-3-1,0 5 1,-1 0-20,-4-1 0,3 4 0,-1-3 0,-2 1 0,-1-1 0,-2 3 0,0-3 0,0 2 0,0-2 0,0-2 0,0-4 0,-2 1 0,-2-1 0,0-2 0,-4-2-757,2 0 0,-4-4-2730,6 0 1,-6-9-388,5-1 0,-1-6 3874,1-9 0,-9-12 0,-9-3 0</inkml:trace>
  <inkml:trace contextRef="#ctx0" brushRef="#br0" timeOffset="11">14372 4547 7240,'-14'-8'6179,"-1"1"-5494,1 7 0,4 2 1,3 3-1,-1 3-93,0 0 0,3 9 0,-3-2 0,0 2 341,0 4-638,5 1 1,-9 7-1,8 0 1,0 1-1,3 2 1,1 3-1,0 1 152,0-1 1,8-3 0,5-7 0,6-2-180,3-2 0,2-9 0,5-7 0,0-3 36,-1-2 0,1-8 0,-2-7 1,-1-5-9,-2-3 0,-7-6 0,4 2 0,-3-5 65,-4 0 0,2 7 0,-11 1 0,-2 0-332,-1 1 0,-4-4 0,-4 5 0,-7-2-487,-5 0 1,-7 5 0,1-5 0,-5 0-494,-4 1 0,7 3 0,-3 7 0,4 2-659,2 1 0,-2 7 0,5-2 831,3 3 0,6 9 779,1 2 0,-12 49 0,-9 12 0</inkml:trace>
  <inkml:trace contextRef="#ctx0" brushRef="#br0" timeOffset="12">13423 5180 11473,'0'14'444,"0"1"1,0 4-1,0 2 1,1 2 299,4 8 0,-3-2 1,3 6-336,-4 0 0,-1 2 1,0 6-1,0 0 1,0 0-1,0 0 1,0 1-1,0-3 1,0-1 170,0-2 1,-5-10-1,1-1-166,0-5-409,3-3 0,1-12 0,0-7 0,0-8 136,0-5 1,0-6 0,0-2 0,1-1 99,4-4 1,-2-1 0,7-2 0,1 0 134,2 1 0,0 0 0,-2 3 0,-2 2 54,3 3 0,5 0 0,2 6 0,-1 1-47,-2 4 0,-2 2 0,2 7 0,2 0-124,1 0 0,-1 11 0,-7 4 1,-2 2-260,3 4 0,-6-3 0,-1 4 0,-4 1 0,-1-1 0,0-3 0,0 4 0,0-3 0,0-2 0,0-2 0,0-2 0,0 1-1465,0-1 0,0-4-2027,0-1 1,0-7 2756,0-2 0,0-7 735,0-7 0,0 0 0,0-1 0</inkml:trace>
  <inkml:trace contextRef="#ctx0" brushRef="#br0" timeOffset="13">13926 5539 10770,'7'8'2821,"2"-3"0,4-3-1914,1-2 1,2 0-1,2-2 1,1-1-414,-1-2 1,3-6 0,-1 3 0,1-2-252,0 1 0,-2-1 1,-5-4-1,1 0-270,-1-1 1,-4 1 0,-2-1 0,-2 1-292,-3 0 0,-1-1 0,-2 1 0,-2 1-67,-2 3 1,-6-2 0,-8 4-1,-1 0-21,2 3 0,-4 3 1,0 4-1,-1 3 691,-4 4 1,4 9-1,-1 3 1,1 1 452,0 4 0,4 2 0,0 4 1,6 3-4,2 2 1,5-5 0,-3 2-1,2-4-440,3-1 1,6-2 0,3-3-1,2-5-509,3-3 1,4-3 0,2-3 0,3-6-1070,-3-2 0,1-2 0,-1 0 0,3 0-253,-3 0 1,1-5 0,-1-1-1,2-2 195,-1-3 1,-2-2-1,-2-1 1,1-1 1340,-1 1 0,26-39 0,7-9 0</inkml:trace>
  <inkml:trace contextRef="#ctx0" brushRef="#br0" timeOffset="14">14415 5424 7146,'-8'-6'108,"0"4"2272,4-2 0,0-3-272,-5 2 1,-1 1-1488,-4 4 1,4 0-1,2 1 1,0 4-193,0 5 0,0 2 1,-3 3-1,2-1-158,-3 1 0,4 4 0,-1 1 0,-1 1-111,2 0 1,-3-2-1,5-4 1,-1-1-115,1 0 1,1 1-242,5-1 1,2-1 231,2-3 1,4-9 0,7-7 0,-1-2 34,1-3 0,-6-7 0,1-1 1,1 0-61,2-2 0,1 3 1,0-4-1,1 1 96,-1 4 1,-4 1 0,-1 1-146,3 1 0,-4 4 68,1 1 1,-6 12 0,2 3-1,-3 9 489,-2 4 0,-2 6 0,-3-1 0,-3 3-283,0 2 0,2-2 1,6-3-1,-2-3-944,-2 0 1,2-5 0,-3 3-869,4-3 1,2-8-1,4-3-138,5-3 1,1-9 0,0-2 0,-1-6 495,1-4 0,2 1 0,-1-6 0,0 0 1217,-3 2 0,-6-5 0,36-34 0,-19 23 0,0-1 0</inkml:trace>
  <inkml:trace contextRef="#ctx0" brushRef="#br0" timeOffset="15">14703 5324 7788,'0'-8'5934,"-1"1"-5162,-4 7 0,2 2 0,-5 3 1,0 4-74,0 4 0,-2 6 0,-3 2 0,2 3-319,1 6 1,2-1 0,-3 5-1,3-2-226,2 1 1,-4-7 0,5 1 0,2-3-168,2-2 0,7-9 0,4 0 0,2-5 69,3-5 1,-1-3 0,2-6-1,2-9 262,1-7 0,2-12 0,-4-4 0,3-5 176,-3-5 0,-1 0 0,-2-6 0,1-4-19,-1-1 1,-4 3 0,-2-6 0,-2 1-388,-3-2 0,-3 4 1,-4-1-1,-4 7-947,0 10 0,-5 6-317,3 8 0,-1 15 1,1 11-1,6 14-816,2 11 1,-3 7-1,0 4 1,2 7 1991,2 7 0,3 18 0,2 10 0,-1-18 0,-1-1 0,1 1 0</inkml:trace>
  <inkml:trace contextRef="#ctx0" brushRef="#br0" timeOffset="16">15322 5137 7763,'-15'-8'1030,"1"3"1,0 3 0,-2 2 0,-2 0 166,-1 0 0,0 0 0,3 2 0,-2 3-551,-1 4 0,-2 6 0,4 4 0,-3 5-330,3 3 0,1 8 0,3 2 0,2 1-181,1 1 0,7-9 0,0 0 0,6-6-162,7-3 0,4 0 1,5-5-1,5 0 275,3-3 1,-3-7 0,-1 2 0,-1 0 523,0 0 0,-6-3 0,0 3 0,-6 0-249,-4 0 0,-1 1 1,-5 6-1,-1-1-271,-4 1 1,-3 1 0,-8 1 0,-3 2-1174,-5-1 1,-3-1-1,-2 1 1,-2 0-1779,-2-6 1,1 3 0,-7-6 2698,0 4 0,-8 3 0,-6 2 0,-4 1 0,-1 0 0</inkml:trace>
  <inkml:trace contextRef="#ctx0" brushRef="#br0" timeOffset="17">14516 5899 7692,'-14'-9'0,"-1"1"492,1 1 1,-5 2 0,0 5 0,-1 0 306,0 0 1,2 7-1,-4 2 1,-1 6-177,1 4 1,3 3-1,-4 7 1,4 0-355,6 0 0,-1-5 0,6 0 0,0 1-56,3 2 1,4-4 0,2-4-1,6-3 51,7-2 1,2-1 0,6-2 0,1-3-44,-1-1 0,-3-3 0,4-4 0,-3 2 159,-2 3 0,-4-2 0,-4 7 271,-5 1 0,-4-2 0,-1 4 0,-1 3-193,-4 0 0,-9 2 0,-9 1 0,-2 3-370,-4 1 0,8 4 0,-8-5 0,2 1-730,0-4 0,0-8 1,3-3-1,5-2-1203,3-2 0,8-4 0,3-7 0,3-7-4253,2-9 6098,7-10 0,12-14 0,8-7 0,4-7 0,0-1 0</inkml:trace>
  <inkml:trace contextRef="#ctx0" brushRef="#br0" timeOffset="18">14602 6029 7692,'7'12'2470,"2"-2"-1419,4-5 1,3 1 0,3-1 0,5-2-82,4-1 1,0-2-1,3-2 1,1-1-505,1-2 1,1-6 0,-5 3 0,-1-3 230,1-4 0,0 4 0,-2-8 0,-5 3-595,-7 2 0,-2-1 0,-9 1 1,0 0-518,-3-1 1,-9 1 0,-6 1-1,-9 2-637,-4 1 0,-8 7 1,-2 0-1,-1 6 495,0 7 1,-1 6 0,-4 6 0,2 7 723,2 1 0,-1 7 0,8 1 1,3 4-30,4 1 1,12 5-1,0 0 1,5-3 455,5-5 0,9-12 0,9-8 0,7-4-299,5-2 1,2-6 0,2-3 0,1-5-1174,1-5 0,2 2 0,-3-7 0,2-3-671,-2-4 0,-7 1 1,-1-3-1,0 1 1549,-1-1 0,-15 3 0,-10-5 0</inkml:trace>
  <inkml:trace contextRef="#ctx0" brushRef="#br0" timeOffset="19">15063 6187 9696,'-7'0'3713,"7"0"-2922,8 0 0,7-6 1,2-6-1,4-4 158,2-3 0,-4-2 0,5 4 0,1-4-515,2-1 0,-3 2 0,-1-2 0,-2 1-450,-4 4 0,-6 1 1,-3 1-1,-1 1-189,-4 0 1,-8 6 0,-6 3 0,-7 3-161,-6 2 1,-3 8 0,-3 5 0,-2 6 174,-2 4 0,6 5 0,4 6 0,0-1 440,1 3 0,4 0 0,8 6 0,3-4-8,1-4 0,4-4 1,8-1-1,5-2-615,2-3 0,9-5 1,2-9-1,1-5-487,0-4 0,0-1 0,4 0 0,-1-1-700,-3-4 1,2-3 0,-7-5-1,-1 2 709,-2 1 1,-8 6-1,-2-4 1,-1 0 740,0 0 321,0 4 1550,-5-2 0,0 4-263,0-2 0,1-3 0,2-4 0,4 1-534,1-1 0,1-6 0,7-4 0,2 0 44,1 0 0,7-4 0,-2 2 0,3 1-34,2 3 0,-2 3 0,-2 3 0,-2 3-758,-3 6 0,0 4 0,-6 4 1,0 8-217,1 5 0,-7 6 0,-2 5 0,-1 1-20,0 0 0,0 0 0,-5-2 1,0-2-1468,0-1 1,0-6-1,0 1 1,0-3 1486,0-1 0,-71-1 0,27-7 0,0 0 0</inkml:trace>
  <inkml:trace contextRef="#ctx0" brushRef="#br0" timeOffset="20">16358 4101 7930,'-2'8'717,"-3"-4"0,2-2 710,-7-2-726,7 0-148,-3 0 1,6-2-1,1-1 319,4-2 1,-2-6 0,7 2-497,1-4 0,-3 3 0,2 1 0,1-3-69,2 0 0,-4-3 0,3 1 0,2 0-90,4-1 0,1 1 0,-3-2 0,3-2-79,5-1 1,1-2 0,1 4 0,-2-3-42,2 3 1,2-4 0,4 2-1,2 0 59,-2-2 1,-7 5-1,-1-3 1,2 3 63,1 1 1,0 1 0,-1 0 0,-2-2 69,1-4 1,-1 4 0,2-3 0,1 3-67,-1 2 1,1-5 0,5-2 0,2 0-92,-3 0 0,5-3 1,-3 5-1,-1 2-51,-1 1 1,2 0-1,1-2 1,-2 0 38,-2 6 0,-1-3 1,-2 6-1,-1-4 58,-2-1 1,-2 4 0,3 0-1,-2 1 3,-2 1 0,4-5 0,-2 3 1,1-1-84,0 2 1,-2-4 0,4 3 0,-1-3-91,5-1 0,-1 1 0,5 2 0,-5 1-9,-5-1 1,3 3 0,-3-1 0,3-1-55,2 2 0,-1-3 1,0 4-1,-1 1 106,2 0 1,-4-5 0,9 3 0,-4-2 130,-1 0 0,1 6 1,1-4-1,-1 1 22,-3 4 1,-1-3 0,3 1 0,-1 2-206,1 1 0,-2 2 0,-1 0 0,-2 0 0,1 0 0,-2 0 0,-1 2 0,0 1 0,1 2 0,-4 6 0,3-3 0,1 1 0,-1 1 0,1 0 0,2 2 0,-2 0 0,-3-3 0,6 1 0,-4 2 0,2 0 0,0-3 0,-1-1 0,2 3 0,-2-1 0,-3 1 0,4 0 0,-3 1 0,0-3 0,0 2 0,3 2 0,-4 0 0,1-2 0,0-1 0,-2-1 0,-3 6 0,2-1 0,1 1 0,2-1 0,-4 0 0,2 1 0,-1-1 0,-2 2 0,-2 2 0,1 1 0,-1-2 0,1-1 0,-1-1 0,0 1 0,1 3 0,-6-3 0,1 3 0,1-3 0,2-1 0,-4 0 0,1 3 0,1 1 0,2-1 0,1-2 0,1 0 0,-1 1 0,1 3 0,-1-1 0,-1-5 0,-2 1 0,-1-1 0,-1 0 0,4 1 0,-3-1 0,1 0 0,-5 1 0,2-1 0,-5-4 0,2-1 0,-3 1 0,-2 4-2987,0-6 1,-2-1-1442,-3-7 0,2-2 4428,-6-3 0,-27-15 0,-10-11 0</inkml:trace>
  <inkml:trace contextRef="#ctx0" brushRef="#br0" timeOffset="21">19393 3813 7751,'-14'-7'328,"4"1"0,2-5 0,0 3 2728,0 2-2066,5 1 1,-2 5-1,10 0-75,5 0 0,2 6 0,1 4 1,-2 2-249,-1 3 1,0 1-1,4 1 1,0 4-232,1 2 0,-2-6 0,-2 2 0,-2-1-140,3 1 1,0-1 0,3 4-1,-1-1-84,1-4 0,-1-1 0,0-1 0,2 1-108,3 3 1,-3-8 0,4 4-1,-4-3-10,-2 1 1,0-3-1,1-2-201,-1-2 1,1 1-332,-1-3 147,-6-2 1,3 3 0,-4-8 289,1-2 0,-4-6 0,6 3 1,-1-4 339,-1-2 1,5 1 0,-3-11 0,4-1-5,5-3 0,-1 0 0,4-3 0,1-2 146,-1-6 0,-3-1 0,5 0 1,2 2-482,1-2 0,7 0 0,-1 2 0,1 3 0,1-1 0,-5 11 0,4-4 0,-5 4 0,-5 2 0,-4 2 0,-7 7 0,-3 0 0,-4 6 0,-6 1 0,-1 7-1218,-4 0 1,2 0-439,-7 0 0,5 0 1,-4 0-1584,-3 0 0,4 0 3239,-1 0 0,6 0 0,-4 0 0</inkml:trace>
  <inkml:trace contextRef="#ctx0" brushRef="#br0" timeOffset="22">21148 5338 7696,'0'-10'180,"0"1"0,0-2 1,-1-2 1347,-4-2 1,3 6 126,-2-1 0,-4 2 219,-2-1-1593,-3 2 0,-1 7 1,0 2-1,-1 3 1,1 4-1,-1 4 214,1 1 0,0 1 0,-1 1 0,1 1-276,-1 3 0,6 0 0,1-2 0,1 1-95,4-1 1,2 3 0,1-2-143,0-2 1,6-1 0,4-1 0,2-3 32,3-2 0,-1 1 0,1-4 0,-1-1 306,0 0 0,1 4 0,-2-4 212,-4 2 0,-2-3 1,-7 5-1,0 1-216,0 2 0,-2-4 0,-3 1 1,-4 1-343,-4 2 0,-6-3 0,-2-2 0,0 0-732,0 0 1,-3-5-1,5 2 1,1-4-1640,2-1 1,9-1 2395,2-4 0,0-30 0,2-15 0,-1-5 0,0 0 0</inkml:trace>
  <inkml:trace contextRef="#ctx0" brushRef="#br0" timeOffset="23">19710 2691 7743,'-7'-8'614,"-1"3"0,-4 10 0,2 4 0,5 4 0,4 3 1,1 2 578,0 1 0,0 6 1,0-1-1,0 3-668,0 2 0,0 5 0,0 1 0,0 2-157,0 3 0,0 1 1,0 2-1,0 1 15,0-1 1,-2-5-1,-1-1 1,-4 0-92,-1-1 1,4-4 0,-4 2 0,1-5-133,4-5 0,-3-2 1,1-4-268,2 1 142,1-6 1,2-13 0,0-10 0,0-6 280,0-8 1,2-1 0,1-14 0,2-1 88,-2-1 0,3-7 1,1 0-1,1 0-103,3-2 1,-3 4 0,1-5-1,4 1-129,5 4 1,-1-1 0,7 1 0,2-2-28,1 2 0,-1 7 1,1 6-1,2 4-128,-4 5 0,7 3 1,-6 8-1,-2 4-25,-2 4 0,2 3 1,-5 4-1,-1 3 69,-2 4 1,-3 4 0,-2 2 0,-3-1-63,-2 0 0,-1 7 0,-5 2 0,0 1 0,0 0 0,-6-5 0,-4 5 0,-3 1 0,-1 2 0,-5-3 0,-2-1 0,-2-2 0,-2-4 0,-2-1 0,-2-1 0,0-3 0,0-2 0,4 1 0,-2-6 0,-2-2-638,3-1 0,-1-4 0,8-3 0,3-4-1782,5-4 0,0-3 1,6-3 2419,2-5 0,20-29 0,7-8 0</inkml:trace>
  <inkml:trace contextRef="#ctx0" brushRef="#br0" timeOffset="24">28198 3223 7778,'-14'-8'312,"-6"0"0,1 5 0,2-2 0,1 2 0,1 1 0,3 1 0,0-3 1005,3 0 0,-1-1 1,-4 6-769,-1 4 0,1 3 0,0 7 0,-2 1 158,-4 3 0,0 5 1,-6 9-1,1 6 34,-6 2 0,1 6 0,-9 5 1,1 9-119,1 3 1,2 2-1,8-6 1,3 3-195,5-3 1,9-2-1,7-7 1,8-8-225,9-8 0,7-6 0,11-5 1,5-6-108,6-7 0,5 0 0,0-6 0,3-3-110,0-6 0,5-4 0,-5-6 1,0-2-73,-3-3 1,-5-4-1,-4-5 1,-6-1-118,-2 0 0,-10 2 0,-7 1 1,-8 4 114,-4 1 1,-2-3 0,-2 5 0,-3 1 144,-4 2 1,-5 7-1,-7 1 1,-6 2 177,-5 2 0,-4 3 0,3 1 1,-4 1-37,0 4 1,-4 3-1,4 6 1,0 1-215,4-1 1,4-4 0,3-1 0,4 3-665,1 0 1,7-2-837,4 0 0,9-7 0,1 2-1715,8-4 0,4-1 3228,3 0 0,-1-6 0,1-2 0</inkml:trace>
  <inkml:trace contextRef="#ctx0" brushRef="#br0" timeOffset="25">28543 3669 7789,'-6'8'2036,"-4"-3"0,4 3-255,1 1 0,5-1 0,5 0-582,5-1 0,4-2 1,3-4-1,4 2-482,2 2 0,1 0 1,4-5-1,1-2-341,0-2 1,0 0-1,-1-5 1,0-2-394,-4-2 1,1-2-1,-7 1 1,-4 0-295,-3-1 0,-7 1 0,0-1 0,-5 1-255,-9 0 0,-6 6 1,-14 3-1,-4 3 84,-4 2 0,-8 7 0,-2 2 1,0 6 432,-2 4 0,7 8 0,-2 8 0,7 2 530,3 3 0,6 8 1,8 3-1,3 0 29,6-3 1,8-9 0,4-6 0,10-3-639,8-1 0,4-8 0,8-5 1,4-6-633,4-4 0,10-1 0,3-7 1,1-4-923,-4-9 0,-4-1 1,-1-6-1,2 0-2532,3-1 4214,-9-1 0,-6-4 0,1-4 0,-4-3 0,0 1 0</inkml:trace>
  <inkml:trace contextRef="#ctx0" brushRef="#br0" timeOffset="26">29176 3813 7789,'-24'6'0,"0"4"0,0 3 1227,2 1 0,-4 0 0,6 1 0,-3 1 553,-2 3 1,-1 2-1,1 4 1,2-1-645,2 2 1,2 1-1,6 2 1,4-2-568,4-3 0,3-3 0,4-7 0,4-1-273,9-3 1,1 1 0,9-6 0,4-4-292,3-4 0,3-5 0,-3-8 0,2-3-41,-2-5 0,-7 1 0,-2-1 1,-2-3-169,-4-5 1,-2 2 0,-6-4 0,-4 4-215,-4 1 0,-1-4 1,-1-1-1,-4 2-1104,-5 2 1,-4 7 0,-3 4 0,-3 5-308,3 4 0,6 4 0,3 9 0,1 7 1829,4 9 0,9 26 0,6 12 0,0 5 0,0 1 0</inkml:trace>
  <inkml:trace contextRef="#ctx0" brushRef="#br0" timeOffset="27">29248 4043 7789,'0'10'6367,"0"-1"-5292,0-6 0,0 2 0,2-10 0,3-4-409,4-4 1,4-3 0,3-1-1,3-4-111,5-2 1,2 1 0,-1-4-1,-1 4-195,2 1 0,1-3 1,2 5-1,0 1-254,-1 2 1,-4 4-1,-1 2 1,-2 5-73,-4 4 0,-3 7 0,-4 5 0,-5 5-12,-4 3 0,-2 9 0,-4-1 0,-6 3 179,-7-3 1,2 2 0,-3-6 0,3-1 155,2-3 1,-1-3 0,1-3-112,0-4 1,7-5-514,7-14 0,8-6 0,11-13 0,7 1-173,6-1 0,-2-5 0,5 1 0,-1 1-8,0 1 1,6-2-1,-4 1 1,1 5 405,-3 6 1,-9 6 0,-2 6 0,-3 4 581,-2 3 1,-8 10 0,-6 5-1,-2 6 331,-2 4 0,0 2 0,-2 6 0,-1-1-871,-2-3 0,-6-1 0,2 3 0,-4-1 0,-2 1 0,1-5 0,0-1 0,1-3-1564,3-2 0,4-7 0,6-1-5116,0 1 6680,0-5 0,38-44 0,10-18 0</inkml:trace>
  <inkml:trace contextRef="#ctx0" brushRef="#br0" timeOffset="28">30212 3813 13656,'15'-2'1868,"-1"-3"1,5 2 0,0-5 0,-1 0-1190,-2 0 1,3 4-1,0-6 1,-1-1-1117,-2-2 0,-3 3 0,-2 1-135,-2-2 1,-7-1-1,-2 3 1,-10 4-44,-7 3 1,-7 4 0,-8 3-1,-3 6 454,-2 7 0,3-1 0,-2 9 0,0 2 479,4 4 1,4 4-1,4-4 1,6 1 85,7-1 1,5-3 0,7-3 0,4-4-784,5-1 1,9-9-1,5-7 1,4-3-763,6-2 0,-2-2 0,6-4 0,1-7-1606,-3-5 2747,0-7 0,-1-14 0,3-8 0,5-8 0,-1 1 0</inkml:trace>
  <inkml:trace contextRef="#ctx0" brushRef="#br0" timeOffset="29">30903 3223 7714,'-27'16'0,"3"2"0,4 2 1207,4 3 1,2 1-1,1 6 1,2 4 77,1 4 0,1 4 1,-6 1-1,3 0-217,2 0 1,-1-5 0,5 1-1,-2 1-705,-4 1 0,0-4 1,-1-3-1,2-4-949,1-1 1,0 0 0,-4-2 0,0-3-838,-1-5 0,-1-5 1423,-3-4 0,-22-23 0,-12-11 0</inkml:trace>
  <inkml:trace contextRef="#ctx0" brushRef="#br0" timeOffset="30">30529 3669 7713,'-2'-10'0,"-1"1"1777,-2-2 1,2 4 0,8 1-349,4-1 0,4 6 0,3-4 0,2 5-911,1 5 0,6-2 1,-1 5-1,4 0-863,0 0 1,1 2 0,-2 4 0,-1 2-1173,-2 3 1,-7-1 1516,3 6 0,-24 32 0,-5 12 0</inkml:trace>
  <inkml:trace contextRef="#ctx0" brushRef="#br0" timeOffset="31">30788 3914 7717,'-15'0'212,"1"0"1,4 0 0,2-2 0,0-1 911,0-2 0,5-8 0,0 0 0,6-6 299,7-3 0,9-2 0,5-5 1,3 0-558,2 1 1,0-1 0,-1 0 0,1 2-413,0 3 0,-2 5 1,-3 7-1,-5 4-529,-3 2 1,-3 3-1,-2 8 1,-3 4-1145,-1 4 1,2 8 0,-2 1 0,-1 2-4453,0 0 5671,6 0 0,2 43 0,8 10 0</inkml:trace>
  <inkml:trace contextRef="#ctx0" brushRef="#br0" timeOffset="32">31162 3942 7734,'-15'15'-1,"3"-1"1,0-1-1,3-2 2204,-2-1 0,3-2 1114,-2 1-3278,7-2 1,-2-18 0,10-4-1,4-2-702,4-4 663,8-2 0,13-27 0,5-12 0,8-4 0,-1 0 0</inkml:trace>
  <inkml:trace contextRef="#ctx0" brushRef="#br0" timeOffset="33">31406 3410 7712,'-5'10'320,"-1"-1"493,-2 2 1,5 2 0,-2 2-304,4-1 1,2 0 0,4 1 0,4-1-612,4 1 1,2-3 0,1-1 100,3-1 0,35-2 0,17 0 0,7 3 0,0 0 0</inkml:trace>
  <inkml:trace contextRef="#ctx0" brushRef="#br0" timeOffset="34">31867 3655 7713,'-29'14'208,"0"-4"1,0-1 0,1 2 1117,-1 2 0,0 2 0,0 1 1,2 1-87,3 2 1,-1 7 0,5-2 0,4 3-223,5 2 1,5-5 0,6-2 0,1 1-501,4-1 0,3-4 1,8 1-1,3-3-400,5-2 0,3-1 0,2-2 0,0-3-619,0-2 0,0-1 0,-1-5 0,3 0-4379,2 0 4880,-2 0 0,4-21 0,3-9 0,1-2 0,-1 0 0</inkml:trace>
  <inkml:trace contextRef="#ctx0" brushRef="#br0" timeOffset="35">29550 5050 7913,'-6'-8'552,"-4"3"0,2 5 0,0 5 0,0 6 0,0 5 0,-3 7 0,0 2 437,1 6 0,-7 9 1,2 1-1,-1 7 179,1 3-974,0 2 0,-4 6 0,0 0 1,3-1-1,3-8 0,5-9 1,2-7 280,2-4 0,3-7-393,1-4 0,6-11 0,4-10 1,3-11-181,1-9 1,0-13 0,2-8 0,2-10-189,1-8 1,5-9 0,-3-7 0,0 0 137,-1-1 1,-7 37 0,0 0 0,-1-3 0,0-1-1,1 0 1,1 0-10,0 2 1,1 2-1,14-31 1,1 16 0,2 13 275,2 12 1,-2 15-1,-7 15 1,-2 10 489,-3 15 0,-5 10 0,-6 10 0,1 3-99,-2 1 1,-3 1 0,-9-2 0,-4 1-54,-4-2 0,-6-1 0,-11-4 0,-1-2-550,-4-6 0,-4-2 1,-10-3-1,-5 0-1325,-3-4 1,5 0 0,3-10 1417,4-6 0,20-40 0,4-16 0,-1-4 0,-1 0 0</inkml:trace>
  <inkml:trace contextRef="#ctx0" brushRef="#br0" timeOffset="36">28011 3827 7742,'-45'-6'0,"0"-4"882,2-3 1,15 5 196,23 4 0,14 2 0,27 2 0,7-1-300,8-4 1,16-3-583,5-7 0,-29 8 1,2 0-1,1 0 1,2 0-1,5 0 1,3 1-1,6 0 1,2 1-1,7 0 1,2 2-94,7-1 1,1 1 0,-21 1-1,1 1 1,1-1 0,3 2 0,2 0-1,-1 0 1,0 0 0,-1 0-1,0 0-30,1 0 1,-2 0-1,2 0 1,-1 2 0,1 1-1,-1 0 1,-1 1-1,0 0 1,0 1 0,-2 1-1,0 0 1,-1 0-25,-2 0 0,-1 0 0,0-1 0,24 3 0,-3 0 1,-8 0-1,-3-1 0,-2-1 0,-1 1 61,-3-3 0,-2 1 0,-5 1 1,-2-1-1,-9-2 0,-3-1 1,23 1-48,-21-1 1,-22-2 0,-24-2 56,-15-3 1,-31 4-1,-31-6 1,30 5-1,-3 0-86,-7-1 1,-3 1 0,-12-1-1,-3 0 1,21 1 0,-1 1 0,-1 0-1,-3 0 1,0-1 0,-1 1-289,-2-1 1,-1 1 0,0 0-1,-3 1 1,0-1 0,-1 1 0,-3 0-1,0 0 1,-1 0 0,-3 0-1,0 0 1,-1 0 196,-1 0 1,-1-1 0,1 2 0,-2 0 0,1 1 0,1 0 0,7-1-1,1 2 1,1-1 0,4 0 0,0 0 0,2 0 6,4 0 0,1 1 0,2-1 1,-18 0-1,4 0 0,16-1 0,3-2 19,-21 1 0,38 0 1,33 0-1,21 0-100,23 0 1,23-6 0,-20 2 0,3-1-1,7-2 1,2 1 127,7-1 0,3-1 0,11-1 1,4-1-1,-23 4 0,1-1 0,0 1 1,1 0-1,0 0 0,1 0 8,1 1 0,0-1 1,1 1-1,2 1 1,0 0-1,2 0 1,3 0-1,1 0 0,0 0 1,2 1-1,0 1 1,1-1 84,0 1 1,0 0 0,0 0 0,-4 0 0,-1 0-1,-2 1 1,-7 1 0,-2 0 0,-1 0 0,23 1 0,-2 0 158,-8 1 1,-3 1-1,-12 0 1,-5 2-1,24 9-204,-29 0 1,-41 1-1,-32 1 1,-27 3-175,16-7 1,-3 0 0,-10 2 0,-5 1-1,-7 1 1,-3 1 0,-7 2 0,-3 1 46,22-7 0,-1 1 0,-1 0 1,-2 2-1,-1-1 0,-1 1 1,-2-1-1,-2 0 0,1-1 0,2 0 1,-1-1-1,0 0 65,0 0 0,0-1 0,1 0 0,0 0 0,0-1 1,0 0-1,2-1 0,-1-1 0,2 0 0,-23 5 1,2-2 207,8-2 1,5-1 0,12-1-1,5-3 1,-7-5-116,20 0 1,32 0 0,27-2 0,23-2-272,24-6 0,-25 1 0,3-1 1,11-2-1,2 0 0,6-2 1,2-1 143,6-2 0,2 0 1,-24 7-1,1 0 0,0 0 1,0-1-1,1 0 0,-1 0 1,2 0-1,1 1 0,0 0 43,1 0 0,0 1 0,2-1 0,2 1 0,1 0 0,0 0 0,1 1 0,-1 0 1,0 0-1,-3 1 0,-1 1 0,0 0-83,-4 0 1,0 1 0,-2 0 0,17-2 0,-3 1 0,-6 0 0,-2 1 0,-6 1 0,-3 0-1469,-8 1 0,-1 0 0,26-2 1558,-29 5 0,-3-7 0,-6-1 0</inkml:trace>
  <inkml:trace contextRef="#ctx0" brushRef="#br0" timeOffset="37">26874 4604 7742,'-14'0'2163,"1"2"-1670,4 3 1,2 3 0,7 8-1,0 3 1,0 5 0,0 5 0,0 4-1,0 5 251,0 4 0,-5 6 0,-1 2 0,-2 1-535,-3 3 0,-2-3 0,0-1 1,2-4-324,2-4 1,-1-9 0,-4-1 0,1-6-3972,3-7 2599,4-9 1,6-10-1,1-12 1486,4-5 0,2-40 0,1-17 0,-1 19 0,0 0 0,1 0 0</inkml:trace>
  <inkml:trace contextRef="#ctx0" brushRef="#br0" timeOffset="38">26802 4705 8221,'-4'-14'445,"-1"-1"0,0 1 0,5-1 0,2 1 314,3 0 0,9 1 1,10 2-1,3 1 299,2-1 1,0 3 0,1 0 0,2 1-146,2 4 0,1 2 0,-3 2 0,0 4-548,-5 5 0,0 2 0,-8 4 0,-3 2-292,-5 1 1,-4 2 0,-7-3 0,-3 2-65,-7 3 0,-6 2 1,-13 6-1,-1-1-453,-4-3 1,-3-1 0,-4 3 0,1-1-109,2 1 1,6-2-1,-2-3 1,5-4-588,5-5 1,10 0 737,9-1 1,16-1 0,8-3-1,9-4 315,5 0 1,-2-2 0,4 4 0,-3 0 161,-4 0 0,4 1 1,-11 6-1,-2-1 473,-4 0 0,-10 2 0,-1 2 0,-4 3 271,-4 1 1,-11 0 0,-9 4 0,-3-2-319,-2 2 0,-1-4 1,-4 0-1,-4-1-419,-4-3 1,4-2-1,0-3 1,-2-2-513,-2-2 1,7-5 0,5 0 0,6-4-837,3-4 1,3-4 0,9-8 0,4-2 1264,3-1 0,38-25 0,18-8 0,2-3 0,0 0 0</inkml:trace>
  <inkml:trace contextRef="#ctx0" brushRef="#br0" timeOffset="39">27364 5036 8673,'-15'0'1990,"9"0"1,4-2-1014,5-3 1,9 4-1,-3-4 1,4 2-635,1-2 0,2 2 0,2-5 0,1 0-225,-1 0 1,-2 3-1,-2-4 1,0-3-248,1 0 1,-6 2 0,-1 0 0,-1-1-444,-4-2 0,-3 4 0,-5-1 0,-6 1 109,-7 1 0,-4 1 0,-8 9 1,-4 3 403,-4 4 0,-2 6 1,1 4-1,6 5 184,2 3 1,3 3 0,2 2 0,7 2 53,9-2 0,7-2 1,6-1-1,7 0-456,9 0 0,12-7 0,4-3 0,1-3-465,4-2 0,0-4 1,0-2-1,-4 0-15,-6 0 1,0-5-1,-11 2 1,-1-2 385,-2 2 0,-8-2 0,-3 7 0,-5-1 353,-5-1 0,-3 5 1,-6-5-1,-1 2 15,1-1 1,4-5 0,1 0-1,-3-2 933,0-2 0,4-2 0,3-4-35,3-8 0,2-2 0,2-8 0,3-2-430,4-1 0,6-7 1,4 1-1,5-1-176,3-1 0,-3 5 0,0-4 0,2 5-155,1 5 0,1 2 1,0 6-1,-3 2-3987,-1 6 3853,-13 4 0,-4 43 0,-15 9 0</inkml:trace>
  <inkml:trace contextRef="#ctx0" brushRef="#br0" timeOffset="40">27810 5309 7753,'-20'15'0,"1"-3"348,2-2 1,5-2 0,3-5 1724,-2 2 0,4-2-1181,2-8 0,5-3 0,5-6 1,5 0-274,3-1 1,1 1 0,2-2 0,2-2-284,1-1 0,6 0 1,-2 5-1,1-1-229,0 1 1,-5 4 0,3 2 0,-1 2-149,-3 3 0,-2 1 1,-4 4-1,-2 2 29,-5 6 1,-4 9 0,-2 7-1,-4 4-261,-5 4 0,-4 1 0,-4-3 0,-1 1-803,2-1 1,1-3-1,3-5 1,2-3-962,1 0 1,7-10 0,0 2 2036,6-5 0,56-48 0,-20 12 0,0 0 0</inkml:trace>
  <inkml:trace contextRef="#ctx0" brushRef="#br0" timeOffset="41">28184 5280 8372,'-7'-8'935,"-2"4"1,-4 2 0,-2 2-67,1 0 0,1 2 1,2 1-1,3 3-12,2 2 1,-4 2 0,5 4-32,2 1 0,2-1 1,2 0-583,4 1 1,5-7-1,7-3 1,4-4-206,1-1 1,-4-6 0,3-4 0,-2-3-20,0-1 0,-5 0 0,-6-1 0,0 1-74,0-1 0,-4 1 0,0 0 0,-4-1-814,-4 1 0,-4 0 0,-7 1 0,1 2-1557,-1 1 0,1 7 0,0-2 2425,-1 3 0,33 28 0,7 6 0</inkml:trace>
  <inkml:trace contextRef="#ctx0" brushRef="#br0" timeOffset="42">28342 5280 7753,'-8'7'358,"-5"1"0,4 6 616,-4 1 0,3-3 1,2 0-1,0-3 566,0 2 0,5 2 1,-2 2-814,4-1 0,2-1 0,6-4 0,5-2-286,6-1 1,8-4-1,-3 1 1,6-5-297,5-2 1,-4-12 0,4 1-1,-5-1-353,-5 0 0,1-3 0,-6-2 0,-3 0-631,-5 1 1,-4 0-1,-7 6 1,0 0-1172,0-1 0,0 1 0,-2 1 2010,-3 4 0,-15-49 0,-11-6 0</inkml:trace>
  <inkml:trace contextRef="#ctx0" brushRef="#br0" timeOffset="43">28702 4892 7753,'-13'10'414,"2"-1"1,3 4 387,1 5 0,-2-1 1,4 9-1,0 2 371,-1 4 1,2 8-1,-5-1 1,-1 2-667,2 3 0,-5-1 0,2 0 1,-5-2-585,-3-2 0,-2 1 0,4-7 0,-1-1-1368,5-1 1,1-9 1444,7-3 0,32-86 0,-7 22 0,0 1 0</inkml:trace>
  <inkml:trace contextRef="#ctx0" brushRef="#br0" timeOffset="44">28932 4878 7753,'-13'6'1739,"3"4"1,4 2-765,0 3 1,2 6-1,-5 4 1,-4 7-423,-5 6 1,1 4-1,-6 3 1,1 1-462,0 2 1,3 0 0,-2-5 0,3-1-1195,5-4 1,4-3 0,-1-7 0,5-4-3228,4-5 4329,1-3 0,32-34 0,8-7 0</inkml:trace>
  <inkml:trace contextRef="#ctx0" brushRef="#br0" timeOffset="45">28802 5439 7753,'-1'13'2545,"-3"-2"-1413,0-2 1,-1-4-1609,5 5 0,1-7 476,4 2 0,30-50 0,15-30 0,-13 24 0,0 1 0,-1-1 0</inkml:trace>
  <inkml:trace contextRef="#ctx0" brushRef="#br0" timeOffset="46">29018 5079 7753,'-14'-10'670,"-1"1"46,1-2 0,1 3 0,2 0 289,1 1-1005,7 2 0,35 5 0,16 0 0</inkml:trace>
  <inkml:trace contextRef="#ctx0" brushRef="#br0" timeOffset="47">15552 7137 7635,'-6'8'151,"2"-2"1,-4-4 1926,2 2 0,0-2-1109,1 3 0,3-2-396,-3 2 0,4-2-242,1 7 0,0-6 0,0 6 0,0 3 0,0 3 0,0 4 191,0 3 1,5 1 0,1 5-1,2 1-198,3 4 1,2-4-1,3 5 1,2-1-18,1-1 1,5 1-1,-4-7 1,3-1-49,2-2 1,3-2 0,-1 2 0,-2-5-9,-1-3 1,2-2 0,4-1 0,1-2-3,-4-1 0,3-7 1,4 2-1,-1-3-11,3-2 0,-6 0 0,3 0 1,-2 0-24,-2 0 0,-1-5 0,1-2 1,0-1 3,0-3 0,-5-2 1,-2-1-1,0 0 61,1-1 1,-6-1-1,3-1 1,-4-4-273,-2-1 0,-4-2 0,-2-5 1,-2 0-9,-3 0 0,-1-4 0,-2-2 0,0-2 0,0-3 0,-7 3 0,-2-1 0,-4-2 0,-1-2 0,-1-3 0,-1 1 0,-1-1 0,-3 3 0,1 9 0,5-1 0,-2 4-66,-3 1 0,3 2 0,-2 3 0,5 5 88,4 3 0,1 6 0,-3 2 1,3 0-38,1 0-172,2 5 0,5-2-150,0 10 1,7 3 0,1 6 438,0 1 1,5-6 0,-4-1 0,4 0 187,1 0 1,1 0-1,1 3 1,1-3-291,2-1 0,1 4 0,-6-3 0,0 0 0,1-3 0,4 1 0,0 1 0,-1-1-151,-2 0 1,-7-1-1,1-5 1,0 2-4944,-3 3-2232,6-4 5806,-11 6 1,-2-3 0,-10 1-1,-2-2-1210,-3-1 2730,-6-2 0,-46-26 0,25 10 0,-1 0 0</inkml:trace>
  <inkml:trace contextRef="#ctx0" brushRef="#br0" timeOffset="48">16286 6878 8445,'-15'-8'746,"1"3"0,4 3 1,1 2 268,-2 0 0,-1 2 1,1 3-1,2 4-175,-3 4 1,1 1-1,0 2 1,1 2-495,-1 1 0,-2 2 0,1-2 1,0 3-824,3 1 1,6 2 0,-2-5 0,3-1-1032,2 2 1,0-5-1,0 4 1,0 0 1507,0-1 0,-38 38 0,-10 6 0</inkml:trace>
  <inkml:trace contextRef="#ctx0" brushRef="#br0" timeOffset="49">15739 8115 7863,'-6'-10'514,"-4"1"0,2 7 848,-2 2 0,7 8 0,-2 11-992,4 5 1,-4 4-1,0 0 1,2 3 0,0 1-1,0 1 1,-2 1 0,0 1-1,0 2-42,0-1 0,-4 4 0,2-6 1,1-4-606,0-4 0,1 0 0,5-7-793,0-2 1,6-2 0,4-6 0,3-4 1069,1-3 0,26-73 0,-17 27 0,0 0 0</inkml:trace>
  <inkml:trace contextRef="#ctx0" brushRef="#br0" timeOffset="50">15940 8360 8461,'7'-15'1684,"1"6"0,6 1 0,2 0-754,3 0 0,4 3 0,6-3 1,1 0-467,3 0 0,-2 5 0,4-2 1,-1 3-605,-1 2 1,1 0 0,-6 0 0,1 0-795,0 0 1,-5 0 0,-2 2 0,1 1-4642,-1 2 5575,-11 0 0,2 7 0,-13 4 0</inkml:trace>
  <inkml:trace contextRef="#ctx0" brushRef="#br0" timeOffset="51">16818 8259 8426,'-13'1'965,"4"4"0,4 5-454,3 3 1,2 3 0,0 3-1,0 5-7,0 3 1,-5 8 0,1 3 0,0 4-248,3 1 1,-4 0 0,-1-1 0,-1-2-9,1-2 0,-4-6 0,4 0 1,-1-6 249,1-7 0,0-5-135,1-4 1,3-7 0,-2-12 0,2-11-90,2-5 1,6-10 0,4-5 0,3-5-93,1-3 1,0-11 0,2 1 0,2-3-63,1-2 1,8 3-1,1-2 1,5 3 162,4 1 1,1 14-1,7 5 1,0 10-48,-2 10 1,-3 6 0,-13 15 0,-3 4-109,-5 9 1,-4 4 0,-6 7 0,-4-2 157,-3 1 0,-2 2 1,-2 2-1,-3-2 13,-4-3 1,-9 2 0,-3-5 0,-1-1-313,-4 1 0,4 3 0,-2-6 0,-2-5-680,-1-7 1,-2 0 0,1-1 0,0-2-897,5-1 1,-3-7 0,7-1 0,1-2 1587,2-3 0,-11-23 0,-5-9 0,-3-4 0,0 0 0</inkml:trace>
  <inkml:trace contextRef="#ctx0" brushRef="#br0" timeOffset="52">21695 3842 7801,'-16'0'258,"-3"0"1,3 0 0,-3 0 0,3 0 2207,1 0 0,9-7-1400,6-2 1,8 1 0,10 0 0,2 0-120,3 0 1,1-2-1,6-4 1,2-1-153,2 1 0,4-2 1,-3-2-1,2-1-8,3 2 1,2 1-1,1 1 1,1-1-660,4-3 1,2 8 0,4-4 0,-3 4-129,-1 3 0,0 2 0,-4 6 0,0 0 0,-4 0 0,-5 6 0,-10 4 0,-2 4 0,-1 5 0,-6-1 0,1 6 0,-5 2 0,-4 1 0,1 3 0,-4 4 0,-1 2 0,0 1 0,-1 6 0,-6-1 0,-4 6 0,-5 3 0,-3-5 0,-1 4 0,-2-2 0,-3 0 0,-3 6 0,-7-3 0,0 1 0,0-4 0,-4-4 0,-3 0 0,0-1 0,-4 0 0,-2-5 0,-1-1 0,0-3 0,0-7 0,0 0 0,1-8 0,5-3 0,8-5 0,5-4 0,7-7 0,-2 0 0,0 0-339,4 0 0,7-2 330,3-3 352,4 4 1,2-6-344,4 7 0,-2 0 0,7 2 0,1 3 0,2-2 0,1 5 0,2 0 0,3 0 0,-1 0 0,6 3 0,2-3 0,1-2 0,2 4 0,1-5 0,2 0 0,1 1 0,-4-4 0,-5 2 0,0-2-1985,-1-2 0,-3 0 89,-5 0 1,-7-2 0,-3-2-4630,-4-6 6525,-7-3 0,-30-6 0,-13-2 0,-6-2 0,0 0 0</inkml:trace>
  <inkml:trace contextRef="#ctx0" brushRef="#br0" timeOffset="53">21997 4849 10732,'-6'-8'1293,"3"1"0,-5 6-745,1-4 1,-2 2-1,2-5 1,-1 0-2,-3 0 1,3 0-1,-1-3 1,-1-1-83,2-3 0,-3-1 1,6-7-1,2 1-316,1-1 1,2-1 0,0-4 0,0-1-453,0 0 0,7 0 1,2 1-1,4 0-1348,1 4 0,1-1 0,-2 6 1651,-4 1 0,-2 8 0,-7 4 0</inkml:trace>
  <inkml:trace contextRef="#ctx0" brushRef="#br0" timeOffset="54">23163 3683 7711,'-8'-14'364,"-4"4"1,8 1 0,2-1 0,4 1 0,4-1 0,2 0 936,3 2 0,7-4 0,3 2 0,-1-3-528,1-1 0,3 4 0,-3 1 0,1-2-220,4-2 0,-4-2 0,1 1 0,-1 0-58,0-1 0,-4 2 1,1 2-1,-3 2-238,-1-3 1,4 0 0,0-1-146,-2 3 0,-5-1-229,-3 6 91,-6 0 1,4 7-1,-7 3 124,0 4 0,-2 9 1,-1 3-1,-3 1 132,-2 4 0,-2 6 1,-4 3-1,-1 2-31,1 3 0,0 3 1,-1 3-1,1 2-164,-1-1 1,6 2 0,-1-1 0,1-2-109,1-1 1,-4-3 0,8-2 0,-1-4-683,-2 0 0,6-4 1,-4-8-1,2-5-592,-2-3 0,3-2 1,-4 1-1,0-3-587,-4-2 0,-3 1 0,-3-5 1934,-3 2 0,-30-2 0,-14-2 0,-7 3 0,0 0 0</inkml:trace>
  <inkml:trace contextRef="#ctx0" brushRef="#br0" timeOffset="55">22976 4302 9899,'-7'-5'2055,"7"0"1,11 1 0,10 4 0,2 0-371,2 0 0,9 1 1,4 2-1,4 4-733,1 1 0,0 0 0,0 3 0,0-3-952,0-2 0,1 4 0,-1-4 0,-2 1 0,-2-1 0,-11 4 0,-8-5 0,-4-1-112,-2 3-2750,-6-6 0,-3 6 0,-10-7 2862,-5 0 0,-44-10 0,-19-6 0,-7 0 0,1 0 0</inkml:trace>
  <inkml:trace contextRef="#ctx0" brushRef="#br0" timeOffset="56">21839 8244 7854,'-6'-20'487,"-1"4"0,-4-2 0,3 9 0,0 9 0,2 9 3327,-1 9-3570,-4 4 1,8 13-1,-7 5 1,-1 7 0,0 5-1,0 4 1,1 3 368,-1 4 0,-7 4 0,-1 10 0,10-37 0,-1 1-192,0 1 1,-1 1 0,2 1 0,-1 0 0,-3 1 0,-1-1 0,-1 3 0,-1-1-197,2 2 0,-2-2 0,-1-3 0,-1-1 0,0 1 0,1 0 0,-1 0 0,1-1-84,-1 1 0,0-1 0,-1-1 0,-2-1 0,3 0 0,0-1 0,-1-2 0,1-1-237,-16 30 1,9-5 0,2-5 0,3-2-494,2-1 1,7-13-1,3-2 1,1-6-1196,4-3 0,2-12 1,2-4 95,4-5 0,3-5 1,6-11 1687,1-11 0,6-3 0,1-13 0</inkml:trace>
  <inkml:trace contextRef="#ctx0" brushRef="#br0" timeOffset="57">21796 8288 7854,'-8'-21'0,"-3"5"0,6-3 0,3 1 1948,5-1-1248,5 3 1,13-6 0,3 4-1,5 0 1,3 4 0,3 4 0,2 2 3922,3 0-4295,-5 5 1,7-3 0,-4 6 0,2 1 0,0 4 0,-3 5 0,-2 3 423,-3 1 0,-3 0 0,-5 1 0,-5 1-415,-3 3 0,-8-3 0,-3 5 0,-5-2-160,-5 0 1,-3 7 0,-8-2 0,-3 3-54,-5 2 1,-8 1-1,-2 2 1,0 1-610,-1-1 0,5-6 0,-4-4 0,6-1-551,4-3 1,1-4 0,7-3-56,2-1 0,4-7 849,15 2 0,3-3 1,8-2-1,3 0 350,5 0 0,-1 6 1,1 4-1,0 2 237,-2 3 0,5 1 0,-5 3 0,2 5 394,0 3 0,-6 3 1,1 2-1,-3 4-282,-1 0 1,-7 4 0,-4 5 0,-2 0-18,-2-4 0,-2-1 0,-4 2 0,-7-2-177,-4-2 1,-9-6 0,0 2-1,-4-4-200,-4-1 1,-7-5-1,-2-2 1,-8-1-64,-5-3 0,-3-2 0,-2-4 0,-3-2-21,-2-5 1,12-5 0,1-5 0,7-6-1809,3-7 0,11-3 0,6-4 0,9 3-62,9 1 0,6 2 1,7 4 1890,4 1 0,30-33 0,7-7 0</inkml:trace>
  <inkml:trace contextRef="#ctx0" brushRef="#br0" timeOffset="58">2820 8575 7836,'-23'0'353,"1"2"1,4 1-1,-1 4 1,1-1 0,4 2 1654,5 0 0,4-3-1293,10 4 1,9-5 0,10 0 0,3-2 131,2-2 1,1 2-1,2 1 1,3 2-264,2-2 0,1-2 1,6-1-1,-1 0-69,0 0 0,5-1 1,0-4-1,0-5-296,1-2 0,3-3 1,3 1-1,-3-2-319,-9-3 1,-6 1 0,-9-6 0,-2-2-144,-7-1 0,-6-2 0,-13 2 0,-2 2-163,-3 1 0,-4-3 0,-10-4 1,-7 6 53,-6 2 0,-5 4 1,-7 6-1,-4 4 152,-5 4 1,2 5 0,-2 6-1,0 9 413,2 7 1,-8 12-1,6 6 1,4 8 105,2 9 1,6 7 0,21-28-1,1 2 1,3-1 0,0 1 40,-9 38 1,16-34 0,3 0 0,3-2-1,2 1 1,1 1 0,1 1 257,3 0 0,2 0 0,10 36 0,14-8 0,4-10-535,4-11 0,4-4 0,2-12 1,4-4-278,5-4 1,-2-7 0,0-10 0,-1-4-792,-4-3 0,4-2 1,-2-2-1,-3-3-465,-5-4 1,0-9-1,-7-3 1,-1-1-423,-2-3 1,-6-3 0,-1-2 1871,-2-4 0,-5-14 0,0-11 0,-1-6 0,0-1 0</inkml:trace>
  <inkml:trace contextRef="#ctx0" brushRef="#br0" timeOffset="59">3942 9151 7850,'-21'21'388,"5"-4"0,-3 6 1,3-1 933,1 0 0,6-4 0,1 1 684,1-3 1,3-6-1452,4-1 0,1-12 0,2-2 1,4-7-55,1-8 1,1-7 0,6-8 0,1-2-180,3-3 0,-3-1 0,5-2 0,-2-1 10,0 1 0,7 0 0,-4 2 1,2 1-2,0 1 1,0 9 0,5-1 0,0 7-80,-1 4 1,0 7-1,-3 10 1,-3 7 23,-1 11 0,-2 7 0,-6 10 0,-3 3-34,-5 2 1,-4 2-1,-1 4 1,0 0-515,0 0 1,0-1-1,0-4 1,-1-3-1469,-4 0 0,3-6 1,-3 1-1,4-6 31,1-3 0,6-2 0,4-6 0,3-3-2429,1-5 4138,0-4 0,26-71 0,-16 26 0,-1 0 0</inkml:trace>
  <inkml:trace contextRef="#ctx0" brushRef="#br0" timeOffset="60">4719 8748 7850,'0'-22'498,"0"1"0,-2 6-279,-3 1 1,2 6-1,-7 3 1,1 5 1179,1 5 1,-5 9 0,4 10 0,-6 5-574,-4 5 0,3-1 0,-3 9 0,3 3-486,1-1 0,6 3 0,1-1 0,1 2-153,4-1 1,-3-4 0,3-5 0,4-6-40,7-6 1,5-7 0,3-10 0,3-4 62,5-3 0,2-10 0,-1-7 0,-1-7 155,2-5 0,1-13 0,0-5 1,-1-4 11,-2-6 1,-7-2 0,3-6-1,-6-2 216,-4-1 0,1-4 0,-6 3 0,-2-4-310,-2-1 1,-2-4 0,-2 1 0,-4 6-456,-1 10 1,3 3 0,-3 8 0,2 3-1905,3 5 0,3 11 670,5 10 1,3 9 0,6 6-1,0 2-4035,1 2 5440,-1 6 0,-12 9 0,-4 7 0</inkml:trace>
  <inkml:trace contextRef="#ctx0" brushRef="#br0" timeOffset="61">5452 8561 7758,'-14'0'506,"0"0"0,-1 0 1,2 2 377,4 2 0,4-2 0,10 4 1,4-1-147,4 0 1,3 1-1,2-2 1,3 0-23,1 0 1,0-3 0,4-1 0,-2 0-244,1 0 0,1 0 0,0 0 1,-4 0-606,-1 0 0,0 0 0,-4 0 0,2 0-328,-1 0 0,-2 0-777,-2 0 1,-6 2-406,-3 3 1,-10-2-1,-6 6 1642,-6 3 0,-51 32 0,26-17 0,0 1 0</inkml:trace>
  <inkml:trace contextRef="#ctx0" brushRef="#br0" timeOffset="62">5352 8978 7770,'-15'7'0,"1"2"980,0 4 0,6 1 0,4-1 111,8-3 0,8 1 0,11-6 1,2-2 65,6-1 0,4-2 1,2 0-1,6 0-486,2 0 1,-2 0-1,-3-2 1,-2-1-371,2-2 1,2 0 0,-1 4 0,-3-3-1088,-4 0 1,-4-1 0,-2 5 0,-3 0-3427,-1 0 4212,-6 6 0,-49 41 0,-18 15 0</inkml:trace>
  <inkml:trace contextRef="#ctx0" brushRef="#br0" timeOffset="63">7351 8388 7865,'-14'0'159,"-2"0"0,0-1 1,0-2-1,3-2 0,1 2 1,-1 1 1137,-2 2 0,1 0 0,0 2 0,-1 1-766,1 2 0,-7 7 0,-3 1 0,-3 6 117,-2 4 1,-4 2 0,-3 7 0,0 3-20,-4 2 1,9 0-1,4 3 1,6-3-327,9-2 0,4-6 0,9-7 0,6-1-267,7-4 1,8-1-1,12-1 1,6-1 54,6 1 1,-1-6 0,1-1 0,-4 0 182,-4 0 0,-6 2 1,0 4-1,-6 0 186,-7 1 0,-9-1 1,-6 1-1,-4 1 33,-4 3 1,-6-2 0,-9 6 0,-5-2-298,-3-4 1,-2 4 0,0-2 0,-1-1-314,-4-2 0,4-2 1,-4 0-1,4-1-1631,1-3 1,5-4 0,2-6-1,1 0-349,3 0 1,9-11-1,4-5 1,3-5 2096,2-4 0,32-34 0,8-10 0</inkml:trace>
  <inkml:trace contextRef="#ctx0" brushRef="#br0" timeOffset="64">7380 8806 11048,'10'0'2472,"-1"0"0,4-2-1583,5-3 1,-1 4-1,7-4 1,0 2-468,-1-2 0,4-2 0,-3-5 0,3-1-261,2-3 1,-2-3 0,-3 1 0,-5-1-401,-3 1 0,-8 1 0,-5-1-76,-6-1 0,-6 1 0,-12 9 1,-6 4-80,-5 3 1,-8 4-1,3 4 1,0 9 289,4 7 1,-3 5 0,4 4 0,4 2 191,2 6 1,8 1 0,1 0 0,6-2-14,6 2 0,5-5 0,5-3 0,6-5-547,6-3 0,11-13 1,7 1-1,3-6-504,7-1 1,-4-2 0,6-8-1,-6-4-205,-1-4 0,5-2 1181,-6 1 0,-4-20 0,0-4 0</inkml:trace>
  <inkml:trace contextRef="#ctx0" brushRef="#br0" timeOffset="65">7927 8892 7867,'-14'6'0,"4"-4"2636,0 3 0,9-4-1321,1-1 1,6-6-1,10-4 1,3-4-536,5-5 0,-1 3 1,-1-5-1,0 2-410,1 0 0,-4-5 1,3 3-1,-1 0-386,-3 0 1,-4-3 0,-3 5-1,-3 2-472,-1 1 0,-4 3 0,-8 3 0,-4 5-252,-4 4 0,-10 2 0,-4 4 0,-6 8 254,-4 9 0,5 4 0,-3 12 0,1 4 406,1 4 0,1-1 0,8 3 1,6-3-158,7-2 0,4-5 0,9-3 0,3-4-370,4-9 0,12-6 0,6-6 0,7-5-116,3-4 1,-4-1-1,4-1 1,-2-4 204,-3-5 0,-3-3 0,-5-1 0,-5 1 383,-3 4 1,-6-3 0,-2 6 766,-2-2 0,-3 5 923,-7-2 1,0 3-100,-5 2 0,6-6 0,-2-4-718,3-2 1,4-4 0,3-2 0,4-3-93,4-1 1,3 3-1,1-4 1,4 3-206,2 2 0,-4 2 0,5 2 0,1 1-238,3 3 0,-6 4 0,-3 6 0,-3 1-420,-2 4 0,-1 3 0,-3 8 0,-5 2-1089,-4 1 0,4 5 0,0-3 0,-2 1-373,-1 4 1,-2-4-1,-2 0 1679,-3-1 0,-48 37 0,18-27 0,0 0 0</inkml:trace>
  <inkml:trace contextRef="#ctx0" brushRef="#br0" timeOffset="66">7208 9295 7815,'-15'-5'710,"1"0"1,7 7 0,7 9 0,7 7-257,1 6 1,3 4 0,-5 6 0,1 4-227,-1 4 1,-1 7 0,-5 4 0,0 3 265,0 2 1,-6-1-1,-4-1 1,-3-3 16,-1-5 0,-1-5 1,1-5-1,0-6 143,-1-6 0,7-8-546,3-14 1,4-7-1,2-16 1,4-5-194,5-3 1,7-8 0,4-2 0,2-1 298,2-1 0,1 7 0,-1 0 0,-2 5 224,-2 3 1,4 6 0,-3 1 0,1 6-27,-4 6 1,-3 6 0,-2 7 0,1 8-167,-1 5 1,-6 3 0,-3 7 0,-3 1-274,-2 1 0,0 1 0,0-6 0,0 1-1360,0 0 1,1-7 0,2-2 0,4-4-1369,1-2 1,1 0 0,6-1-424,-1-3 3178,0-4 0,-12-57 0,-4-13 0</inkml:trace>
  <inkml:trace contextRef="#ctx0" brushRef="#br0" timeOffset="67">7610 9856 7165,'7'-8'650,"2"2"1,6 1 480,4 0 0,3-1 0,7 1 0,0-5-68,0-3 1,4-1 0,2 0 0,1-1-847,-1 1 0,-6-1 0,-7-1 0,-1-1-511,-4-2 0,-7-1 0,-5 6 83,-4 0 1,-7-1-1,-4 3 1,-4 2-631,-5 5 0,-4 4 1,-7 1-1,-2 0 415,-2 0 1,1 1-1,6 4 1,1 6 751,2 7 0,2-1 0,-2 7 1,5 2 163,3 1 0,3 7 0,2 1 0,3 0 266,1 0 1,4 4 0,8-6 0,4-3-639,4-4 0,6 0 0,2-7 1,2-2-1016,2-1 1,4-3-1,3-3 1,1-5-744,-1-4 0,-1-1 1,-2-1-1,-1-4 956,1-5 0,0-4 0,-2-4 684,-3-1 0,-3-19 0,-7-1 0</inkml:trace>
  <inkml:trace contextRef="#ctx0" brushRef="#br0" timeOffset="68">8186 9712 7815,'0'-14'-1106,"0"-1"1106,0 1 0,-2 1 821,-2 4 0,0 2 1,-5 7-1,-2 3 172,-2 7 1,-2 1 0,-1 13 0,-1 3-391,-2 5 1,-1 0 0,4 5 0,-1 0-478,-2 0 1,1-6-1,7 3 1,3-4-262,2-1 0,2-6 1,9-6-126,5-6 1,7-7-1,4-14 1,0-9-309,0-7 0,3-4 1,-4-2-1,1-3 438,0-2 0,-2 0 0,-4-1 0,-3 4 262,-2 4 1,-2 6 0,-5 1 62,2 3 1,0 10-188,-5 15 0,0 9 1,0 17-1,0 1-190,0 1 0,0 1 1,0-5-1,0-1-201,0 1 0,0-2 1,1-3-310,4-5 1,-2-4 0,7-6 103,1-4 1,0-10 0,0-4 0,-1-6 304,1-4 0,0 2 0,1-6 1,-4 1 282,-2 0 0,4 4 0,-6-1 323,0 3 181,-3 8 1,-1 3 0,0 10 61,0 4 1,0 4 0,0 2-186,0-1 0,0 0 0,0 1-178,0-1 1,5 0-1,0 1 1,0-1 22,1 1 0,-4-6 0,4-1 0,-1 0 156,0 0 1,6-5 0,-3 1-149,0-8 0,4-5 0,-4-10 0,2-5 128,0-4 0,-2-7 0,3-5 0,-3-4 239,-2-4 1,-1-7 0,-3 1-1,1-5-747,2-4 1,-1-2-1,-4 7 1,0 7-1561,0 5 0,0 15 0,2 7 219,3 7 0,3 12 0,6 8 0,1 12 1487,-1 5 0,7 11 0,-2 7 0,3 5 0,5 7 0,-1-1 0</inkml:trace>
  <inkml:trace contextRef="#ctx0" brushRef="#br0" timeOffset="69">8790 9496 6709,'0'15'0,"0"-6"0,0 1 0,0 1 698,0 2 1,-1-4 0,-3 1 0,0 3-53,0 4 1,3 1-1,1 6 1,0 1-472,0 3 0,0 0 0,0 1 0,1-2-157,4-3 1,3 4 0,7-6 0,-1 0 349,0-3 0,-1-3 0,-2-3 1,-3-2 847,-1-1-971,4-7 1,-16 4 0,-1-7 0,-10 1-1170,-8 4 1,-5-3-1,-3 2 1,-3-2 923,-2-2 0,-35-10 0,-16-6 0,23 6 0,0-1 0,0 0 0</inkml:trace>
  <inkml:trace contextRef="#ctx0" brushRef="#br0" timeOffset="70">23450 7726 8083,'-6'-9'0,"-5"1"360,-7 1 1,2 3 0,-3 4 0,3 0 146,2 0 0,-1 8 0,1 6-114,-1 8 0,-4 6 0,0 2 1,2 4-1,1 4 0,1 5 1,1 7-1,1 6 0,2 4 1912,1 1-2078,1 5 0,-4-1 0,2 10 1,3 4-1,4-38 0,0 1 0,0-1 1,1 1-1,0 0 0,0-1 200,0 39 1,2-38-1,0 1 1,1 37-1,0 0-329,0-4 0,5-8 0,1-6 1,4-5-303,6-4 0,-3-3 0,3-9 0,-5-1-656,0-1 0,2-7 0,0 1 0,-2-2-116,-2-3 0,-4-5 1,5-6-1,1-4-40,2-3 0,-4-9 1016,1-1 0,-4-33 0,-3-17 0,5-5 0,-1 0 0</inkml:trace>
  <inkml:trace contextRef="#ctx0" brushRef="#br0" timeOffset="71">23810 8144 8090,'-18'-7'0,"2"-1"-69,4 0 1,0-4 392,-2 2 0,5 4 0,-1 1 1,0 5 598,2 5 0,-3 3 0,5 8 0,-1 1-581,1 2 0,-4 7 0,6-2 0,0 3-70,3 2 1,1 0 0,0-1-1,1 3-167,4 2 0,3-2 1,7 2-1,1-2-49,3-3 1,-3 1 0,3-2 0,-5-1 170,-4-2 0,1-5 0,-6 4 0,-2-3 174,-1-2 0,-4 1 0,-3-3 1,-4-3-201,-4 0 1,-3-2 0,-2-2-1,-2-4-379,-3-3 1,6-2-1,-4 0 1,2 0-703,-1 0 1,-4-2-1,5-3 1,2-4-802,1-4 1,1-1-1,1-1 1,1 1-809,4-1 2489,2 1 0,33-45 0,6-11 0</inkml:trace>
  <inkml:trace contextRef="#ctx0" brushRef="#br0" timeOffset="72">24011 8331 7620,'-8'1'1269,"4"4"1,4-3 0,4 3 0,6-2-573,3 2 1,1-4 0,1 4 0,-1-3-427,0-2 1,1 0 0,-1 0-257,1 0 0,-1 0 1,-1-2-320,-4-3 0,-2-3 0,-9-5-239,-3 4 0,-4-2 1,-10 6-1,-5 3 269,-4 5 0,-2 1 1,-2 7-1,-2 3 440,2 4 0,2 7 0,3-1 1,3 3-10,5 2 0,4-5 0,6 0 0,7 0-304,10-1 1,3-3-1,15-5 1,3-2-643,3-4 1,8-2-1,-2-7 1,4-2-17,1-3 0,-5-3 1,-1-6-1,-2-2 805,-3-3 0,-2-42 0,-15 22 0,-1 1 0</inkml:trace>
  <inkml:trace contextRef="#ctx0" brushRef="#br0" timeOffset="73">24357 8388 7951,'-7'8'93,"-2"-3"1,-2-2 481,1 2 0,5-3 0,12 1 182,7-6 1,2 0-1,8-7 1,1-1-201,3-2 0,-1-1 1,-2-1-1,-1 1-458,2-1 0,-5-4 0,-2 0 1,-3 1-529,-2 2 0,-6 2 0,-3 0 42,-3-1 0,-10 7 0,-7 3 0,-7 5 21,-5 5 0,-4 5 1,-1 9-1,-1 5 265,1 3 0,2 7 1,1-1-1,2 1 253,3 1 0,4 0 0,11 4 0,4-7-81,3-7 1,10 1 0,5-7-1,6-3-428,4-5 0,1-4 0,6-7 0,2 0-376,2 0 0,-1-7 0,-4-2 0,-2-6 733,-3-4 0,2 3 0,-7-3 0,-2 3 0,-1 1 0,-6 6 0,0-1 0,-9 9 0,-1-1-153,-8 5 1,0 7 0,-1-4 1313,-3 2-370,6-5 1,0 2-1,7-10 1,4-4-256,5-4 0,4-6 0,4-2 0,2 0 17,3 1 0,-1-4 0,4 4 0,-4 4-51,-1 5 0,0 0 1,-4 8-431,2 4 1,-4 6-1,-7 9 1,-2 3-744,-3 5 0,-6 5 0,-3 3 0,-2 1-847,-3-1 1,3-1 0,-2-3-1,-1 1 1518,-2 0 0,-33 6 0,-9 2 0</inkml:trace>
  <inkml:trace contextRef="#ctx0" brushRef="#br0" timeOffset="74">23580 9036 7941,'-2'-13'582,"-3"3"0,-1-2 0,-4 2 262,6-3 0,4 7 0,3 6 0,3 9-356,2 9 1,-5 0 0,4 6 0,-2 1-46,-1 2 0,1 7 1,-5-1-1,-1 1-29,-4 1 0,2 0 1,-7 5-1,-1-3-85,-2-2 1,-1 0 0,-1-4 0,3-2 394,2-7-881,-3-4 0,13-12 0,0-8 0,8-10 3,5-11 0,3-4 0,1-2 0,3 2 327,-3 3 1,-1-1 0,-1 5 0,-1 4 351,0 5 1,1 0 0,-1 6-106,1 2 1,-6 8-1,-1 4 1,-1 6-207,-4 4 1,-2-1 0,-1 6 0,0 1-564,0 2 1,0 0 0,0-1-1,0-4-1916,0-1 0,2-2 0,3-4 167,4-1 0,4-6 0,1-3 2098,1-3 0,6-47 0,1-11 0</inkml:trace>
  <inkml:trace contextRef="#ctx0" brushRef="#br0" timeOffset="75">23882 9324 8406,'14'-10'1305,"1"2"1,-1 0-227,1 0 1,5 3 0,4-4-1,5-3-408,5 0 1,-4 2 0,4 0 0,-4-1-510,-1-2 1,-7-1 0,-3 1 0,-4 2-184,-6 1 0,-2 6 0,-9-4-401,-3 1 1,-9 3 0,-10 4 0,-3 0-373,-2 0 0,0 6 0,-1 5 0,-2 5 661,-2 3 0,1 7 0,4-4 0,2 2 367,3 0 1,3-1-1,7 2 1,1-1 32,3 2 1,4-1-1,7-1 1,6-5-224,7-3 1,2-1 0,8-2-1,2-4-504,1-4 1,2-3-1,-1-2 1,1-2-840,0-3 1,0-3-1,-2-5 1,-1 2-689,-3 2 1987,-11-1 0,13-24 0,-9-4 0</inkml:trace>
  <inkml:trace contextRef="#ctx0" brushRef="#br0" timeOffset="76">24328 9295 7903,'-10'0'154,"1"0"1,-2 0 551,-2 0 1,3 0 0,1 0 166,-3 0 1,0 0 0,-1 1 0,2 3-370,1 0 0,5 8 0,-3-1 0,0 5-244,0 3 0,3 7 0,-2-4 0,0 2-173,4 0 0,1-2 0,2 2 0,0-5-219,0-3 1,7-3 0,2-3 0,4-5-56,1-4 0,6-9 1,-1-5-1,-2-6-19,-1-3 1,4-2 0,-1-5 0,-2 0 80,-1 1 0,-3-1 0,-2 2 1,-1 1 57,1 2 0,-5 6 1,-1-1 408,-3 3 0,-2 10-94,0 6 0,-7 13 0,0 11 0,-3 4 22,0 6 0,6-2 0,-4 5 0,0-2-244,0-3 0,4-2 0,0-1 1,2-2-611,2-3 1,0-1 0,2-7 0,2 0-495,6-4 0,3-7 1,3 0-1,1-7 172,2-7 1,2-2 0,-3-13 0,1-2 905,-1-1 0,-2-2 0,-2 0 0,0 2 0,1 3 0,-2-3 0,-4 5 0,-4-1-67,-3 4 0,2 3 0,1 2 1183,-2-1 0,-3 7-282,-4 3 1,0 5 0,-5 5-1,-1 5-390,2 3 0,-3 1 0,5 2 0,-1 2-164,1 1 0,-4 5 0,5-4 0,1 1 90,-3 0 0,6-2 0,-4-4 518,3-1-614,2 0 0,8-14 0,5-9 0,5-14 16,-1-9 1,4-4 0,0-9 0,0-1-104,-1-2 1,4-7 0,-5 1 0,-3-4-358,-4 1 1,-1-4 0,-6 10 0,-2 0-1358,-2 3 0,-1 6 0,0 9 315,0 9 1,0 14 0,0 12 255,0 10 1,0 14-1,0 9 1,0 2-712,0 3 1667,0 1 0,20 35 0,-8-35 0,0 1 0</inkml:trace>
  <inkml:trace contextRef="#ctx0" brushRef="#br0" timeOffset="77">24975 9093 7895,'-14'0'1273,"0"0"1,-1 2 0,2 3-1,2 4-987,2 4 0,4 6 0,-3 2 1,1 1-213,4 4 0,2 3 1,2 3-1,2 1 70,2-1 0,6-1 1,-3-2-1,0-1 245,-3 1 1,2-5 0,-3-2 0,0 1 125,-3-1 1,-2-4 0,-4-1 0,-5-4-340,-3-3 0,-1-2 0,0 1 1,-1-4-544,1-3 0,-5-2 1,1-2-1,4-4-993,3-9 0,3-5 0,-4-9 1360,3 0 0,-2-16 0,-1-9 0,-3-4 0,0-1 0</inkml:trace>
  <inkml:trace contextRef="#ctx0" brushRef="#br0" timeOffset="78">25479 7597 7769,'-14'0'587,"-1"0"0,9 2 0,6 4 0,9 8 0,9 10 0,4 7 499,1 2 1,9 14-1,-4 1 1,3 6-379,-1 4 1,4 4-1,-2 2 1,-5 1-258,-6 4 1,-5 1 0,-4 2 0,-2 0-141,-5 0 1,-12-6 0,-9-2-1,-9-2-138,-7 0 0,10-27 0,-1-1 0,-20 32 0,-3-1 2,-4-2 1,-1-4 0,22-30 0,0 1 0,-27 29-507,4-1 1,8-6-1,13-13 1,5-7-7083,7-7 7413,3-4 0,-18-32 0,-4-7 0</inkml:trace>
  <inkml:trace contextRef="#ctx0" brushRef="#br0" timeOffset="79">26198 8431 7769,'-14'0'617,"-1"2"0,4 1 0,6 0 0,12-3 843,9-3 0,3-6 0,8 4 1,4 0-566,-1-1 0,7 4 0,1-4 0,2 1-483,-2 0 1,2 0 0,-4 5 0,-1 0-581,0 0 0,-3 0 1,-8 0-1,-5 0-685,-3 0 0,-8 2-1068,-3 3 0,-12 0 0,-7 7 1921,-8 4 0,-25 4 0,-19 5 0,-2-1 0,-6 2 0,1 0 0,-1 0 0</inkml:trace>
  <inkml:trace contextRef="#ctx0" brushRef="#br0" timeOffset="80">26126 8748 7769,'-4'10'885,"-1"-1"0,2-4 0,7 3 96,6-2 0,3 1 1,3-4-1,3 2-325,5-2 1,5-1 0,3-2 0,3 0-594,2 0 1,1 0 0,5-2 0,0-3-684,0-4 1,5-4 0,0-2-1,-1 1-2995,-3 0 3615,-7-7 0,30-21 0,-32 16 0,-1 0 0</inkml:trace>
  <inkml:trace contextRef="#ctx0" brushRef="#br0" timeOffset="81">27105 8446 7769,'0'-15'181,"0"1"1,0 0 3612,0-1-2695,0 7 0,-7 2 0,-2 9 0,-6 5-356,-4 7 0,-2 15 0,-4 3 0,-1 9-309,-4 6 1,3 3 0,-4 7-1,7-1-119,3 1 1,9-7-1,7-5 1,6-6-351,9-6 0,9-10 1,18-7-1,8-7-22,4-10 1,9-13 0,6-12 0,-2-7-71,-3-7 1,-4-4 0,-14-3 0,-4-2-55,-8 1 0,-8 3 1,-12 1-1,-7 1 124,-10 4 0,-15 2 0,-15 6 0,-4 0-504,-1 1 0,0 3 0,0 14 0,0 2-793,0 5 0,6 4 1,5 1 1353,6 0 0,-7 6 0,2 2 0</inkml:trace>
  <inkml:trace contextRef="#ctx0" brushRef="#br0" timeOffset="82">1122 11985 7361,'-14'0'1031,"4"0"1,2 2 0,0 3 0,2 4 37,-1 4 1,2 8 0,5 5 0,0 5-377,0 8 0,0 6 0,0 6 0,-1 8-117,-4 5 1,2 8-1,-8 6 1,3-37 0,0 0-269,-3 3 0,-1 0 0,-1-1 1,-1 0-1,-1 3 0,0-1 0,-1-1 1,0 0-105,-1-1 1,0 0 0,-3 1 0,0-1 0,2-1 0,-1 0 0,1-1 0,0 0 87,0-2 0,2-1 0,-9 29 0,2-5 0,2-4-206,4-6 1,7-5 0,5-12-1,4-8-1149,1-4 0,1-3 0,4-2-1600,5 1 0,-2-4 1718,1-6 0,-4-6 0,3 0 0,-1-6-1169,-4-6 0,-2-10 2114,-1-5 0,-7-21 0,-5-8 0,0-5 0,0-1 0</inkml:trace>
  <inkml:trace contextRef="#ctx0" brushRef="#br0" timeOffset="83">1093 12359 8065,'-6'-24'57,"-4"2"0,-1 0 383,1-1 1,-1 6 0,6-2 0,2 3 537,2 1 1,1 1 0,0-1-168,0 1 0,0 4 0,0 1 0,1-1 19,4 2 1,3-5-1,6 5 1,2-1 2,4-1 1,-3 6-1,6-6 1,-1-1-120,0-2 1,2 3-1,5 1 1,1-2-254,4-2 0,-2 0 0,5 2 0,-1 1-267,1-1 0,-5 5 0,0 1 0,-5 3 13,-3 2 1,-6 0-208,1 0 0,-9 7 0,-7 4 0,-6 5 0,-7 3 0,-4 7 0,-5-2 0,-5 3 0,-4 1 0,-5 1 0,-2 2 0,-1 1-118,1 1 0,-3 2 1,4-3-1,1 4-591,-2 0 1,4-4-1,-1 2 1,7-5 98,6-5 0,9 1 0,5-6 0,5-1 206,5-2 1,5-3 0,10-2 0,8-2 346,3 3 0,5-4 0,-4 1 0,3 2 296,2 2 1,-5 2-1,-1 1 1,-3 1 371,-4 2 0,-7 1 0,2-4 1,-4 3 162,-6 5 0,-2-2 1,-7 2-1,-2 0-503,-3-2 1,-4 6-1,-10-4 1,-5 3-272,-4 2 0,0-5 0,-3-2 0,-2 0 0,-6 1 0,-2-6 0,-2 2 0,-1-4-292,1-6 1,0 3 0,0-8-1,1 0-1231,4-3 0,8-7 1,9-4-1,5-3-3766,8-1 5289,5-7 0,28-39 0,-9 21 0,0 1 0</inkml:trace>
  <inkml:trace contextRef="#ctx0" brushRef="#br0" timeOffset="84">2446 11597 7751,'-23'-6'144,"-2"-1"1,4-2 0,0 4-1,-1 3 1,1 2 0,-2 0 0,3 3 709,-1 7 1,-5 1 0,4 13 0,-2 3-270,0 5 1,0 7-1,-5 9 1,2 6-201,3 7 0,-1 7 0,14-28 0,2 2 1,0 3-1,-1 1-75,-1 2 1,1 2 0,3 4 0,0 2 0,-1 0 0,0 0 0,3 0 0,0 0-65,2 0 0,0 1 0,0-1 1,1 0-1,2 0 0,0 0 1,1-2-1,0-1-56,0-1 0,3-2 0,1-1 0,4-2 0,2-6 0,2-2 1,14 35-92,2-5 0,5-10 1,1-3-1,0-10-51,0-6 1,0-8-1,-3 0 1,2-6-559,-2-7 1,-7-3 0,-1-3 0,0-4-786,-1-4 0,2-5 1,-6-5-1,-1-4-1177,-2-4 1,-2-13 2471,1-3 0,-7-9 0,-2 1 0</inkml:trace>
  <inkml:trace contextRef="#ctx0" brushRef="#br0" timeOffset="85">2330 12331 7831,'-9'0'696,"-1"0"1,1 1 312,1 4 1,1 5 0,7 7 0,0 4-451,0 1 0,0 4 0,0 8 0,0 6 480,0 6-828,7 5 0,-4 2 0,5 0 0,-2 1 1,-3 0-1,1 1 0,-1-6 170,2-4 1,-1-5 0,-4-11 0,0-2 196,0-3 1,-1-5-459,-4-9 0,3-10 1,-2-13-1,2-8 119,2-8 1,0-11-1,0-3 1,0-8 26,0-5 0,0-6 0,0-2 0,0 0-87,0 0 0,0-3 0,0 3 1,0 0 20,0 0 1,0 13 0,2 11 0,2 8-164,6 9 0,4 9 0,4 9-191,1 10 0,0 14 0,-3 10 1,2 8 278,1 4 0,0 4 1,-3 1-1,2 4-59,1 1 1,0 5-1,-6 3 1,-2-3-97,-1 0 0,-2-1 0,3-1 1,-3-3-27,-2-1 0,1-9 1,-4-7-1,3-7 111,2-8 1,-3-1 157,5-14 0,-5-12 0,3-11 1,-2-8 261,-3-6 0,4-1 0,-3-8 0,0-4-185,-3-4 1,4-7 0,0-5 0,-2-1-313,-1-1 1,-2-1 0,0-9-1,0 1-294,0 1 0,0 8 0,0 14 0,0 5-3901,0 9 2809,0 4 0,0 22 0,0 12 1,0 12-181,0 10 0,0 5 0,0 3 0,1 1 1588,4-1 0,-7 6 0,-1 6 0,2 2 0,1 1 0</inkml:trace>
  <inkml:trace contextRef="#ctx0" brushRef="#br0" timeOffset="86">3107 12158 7860,'0'-14'1,"0"-1"1,-1 2 3459,-4 4-2271,3 2 1,-2 11-1,7 5 1,2 10-462,-2 7 1,-2 9 0,-1 4-1,0 4-213,0 5 1,0-2 0,0 7 0,0 1-305,0 2 1,-6 8 0,-2 2 0,-2-1-659,1-2 0,6-11 0,-2-4 0,3-6-1016,2-9 0,2-7 0,3-16 1,3-7-1318,0-6 1,3-7 2778,-6-9 0,6 9 0,-3-3 0</inkml:trace>
  <inkml:trace contextRef="#ctx0" brushRef="#br0" timeOffset="87">3035 12604 8586,'2'-10'1548,"3"2"0,4 2-666,4 3 0,2 1 0,1 1 0,1-2-366,2-2 0,5 0 0,-3 5 1,1 0-964,4 0 1,-4 0 0,1 0 0,-2 0-885,-4 0 0,4 0 1,-2-2 1330,-1-2 0,-28-56 0,-7-18 0</inkml:trace>
  <inkml:trace contextRef="#ctx0" brushRef="#br0" timeOffset="88">3467 12029 7830,'-19'4'0,"0"3"0,3 1 947,4 3 1,1-3 0,6 2 0,2 2 240,2 6 1,1 6 0,1 8-1,2 3-434,2 2 0,5 3 1,-5 8-1,-2 3-297,-2 0 1,-1 5-1,0-3 1,0 3-367,0 1 1,-1 1 0,-2-2-1,-4-3-306,-1-6 1,5-7-1,-2-3 1,4-3-1979,1-7 0,0-5-3588,0-7 5781,6-7 0,-17-34 0,1-14 0</inkml:trace>
  <inkml:trace contextRef="#ctx0" brushRef="#br0" timeOffset="89">4042 12115 7830,'-9'-15'486,"-1"1"1,1 1-1,-7 4 1,-2 4 599,-1 3 0,-2 2 0,2 2 1,-5 4-503,-3 9 0,3 5 0,0 11 1,0 1-403,2 1 0,1 11 0,6-4 0,1 0-88,0 1 0,6-1 0,3 0 0,5-3-155,5-2 1,7-3 0,9-6 0,2-4-42,2-1 0,2-2 1,0-5-1,-1-1 217,-2-3 0,-5 2 1,4-2-1,-3 1 238,-2-1 0,-7 3 0,-3-4 0,-1 4 150,-4 1 0,-3 2 1,-5 2-1,-5 3-111,-2 1 0,-9-3 0,-5 5 0,-4 2-525,-4 1 1,-1-3 0,2 0 0,-4 0-725,0-2 0,-3-1 0,6-8 0,4-4-713,4-4 1,6-6 0,7-9 0,3-11 1569,6-9 0,15-39 0,-3 28 0,0-1 0</inkml:trace>
  <inkml:trace contextRef="#ctx0" brushRef="#br0" timeOffset="90">4042 11367 7830,'0'-15'1267,"0"1"1,0 8 0,2 6-223,3 8 0,4 17 1,9 9-1,3 6-55,1 3 0,2 6 1,5 4-1,0 3-256,0 2 1,4 10 0,2 6 0,-17-36 0,-1 1-434,1 0 1,0 0 0,-1 2 0,-1 0 0,-2-2-1,-1 0 1,0 1 0,-2 0-176,0 1 0,-3 1 0,2 35 0,-7-4 0,-8-6-52,-9-3 0,-2 5 0,-8-3 0,-1-1-765,-3-3 0,-5-2 0,-2-3 0,-1 1-1467,1-1 0,-3-6 1,3-4-1,0-7 2158,-1-7 0,-28-36 0,-14-14 0,23 5 0,0 0 0,1 0 0</inkml:trace>
  <inkml:trace contextRef="#ctx0" brushRef="#br0" timeOffset="91">5078 12446 7823,'-6'-8'1991,"-2"1"-105,-6 7-1122,6 0 0,3 0 0,11 0 1,7 0-1,6 2 429,4 3 1,-4-4-1,5 4 1,1-3-710,2-2 1,2 0 0,0 0 0,0 0-279,0 0 1,-1 0 0,-1 0-1,-1 0-196,-2 0 1,-2 5 0,2-1 0,-4 0-1005,-4-3 0,-2-1 1,0 2-1447,1 3 1,-6-4 632,1 4 0,-7-2 1,0 2-205,-6 5 2011,-5-4 0,-31 17 0,-13 5 0,-3 0 0,0 0 0</inkml:trace>
  <inkml:trace contextRef="#ctx0" brushRef="#br0" timeOffset="92">5093 12834 7869,'-15'0'2479,"1"0"-1480,6 7 0,3-6 0,10 4 1,5-3-16,2-2 0,8 0 0,0 0 0,3 0-285,2 0 1,2 0 0,2 0 0,2 0 97,2 0 0,-2 0 1,4 0-1,-2 0-319,1 0 1,1-5-1,-3-2 1,2 1-367,-2 0 0,-2 1 0,-1 3 1,-2-1-582,-3-2 0,-2 1 0,-4 4-1116,1 0 1,0 0-1,-4 1-4977,-1 4 6562,-6-3 0,-27-2 0,-13-8 0</inkml:trace>
  <inkml:trace contextRef="#ctx0" brushRef="#br0" timeOffset="93">6862 11885 7826,'-9'0'475,"1"1"0,1 4 0,4 6 0,2 7 361,1 6 1,1 3-1,2 2 1,4 1 274,1 4 1,0-2 0,3 6 0,-3 2-380,-2 2 1,4 1 0,-5 0 0,-2 0-127,-2 0 1,-1 5 0,0 2 0,-1-1-191,-4 1 0,-3 7 0,-5-2 0,2-1-282,2 2 0,4-5 0,-5 0 0,1-1-344,1-4 1,1-2-1,7-6 1,0-6-990,0-7 0,0 1 0,2-8-290,3-6 1,3-4 0,6-9 472,0-4 0,-1-9 1,-2-10-1,-3-4 1016,-1 0 0,-3-33 0,-4-8 0</inkml:trace>
  <inkml:trace contextRef="#ctx0" brushRef="#br0" timeOffset="94">7697 11957 7830,'5'-10'0,"1"0"926,2-1 1,-3 5 270,4 1 1,-1 5-1,3 6-536,-1 9 1,-7 1 0,2 8 0,-3 1-29,-2 3 0,0 5 1,0 2-1,0 2-198,0 3 1,0 2 0,0 2 0,0 3-224,0 1 0,0 4 0,-2-2 0,-1 0-335,-2-1 0,0 4 1,4-4-1,-3-1-479,0-3 0,-1 0 0,5-12 0,-2-1-853,-2-1 0,2-4 0,-3-3-319,4-5 1,-1-9 1773,-3-5 0,-60-49 0,21 16 0,1 0 0</inkml:trace>
  <inkml:trace contextRef="#ctx0" brushRef="#br0" timeOffset="95">7438 12561 7830,'0'-10'1029,"0"1"-178,0-2 0,1 3 0,4 0 0,6 1 240,7 4 0,0-3 0,6 1 0,1 2 96,2 1 0,2 2 0,1 0 0,2 0-166,2 0 1,4-5 0,-3 0 0,1 2-220,-1 2 0,-2 1 0,-4 0 1,0-2-803,0-3 0,-1 2 0,0-5 0,-3 2 0,-1 2 0,-6-2 0,3 0 0,-2-1 0,0 1 0,0-4 0,-4 5-2759,-1-6 66,0 10 1082,-6-6-242,-1 7 531,-7 0 1,-2 0-1667,-3 0 1264,4 0 714,-6 0 533,1 0 1,3 2-320,-7 3 0,5-4 796,-4 4 0,-14-42 0,-7-11 0</inkml:trace>
  <inkml:trace contextRef="#ctx0" brushRef="#br0" timeOffset="96">9322 11813 7331,'-4'-10'314,"-1"1"1,-5-1 0,4-3 0,-1 2 0,-1 3 1185,1 2 1,2 1-770,-5 5 1,1 1 0,-6 4-218,1 5 1,-1 7 0,1 4 0,0 2-69,-1 2 0,1 4 0,-1 3 0,3 3-112,2 2 0,-3 1 0,4 7 0,-4 3 14,-2 5 0,6 3 1,1 3-1,2 1 100,2 3 0,1 7 0,0 1 0,-2 2 23,2-3 1,3 1 0,5-10 0,4-4-261,4-3 0,1-9 0,1-2 0,-1-9-114,1-9 1,-1 3 0,0-6-1,1 0-163,-1-2 1,1-9-1,-1-2 1,0 1 5,1-2 1,-1 3-1,1-6 1,-1-2-995,0-1 1,1-4-1,-3-3 1,0-4-1877,-3-4 0,1-3 1,3-2 2929,-4-1 0,-12-18 0,-7-9 0,-2-1 0,0 0 0</inkml:trace>
  <inkml:trace contextRef="#ctx0" brushRef="#br0" timeOffset="97">9538 12072 7923,'-9'-13'2027,"-1"3"-1137,7 4 0,-5 8 0,5 4 1,-2 7-42,2 4 0,1 10 1,2 1-1,0 5-156,0 4 1,0-3 0,0 4 0,-1 4-158,-4 4 1,2 0 0,-5 5 0,0-1-113,0-4 1,3-1-1,-5-2 1,1-1-521,1-4 1,0-3-1,4-7 1,0-4-1315,0-5 0,3-3-619,1-2 1,6-8 0,2-6-332,0-8 0,3-4 2360,-6-3 0,0-37 0,-5-11 0</inkml:trace>
  <inkml:trace contextRef="#ctx0" brushRef="#br0" timeOffset="98">9725 12547 11412,'15'0'0,"1"0"2089,3 0 1,-2-2 0,7-1-1,0-2-1265,-1 2 0,9-4 0,-5 1 1,0 0-407,-1-1 1,-2-2 0,3 2 0,-3 1-970,-5-1 1,2-2 0,-2 2-2711,-1-1 1,-2 5-3067,-2-2 6327,-6 4 0,-27 26 0,-13 7 0</inkml:trace>
  <inkml:trace contextRef="#ctx0" brushRef="#br0" timeOffset="99">10560 12359 15091,'0'15'550,"0"-1"0,0 7 0,0 3 0,0 5-126,0 4 0,0 3 0,0 5 0,0 1 200,0 2-794,-7 9 0,6-3 1,-6 3-1,3-4 1,-3-1-1,1 0 1,-1-2-577,4-1 0,-3-10 0,1-4-1652,2-6 1,3-9 2397,5-1 0,-4-71 0,6-24 0</inkml:trace>
  <inkml:trace contextRef="#ctx0" brushRef="#br0" timeOffset="100">10560 12518 7875,'-7'-23'639,"1"1"1,-4 4-1,6-1 364,2 2 1,4-4 0,2 2 0,6 1 32,3 2 1,6 2 0,2 1 0,-1 2-424,1 1 0,3 7 0,-3-2 1,1 4-67,4 1 0,-4 1 0,1 4 0,-2 5-139,-4 2 1,-1 3 0,-3-1 0,-2 0-139,-1 1 1,-7-1 0,2 2-1,-4 2-79,-1 1 0,0 0 0,-1-4 1,-4-1-129,-5 0 1,-4 4 0,-4-2 0,-2-3-740,-3 0 0,4-2 1,-5 0-1,-2-3-548,-1-2 1,-2-1 0,1-3 0,0 1-985,5 2 0,-3-1 0,7-5 2208,1-4 0,2-60 0,9 21 0,0 1 0</inkml:trace>
  <inkml:trace contextRef="#ctx0" brushRef="#br0" timeOffset="101">10876 11683 7786,'2'-14'1032,"3"-1"1,3 7 0,6 4 0,0 2 233,1 2 1,6 8 0,3 6-1,1 9-557,-1 4 1,3 3 0,-3 4 0,3 4 148,2 4 1,-2 6-1,-1 1 1,-4 3-146,-1 2 0,-3 0 1,-7 2-1,-3 0-309,-2 3 1,-1-3 0,-7-3-1,-4 0-285,-8-2 1,-1 5 0,-4-3-1,2 1-355,-3-1 1,-2 1 0,-7-4 0,0-2-1310,1-4 1,-1-4 0,0-12 0,0-4-1222,1-5 1,2-5 2765,-3-4 0,-35-29 0,23 3 0,-1 0 0</inkml:trace>
  <inkml:trace contextRef="#ctx0" brushRef="#br0" timeOffset="102">11711 12331 7675,'-7'-10'631,"-2"1"1,1 5 2072,-2 0-1680,7 2 1,-5 2 0,3 2 0,-4 2 0,-3 6-152,3 3 0,-2-4-1870,6 1 0,-5-5-1703,5 4 1,7-6 2699,8 2 0,22-22 0,6-7 0</inkml:trace>
  <inkml:trace contextRef="#ctx0" brushRef="#br0" timeOffset="103">12372 11870 7749,'0'-14'0,"0"0"693,0-1 0,0 6 286,0-1 0,-1 8 0,-2 2 0,-4 10 19,-1 8 1,3 5-651,-4 11 0,-1 4 1,-4 9-1,0 2 1,-2 4-1,-2 5 166,-1 2 0,-12 14 1,1-1-1,13-34 1,0 1-389,0 1 1,-1 1-1,-2 0 1,0-1-1,1 2 1,0-1 0,-1-1-1,-2-1-6,1 0 0,-1-1 0,3 0 1,1 0-1,-13 22 0,5-5-483,7-7 1,4-6 0,6-4 0,4-7-859,3-7 0,2-4 0,0-6 1,2-3-3298,3-2 4518,3-4 0,6-50 0,1-12 0</inkml:trace>
  <inkml:trace contextRef="#ctx0" brushRef="#br0" timeOffset="104">12257 11899 7749,'0'-29'112,"0"1"1,2-1 635,3 0 0,3 7 0,6 1 0,1 2 578,-1-1 1,2 1-1,3 5 1,3 1-170,1 3 1,6-1 0,-2 5 0,5-1-262,0 1 0,-2 1 1,-1 5-1,1 0-418,4 0 1,-9 5 0,4 1 0,-3 2-313,-4 4 0,-3 2 0,-9 4 1,-5 2-61,-4 3 0,-2-4 0,-4 7 1,-6 2-311,-7 4 0,-4 3 1,-9-3-1,-1 4-572,-1 0 0,-1-4 0,6 2 0,-1-4-358,0-1 0,2-5 0,3-2 412,5-1 0,4-2 1,7-6 326,8-3 1,11-4 0,10-4 0,0 1 496,0 2 0,4 6 0,-2 0 0,1 5 231,0 3 0,-7 7 0,2-4 0,-4 2 212,-6 0 0,-2 0 0,-7 5 0,0 1 88,0 4 1,-11-4-1,-5 4 1,-5-4-355,-5-1 0,-6 0 1,-3 0-1,-2-2-529,-3-3 0,0 1 0,0-7 0,2-4-1077,-2-2 1,5-9 0,3 2 0,5-5-1198,3-5 0,11-5 2524,-1-9 0,-4-55 0,7 28 0,0 0 0</inkml:trace>
  <inkml:trace contextRef="#ctx0" brushRef="#br0" timeOffset="105">13308 11597 7818,'0'-22'58,"0"2"0,0 4 0,0 2 0,0 0 1750,0-1-1224,0 7 1,-2 3-285,-3 10 0,2-2 0,-7 7 144,-1 1 0,-2 7 1,-1 3-1,0 1 162,-1 4 0,-4 9 0,0 8 0,0 8-170,-2 5 0,5 8 0,-3 3 0,3 7-183,8-34 0,1 1 1,-5 34-1,6-33 1,2-1-1,-1 38-45,4-3 0,1-4 1,0-6-1,0-4-148,0-6 1,6-6-1,4-12 1,2-4-601,3-4 1,-1-7 0,1-4 0,-1-3-895,0-2 0,1-6 1,-1-2-1,1-1-2393,-1 0 3827,-6-7 0,-2-44 0,-6-16 0</inkml:trace>
  <inkml:trace contextRef="#ctx0" brushRef="#br0" timeOffset="106">13380 12216 7818,'-8'14'414,"-5"0"1,5 2 0,0 2 293,3 1 0,3 5 0,2-3 0,0 0 68,0-1 1,0 0-1,0-6 257,0 0 0,2-7-638,3-7 1,-4-8 0,6-11-1,-2-7 143,-1-6 0,3-5 1,-4-6-1,3 0-129,2 0 1,2-7 0,3-1 0,-2 0-203,-1 3 0,-1 0 0,7 3 0,2 5-69,1 4 1,0 5-1,-5 12-58,1 9 0,-1 15 0,-1 11 0,-2 13-112,-1 12 0,-7 11 0,2 8 0,-2 4-275,2 2 1,-4-10 0,6 0 0,-2-5 41,-1-5 1,1-1 0,-5-3 0,0-6 733,0-7 0,0-6-43,0-9 0,0-8 1,2-7-1,1-12 119,2-9 1,1-6 0,-3-2 0,4-4-214,1-4 0,-4-3 0,4-4 0,0-3-557,0-5 1,-3 2 0,3 0 0,-1 0-1096,-4-1 0,3 6 0,1-2 1,-1 5 115,0 5 1,4 4 0,-4 10-1,2 6-1450,4 7 1,0 5 2653,3 6 0,6 25 0,1 7 0</inkml:trace>
  <inkml:trace contextRef="#ctx0" brushRef="#br0" timeOffset="107">14128 11626 7818,'-15'0'928,"6"4"0,1 3 1,1 1 674,4 3 0,2 8 0,1 5 0,0 5-810,0 5 1,0 4 0,0 10 0,-2 5-353,-3 3 1,-3 8-1,-6 1 1,-1 2-475,1 0 1,-5-6 0,0 0 0,3-5 279,4-3 0,1-15 1,6-4 273,2-12-521,2-12 0,-19-49 0,-4-17 0</inkml:trace>
  <inkml:trace contextRef="#ctx0" brushRef="#br0" timeOffset="108">13969 12129 7818,'0'-14'967,"0"-1"0,2 3 0,3 1-38,4 1 0,4 7 0,3-2 0,2 3 28,1 2 0,5 0 1,-3 0-1,-1 2-716,1 3 1,3-4 0,-5 6 0,1-2-1275,0-1 0,-4 1 0,4-5-1411,-4 0 1,-2-1 2443,0-4 0,-12-42 0,-4-15 0</inkml:trace>
  <inkml:trace contextRef="#ctx0" brushRef="#br0" timeOffset="109">14387 11511 7818,'-7'14'0,"-1"0"0,-1 2 990,-1 4 1,5 2 0,-3 8 0,2 4-63,3 4 0,-4 5 1,2 5-1,2 5 66,2 3 1,-4 2 0,0-1 0,0 1-434,-1-1 1,0-4-1,-6 0 1,3 0-918,-2-2 0,-1-2 0,1-7 0,3-4-13,2-4 0,1-10 1,5-5-5370,0-3 5738,0-8 0,6-40 0,2-16 0</inkml:trace>
  <inkml:trace contextRef="#ctx0" brushRef="#br0" timeOffset="110">14833 11885 7800,'0'-15'1071,"-5"6"1,-2 1-112,-1 1 1,-1 3 0,-6 5 0,-1 4-328,-3 4 0,2 11 0,-7 4 0,0 4-417,1 6 0,-2-2 0,6 5 1,1-2-239,2-3 0,3 3 0,4-1 0,4-2-93,3-2 1,4-6 0,3-2 0,4 1 164,4-1 0,1-4 1,1 1-1,-2-3 313,-4-2 1,4 1-1,-5-1 1,2 0 94,-1 1 0,-6-1 1,2 1-1,-3 1 108,-2 3 1,-7-3-1,-2 1 1,-4-4-420,-1-3 0,-6-1 0,0 4 0,-1-3-959,0-6 1,2-2-1,5-2 1,-1 0-887,1 0 0,-1-8 0,3-5 0,2-6 1698,5-3 0,-2-42 0,0-18 0,1 22 0,1 0 0,0 0 0</inkml:trace>
  <inkml:trace contextRef="#ctx0" brushRef="#br0" timeOffset="111">14746 11496 7800,'0'-14'1345,"2"4"0,3 2-199,4 2 0,4 1 0,3 7 0,3 2 42,5 6 1,3 9 0,2 7 0,0 6-436,0 6 1,-5 5 0,0 5 0,0 7 214,-2 5 1,2-1-1,-8 5 1,-3 0-481,0 4 0,-7 2 0,-1 0 1,-5-3-489,-5-4 0,-3-4 0,-8-2 0,-3 1 0,-5 0 0,-5-7 0,-3-3 0,-3-4 0,-2 0 0,5-3 0,-1-4 0,2-10-2371,2-11 0,7-8 1,3-10-1,1-4 2371,-1-8 0,-3-33 0,-7-13 0</inkml:trace>
  <inkml:trace contextRef="#ctx0" brushRef="#br0" timeOffset="112">15797 11654 7676,'-5'-14'689,"0"0"1,-1-1-1,2 1 264,0 0 1,0 14 0,8 8 0,0 11-74,0 8 1,-3 5 0,-1 11 0,0 2-268,0 3 0,0 3 0,0 8 1,-1 2-397,-4 1 0,2 5 0,-7-3 0,0 0-596,2 0 1,-4 2 0,4-7 0,0-6-708,3-7 0,-2-8 0,3-12-1550,0-2 1,1-13 2635,-2-1 0,-28-46 0,-13-11 0</inkml:trace>
  <inkml:trace contextRef="#ctx0" brushRef="#br0" timeOffset="113">15494 12187 11045,'20'0'1249,"-1"0"0,6-5 0,1 0 0,6 2-375,6 1 1,4-2 0,1-1 0,0 2-526,0 1 1,0 2 0,-1 0 0,-2 0-1180,-2 0 1,-6 0-1,2 0 1,-5 0 829,-5 0 0,-55 13 0,-18 3 0</inkml:trace>
  <inkml:trace contextRef="#ctx0" brushRef="#br0" timeOffset="114">17278 11726 7748,'-14'-6'1400,"0"4"-666,-1-2 1,6 8 0,1 6-437,1 3 0,-2 8 0,4 3 0,0 4 1,-1 6-1,-4 4 0,-3 5 0,-1 5 0,-2 5 387,-3 3 0,-2 2 1,-5-1-1,2 1-500,-1-1 0,-4 1 0,-3 1 0,-1 0-275,1-1 0,3-4 0,5-12 0,5-4-589,3-4 1,9-12-1,7-8-569,8-7 1,11-7 0,5-8 1247,4-11 0,7-42 0,-17 19 0,0 1 0</inkml:trace>
  <inkml:trace contextRef="#ctx0" brushRef="#br0" timeOffset="115">17192 11827 7755,'0'-19'367,"0"0"1,5 0-1,1 4 1,2 2 693,3 4 0,7 1 0,1 5 1,0-2-299,2 2 0,2 1 0,4 2 0,-2 0 17,-1 0 0,-1 0 0,2 2 0,-2 2-347,-3 6 1,-2-2-1,-7 2 1,-3 1-240,-1 2 0,-3 1 0,-4 0 0,0 1-102,0-1 1,-1 5 0,-4 0 0,-6-1-128,-7-2 0,2 0 0,-5 2 0,2 1-420,0-2 0,0-2 0,4-4 0,1-3-1155,0-2 0,4 4 564,1-5 0,7 0 1023,2-5 0,6 0 0,9 0 0,-1 0 71,0 0 0,1 1 0,-1 4 0,1 5 428,-1 2 0,-4 4 1,-1 3-1,1 5 231,-2 4 0,-2 2 1,-6 2-1,0 3-239,0 2 1,-1-5 0,-4 1-1,-5-2-179,-3-2 1,-1-2-1,-2-3 1,-2-5-110,-1-3 1,-1-3-1,0-4 1,-4-2-410,-3-1 1,-2-4 0,1 3 0,-1-5-658,0-5 1,0 2 0,1-7 0,0 0-2468,4 2 0,4-4 3353,5 2 0,14-22 0,2-6 0</inkml:trace>
  <inkml:trace contextRef="#ctx0" brushRef="#br0" timeOffset="116">18199 11309 7707,'-22'0'196,"-4"0"0,5 2 1,1 3-1,-1 6 1,2 6-1,-2 9 1,-1 6 652,-1 6 0,-2 7 1,4 6-1,-2 10-443,-2 8 1,-2 1 0,13-30 0,0 0 0,2-1 0,-1 0 119,-11 36 1,6 4-1,1-3 1,6 0-134,6-3 0,3-7 1,4-6-1,3-4-238,4-3 0,4-6 0,1 0 0,1-3-294,-1-6 1,5-3 0,0-4 0,-1-1-591,-2-1 1,3 1 0,2-11 0,0-1-2790,0-2 3518,4-2 0,-22-12 0,2-4 0</inkml:trace>
  <inkml:trace contextRef="#ctx0" brushRef="#br0" timeOffset="117">18487 11741 7761,'5'-10'152,"-1"1"1,0-3 0,-4 1 0,-4 0 392,0 1 1,-8 7-1,4-3 1,-1 1-218,-1 0 0,1 0 0,-6 5 0,1 0 494,0 0-677,6 0 0,-5 5 0,3 2 0,-3 1 0,-1 4 0,1 4 0,2 4 84,1-3 1,2 6-1,-1-1 1,4 2-123,3 0 0,2-5 0,0 5 1,2 2-1,3 1 1,-2-5-1,7-1 1,1-2 140,2 0 0,-1 1 1,0-6 385,-3 0 1,-6 1-365,2-1 1,-3-4 0,-4-2 0,-3-2-240,-4-3 1,-4 0 0,-1 1 0,-1 0-255,1 0 1,-1-3 0,-1-1 0,-1 0-1020,-2 0 1,4 0-1,6 0-793,-2 0 1,4-6 519,2-4 1,5-1 1514,5 1 0,-3-2 0,4 4 0</inkml:trace>
  <inkml:trace contextRef="#ctx0" brushRef="#br0" timeOffset="118">18588 11913 7793,'8'0'2314,"4"0"-1204,-2 0 0,-2-4 0,2-1-397,1 2 0,2-4 1,3 1-1,1-2-256,2-3 1,2 3-1,-3-2 1,1-1-309,-2-2 1,4-1 0,-2-1-1,-1 1-180,-2 0 1,-8-1 0,-3 1 0,-4-1-293,-1 1 1,0 4-1,-1 2 1,-6 2-79,-7 3 1,-7 1 0,-8 4-1,1 4 261,-1 9 1,0 1 0,0 8 0,1 3 165,-1 5 1,5-2-1,3 5 1,3-1 132,6-1 1,7 3 0,0-4 0,5 1-211,5-1 1,8-6-1,7-6 1,3-2-717,2-5 0,3-7 0,0 2 0,1-1-161,0-4 1,-5-6 0,-2-4 0,-1-2 257,-3-7 0,1 1 0,-3-6 670,-3 1 0,11-47 0,-9 24 0,0 1 0</inkml:trace>
  <inkml:trace contextRef="#ctx0" brushRef="#br0" timeOffset="119">18947 11928 7793,'10'-8'2207,"-1"3"-1015,-5 3 0,8 2-226,-2 0 1,3 0 0,1 0-404,1 0 1,-1 0-1,0-1 1,2-2-310,4-2 1,-4-6-1,3 1 1,-2-3-228,2-1 1,-7-5 0,0 0 0,-2 1-106,-2 2 1,-5 2 0,0 1-1,-6 2-459,-6 1 0,-11 7 0,-4-2 0,-3 5 77,-1 5 0,-1 8 1,0 7-1,0 3 333,0 2 1,5 7-1,2 2 1,1-1 71,4 3 1,6-6 0,3 4 0,3-4-231,6-1 0,6-2 0,9-3 1,1-5-379,2-3 0,7-8 0,-2-3 0,2-4-140,-2-1 1,1 0 0,-6-1 0,-1-2 802,-2-2 0,-2-5 0,-1 4-510,-3-2 775,-4 5 1556,-6-4 1,0 1-710,0-4 0,0-3 0,0-1-436,0 0 0,6-1 0,2 1 0,2 0-16,0-1 1,-1 1 0,6-1 0,-1 1-228,0 0 1,2 4 0,2 2-102,1 2 1,0 1-1,-4 6 1,-2 4-327,-4 5 0,-3 7 0,-6 4 1,0 0-642,0 0 0,0 4 1,0-1-1,-1 2-1274,-4-2 0,2 1 0,-7-4 0,1 2-995,1 2 2904,-5-4 0,-26 2 0,-13 0 0,-7 1 0,0-1 0</inkml:trace>
  <inkml:trace contextRef="#ctx0" brushRef="#br0" timeOffset="120">18401 12302 7785,'-7'-14'922,"-2"-1"0,2 6 534,2-1 1,5 8-733,5 2 0,-2 8 0,5 10 1,-1 3-159,-4 1 0,-1 7 1,-2 6-1,0 2-250,0 3 0,0-3 0,-2 1 0,-3 2-106,-4 1 0,-3-2 0,1-2 0,2-2-63,-3-3 1,4-8 0,0-5-199,2-3 0,1-10 0,7-6-9,3-8 1,-2-6 0,6-5 0,4-4 206,5 1 1,-2-5 0,3 4-1,-3 1 202,-2 3 1,1 3 0,-1 1 0,0 3 159,1 2 1,-1 4-1,1 6-370,-1 0 1,-6 8 0,-2 4-559,1 6 1,-6 1 0,4-4-1,-3-1-837,-2 0 1,1 1 0,3-1-1,2-1-373,2-3 1,2-4 0,4-6 1628,0 0 0,14-32 0,2-8 0</inkml:trace>
  <inkml:trace contextRef="#ctx0" brushRef="#br0" timeOffset="121">18746 12518 12236,'14'0'1373,"1"-2"1,-1-1-1,2-3-574,3-2 0,-3 3 0,5-5 0,-2-1-450,0-2 1,5 0-1,-5 2 1,-1 2-342,-2-3 1,-3 0-236,-4-3 0,-4 1 0,-10 1-334,-4 3 1,-6 4-1,-2 6 1,-4 2 154,-1 2 1,-2 6 0,-5 8-1,0 2 394,0 3 0,1 2 0,0 7 0,3 4 311,1 0 0,8-2 1,2 3-1,7-2-13,6-3 1,1-3 0,3-4 0,5-4-518,6-5 1,8 0 0,-1-11-1,2-2-349,2-1 1,-4-2-1,0 0 1,-2 0-341,0 0 1,0-5 0,-4-2 0,-1-1 1,0-3 0,-1-2 0,-2-1 0,-1 0 431,1-1 1,2-1 0,0-1 0,-2-3 486,-1 3 0,-1-1 0,6 1 0,-1-3 0,0 3 0,1-4 0,-2 2 0,-2 0 130,-2-2 0,-5 5 0,0-3 851,-2 3 0,-4 8 0,-2 3 187,-6 3 0,-8 9 0,-1 2 1,0 6-296,-2 4 1,5-1 0,-3 6 0,3 1-571,2 2 0,-1 2 0,1 0 1,1 0-141,4-1 1,1-4 0,4-1 0,0-2 126,0-4 1,4-1 0,5-3-278,5-3 0,2-4 0,3-6 1,-1-2-362,1-2 0,-1-4 0,0-8 1,1-2 239,-1-1 0,-4-5 0,-1 3 1,1-1 135,-2-4 1,5 4-1,-5-2 1,1 0-90,1 1 1,-7-2 0,4 6 0,-3 1-554,1 2 0,2 2 350,-3-1 1,-2 9-1,1 6 1,-4 8 168,-4 5 1,-2 6 0,4 2 0,-3 1 48,-2 4 1,3-4-1,-3 0 1,2 1 214,2-1 1,-2-4 0,1 1 0,2-3 137,1-2 0,2 1 1,0-1-66,0 0 0,2-1 0,3-3-78,4-5 0,-1-4 0,2-1-36,1 0 1,2-1 0,1-4 0,1-5-69,-1-3 0,0-1 0,1 0 0,-1-1-114,1 1 1,-6-1-1,1 1 1,1 0-91,2-1 0,-4 1 0,-1-1-97,-1 1 0,2-5 0,-4 0 0,-2 1-61,-1 2 0,-2 2 0,0-2 1,0-2-337,0-1 1,0 0 0,0 4 0,0 1-1080,0 0 0,0 4 64,0 0 0,0 9 1653,0 1 0,6 6 0,9 60 0,7 12 0</inkml:trace>
  <inkml:trace contextRef="#ctx0" brushRef="#br0" timeOffset="122">19379 12561 10892,'0'10'1121,"0"-1"1,0 2-485,0 2 0,-2 6 0,-1 2 0,-2 1-127,2 4 0,1 0 0,2-1 0,0-2-72,0-3 1,0 0 0,2-8-141,3-2 0,3-5 1,6-10-1,1-8-3,-1-9 1,5-4 0,0-12-1,-1-2-180,-2-2 0,-6-3 1,-2-1-1,0-2-202,0 2 1,-5-5 0,2-1 0,-4 1-838,-1 3 0,0 5 1,0 5-1,0 6-2933,0 6 3138,0 12 0,0 14 0,0 11 1,2 5-19,3 3 0,-2 5 0,5-5 0,0-1 298,0-2 1,0-2 0,3 1 0,-3-1 426,-2 1 0,5-6 0,-1-1-109,3-1 0,-4 2 0,-1-2 1829,-1 0 0,-2-2-624,-5 5 0,0-1 0,-2 6 1,-1-1-538,-2 1 0,-5-1 1,6 2-1,-1 3-453,-2 5 0,6-1 0,-4-1 0,3 0 73,2 1 0,0-1 0,0 2 1,0-3 100,0 0 0,2-5 0,1 3 1,2-3 216,-2-2 1,-1 1 0,-4-3-186,-3-2 1,2 1 0,-6-6-1103,-3-2 1,0-1 0,-3-2 0,1-2-777,0-3 0,4-3 0,2-8 0,0-1 1578,0-2 0,3-24 0,0-10 0,-2-2 0,0-1 0</inkml:trace>
  <inkml:trace contextRef="#ctx0" brushRef="#br0" timeOffset="123">19724 12057 7776,'15'-14'-543,"-7"4"1,-2 2 769,0 2 0,-4 0-172,3 1 0,-2 2 0,0-7 0,2-1 0,-2-2 1,-1-1-56,-2-1 0,-19-12 0,-5-3 0</inkml:trace>
  <inkml:trace contextRef="#ctx0" brushRef="#br0" timeOffset="124">19681 11151 7776,'-8'6'895,"5"4"1,6 3 54,7 1 1,9 8 0,5 6-1,3 5 29,2 4 1,-1 6-1,3 7 1,1 2-76,1 8 1,3-1 0,-4 8-1,1 2-260,-1 1 0,-6 7 0,-6-1 1,-2 0-107,-5-3 1,-8-1 0,-1 0-1,-2-2-246,-2-3 1,-11 2 0,-5-6 0,-3-3-315,-2-1 0,-10 2 0,3-3 0,-4-5-177,-3-2 0,-1-8 0,-4 2 0,2-9-269,-2-5 1,7-6 0,4-12 0,8-3-1069,5-5 1,8-12-1,3-9 1,5-11-1494,5-10 0,3-6 3029,6-5 0,-3 6 0,-1-5 0,1-6 0,1 0 0</inkml:trace>
  <inkml:trace contextRef="#ctx0" brushRef="#br0" timeOffset="125">16502 11899 7804,'-2'-8'237,"-3"3"0,2 5 1,-5 5-1,2 6 880,2 7 1,3 6 0,1 9 0,0 7-531,0 7 0,0 4 1,0 8-1,0 3 499,0 6-967,0-5 0,-5 11 1,-1-5-1,-2-2 1,-4-2-1,1-5 1,0-4-173,1-4 0,2-12 0,-3-3 0,3-10-2346,2-8 923,1-3 0,5-9 0,0-7 659,0-8 0,5-7 1,0-4-1,-2-6 817,-2-7 0,2-23 0,1-10 0,0-9 0,0 1 0</inkml:trace>
  <inkml:trace contextRef="#ctx0" brushRef="#br0" timeOffset="126">16487 12172 7804,'-5'-19'0,"1"0"0,-1 3 550,-2 5 1,6-2-1,-4 4 918,3-4 1,4-2-796,3 1 0,3 6 0,8 3 1,1 4-178,2 1 1,7 0 0,-2 0 0,3 0-133,2 0 1,-5 6-1,-2 4 1,1 2 66,-1 3 0,-4-1 0,-1 0 1,-4 2-54,-3 4 1,-7-3 0,2 6 0,-4-1-259,-1 0 0,0-4 1,0 1-1,-1-1-134,-4 1 0,-3-5 0,-5 2 0,2-6-157,1-4 1,-1 4 0,-6-5 0,-3-2-757,3-2 0,1-1 0,1 0 0,1-1-565,0-4 0,6 2 0,1-7 0,2-1-250,1-2 1,-1-1 1741,5 0 0,38-39 0,10-10 0</inkml:trace>
  <inkml:trace contextRef="#ctx0" brushRef="#br0" timeOffset="127">16947 12043 7804,'-7'-2'1113,"2"-2"1,2 2 4241,-2-3-5116,3 4 1,-3 5-2582,10 1 2342,-3 0 0,17-5 0,-3 0 0</inkml:trace>
  <inkml:trace contextRef="#ctx0" brushRef="#br0" timeOffset="128">16502 11352 7928,'-15'-4'1258,"1"-1"0,7 2 0,6 7 1,6 6-230,3 3 0,1 3 0,6 1 0,0 2-114,5-1 0,2 4 0,7 2 1,1 4-196,4 0 1,-1 1 0,9 2-1,4 0-182,4 3 1,7 6-1,7-2 1,2 2-214,3-1 0,-34-18 0,2-1 0,0 0 0,1-1 0,-1 1 0,1 1-201,-3 1 0,0-1 1,35 18-1,-6-1 1,2 2-125,3 2 0,1-6 0,2 0 0,0-3 0,0 1 0,1 1 0,-35-19 0,-1 0 0,2 1 0,-1-1 0,0 1 0,-1-2 0,35 16 0,-3-1 0,-2 2 0,2 2 0,-12 1 0,-4-3 0,-6 1 0,-4-1 0,0-1 0,-2-4 0,-2-1 0,-6-2 0,-4-5 0,-3 3 0,-2-1 0,1-4 0,-4-1 0,-2-1 0,-3-1 0,-3-4 0,-2-2-1458,-1-2 0,-7-3 0,2-7-179,-4-6 1,-2-9 0,-6-5-1,-7-3 285,-8-2 1352,-6-6 0,-15 9 0,-16-2 0,-2 0 0,-4-5 0,-1 0 0,1 0 0</inkml:trace>
  <inkml:trace contextRef="#ctx0" brushRef="#br0" timeOffset="129">16214 13007 7898,'-42'0'69,"5"0"0,7 0 467,4 0 0,15-2 0,2-2 0,7-8 247,7-5 1,9-12-1,13-11 1,10-6-200,11-7 1,-18 25 0,3 0 0,2-1 0,3 0 0,4-1 0,2 0 150,5-4 1,1 1 0,5 1 0,1 0 0,6-6 0,2 0 0,5 0 0,3 0-446,-21 11 0,0 1 0,2 0 1,2-1-1,1 0 0,1 0 0,1-1 1,2-1-1,-1 1 0,1 0 0,0 1 1,-1-1-288,-1 0 0,0 1 0,0 0 1,-1 3-1,0 1 0,0 0 1,0-1-1,0 1 0,0 0 1,0 0-1,0 2 0,1-1-3,-1 1 0,1 1 0,-1 0 0,20-6 0,-2 0 0,1 1 0,0 2 0,-5 1 0,-1 1-8,-4 1 1,0 1 0,-3 1 0,-1 1-1,-3 2 1,-1 1 0,-4 0 0,-1-1 7,-5 1 0,0 0 0,-7 2 0,-1 0 0,32-11 0,-8 1 0,-5 0 0,-8 4 0,-4-3 0,-7 2 0,-7 0 0,-9 0 0,-5 6 0,-4 2 0,-6 1 0,-2 7 0,-7-5-150,0 3 0,0-3 0,0-6-3003,0-1 0,0 6 3294,0-1 1,-13-25 0,-3-11 0</inkml:trace>
  <inkml:trace contextRef="#ctx0" brushRef="#br0" timeOffset="130">2906 14719 7793,'-10'0'-118,"1"0"1,-2 0 2704,-2 0-436,-2 0-1103,7 0-141,2 0 1,6 2 0,0 3 171,0 4 1,0-1-1,0 2-315,0 1 1,0 2 0,0 1-355,0 0 1,0 2 0,0 2 0,2 1-9,2-1 1,0 4 0,5 2 0,2 3 15,2 2 1,3 2 0,2 0 0,2 5 6,3 0 1,1 1 0,5 3 0,-1-1-316,1 0 0,5 3 0,-1 0 0,-1-2-110,-1-2 0,-3-4 0,1 2 0,-2-2 0,-3-7 0,-3 0 0,-6-6 0,-1 0 0,0 0 0,-1-2 0,-3-5 0,-4-1 0,0-3-3641,-4 2 1617,4-10 1,-7 4-1,-4-7-410,-5-4 0,2 2 2434,-1-7 0,-39-31 0,17 13 0,0 1 0</inkml:trace>
  <inkml:trace contextRef="#ctx0" brushRef="#br0" timeOffset="131">3525 14647 7793,'-15'-8'308,"1"2"1,-1 6 0,1 1 477,0 4 0,-2 5 0,-2 9 0,-1 5 138,1 3 0,1 4 0,-1 2 0,-3 5-82,-1 4 1,3 3-1,-5 1 1,-2 4-321,-1 1 0,-2 0 0,0 3 0,1-2-25,-1-3 1,-5 1 0,1-4 0,1 0-300,1-4 1,4-2 0,3-10 0,5-4-1427,3-4 0,3-3-1384,4-4 1,4-7 290,10-3 0,3-4 2321,6-1 0,1-13 0,-1-3 0</inkml:trace>
  <inkml:trace contextRef="#ctx0" brushRef="#br0" timeOffset="132">4071 14805 7769,'-6'-8'1702,"-4"4"0,2 2 594,-1 2-1671,5 0 0,0 5 0,8 1 0,6 2 1,3 2-1,3-1 0,3 1 1534,5 1 0,-2-4-1833,2-3 0,0 3 0,5-2 0,0-2 0,0-2 0,-1-1-78,1 0 0,-5 0 1,-1 0-1,-3 0-440,-2 0 0,-2 0 0,-2 0-2578,1 0 0,-9-3 1007,-6 3 1,-8 0 0,-11 13 0,-5 5 1762,-3 2 0,-12 7 0,-13 6 0,-1 2 0,-5 4 0,1 0 0,-1-1 0</inkml:trace>
  <inkml:trace contextRef="#ctx0" brushRef="#br0" timeOffset="133">3971 15237 7769,'-8'7'2415,"-5"-6"0,13 6-1053,0-7 1,6 0-1,9 0 1,1 0-424,3 0 0,-2 0 0,7 0 0,0 0-492,-1 0 0,2-5 0,-4 0 0,0 2-1116,0 1 1,3 1 0,-4-3 0,1 0-2588,0 0 0,3 3 3256,-5 1 0,-19 0 0,-10 0 0</inkml:trace>
  <inkml:trace contextRef="#ctx0" brushRef="#br0" timeOffset="134">5510 14604 7753,'-8'-6'198,"-3"2"1,4-5-1,1-2 1,-2-2 2365,0-2-1098,5 7-1109,-4 2 0,7 8 0,2 2 1,1 8-1,2 5 0,0 9 569,1 6 1,-4 6-1,4 9 1,-1 2-436,0 2 0,0 4 0,-5 5 0,0 3 84,0-3 1,0 0-1,-2-3 1,-1-1-343,-2-3 1,-6-5 0,1-8 0,-1-3-151,1-2 1,-1-3 0,5-8-3052,-2-5 92,5-3 1,-2-10-118,10-6 0,3-6 2993,6-8 0,0-33 0,1-7 0</inkml:trace>
  <inkml:trace contextRef="#ctx0" brushRef="#br0" timeOffset="135">6747 14532 7122,'-14'5'-112,"-1"0"1,7 6 0,2 0 0,1 5 921,0 3 0,1 8 0,4 2-239,0 8 0,0 6 1,0 3-1,-2 4 0,-1 0 1,-2 1-1,2-2 0,0 2 1,-1-1 42,0 0 0,-8-2 0,5-7 0,-3-1-730,0-2 1,2-6-1,-3 2 1,2-4-595,-3-1 0,4-6 0,0-4 0,0-3-3783,0-2 4493,5-6 0,-42-33 0,-3-15 0</inkml:trace>
  <inkml:trace contextRef="#ctx0" brushRef="#br0" timeOffset="136">6330 15079 7734,'0'-15'171,"0"1"1,2 1-1,2 4 1,8 4 947,5 3 1,1-2 0,7-1 0,4 0-318,3-1 0,2 4 0,-6-3 0,1 4-144,0 1 1,5 0 0,-3 0 0,-2 0-882,-3 0 1,-2 0 0,5 0 0,-2 0-863,-3 0 0,-2 0 1,-4 0-1,1 0-4007,-2 0 5092,-1 0 0,-59 12 0,-14 4 0</inkml:trace>
  <inkml:trace contextRef="#ctx0" brushRef="#br0" timeOffset="137">7970 14431 7759,'-8'-14'5,"-5"0"1,5-1 0,-1 2-1,1 2 1,0 2 0,1-3 411,1 0 1,0 2-1,2 0 150,0-1 0,-6 3 0,4 0 221,-2 2 0,-2 3 1,-6 8-129,-3 4 1,3 10-1,-5 7 1,2 4-132,0 4 0,-2 11 0,3 1 0,-1 7 17,2 6 0,1 3 1,1 1-1,2 4-21,4 3 1,2 7 0,7 0 0,0-4-156,0-4 0,7-5 1,4-7-1,5-1-264,3-3 1,5-5-1,-3-10 1,1-4-275,4-4 1,-1-3 0,1-3 0,-2-4-720,2-4 1,-4-4-1,0 0 1,-1-4-616,-3-2 0,3-1 0,-2-5 0,-2-2-3096,-1-3 4598,-1 4 0,-14-50 0,-2-5 0</inkml:trace>
  <inkml:trace contextRef="#ctx0" brushRef="#br0" timeOffset="138">8445 14503 7802,'-7'-14'992,"4"1"-233,-6 4 0,1 5 0,-2 12 1,5 10 27,4 8 1,-1 1 0,-1 11 0,-2 2 159,2 2 1,1 1 0,2 2 0,-1 2-297,-4 6 1,2 2-1,-5-1 1,0-1-179,0 1 0,-2 0 1,-4-1-1,-1-6-404,1-7 1,4-1 0,2-5 0,2-4-653,3-4 0,1-5-859,2-7 1,7-6-1,2-5 1,4-7-1252,1-11 1,-1-1 2692,-3-8 0,3 7 0,-5-4 0</inkml:trace>
  <inkml:trace contextRef="#ctx0" brushRef="#br0" timeOffset="139">8632 15064 14478,'19'-4'0,"2"-3"1361,1-1 0,4 3 0,7-3 1,6 0-639,2 1 0,2 2 0,-1-3 0,-2 1-705,-2 4 1,-1 0 0,1 0 0,-4-2-1448,-4 2 1,-7 1-1,-2 4-190,-1 3 1,-4-2 0,4 6 1618,-4 3 0,-15 13 0,-2 5 0</inkml:trace>
  <inkml:trace contextRef="#ctx0" brushRef="#br0" timeOffset="140">9682 15079 7774,'-14'0'364,"4"1"0,2 4 0,0 5 578,0 3 0,5 1 1,-2 2-1,4 3-252,1 5 1,0 8 0,0 5 0,0 1-375,0 2 0,-2 7 0,-1-6 0,-4 6-102,-1-1 0,-1 3 1,-6-2-1,1-6 43,0-5 1,4-12-58,0-5 0,7-11 1,-2-10-1,4-12-121,1-13 1,6-9-1,4-10 1,1-5 2,-1-7 1,2-4 0,-2 0 0,3-6-69,1-2 1,5 3-1,2 1 1,2 2 207,2 4 0,2-1 0,2 8 0,1 13 109,4 11 1,-4 10 0,4 10-1,-4 6 79,-1 6 0,-7 11 1,-2 10-1,-6 3-119,-4 2 0,-4 5 0,-6-1 0,-2-1-1,-2-1 0,-6-1 1,-9 2-1,-5 1-318,-3-1 0,-2-6 0,-1-4 0,-2-1-441,-2-3 1,-6-2 0,3-3 0,-1-4-1061,0-4 0,6-3 0,-2-4 1,4-3-2101,1-4 3629,6-11 0,3-53 0,13 26 0,-1 1 0</inkml:trace>
  <inkml:trace contextRef="#ctx0" brushRef="#br0" timeOffset="141">10071 14115 7738,'0'-10'1894,"0"1"0,1 5-627,4 0 1,-2 10 0,8 8 0,4 9-220,2 4 1,7 8-1,-3 4 1,1 4-366,4 5 1,1 4 0,2 11 0,0 2-297,0 1 0,-9 4 0,-4-4 0,-6 1-162,-4 0 0,-7-6 0,-9 1 0,-4-3-254,-5-1 1,-4-5-1,-6-2 1,1-2-916,-1-2 1,0-7-1,0-5 1,1-3-1019,-1-5 1,6-9-1,4-4 1962,3-8 0,-19-22 0,-8-11 0,-4-1 0,0 0 0</inkml:trace>
  <inkml:trace contextRef="#ctx0" brushRef="#br0" timeOffset="142">10833 14503 7843,'-8'7'2078,"3"2"-714,4 4 1,2 6-682,4 0 0,-2 9 0,7-1 0,1 6 0,3 4 0,4 5 1,1 2-1,0 4 0,1-1 0,-1-2 629,-2-2 1,-1 0 0,-1-2-1,-2-1-1230,-4-1 1,2-7 0,-4 0 0,-1-5-369,0-3 1,1-6 0,-4 1-1589,2-3 1,4-7-1,-2-2-4801,1-6 6675,1-4 0,-7-56 0,-4-11 0</inkml:trace>
  <inkml:trace contextRef="#ctx0" brushRef="#br0" timeOffset="143">11380 14676 7682,'-15'0'465,"1"5"1,1 1 1231,4 2 1,-4-3-1,3 6 1,-4 5-819,-5 7 1,-10 5 0,-9 6-1,-7 7-570,-8 11 0,-8 2 0,24-21 0,-2 1 0,-1 0 0,0 1-177,0 0 0,0 0 0,0-2 0,1-2 0,4-1 0,0-1 0,2-2 0,0-1-23,-24 24 0,15-10 0,18-12-1340,13-7 0,16-11 0,9-7 1231,9-6 0,-8-38 0,-3-16 0,2-6 0,1 0 0</inkml:trace>
  <inkml:trace contextRef="#ctx0" brushRef="#br0" timeOffset="144">10862 14575 7794,'-15'-1'458,"1"-4"0,4 3 459,1-3 1,6 2-39,-2-2 1,5 2 0,5-5 0,4 2 406,4 3 1,0 3 0,-2 4-727,-1 6 0,-7 8 1,3 2-1,-1 3-199,0 2 0,4 7 0,-2 4 1,1 0-183,3 4 1,-1 2 0,2 1 0,4 0 41,0 0 0,2 1 0,0-1 0,2 0 55,3 0 1,-1-1 0,4-4 0,-2-4 32,1-4 1,2-1 0,1-1 0,-3 0-11,-1-4 1,-6 3 0,1-5 0,-3 2-140,-2 0 1,1-6 0,-3 1 0,-2-3-104,-5-2 0,-2 1 1,0-1-104,2 0 0,0-4-63,-5 0 1,-2-7 163,-3 2 1,-3-4-74,-6-1 1,0-1 0,1-4-1,2-3-228,1 0 1,0-5 0,-2 2 0,0-5-125,3-3 0,-1-2 0,-4 2 0,0-5 150,-1-3 1,-1-2 0,-1 0 0,-3-1 147,3-4 1,-4 4 0,2-4 0,1 2 56,2-1 1,2 1 0,-1-5-1,3 2 48,2 3 1,-1-3 0,5-1 0,-1 0-29,1-4 1,1 4 0,3 3 0,-1 2 84,-2 3 0,1-1 0,4 0 0,-2 2 243,-3 3-1,4 3 1,-4 7 0,3-1 296,2 1 1,0 0-219,0-1-887,0 1-531,0 6-998,0 1-2254,0 7 1596,0 0 1,2 5-1346,3 0 4008,-4 0 0,-20 40 0,-13 11 0</inkml:trace>
  <inkml:trace contextRef="#ctx0" brushRef="#br0" timeOffset="145">10531 15381 7832,'-6'-10'187,"-4"1"1,2 4-1,0-5 791,2-1 1,1 3-1,6-1 1,4-3-68,5 0 0,7-8 1,6 0-1,4-4-180,8-7 0,7-2 0,6-9 0,4 1 5,4-4 0,7-1 1,1 1-1,1-2-399,-31 24 1,1-2 0,-1-1 0,1 0 0,-2 1 0,1 2 0,28-24-75,-3 3 0,-8 0 0,-1 0 1,-4-3-177,-3-1 1,-3 5 0,-12 6 0,-4 4 266,-5 6 1,-6 1-288,-9 12 0,0 3 0,-14 11 0,-3 0 109,-4 0 0,-1 11 0,-6 5 0,-2 6-309,-1 8 1,-2 1-1,1 6 1,-3-1-138,-2 1 1,1 1 0,-7 6 0,1-1-85,1 0 0,-6 5 0,2 2 0,-7 2 115,-4 7 1,24-27 0,-1 0-1,-2 3 1,1 1 0,2-3 0,0 1-325,-21 28 1,7-9 0,7-5 0,9-7-668,9-7 1,7-7 0,17-14-3379,7-3 4608,0-4 0,-12-38 0,-12-8 0</inkml:trace>
  <inkml:trace contextRef="#ctx0" brushRef="#br0" timeOffset="146">5726 16849 7862,'-7'-15'1263,"4"2"1,-5 2 598,2 2 0,1 7-1098,5 2 0,0 6 1,2 10-1,1 4 50,2 4 1,-1 3 0,-4 3 0,0 5-169,0 8 0,-1 7 1,-2 8-1,-2 1-243,2 3 0,-5-1 1,0 8-1,-2 1-216,0 0 1,1 4 0,-4-12 0,2-1-52,1-2 1,2-3 0,-3-5 0,3-8-629,2-7 1,1-11 0,5-3-1946,0-1 0,1-8 972,4-8 1,3-12 0,5-7 0,-2-8-160,-1-6 1624,-7-7 0,-5-11 0,-2-8 0,-4-8 0,0 1 0</inkml:trace>
  <inkml:trace contextRef="#ctx0" brushRef="#br0" timeOffset="147">6733 16834 7788,'-15'0'338,"1"0"0,1 2 0,4 3 1,2 6-1,2 5 0,1 5 839,0 1 1,3 4 0,1 7 0,0 5-493,0 4 1,0 1 0,0 2 0,0 1-127,0 2 1,0 7 0,0-4 0,-2 0-290,-3-3 1,2-3 0,-6-2 0,-1-2-162,2-2 1,0-4-1,5-8 1,-2-3-2126,2-5-161,1-3 1,2-9 0,0-7-11,0-8 1,-1-7 2186,-4-4 0,-48-35 0,18 19 0,0 1 0</inkml:trace>
  <inkml:trace contextRef="#ctx0" brushRef="#br0" timeOffset="148">6330 17338 7788,'0'-15'445,"2"3"303,2 2 0,0 2 1,5 5 163,2-2 0,7 0 1,1 4-1,0-3 247,2 0 0,-3-1 0,6 5 0,1 0-333,2 0 0,-3 0 1,0 0-1,0 0-615,-1 0 1,4 0-1,-5 0 1,2 0-1105,0 0 0,-5-5 1,5 0-1,0 0-2140,-1-1 0,2 4 3033,-5-2 0,-1-4 0,-5 0 0</inkml:trace>
  <inkml:trace contextRef="#ctx0" brushRef="#br0" timeOffset="149">7812 17165 7909,'8'-6'5689,"-3"-4"-5091,-4-3 1,1 5 0,1 7-1,2 7 276,-2 9 0,5 9 0,2 0 0,2 4-109,3 6 1,-1 3 0,1 6 0,1 2-431,3 3 0,-3-4 1,3 4-1,-2-5-221,3-4 0,-4 1 1,3-8-1,-5-3-191,-4-4 0,3-7 0,-5 1-3168,0-3 858,4-8 0,-10-3 0,3-12-2762,-4-7 5149,-1-1 0,-19-56 0,7 31 0,0 1 0</inkml:trace>
  <inkml:trace contextRef="#ctx0" brushRef="#br0" timeOffset="150">8330 17093 7929,'-15'-5'0,"-1"1"0,-1 0 686,-2 3 0,-1 1 0,6 0 0,-2 1 212,-3 4 1,3 3 0,-3 7 0,1 1-206,-1 3 0,3 3 0,-5 7 0,0 1-155,-3 4 0,2-2 1,-2 8-1,-2 3-208,-1 3 0,-3 4 1,-2-2-1,-2 3-277,2 0 0,2-1 0,3-9 1,1-2-787,2-6 1,8-4-797,2-5 1,8-10 0,12-10-731,8-8 0,2-8 2259,8-8 0,-6-31 0,3-3 0</inkml:trace>
  <inkml:trace contextRef="#ctx0" brushRef="#br0" timeOffset="151">8646 17439 7834,'-5'-15'1399,"2"2"169,5 4 0,4 2 1,10 7-1,2 0-903,1 0 1,7 0 0,-4 0 0,2-1-434,0-4 0,0 3 0,5-2 0,-1 0 675,1 0 0,0 2 0,-2-3 0,-1 4-603,-2 1 0,-7 0 0,3 0-1292,-5 0 1,0 0-1,-1 1-1224,1 4 1,-6-2-1,1 5-2138,1-1 4350,2 4 0,-18-3 0,-5 6 0</inkml:trace>
  <inkml:trace contextRef="#ctx0" brushRef="#br0" timeOffset="152">9495 17496 8465,'-14'0'638,"-1"0"1,3 6 0,0 4-112,3 3 0,6 3 0,-2 1 1,3 4 88,2 2 0,0 5 0,0 8 0,0-1-284,0 0 1,-5 5 0,1-2-1,-1 4-118,-2 1 1,6-6 0,-4-4-1,2-4-12,-2-5 0,3-2 1,-4-6-124,0-1 1,4-6-165,-3-13 0,4-11 0,1-10 0,1-7 77,4-7 1,-2-4-1,5-5 1,0-5 103,0-3 0,2 4 0,4-1 0,1-1 51,-1-2 1,2 4 0,3 5 0,5 3 134,3 6 0,2 4 1,1 10-1,2 7-146,2 6 1,-2 4 0,-7 9-1,-2 3-90,-2 4 0,-9 4 0,-7 3 0,-3 2 187,-2 1 0,-2 6 0,-3-1 1,-4 2-94,-4-2 0,-6 1 0,-2-4 0,-1 2-238,-4 2 1,1-4 0,-1-2 0,2-3-618,-2-1 1,1-1 0,-1-1 0,4-4-932,1-4 1,2-5-1,6-5 1,2-4 1645,1-4 0,10-24 0,4-11 0,-4-3 0,1 0 0</inkml:trace>
  <inkml:trace contextRef="#ctx0" brushRef="#br0" timeOffset="153">10042 17093 9558,'0'15'2357,"0"-1"0,0 2-1737,0 3 1,1 4 0,3 5 0,2 1-48,2 0 0,-3 4 0,3 3 0,-2-1-288,-3 0 0,4 5 0,-1-3 0,1 1-917,-1 0 0,0-7 1,-1-1-1,5-6-1890,3-3 1,1-3 2521,0-9 0,7-34 0,1-15 0</inkml:trace>
  <inkml:trace contextRef="#ctx0" brushRef="#br0" timeOffset="154">10416 17079 7820,'-24'0'0,"2"0"0,-1 1 1078,1 4 0,-2 3 1,-5 8-1,0 3 85,0 5 1,-1 5 0,-2 6 0,-5 8-647,-4 9 0,6 4 0,-9 3 1,4 1-643,4 3 1,1-6 0,9-7 0,5-7-2343,7-11 2467,9-8 0,-14-48 0,3-9 0</inkml:trace>
  <inkml:trace contextRef="#ctx0" brushRef="#br0" timeOffset="155">4359 17381 8176,'-6'8'880,"4"0"1,-1-5 12,6 2 1,5 0-1,8-4-390,3 4 0,-1-3 0,6 3 0,1-4 0,2-1 0,2 0 0,2-1 0,1-3 0,1 0 397,-1 0 1,3-2 0,-1 1-1,-2 2-881,-2 1 0,-1-2 1,-2-1-1,-3 2-1096,-5 1 0,-3 2-1121,-1 0 1,-7 2 884,-4 2 1,-10 4 0,-8 7 0,-9-1 1312,-4 1 0,-16 3 0,-16 5 0,-2 1 0,-4 2 0,-1 0 0,0 0 0</inkml:trace>
  <inkml:trace contextRef="#ctx0" brushRef="#br0" timeOffset="156">4215 17841 7854,'0'8'1123,"7"-1"1,2-7 0,5-2-145,6-3 0,2-1 0,7-5 0,0 1-378,-1-1 0,6 5 0,1-1 1,0 2-154,0 1 0,4-1 0,-6 5 1,-1 0-449,-1 0 1,-2 0-1,-2 1 1,-2 3-1037,-1 0 1,-6 3 0,1-4-2266,-3 2 1,-2 0 3300,1-5 0,-43-13 0,-19-6 0,-2-1 0,0 0 0</inkml:trace>
  <inkml:trace contextRef="#ctx0" brushRef="#br0" timeOffset="157">3467 17151 7839,'-6'-13'202,"-2"2"1,-2 3 1062,0 1 1,9 11 0,1 8-433,8 6 1,5 6 0,1-3 0,0 1 861,1 4-1424,6 7 0,-4-1 1,6 7-1,-1-1 1,-1 0-1,-1 2 1,0 3 39,0 4 1,-4 6 0,4-5 0,-3-2-691,2-1 0,-4-7 0,2-1 0,-2-2-1174,1-3 1,1-3 0,-2-5-1,1-7-2773,3-6 4326,-3-4 0,5-58 0,-7-13 0</inkml:trace>
  <inkml:trace contextRef="#ctx0" brushRef="#br0" timeOffset="158">4143 17223 7850,'-22'-8'422,"-4"-3"0,5 6 0,1 2 317,-1 1 1,-6 8 0,0 6 0,-7 5 239,-3 7 1,-1 10-1,-5 4 1,0 5-435,-1 5 0,-4 5 0,-1 9 0,24-29 0,0 1-370,0 2 0,1-1 0,-1-2 0,2 1 0,-19 31 0,4-2-438,4-7 0,10-7 0,7-12 1,7-8-4426,10-8 4688,7-5 0,32-60 0,8-13 0</inkml:trace>
  <inkml:trace contextRef="#ctx0" brushRef="#br0" timeOffset="159">14674 16992 7878,'-4'-14'1037,"-3"1"1322,-1 4-1041,5 2-763,-3 7 0,6 2 0,0 3 0,0 4 1,0 4 493,0 1 1,0 2 0,0 2-1,0 1-621,0-1 0,-2-2 0,-1-2 0,-2 1-212,2-1 1,1 0 0,2 1 0,-1-1 14,-4 1 1,3-1 0,-3 0-59,4 1 1,1-1 0,0 0-193,0 1 1,0-1-1,0 1-32,0-1 0,0-4-208,0-1-110,0-6-346,0 4 509,0-7-265,0 0 197,0-7 0,0 4 766,0-6-120,0 5-898,0-8 1,0 8-288,0-5 0,-2 6-3819,-3-2 2600,4-3 1,-7 5 2031,3-7 0,3 7 0,-4-4 0</inkml:trace>
  <inkml:trace contextRef="#ctx0" brushRef="#br0" timeOffset="160">13293 17064 7944,'-24'-14'43,"2"0"0,1-1 0,4 2 1,1 4-1,1 4 0,1 3 1020,-1 2 1,1 2-1,0 3 1,-1 4-469,1 4 1,-1 6-1,1 4 1,0 2-202,-1 6 0,1 7 0,1 2 0,2 5 100,1 3 1,6 11 0,-4-1 0,1 1-119,4 0 0,6-3 0,4-2 0,1-3-105,3-1 0,6-10 0,2-10 0,1-7-116,0-7 0,1 0 0,5-12 0,-4-2 75,-1-5 1,3-7 0,-3-9 0,-1-7 147,1-6 1,-6-4 0,-7-7 0,-2-2-55,-3-3 1,4-2-1,-3-3 1,0 4-263,-3-1 1,-7 4-1,-4-7 1,-3 0-529,-1 2 0,-2-3 0,-1 6 0,-4 3-914,-2 5 1,6 7-1,-2 10 282,3 9 1,3 12 0,3 14 0,5 7-779,4 9 1,2 3 0,4 6 1875,5-2 0,4 13 0,4 8 0,1 2 0,0 0 0</inkml:trace>
  <inkml:trace contextRef="#ctx0" brushRef="#br0" timeOffset="161">13581 17381 7932,'-5'-14'0,"-1"1"3116,-2 3-1960,5-3 1,3 12-1,9-6 1,4 3-378,1-1 0,6-2 0,0 4 0,1-2-274,0 2 1,3 0-1,-3 0 1,-1-2-376,1 2 0,-2 1 0,-4 2 0,-1 0-1180,1 0 1,-1 0-1356,0 0 1,-6 2 1303,-3 3 0,-5 3 0,-5 6 1101,-4 0 0,-30 19 0,-12 6 0,-4 5 0,0-1 0</inkml:trace>
  <inkml:trace contextRef="#ctx0" brushRef="#br0" timeOffset="162">13624 17582 8235,'-6'0'2072,"6"0"0,6 0 0,10 0 0,2 0-1005,1 0 1,6 0 0,-2 0 0,1 0-749,0 0 1,0-1 0,5-2 0,-2-2-376,-3 2 0,3 1 1,-5 2-1,2 0-870,0 0 1,-5 0 0,4 0 0,-2 0-4257,-4 0 5182,-1 0 0,-1 0 0</inkml:trace>
  <inkml:trace contextRef="#ctx0" brushRef="#br0" timeOffset="163">14674 16820 7853,'10'-13'610,"0"3"3213,-7-2-2882,3 10 1,-6-3-1,-1 10 1,-3 6-180,0 7 0,-1-1 1,5 7-1,-2 2-97,-3 1 1,4 7-1,-4 1 1,3 2-78,2 3 1,-4 6 0,-1 2 0,0 0-188,-1 1 1,4 1-1,-4 6 1,1-2-162,0 1 0,-5-3 1,6-8-1,-1-1-107,-2 0 0,6-1 1,-6-4-1,3-5-369,-1-2 1,0-7 0,5-2-3407,0-1 605,0-8 1,0-8 1547,0-10 1,0-8 1488,0-6 0,-32-45 0,-8-6 0</inkml:trace>
  <inkml:trace contextRef="#ctx0" brushRef="#br0" timeOffset="164">15279 17309 7858,'-5'-10'925,"-2"2"1,-1 0 795,-3 0 0,6 5 0,5-2 522,8 4-1800,5 1 0,6 5 0,2-1 1,2 1-1,2 0 0,2 0 0,2-2 356,0-1 1,0-2-1,-1 0 1,0 0-536,-4 0 0,3 0 0,-5 0 0,1 0-380,-4 0 0,1 0 1,0 0-837,-3 0 1,-2-2 0,-4-1-863,-2-2 1,-1-6 0,4 3 106,-3 0 0,-4-3 1,3 4 1706,-2-1 0,-7 56 0,-7 10 0</inkml:trace>
  <inkml:trace contextRef="#ctx0" brushRef="#br0" timeOffset="165">16214 17539 8851,'-15'0'822,"6"7"0,1 2 0,1 6-118,4 4 0,2 3 1,1 9-1,-2 2-257,-3 5 1,4 6 0,-6 2-1,2 2-197,1-2 0,-3-1 1,4-3-1,-2-2-19,2-2 1,1-12 0,2-2-20,0-7 0,0-10 1,0-9-120,0-11 1,0-9 0,2-12 0,1-6 164,2-6 0,5-10 0,-4-8 0,2 0-162,3 0 1,2-5 0,3 2 0,2-2 78,1 2 0,6 5 1,-1 9-1,5 7 75,5 6 1,-4 11 0,4 12 0,-4 5-192,-1 8 0,-7 8 0,-3 6 0,-3 3-53,-1 1 1,-7 7 0,-4 3 0,-2 3 158,-2 2 0,-8 0 0,-5-1 0,-6 1-39,-3 0 0,-2 1 1,-5 2-1,0 0-314,0-5 1,2 1-1,2-9 1,1-2-1172,-2-1 1,5-3 0,2-3-1156,3-5 1,8-15 2513,3-4 0,23-55 0,-6 30 0,0-1 0</inkml:trace>
  <inkml:trace contextRef="#ctx0" brushRef="#br0" timeOffset="166">16876 17050 7797,'0'-8'3910,"1"3"-2379,4 10 1,-3 8-1,4 8 1,-1 1-847,0 4 0,1 2 0,-1 4 1,3 2-292,0-2 0,0 5 0,-3-1 0,2 3-432,1-1 0,4-1 0,-6 3 0,0-3-838,1-2 0,2-2 0,-2-5 0,1-4-2134,3-5 1,-3-8 3009,2-1 0,-7-7 0,3 3 0</inkml:trace>
  <inkml:trace contextRef="#ctx0" brushRef="#br0" timeOffset="167">17250 17108 7770,'-39'16'1073,"2"1"0,1 4-616,-1 1 1,0 2-1,-3 5 1,3 1 1045,2 4 1,-5-2 0,2 6 0,-2 2-661,2 2 0,2-1 0,9-2 0,3-6-1137,5-2 0,11-9 0,8-4-2174,8-7 1,13-13 2467,8-12 0,-26-45 0,0-18 0</inkml:trace>
  <inkml:trace contextRef="#ctx0" brushRef="#br0" timeOffset="168">20444 17237 8258,'-8'0'4657,"-4"2"-3866,8 2 1,-6 4-1,5 10 1,0 4-317,-1 7 1,4 11-1,-2 3 1,0 10-87,0 8 1,0 9 0,-4 9 0,0 0-224,4-37 1,0 0-1,2-1 1,0 1 0,-3-1-1,0-1 1,-5 37-192,2-3 0,-3-7 1,5-3-1,-1-7-366,1-10 0,1-11 1,5-12-1,0-5-738,0-3 1,7-8 0,1-4-80,0-8 1,3-10-1,-5-10 1,1-5-1066,-1-4 2273,-1-4 0,-15-18 0,-6-10 0,0-4 0,0-1 0</inkml:trace>
  <inkml:trace contextRef="#ctx0" brushRef="#br0" timeOffset="169">20357 17424 7861,'-1'-14'410,"-3"-1"159,0 1 0,-6 4 0,5 1 171,2-2 0,1-2 0,2-2 45,0 1 1,7 4-1,2 2 1,4 0-61,2 0 1,-1 4-1,2-4 1,2 1-333,1 4 0,5-3 0,-4 1 0,1 2 218,0 1 0,5 4 0,-4 2 0,0 4-375,-2 0 0,0 5 0,0-2 1,-3 5-76,-1 4 1,-6-1-1,-2-3 1,-2 1 23,-3 3 1,-3 4-1,-5-4 1,-6 1-163,-6 0 0,-6 3 0,-5-3 1,-1-1-294,0 1 1,-1-2 0,-2-4 0,-4-1-821,0 1 1,4-7-1,-2-2 1,4-1-783,1 0 1,7-1 0,2-4-2142,4 0 4013,8-6 0,15-15 0,9-9 0</inkml:trace>
  <inkml:trace contextRef="#ctx0" brushRef="#br0" timeOffset="170">21005 17050 8596,'0'-6'4020,"0"6"-2907,0 8 0,0 6 1,0 5-1,1 5-536,4 3 1,-2 4 0,7 1 0,1 3-307,2 2 1,1-1 0,-1 4 0,-2-1-381,-1 1 1,-1-5 0,4-2 0,-2-2-999,-1-2 0,-5-2 0,4-3-4514,2-5 5621,-4-9 0,12-55 0,-3-19 0</inkml:trace>
  <inkml:trace contextRef="#ctx0" brushRef="#br0" timeOffset="171">21335 17079 7851,'-19'0'257,"0"0"1,0 0 0,5 1 0,-1 3 824,1 0 0,-5 8 0,-1-1 0,1 6-119,-2 7 0,1 4 1,-6 2-1,1 3-434,-6 6 1,2 2 0,-6 4 0,2 0-370,-1-2 1,0 3 0,7-9 0,5-2-886,8-6-863,-1 0 1,20-19-1,0-2 1,6-10 1587,3-8 0,-6-47 0,-1-14 0</inkml:trace>
  <inkml:trace contextRef="#ctx0" brushRef="#br0" timeOffset="172">21666 17223 8300,'-14'0'1236,"6"0"1,10-5 0,10 0 0,8 0-288,2-1 1,2 3-1,5-5 1,-1 0-347,1 0 1,0 3-1,0-3 1,0 0 269,-1 0-854,1-2 1,-6 2 0,-4 2 0,-3 1-1,-2 0-905,0 2 487,-6 2 0,-8 2 0,-9 2 0,-4 4-1675,-1 1 0,-2 0 2074,-3 1 0,-17 12 0,-8 3 0,-7 0 0,1 0 0</inkml:trace>
  <inkml:trace contextRef="#ctx0" brushRef="#br0" timeOffset="173">21623 17381 8750,'-6'0'1633,"6"0"1,8 0 0,9-2 0,4-1-955,2-2 0,1-4 0,4 2 0,1 1-356,0 0 1,0-1-1,-1 4 1,1-2-771,0 2 1,-5 0 0,-2 0 0,-1-2-1071,-3 2 0,2 1 0,0 0-2872,-3-2 4389,-7 2 0,-10-30 0,-8 0 0</inkml:trace>
  <inkml:trace contextRef="#ctx0" brushRef="#br0" timeOffset="174">22458 16877 7784,'0'-14'1776,"0"0"0,0 2-300,0 8 1,4 12 0,1 16-425,-2 3 0,-1 8 0,-2 3 0,0 5-416,0 5 1,-5-1 0,-1 6 0,-2 1-341,-3 2 0,-2 6 0,-1 1 1,-1-4-545,1-5 0,6-4 0,1-7 0,3-2-1546,-1-2 1,0-10 0,7-10 1793,2-3 0,-53-28 0,-9-5 0</inkml:trace>
  <inkml:trace contextRef="#ctx0" brushRef="#br0" timeOffset="175">25709 16935 7750,'-6'-10'2865,"-2"4"-1577,0 4 1,8 2 0,9 13 0,4 5-466,1 3 0,1 2 1,1 8-1,3 1-134,5 1 0,-3 3 0,0-3 1,-2 6-178,0 2 1,5 1 0,-5-2 0,-1-2-370,-2 2 1,-2 0-1,0 0 1,-1-5-375,-3-5 0,-2 1 0,-5-12 0,2-1-1562,-2-2 0,0-4-721,2-2 0,-2-7 0,5-11 2514,-1-6 0,-4-36 0,-2-14 0,-1-3 0,0 0 0</inkml:trace>
  <inkml:trace contextRef="#ctx0" brushRef="#br0" timeOffset="176">26227 16863 7750,'-14'-5'1035,"-1"0"1,6 1-1,-1 4 1,-1 1-247,-2 4 0,-1 8 1,-1 8-1,1 1 78,0 4 0,-7 2 1,-3 6-1,-3 4-201,-2 4 0,-6 1 0,-4 2 1,-2 1-260,-2 2 0,-7 5 1,-1-5-1,-2-2-598,0-1 1,9-4 0,0-1-1,11-4 20,7-6 1,9-6 0,12-14 170,10-6 0,51-40 0,-21 12 0,0 0 0</inkml:trace>
  <inkml:trace contextRef="#ctx0" brushRef="#br0" timeOffset="177">26414 17050 12555,'16'0'1217,"3"0"1,-1-5-1,7 0 1,6 2-542,6 2 1,2-4 0,1 0 0,-1 2-200,1 1 0,-3-3-637,1 1 1,-8-1 0,-1 5 0,-8 0-835,-5 0 0,-8 1 1,-5 3-1,-6 2-1455,-7 2 0,-4 6 1,-5 6 2448,-5-3 0,-14 9 0,-14 7 0,-1 1 0,-4 3 0,-1-1 0,1 1 0</inkml:trace>
  <inkml:trace contextRef="#ctx0" brushRef="#br0" timeOffset="178">26400 17424 9220,'-7'-1'1437,"7"-4"1,13 2 0,11-5-1,5 0-316,4 0 1,4 3 0,6-3 0,0 1-311,1 4 0,-1 2 0,-2 1 0,-4 0-1752,-8 0 1,-2 0 0,-8 1-1,-3 4-2317,-5 5 0,1-2 3258,-8 1 0,-44 14 0,-16 7 0</inkml:trace>
  <inkml:trace contextRef="#ctx0" brushRef="#br0" timeOffset="179">28140 15827 7754,'0'-14'1231,"0"-1"0,0 9 0,0 7-296,0 12 0,0 8 0,0 9 0,-1 4-131,-4 4 1,2 6-1,-5 2 1,0 3-214,0 3 0,-2 0 0,-4 8 1,0 0-376,-1 3 1,-1-1 0,-1-6 0,-3-3-404,3-5 1,6-4 0,3-4 0,1-6-1396,4-10 0,1-7 0,2-2-1474,0-1 1,0-7 3055,0-7 0,-38-20 0,-10-10 0</inkml:trace>
  <inkml:trace contextRef="#ctx0" brushRef="#br0" timeOffset="180">27407 16733 7754,'8'10'735,"8"-2"1,12-2 452,14-2 0,11-3 0,14-2 0,11-3-718,-34 3 1,0-2-1,1-3 1,0 0 0,2 2-1,0 0 1,0 0 0,-1-1 314,-1 0 1,-1 0 0,-2 3 0,-1 1 0,38-4 0,-6 4-556,-7 1 0,-9 0 1,-7 0-1,-9 0-810,-4 0 1,-11 6-654,-12 4 1,-6 2 0,-9 3 0,-4 1-1474,-5 3 1,-6-1 2705,-8 6 0,-10-1 0,-7 3 0,-8 5 0,-1-1 0</inkml:trace>
  <inkml:trace contextRef="#ctx0" brushRef="#br0" timeOffset="181">28025 17352 7754,'-14'0'163,"-2"0"0,-2 0 816,-1 0 0,0 7 0,5 1-234,-1 0 1,6 6 0,1-1-1,1 6-108,4 3 0,-3 2 0,1 7 0,0 2-124,-1 6 0,-1 2 0,-4 2 0,2 1-226,-3-1 1,4 0 0,0-2-1,0-2-196,0-6 1,5-9 0,-2-4-137,4-5 0,1-8-157,0-7 0,6-13 0,4-11 0,3-5 63,1-4 0,7-6 0,1-9 1,4-6 51,2-7 0,-2 2 1,8-5-1,-2 2 7,1 0 0,4-7 0,8 3 0,1 2 215,2 7 1,0 14 0,-6 14 0,-3 10 196,0 7 1,-9 9 0,-1 13 0,-8 7-38,-5 4 1,-7 11 0,-1-1 0,-1 2 206,-4 2 1,-8 0 0,-6-3 0,-5 4-69,-3 0 1,-7-5 0,2-1 0,-3-4-366,-2-1 1,-6-4 0,-2-2 0,-1-4-728,0-6 0,-1 2 0,-2-6 0,1-3-484,1-5 0,9-10 1142,1-6 0,-6-45 0,5-7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1.75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20285 3165 7947,'-14'-8'894,"-1"4"0,6 0-117,-1 0 0,2 0 0,-3-4 796,2 2-1109,5 1 0,-4 5 0,4 0 0,-6 2 0,-3 3 0,-1 4 0,-1 4 0,1 3 483,0 3 1,-2-1 0,-2 6 0,-1-1-564</inkml:trace>
  <inkml:trace contextRef="#ctx0" brushRef="#br0" timeOffset="1">19997 3344 22759,'-3'5'55,"-19"32"221,17-28-214</inkml:trace>
  <inkml:trace contextRef="#ctx0" brushRef="#br0" timeOffset="2">20136 4258 27849,'1'1'8,"24"12"91,-2-2 1,2-3 14,4-2 0,-4 4 1,9-5-1,-4-2-75,-1-2 1,0-1-1,0 0 1,0 0-40,-1 0 0,1-4 0,0-3 0,0-1 0,-1-3 0,1 0 0,0 0 0,0 1 0,-1-1 0,1-7 0,0-1 0,-2 0 0,-3-2 0,2 4 0,-5-7 0,-12 13 0</inkml:trace>
  <inkml:trace contextRef="#ctx0" brushRef="#br0" timeOffset="3">20935 3079 28671,'-12'-8'0,"-25"-11"0,1 3 0,-1 2 0,0 4 0,-3 2 0,3 0 0,2 0 0,2 5 0,2-2 0,-1 3 0,-1 2 0,-1 0 0,7 0 0,1 2-175,2 3 0,5-4 1,-3 6-599,1-1 0,2-4 1,4 3-452,1-4 0,4 4 0,2 1-620,2 2 0,0 2 0,2 4-2663,0 1 4507,-1-1 0,5-6 0,0-2 0</inkml:trace>
  <inkml:trace contextRef="#ctx0" brushRef="#br0" timeOffset="4">25206 3079 7791,'-15'-5'6,"1"0"0,-1 2 0,1 0 0,0 0 979,-1-2 1,1 0-1,-1 5-516,1 0 0,0 5 1,-1 1-1,1 2-3,0 4 0,-1 2 0,-1 5 1,-3 4 199,-5-1 1,-3 7-1,-2-2 1,0 7 32,0 2 0,-4 3 0,-2 4 0,0 2-229,-1 3 0,-2 3 0,6 5 1,5-4-218,6-4 0,7 2 0,4-2 0,5-2-52,4-1 0,4-3 1,5-2-1,8-4 0,5 0 0,3 2 0,4-5 0,1-1 43,0-1 0,5-2 0,1-1 0,2 1-3,2 0 1,-2-7 0,0-3 0,0-3 43,0-1 0,6 2 0,3-1 1,-1-4-95,0-4 0,-5 1 1,9-4-1,1-2-150,2-1 1,-2-2 0,0-2 0,-3-3-102,1-4 0,5-9 0,-6-3 0,-4-1 64,-3-4 0,-4-1 0,4-3 0,-3-4 60,-2-4 0,-1 1 0,-5-1 0,-2-2-28,-3-2 1,1-1-1,-5 0 1,-3 0-37,-1 0 0,-8-2 0,-3-1 0,-3-2 0,-2 1 0,-7 1 0,-4-1 0,-5 0 0,-3 0 0,-12 2 0,3 4 0,-4 1 0,-3 1 0,-2 6 0,-8-4 0,-1 2 0,-2 3 0,-2 2 0,2 2 0,-5 3 0,-3 1 0,-11 2 0,0-2 0,2 6-74,-1 7 0,7 0 0,-3 6 0,4 2-706,5 1 1,5 4-1,10 1 1,4 3-1920,4 2 0,12 2-3316,14 4 6015,12-6 0,26-21 0,12-12 0,0-3 0,0 0 0</inkml:trace>
  <inkml:trace contextRef="#ctx0" brushRef="#br0" timeOffset="5">29924 3007 7724,'-14'-14'176,"0"4"0,-1 2 1,1 0-1,0 2 1,-1-2-1,1 1 1,-1 1 971,1 3 1,4-4 0,-1 3-1,-3 0-533,-4 3 1,-1 6 0,3 1 0,-2 4-104,-1 6 0,-6 0 0,1 8 0,-3 1 23,-2 2 0,-5 8 1,-1 4-1,0 2-62,0 3 0,1 0 1,5 4-1,1 3-69,-1 1 0,5 4 1,1-5-1,4 0-97,6-3 1,1-2-1,5 1 1,1 1-56,0-2 1,1-6 0,6-2 0,4 1-32,5-3 0,4 4 0,5-6 0,5-2-53,3-2 1,2-1 0,3 0 0,3-2-36,4-3 1,5 2 0,-5-7 0,4-2-30,5-1 0,1-3 0,6-2 1,-2-3-54,1-1 0,0-3 0,2-4 0,-1 0-51,-1 0 0,3-1 0,-9-4 0,0-5 0,2-2 0,-5-4 0,3-2 0,-4-3 0,0-1 0,-6-2 0,0-5 0,1 0 0,-3 1 0,0-1 0,-6-2 0,0 0 0,-1-3 0,8-6 0,-8 2 0,-1-4 0,-2-1 0,0-2 0,-7-3 0,-2-3 0,-1 0 0,-3 1 0,-2 9 0,-3 1 0,-1 1 0,-2 7 0,-5-1 0,-2 4 0,-3 5 0,-3-2 0,-6 6 0,-2-1 0,-3 0 0,1-3 0,-8 5 0,-2 0 0,-4-2 0,-7 0 0,4-3 0,-2 3 0,-3 1 0,-3 4 0,-5-3 0,-4 3 0,-4 1 0,-4 2 0,0 2 0,-3 3-27,3 2 1,-3 1 0,6 5 0,6 0-554,4 0 0,9 0 0,1 0 0,4 0-16,5 0 0,1 2 0,8 1 0,3 3-472,5 2 0,-2 2 1,5 4-1,0 2-4845,3 3 5913,4-3 0,-25 24 0,-6-1 0</inkml:trace>
  <inkml:trace contextRef="#ctx0" brushRef="#br0" timeOffset="6">29723 3338 8255,'-14'0'286,"-1"0"0,6-5 0,1-1 0,0-1 0,1-1 1,4 2 1066,9 0 0,2-1 1,13 4-1,2-2-637,5 2 0,3 2 1,6 2-1,-1 2 547,1 2-1055,-5 6 0,3-4 0,-6 5 0,-2 1 0,-3 3 0,-5 2 0,-4 1 220,-6 0 1,-2 7 0,-9-2 0,-4 3-253,-9 2 1,-12 4 0,-13 2-1,-6 1-197,-7-1 0,-1-2 0,-1-4 1,4 0-121,2 0 0,1-5 1,6-2-1,4-3-798,4-6 697,10-5 0,10-10 1,11-4-1,6-7-66,6-4 0,4-9 0,3 4 0,2-2 290,1 0 0,2 6 1,-4-1-1,3 3 511,-3 2 1,-1 4-1,-2 2 1,1 2 315,-1 2 1,1 3 0,-3 2 0,0 6-348,-3 7 0,-6 2 1,4 7-1,-2-1-400,-1 0 1,1 1 0,-5 1 0,0-4-589,0 1 1,-1-5 0,-3 3 0,0-3-3447,0-1 0,3-1-4006,1 1 7978,0-1 0,13-51 0,3-12 0</inkml:trace>
  <inkml:trace contextRef="#ctx0" brushRef="#br0" timeOffset="7">30313 3309 7746,'-15'0'0,"1"0"910,0 0 1,-1 2 0,1 3 352,0 4 0,-1 4 0,1 1 0,-1 2-310,1 4 1,4 2 0,1 7 0,-2 1-418,-2 4 1,-2-4 0,1 4 0,0-4-126,-1-1 0,1 0 0,0-2 0,-1-3-371,1-5 0,4-3 0,1-3 1,-1-2-3295,2-1-1416,-5-7 3450,12 3 1220,-6-12 0,20-34 0,3-15 0</inkml:trace>
  <inkml:trace contextRef="#ctx0" brushRef="#br0" timeOffset="8">30126 3554 11091,'6'8'1356,"4"-3"1,3-4-1350,1-1 0,0 0 0,1 2 0,-1 1-639,1 2 0,-1 0 0,0-5 0,1 0-404,-1 0 0,-4 0 0,-1-2 0,1-3 1036,-2-4 0,20-22 0,8-9 0,0-3 0,0 0 0</inkml:trace>
  <inkml:trace contextRef="#ctx0" brushRef="#br0" timeOffset="9">30529 3367 7746,'14'-15'1117,"0"1"-310,1 0 1,-9 6 0,-6 4 0,-8 9 463,-5 10 1,-1 1-1,-2 8 1,-1 3-93,-3 5 1,-5 0-1,1 6 1,-3 2-276,-2 2 0,0 2 1,0 3-1,0 2-730,1 3 0,-1-6 0,2 2 0,3-5-699,5-5 1,1-2-1,2-9 1,2-3-5539,6-5 6063,-2-3 0,-11-21 0,-9-5 0</inkml:trace>
  <inkml:trace contextRef="#ctx0" brushRef="#br0" timeOffset="10">24947 3554 7712,'-10'0'3433,"0"0"-738,7 0-112,-3 0-1783,6 0 0,6 0-488,4 0 1,-2 0 0,1 0 0,3 0 0,0-2 0,4-1 89,4-2 0,-3-1 0,5 3 1,1-4-224,-1-1 0,1 0 0,2-3 0,-2 2-4,-3-3 1,4 4 0,-4 0-25,-3 2 1,-1-4-3,-2 6 1,-6 0 0,-3 9-33,-3 5 1,-4 4 0,-3 4 0,-4 3-77,-4 1 0,-1 0 1,-1 4-1,1-2-50,0 1 0,-1 3 0,-1 0 1,-1 1-175,-3 0 0,1-5 1,5-2-1,-1 1-377,1-1 1,0-3 0,1 4 0,2-3-312,1-2 0,5-2 1,-3-2-1,0-1-931,0-3 1,5 3-1,-3-5-182,-1 0 0,4-2 1984,-6-6 0,-1 0 0,-4 0 0</inkml:trace>
  <inkml:trace contextRef="#ctx0" brushRef="#br0" timeOffset="11">24788 3899 7747,'-9'0'2086,"-1"0"1,7 2 0,0 1-1453,6 2 0,7 4 0,7-2 0,4-1-51,1 1 0,2 2 0,5-2 1,0-1-387,0 0 0,-5 4 1,0-5-1,1 0-882,2 1 0,-3-4 0,-1 2 0,-3-2-820,-2-2 0,-2-2 0,-2-2 1505,1-6 0,-39-16 0,-10-4 0</inkml:trace>
  <inkml:trace contextRef="#ctx0" brushRef="#br0" timeOffset="12">25522 3597 7747,'0'-10'1678,"0"1"0,2 4-802,2-5 0,-2 9 1,3 2-219,-4 12 1,-1 2 0,-1 5 0,-2 1-78,-2 3 0,-6 3 0,1 2 1,-4 0-294,-5 0 1,3 4-1,-5 1 1,2-2-486,-1-2 0,-4-1 0,5-2 0,3-3-2257,5-5 0,0-3 377,6-1 0,0-9 2077,5-6 0,7-45 0,1-17 0</inkml:trace>
  <inkml:trace contextRef="#ctx0" brushRef="#br0" timeOffset="13">25421 3827 9319,'2'-8'3028,"3"3"-2563,4 4 0,4 1 1,3 0-955,3 0 1,-8 0 0,4 0 0,-2 0 155,-1 0 1,3-5-1,-1-1 1,1-1-410,-1 1 1,-4-4 741,-1 6 0,7-40 0,7-4 0</inkml:trace>
  <inkml:trace contextRef="#ctx0" brushRef="#br0" timeOffset="14">25695 3597 7747,'0'-10'-531,"0"1"1374,0-2 1,1 4 1148,4 2 0,-3 5-823,2 5 0,-2 5 0,-2 9 0,-2 5-196,-2 3 0,-4 8 1,-7 4-1,1 2-545,0 2 1,-6 1 0,0 0 0,-1 3-107,0 1 1,-3 0 0,5-7 0,1-1-1146,2-1 1,4-14 0,2-1-2347,5-6 0,2-10 3169,-2-3 0,-22-42 0,-11-11 0</inkml:trace>
  <inkml:trace contextRef="#ctx0" brushRef="#br0" timeOffset="15">20285 3209 7801,'-6'-8'0,"-4"1"227,-3 1 0,-1 4 0,0-3 0,-1 4 214,1 1 0,0 1 0,-1 3 0,-1 2 0,-1 2 0,-4 5 0,-2 3 1,-2 5 258,-2 1 1,-2 2-1,0 5 1,0 1-266,1 4 0,-6 2 0,-1 8 0,1 0-47,4 4 0,-2-1 0,10 5 1,1 3-23,6 1 1,3 1-1,8 1 1,8-1-157,8 1 0,12-7 0,13-3 0,8-3-67,4-2 0,11-11 0,7-6 1,5-7-83,4-7 0,-34-8 1,1-3-1,3 1 0,1-1 1,-1-1-1,1-3 16,-1-1 0,0-1 1,2-3-1,0-2 1,-2 0-1,-1-1 0,0 0 1,-2 0 116,-1-2 1,-1 0-1,31-7 1,-11-1-1,-5 2 26,-3-1 1,-9 0 0,0 2 0,-11-3-150,-7-1 1,-5-4 0,-7-7 0,-1-6-55,-4-2 1,-4-4-1,-11-3 1,-9-5-80,-7-3 0,-7-11 0,-4-2 0,-6 2-96,-2 2 1,-9 4 0,-3 7-1,-1 4-34,1 5 0,-1 5 1,6 13-1,0 3-540,-2 5 1,1 5 0,-5 4-1,1 7-392,-2 6 0,1 5 1,0 6-1,3 1-266,1-1 1,8 1 0,11-1 0,5-1 1389,7-4 0,-23-2 0,-4-7 0</inkml:trace>
  <inkml:trace contextRef="#ctx0" brushRef="#br0" timeOffset="16">20055 3568 7800,'-6'-14'14,"2"1"0,-4 2 448,2 1 1,-4 6 0,4-4 0,-2 1 0,-3 4 0,-2 3 0,-1 6 271,-1 9 0,1 6 0,-2 10 0,-2 6-347,-1 6 1,2 5 0,5-1 0,4 1-219,2-2 0,1-1 1,7-4-1,4-2-70,9-6 0,1-9 0,9-6 0,4-7-76,3-6 1,8-5 0,-3-5 0,1-6 42,0-7 0,-6-4 1,0-7-1,-6-1 25,-7-4 0,-5 4 1,-4-5-1,-5 1-34,-4 1 0,-2 1 1,-4 6-1,-6 2-453,-7-2 1,1 6-1,-7 0 1,-2 6-703,-1 4 1,0 4 0,1 6 0,4 0 27,1 0 1,7 11 0,6 4 0,1 2 1069,4 4 0,46 21 0,13 10 0</inkml:trace>
  <inkml:trace contextRef="#ctx0" brushRef="#br0" timeOffset="17">20487 3496 7800,'-15'-8'-437,"1"2"0,1 8 1322,4 2 0,-3 9 1,8 8-1,0 1-99,3 4 1,-4 3 0,0 3 0,0 3-288,-1 2 0,3-4 0,-5 6 0,0-1-311,0-1 0,5-2 0,-4-6 1,2-2-463,1-3 1,-1 1-1642,5-5 1,1-8 0,3-8 1914,0-8 0,-18-61 0,2 22 0,0-1 0</inkml:trace>
  <inkml:trace contextRef="#ctx0" brushRef="#br0" timeOffset="18">20429 3784 7155,'8'-6'-475,"-1"-2"1480,-7-7 0,6 7-691,3 4 1,4 2 0,2 2 86,-1 0 1,0-2-1,2-1 1,2-2-139,1 2 1,0-5-264,-4-1 0,18-43 0,6-10 0</inkml:trace>
  <inkml:trace contextRef="#ctx0" brushRef="#br0" timeOffset="19">20746 3424 7807,'-7'8'-323,"-2"-1"1,-4-1 413,-2 4 0,3 9 0,0 5 1,3 5 1035,-2 4 1,-2 4 0,-1 8 0,-1 3-288,1 5 1,-1 2 0,1 3-1,1-2-641,4-3 1,-3-4 0,8-7 0,0-4-906,3-4 0,2-5 0,4-5 706,5-5 0,-68 16 0,21-16 0,1 0 0</inkml:trace>
  <inkml:trace contextRef="#ctx0" brushRef="#br0" timeOffset="20">29450 791 7711,'-15'0'0,"1"0"480,0 0 0,-6 0 0,1 0 0,2 0 0,2 2 0,4 3 0,1 4 578,-1 4 0,3 8 0,0 3 0,2 5 368,3 4-1184,-5-2 0,6 10 0,-3-1 0,4 5 0,1 3 0,-2-2 0,-1-1 254,-2-2 0,-1-1 1,1-4-1,-3-3-299,0 0 0,-5-4 0,3 1 1,-1-5-87,2-3 1,-4-6 0,5 1-1,0-3-66,3-2 0,4-4-675,1-1 271,0-6 1,0 2 367,0-10 0,1 2 0,2-6 0,2-4 76,-2-5 0,4 1 0,-2-9 0,-1-3 74,3-3 1,-1-8 0,5 0 0,-1-4-35,1-4 0,2-7 0,1 4 0,1-2 45,-1 1 0,2-4 0,2-3 0,2 4 36,3 4 1,-4 5-1,5 7 1,1 6 124,3 2 1,0 14 0,0 4 0,-3 5 118,-1 5 1,-1 1 0,1 2 0,-5 0-118,-3 0 0,3 7 0,0 2 0,-1 4-133,-2 1 1,-2 1-1,0 1 1,-1 1-201,-3 3 0,1 4 0,-6-5 0,-2 0 0,-1 2 0,-2-5 0,0 4 0,0 0 0,0-1 0,-8 0 0,-7-5 0,-7 1 0,-5-1 0,-9 1 0,-2-1 0,-5-1 0,-5-4 0,3-2 0,-4-6 0,1 3-483,0 0 1,5-4 0,6-6 0,3-4-6809,7-6 7291,-2 2 0,14-23 0,2-11 0,-6 1 0,1 0 0</inkml:trace>
  <inkml:trace contextRef="#ctx0" brushRef="#br0" timeOffset="21">21566 3295 7771,'-8'0'3347,"1"-6"0,7 2-2537,0-5 1,0 4-1,2-3 1,3 0-62,4 0 0,9 3 0,3-4 0,3-3 196,6 0 0,5-9-547,8-3 0,8-3 0,7-2 0,8-2 0,5 0 0,-33 14 0,0 0-37,0 1 1,0 0-1,4 0 1,-1 0 0,-1 1-1,0 0 1,1-1 0,0 1-283,0 1 1,-1 1 0,34-6 0,0 1 0,-6 5-80,1 4 0,-5 6 0,-2-2 0,-3 3 0,-1 2 0,-4 2 0,1 3 0,1 3 0,-2 0 0,-6 4 0,0-4 0,-3 2 0,-2 0 0,-2-1 0,-2 6 0,-4-1 0,0 0 0,-5-1 0,4-2 0,-4-1 0,-1 1 0,-5 0 0,-3 1 0,-2-4 0,-1-2 0,-10 0 0,6-2 0,-1 0 0,-5 3 0,1-2 0,1-4 0,3 6 0,-4-1 0,-2-4 0,-9 4 0,-3-6-9831,-4 0 9349,-4-6 0,-35-9 0,-14-4 0,-5-4 0,-1 0 0</inkml:trace>
  <inkml:trace contextRef="#ctx0" brushRef="#br0" timeOffset="22">23681 2590 7743,'0'-15'1181,"0"1"534,0 0 1,1 7 15,4 7 0,-2 7 0,5 9 1,0 1-743,0 2 1,2 7 0,4-4 0,0 2-321,1 0 1,-1 0-1,2 5 1,3 0-232,5 0 0,-1-1 0,1 0 0,1-3-218,3-1 1,5 0 0,1 3 0,-2-3-192,-2-4 1,-6-4 0,-2-2 0,1 0-30,-1 1 0,-4-6 0,1 1 0,-10-7 0,-9 5 0,-9-5 0,-6 4 0,-4 1 0,-5 3 0,-9 6 0,-6 4 0,-2 2 0,-2-3 0,0 8 0,-2 2 0,-3 0 0,5 1 0,-2-3 0,5 1 0,0 0 0,11-5 0,5-2-2419,7-1 0,9-2 0,4-6 2419,8-3 0,-9-55 0,3-19 0</inkml:trace>
  <inkml:trace contextRef="#ctx0" brushRef="#br0" timeOffset="23">21825 2288 7715,'-15'1'1155,"1"4"0,6 5 1,3 9-1,3 5-653,2 3 0,0 7 0,0 1 0,0 3-176,0 7 0,0 0 1,0 6-1,0-2-97,0-2 0,0 2 0,0-2 0,0-4 40,0-3 0,0-8 0,-1 0 584,-4-7-615,3-4 0,-4-19 1,6-7-1,0-9 24,0-10 1,5-2 0,1-12 0,1-2-110,-1-2 0,5-7 1,-3-6-1,2-4-49,-1-3 0,3-2 0,5 1 0,2-2-97,-1-1 0,4 4 0,1 9 0,1 8 213,0 10 0,-2 3 0,4 15 0,-4 4 45,-1 7 0,3 6 1,-5 4-1,-1 6 30,-2 3 0,-8 1 0,-4 2 0,-2 2 71,-2 1 0,0 6 1,0-1-1,-2 2-75,-2-2 0,-4 2 0,-7-6 0,-1 3-205,-3 2 1,3-4 0,-3-2-1,3-3-570,1-1 0,1-1 1,0-1-1,-1-4-3014,1-4 1,4-3-344,1-2 3841,6-7 0,3-58 0,4 22 0,0 0 0</inkml:trace>
  <inkml:trace contextRef="#ctx0" brushRef="#br0" timeOffset="24">26313 3252 7275,'-8'6'1221,"0"-4"74,4 3-898,2-4 0,-3-1 0,8-1 0,4-4 0,2-5 1,6-3-1,4-3 0,2-3 3520,-1-5-3529,12-3 0,-8-2 1,12 0-1,0-1 1,8-3-1,7-6 0,5-2 314,1-3 0,6 3 0,0 1 0,1 3-255,0 2 0,3-3 0,-4 6 0,-2 3-30,-2 3 0,3 4 0,0-2 1,-1 5-39,-2 3 1,-1 6 0,1 2 0,2 2-131,1 3 0,5 1 0,-4 2 1,-3 0-179,-1 0 1,1 0 0,2 0 0,3 0-72,1 0 0,0 0 0,-6 0 0,3 0 0,-3 0 0,4 2 0,-1 1 0,-3 5 0,0 5 0,-4-2 0,-2 9 0,-3 1 0,-1 3 0,-7 5 0,-7 3 0,-2 2 0,-7-2 0,0-4 0,-9-2 0,-5-4 0,-7-1 0,1 3 0,-3-3 0,0 0 0,-3-1 0,-1 0 0,0-6 0,-1 0 0,-4 1 0,3-1 0,-3 1 0,4-1-1779,1-6 1,0-3-1,0-10 552,0-5 1,0-9-1,0-3 1,0-2-3081,0 0 4307,0 0 0,-24-19 0,-10-7 0,-2-4 0,0-1 0</inkml:trace>
  <inkml:trace contextRef="#ctx0" brushRef="#br0" timeOffset="25">28845 2360 7765,'-9'0'499,"-1"0"1,13 0-1,2 0 1,8 0 453,6 0 0,4 0 0,7 0 1,2 0 1323,2 0-1948,5 6 1,-2 2 0,8 6-1,1 1 1,2 1 0,-3 1-1,-3 4 443,-4 2 1,-3-1 0,0 4 0,-8-4-408,-4-1 0,-4 3 1,-5-5-1,-1-2-79,-3-1 0,-4-1 1,-6-1-1,0 2-16,0 3 1,-6-3-1,-5 5 1,-5 0-110,-4 3 1,-5 3 0,1 3 0,-5 4-180,-4 4 0,1-1 1,-7 2-1,-1 1-250,-1 1 1,-2 2-1,1-1 1,4-2-252,4-2 0,4-7 1,3-1-2148,3-5 1514,9-13 0,9-1 0,7-16 0,3-5 154,0-2 0,6-9 998,-5-3 0,-26-48 0,5 30 0,0-1 0</inkml:trace>
  <inkml:trace contextRef="#ctx0" brushRef="#br0" timeOffset="26">28414 1799 7733,'0'-15'1388,"0"9"0,1 7-464,4 12 0,-3 3 0,4 8 1,-1 2-464,0 1 0,0 6 0,-5 3 1,-2 0-159,-3 4 0,-3 7 1,-6 2-1,-2 1-107,-3-1 0,-2 4 0,-5-7 0,4-2 25,1-4 0,2-10 1,5 0 90,-1-4-214,1-8 0,7-6 0,6-12 0,6-8-104,3-4 1,3-9-1,6-5 1,4-4 32,2-4 1,-4-7-1,5-1 1,0-4 9,-2-1 1,5-2 0,-3-1 0,2-1 19,-2-3 1,3-2 0,-1-2-1,4 2-1,3 4 1,3 2 0,-4 8 0,1 4 150,-1 4 0,2 10 1,-4 7-1,-4 6 147,-4 6 0,2 10 0,-5 4 0,-1 4-46,-2 1 1,-7 6 0,-1 0 0,-1 3 55,-4 2 1,-1-2-1,-2 1 1,-2 1-10,-3 3 0,-3-4 0,-8-2 1,-1 0-132,-3 1 0,-5-6 0,1 2 0,-5-3-393,-5-1 0,4-2 0,-5-2 0,1-3-766,1-2 1,-1-1 0,5-5-1,1 0-1024,-1 0 1,7 0-1,2 0 1959,4 0 0,-24-58 0,17 22 0,0 0 0</inkml:trace>
  <inkml:trace contextRef="#ctx0" brushRef="#br0" timeOffset="27">30989 2662 7519,'8'-2'391,"-5"-1"0,-6-2 0,-5 0 593,0-1 0,-5 4-377,4-2 1,-2 0-1,-1 1 728,3-2-874,6 1 0,-5-1 0,4-2 0,0-1 0,0-3 339,3-2 0,1 4 0,1-1 0,3-1-199,0-2 0,8-1 1,-3 0-1,6-1 7,4 1 1,3-5 0,8-2 0,4-2-77,4-2 0,6-2 0,3-2 0,6 0-23,3 0 1,7-1-1,-1 0 1,-1-2-425,-2 0 1,3 9 0,0-6 0,-2 4-86,-6 3 0,-4 1 0,-9 6 0,-1 1 0,-2 0 0,-4 6 0,3 1 0,-2 2 0,-3 1 0,0-1 0,0 5 0,1 0 0,-1 0 0,-6 5 0,-2 1 0,1 2 0,3 3 0,0 2 0,0 1 0,-3 1 0,-1-1 0,-5 1 0,4-1 0,-2 0 0,-4 1 0,-1 4 0,-3 0 0,-2 0 0,-1 2 0,-1-5 0,4 3 0,-3-3 0,-6-1 0,3 4 0,-2 0 0,-2 0 0,-2 2 0,-1-5 0,0 5 0,0-1 0,0 4 0,0-1 0,0-1 0,0 1 0,0-1 0,-1 2 0,-2 3 0,-4-1 0,-1-2 0,3 0 0,-4 3 0,-2-2 0,-2-1 0,3 0 0,1 4 0,-3-3 0,0-1 0,-3-2 0,3 4 0,0-4 0,3-1 0,-6 3 0,-4-3 0,2 0 0,1 0 0,1 3 0,-1-5 0,-1 0 0,-3 2 0,0-5 0,0 4 0,-2 0 0,0-1 0,-4 0 0,5-5 0,-1 1 0,-4-1 0,-1 1 0,-2-1 0,1-1 0,-1-4 0,-1 4 0,-2-5 0,-4 0-110,0-3 0,4 1 1,-3-1-1,-1-2-53,-2-1 0,3-2 0,1 0 0,4 0 161,1 0 1,5-5-1,2 0 1,1 1 27,3-3 1,2 6 367,2-4-1139,6 3-664,2 2 0,7 0-3347,4 0 2490,-3 7 1,-2-1 2265,-10 4 0,-16 2 0,-4-4 0</inkml:trace>
  <inkml:trace contextRef="#ctx0" brushRef="#br0" timeOffset="28">31680 2806 8141,'9'0'1849,"1"0"1,-5 0-728,4 0 1,-4 0-46,5 0 0,-1 0 977,6 0-1646,-7 0 0,-4 1 0,-8 2 0,-8 4-79,-5 1 1,-1 0-1,-6 3 1,-3-1-86,-5 1 0,0 6 0,-5 3 0,1-3-50,-1-1 1,0 0 0,-1 2 0,4 1-39,4-1 0,3-2 0,3-2 0,4-1-132,4-4 1,8 4-1,4-3-42,2 2 1,2 3-1,2-1 1,2-1 145,6-3 0,-2 2 1,2-2-1,-1 3 47,-1 1 0,3 1 0,-4 1 1,-1 1 141,1 2 1,2 5 0,-4-3 0,0 0 87,1 0 1,-3 6 0,5 0 0,0 5-172,0 0 1,-3 3-1,3 0 1,0 2-235,0 3 0,0-5 0,3-1 0,-1-4 0,1-1 0,2 0 0,0-1 0,-2 0-13,-2-4 1,-1-4 0,4-5 0,-4-1-1752,-2 1 1,-1-6-171,-5 1 0,0-9 0,0-1 1934,0-8 0,-8-43 0,-3-19 0,-1-5 0,0 0 0</inkml:trace>
  <inkml:trace contextRef="#ctx0" brushRef="#br0" timeOffset="29">32903 2029 8137,'0'-15'383,"0"1"0,1 0 1,2-1-1,4 1 1,-1-1-1,2 3 802,0 2 1,0-3 0,3 5-1,-1-1-581,1-1 0,2 5 1,3-4-1,1-3 8,3 0 1,4 2 0,-4 1 0,3-1 21,2 2 1,2-5 0,1 4 0,-3-4-93,-1-2 0,-1 3 0,1 0 0,-4 3 33,1-2 0,-5-1 1,3 1 111,-3 2 0,-1-1-279,-1-4 1,-4 6-409,-1 3 0,-6 3-279,4 2 1,-7 2 329,0 3 0,0 3 0,0 6 0,0 0 37,0 1 0,-7 1 0,-1 3 1,-1 5-89,-1 3 0,1 4 0,-6 2 0,1 5 0,0 4 0,-2 3 0,-2 1 0,-1 4 0,1 1 0,1-3 0,1 5 0,0-1-900,3-1 1,2-6 0,-4-6 0,2-1-76,4-1 0,-4-2 1,3-8-1,-2-3-577,-3-5 1,1 2 0,0-2 0,-1-3-987,1-5 0,-5 1 2538,-1-8 0,-37-5 0,-5-7 0</inkml:trace>
  <inkml:trace contextRef="#ctx0" brushRef="#br0" timeOffset="30">32730 2662 8142,'0'-10'6653,"0"1"-5364,0 5 0,6-2 1,4 8-1,3 2 30,1 6 0,0-2 0,2 2 0,2 2-459,1 6 1,7-2 0,-1 3 0,6-3-861,2-1 0,2 1 0,-1 1 0,4 2 0,4-1 0,-1-2 0,-1-2 0,-3 1 0,-2-1 0,-1-4 0,-5-1 0,-2 1 0,-3-2 0,-8-2 0,-8-4-100,-2 3 0,-3-4 0,-7 4 0,-8-3-1534,-5-2 1,-1 0 0,-4 0 0,0 0-3895,-1 0 5528,-1 6 0,-56-11 0,34 4 0,0 1 0</inkml:trace>
  <inkml:trace contextRef="#ctx0" brushRef="#br0" timeOffset="31">20228 4575 7870,'9'0'-641,"-1"-1"1744,-1-4 1,-3 2-390,-4-7 49,0 7 1,0-5 132,0 3 0,-1 4 384,-4-4 0,-3 3-778,-6 2 1,4 2 0,1 3 0,-3 4-234,0 4 0,2 3 0,0 2 0,-1 2-80,-2 3 0,4-4 1,-1 5-1,-1 2-73,-2 1 0,0 3 0,4 2 1,2 3-13,1 2 0,4-5 0,-4 3 0,1-1 49,0-1 1,1 2 0,4-1-1,1 3 5,4 0 0,-2-1 1,7-4-1,-1 4-40,-1 0 0,5-4 0,-3 2 1,3-4-150,1-1 0,5 0 0,2-2 1,1-1 22,4-3 1,1-5 0,3 1 0,4-3-1,4-1 0,4-6 0,1-1 1,0-1 38,0-4 1,2 0 0,2 0 0,1 2 23,-2-2 0,-1-1 1,-2-2-1,2-2-43,3-3 0,-9 2 1,3-6-1,-4-1 28,-1 2 0,-3-5 0,2 4 0,-2-4 15,-7-2 0,2-4 1,-5-2-1,3 1 26,2-1 0,0-5 0,-2 4 0,-2-2-32,-1 0 0,-4 0 1,2-5-1,-1 0-6,-4 1 0,-1 1 1,-1 1-1,-1 2-37,1-2 1,-3-1 0,-1-2 0,-1 1-15,1-1 1,-4 5 0,-1 0 0,-1-2 5,0-1 0,-1 3 0,-4 0 0,0-1 6,0-3 1,-6 1-1,-4 2 1,-2 1 28,-3-2 0,1-1 0,-2 0 0,-2 1 50,-1 2 1,-2 2 0,4-4 0,-4 4 22,-1 1 0,4-3 0,-1 5 0,3 1 75,1 2 1,1 7 0,0 1 0,1 0 484,3 0-162,-2 5-619,10-4 0,-3 12 0,10 1 7,5 2 1,-2 0 0,1 4 0,2-3 515,2 2 0,3 4 0,2 2 0,2 2-95,3-1 1,-4 0-1,5-1 1,2 2-314,1-1 0,0-2 0,-2 0 0,-1 2 0,2 1 0,1-2 0,0-5 0,-3-3-305,-4 2 1,-4-3 0,-2 0-4781,0-1 2890,-6-2 0,-8-5 0,-11 0-2884,-6 0 5079,-6 0 0,-16-16 0,-8-7 0,-4-1 0,1 0 0</inkml:trace>
  <inkml:trace contextRef="#ctx0" brushRef="#br0" timeOffset="32">21350 4518 7870,'-15'0'0,"3"-2"0,1-1 1961,1-2 0,5 1-399,-4 4 0,-1 0 0,-4 1-708,-1 4 0,6 8 0,-3 7 1,-2 1-428,-4 0 0,-7 6 1,2 0-1,-1 5-368,1 0 1,-1-1 0,-5-2 0,-2-1-530,-2 1 1,7 0-1,-3 0 1,4-2-766,3-3 0,1-2 0,8-4 0,2-1-2817,1-4 4052,7 1 0,-10-12 0,5 4 0</inkml:trace>
  <inkml:trace contextRef="#ctx0" brushRef="#br0" timeOffset="33">20861 5727 7706,'-2'-13'1534,"-1"5"0,-2 8-506,2 8 1,0 11-1,0 6 1,-4 7-685,-1 7 0,3-1 0,-4 4 0,-2 3-50,-2-1 0,-6 3 0,-1-1 0,1 2-88,-2-2 0,5-6 1,-3-3-1,3-2-430,2-3 1,1-8 0,4-5 0,4-3-980,3-1 1,4-7 0,3-3-849,4-4 0,6-7 2051,4-4 0,-10 4 0,4-1 0</inkml:trace>
  <inkml:trace contextRef="#ctx0" brushRef="#br0" timeOffset="34">20918 6072 8319,'15'0'1452,"-4"-2"1,2-1 0,4-2-269,4 2 1,3 1 0,5 2 0,1 0-542,4 0 1,-2 0-1,4 2 1,0 1-509,-4 2 1,-7 0 0,-2-4 0,-3 3-935,-2 0 0,-2 1 0,-3-3-1179,-4 3 1,2-2 1977,-6 6 0,-26-5 0,-11 2 0</inkml:trace>
  <inkml:trace contextRef="#ctx0" brushRef="#br0" timeOffset="35">21609 5928 8752,'0'14'3285,"0"1"-2529,0-1 1,0 2-1,0 2 1,0 2-327,0 3 1,-2 1 0,-1 6 0,-3 2-205,-2 2 0,-2 6 0,-4-2 1,-2 4-176,-3 1 0,3-5 0,-4 1 1,3-1-139,-2-1 0,4-2 0,-1-8 0,7-3-334,2-5 0,1-4 0,3-4-195,-2-2 0,2-5 0,7-1 251,6-6 1,3-2 0,1-8-1,1-5 317,-1-2 1,0-6 0,2-8 0,2-4 283,1-3 1,7-4 0,-2-3 0,3-5 0,2-3 1,-1 0 0,3 2 0,2 3 242,6 1 0,2 2 0,2 7 0,1 4 105,-1 8 1,-6 8-1,-6 12 1,-3 4-127,-4 3 0,-12 10 0,1 5 0,-5 6-143,-5 4 0,-1 5 0,-2 8 0,-2-1 62,-2 0 1,-9 0-1,-8-3 1,-1 2-218,-4-2 1,-1 1 0,-2-2 0,0-4-629,1 0 0,-1-2 0,0-1 1,0-4-1067,0-4 1,6-8-1,0-4 1,2-4 1532,4-4 0,1-43 0,1-15 0</inkml:trace>
  <inkml:trace contextRef="#ctx0" brushRef="#br0" timeOffset="36">25090 4532 14962,'-8'2'207,"2"1"0,0 3 0,-2 2 1,-2 2 101,0-2 0,1 3 0,-5-4-89,-1 1 1,6-4 0,-1 6-50,-1 1 1,-2-3-1,-1 0 1,-1 0-16,1 0 1,-1-5 0,-1 4 0,-1-1-3,-2 4 1,-5-4-1,3 1 1,-1-3-19,-4 1 1,-3 5 0,-3-4-1,-1 1 48,1-1 1,1 0 0,3-2-1,-1 0 105,0 0 1,2 2 0,1-1 0,4 0-60,1 1 1,-5-5-1,4 4 1,-2-3-68,0-2 1,5 5 0,-5-1 0,0 1-129,2 2 1,-6-6 0,4 6 0,-3-3-24,-1 1 1,-1 5-1,0-5 1,0-1 18,0 3 0,-4-6 0,-1 6 0,2-2 38,2-1 1,1 3 0,0-4 0,-1 2 10,-4-2 0,4 3 1,-3-1-1,2-2-31,2-1 1,-4-2 0,-2 2 0,-1 1 15,1 2 1,-3-1 0,3-4 0,-2 0-10,-3 0 1,0 0 0,0-1 0,3-2-28,2-2 1,0-5 0,1 4 0,-2-1 19,-1 1 1,-3-4-1,5 4 1,0-2-63,-1-3 1,-4-2 0,4-1 0,-1-1-7,3 1 1,2 0-1,-1-1 1,-4 1 7,0-1 0,2 1 1,6 0-1,1-1 10,-1 1 1,0-1 0,0 1 0,2 0 8,3-1 0,-1-4 0,4-2 0,-2 0 1,-2 1 1,2-4 0,1 3 0,1 0 8,4 0 0,-4-4 1,0 2-1,0-1-13,1 0 0,-4 2 0,3-4 0,-2 3 17,-2-3 0,-2 5 1,-2 2-1,2 3-9,3 2 0,-3-1 0,4 2 1,-1 2-54,0 2 0,7 4 1,-4-5-1,2 1-31,0 1 0,4-4 0,6 6 1,-3-2-106,0-3 0,-3-2 1,1-1-91,-1-1 0,6 1 1,1 0-1,0 1-161,0 3 0,5-3 0,-4 4-147,1-4 1,3 0 0,-5 2-2594,1 1 1074,2 7 1,5-2 805,0 10 0,2 3 0,3 7 1,3-1 1286,0 0 0,17 14 0,-1 2 0</inkml:trace>
  <inkml:trace contextRef="#ctx0" brushRef="#br0" timeOffset="37">22184 3770 7994,'0'-15'307,"0"1"0,0 0 1,-1 1 483,-4 3 1,3 2 0,-4 5-163,0-2 1,-2 0-1,-7 5-264,1 0 1,-1 0 0,-1 2-1,-3 3-21,-5 4 1,-3 4-1,-3 2 1,-2 1-54,-2 3 0,-4-3 1,3 4-1,-2 0 14,-3-1 1,0 5 0,2-5 0,4 0-83,4 2 1,2-5-1,4 2 1,5-6 108,3-2 0,7-2 636,-1 2-647,7 2 0,-8-4 1,6 7-114,2-1 0,0-4 0,-1-1 0,-2 2-68,-2 2 0,5 6 1,-2 1-1,2-3-128,-2-1 1,3-1-1,-2-1 1,2 0-78,2 1 0,2-1 0,1 1 0,3 1 92,2 3 1,7-2 0,5 6 0,1-1 409,0 0 1,4-2-1,1 4 1,4 0 5,4-2 0,0 5 1,-6-4-1,1 0-322,0 1 0,-2-1 0,-1 1 0,-4-5-286,-1-3 1,-7-2 0,-4 1-825,1-1 1,-5 1-1444,-1-1 1,-5-4-1615,-5-1 4046,4-6 0,-57-28 0,-6-15 0</inkml:trace>
  <inkml:trace contextRef="#ctx0" brushRef="#br0" timeOffset="38">24558 5424 7764,'8'-14'495,"-3"0"1,-3 4 0,-2 0 940,0-1-729,0 5 0,0 1 0,0 11 1,0 9-1,0 9 0,-2 6 376,-3 4 0,-3 6 1,-6-2-1,-1 4-598,1 1 0,-2 0 0,-2 2 0,-2 1-261,-3 2 0,4-5 1,-3-6-1,1-2-282,3-3 1,4-3 0,3-5 0,3-5-1435,1-3 1,4-8 0,8-3-146,5-4 1,4-7 0,5-5 0,4-7 1636,-1-6 0,-5-14 0,-1-8 0,0-5 0,-1 1 0</inkml:trace>
  <inkml:trace contextRef="#ctx0" brushRef="#br0" timeOffset="39">24601 5770 7764,'0'9'670,"0"1"1,2-7-1,3 3 1,4-1-39,4 0 1,8 1 0,3-2-1,3 0 745,2 0 0,4 2 0,3-1 0,0-2-860,4-1 0,-3-2 0,0 0 0,-4 0-865,-5 0 1,-1-2-1,-8-1 1,-2-2-2256,-1 2-2585,-8-5 5188,-1 6 0,-46 2 0,-8 8 0</inkml:trace>
  <inkml:trace contextRef="#ctx0" brushRef="#br0" timeOffset="40">25335 5741 7776,'6'-8'799,"-4"0"413,3 3 0,-4 5-695,-1 0 1,0 7 0,0 7 0,0 0 28,0 1 1,-1 5-1,-4 6 1,-3 4-173,0 4 0,-10 4 0,4-2 1,-2 0-213,0 4 0,0-3 0,-1 0 0,-3 0-45,3-1 0,1-4 1,3 0-1,2-6-156,1-7 1,7-8-144,-2-1 0,5-9 1,5-2-1,5-12 71,2-9 0,8-12 0,0-4 0,3-5 150,2-5 0,2 0 0,2-8 0,0-3 48,0-1 0,4 1 1,3 2-1,0-1 125,4 1 0,-5 7 0,-1 8 0,-4 12 163,-1 9 0,-2 7 0,-3 4 0,-5 7-130,-3 6 1,-8 7-1,-1 9 1,-2 5 90,-1 3 1,1 2 0,-6 0 0,-4 0 40,-5-1 0,-3 3 0,-3 1 1,-3 1-119,-5-1 1,-3-6 0,-2-4 0,1 1-264,-1-1 1,0-4-1,0 1 1,1-5-659,-1-4 1,0-4 0,2-6 0,4-3-2369,9-7 1,6-7 3029,8-17 0,-3-18 0,0-9 0,-1-9 0,0 1 0</inkml:trace>
  <inkml:trace contextRef="#ctx0" brushRef="#br0" timeOffset="41">2201 6446 8005,'-14'-8'429,"4"2"0,2 7 0,0 4 1,2 6-1,-1 7 0,4 6 1,0 4 457,-2 6 0,2 4 1,-7 10-1,-1 5 245,-2 3-873,-1 2 1,-5 6-1,-2 3 1,-1 1-1,-4 0 1,-1-6 0,-2-1 341,0 1 1,-4-3 0,-3 4 0,1-6-505,0-4 0,2-4 0,4-4 0,0 0-296,0-2 0,8-3 1,5-11-1,7-2-473,3-3 0,1 2 0,6-7 0,4-3-511,5-5 0,2 0 1,3-6-1,-1-2-456,1-1 0,-1-4 1639,0-3 0,-6-41 0,-1-16 0</inkml:trace>
  <inkml:trace contextRef="#ctx0" brushRef="#br0" timeOffset="42">2172 6518 7829,'-14'-8'165,"-1"1"0,1 6 438,0-4 1,1 2 0,3-7 0,5-1 0,5-2 0,7 1 0,7 0 894,9 3 0,4-1 1,3-4-1,2-1-846,2 1 1,4 1 0,-3 2-1,0 3-157,1 2 1,2-1 0,-6 4 0,-3-2-207,-4 2 1,-7 1 0,1 4-258,-3 3 0,-8 3 0,-5 8 1,-6 3-36,-7 5 1,-9 3-1,-5 2 1,-3 0-286,-2-1 1,-1 6 0,-2 0 0,-2-2-446,2-2 1,4-8 0,4-2 0,4-4-198,5-2 0,2 0 713,3 1 0,15-7 1,11-4-1,5-2 269,4-2 1,2 0 0,2 2 0,-2 1 260,-3 2 0,2 4 1,-5-2-1,0 1 40,-1 3 1,-5 6-1,-7 3 1,-2-1 219,-3 2 1,-1-1 0,-4 6 0,-3-2-76,-4 1 1,-6 3 0,-2-1 0,-4-2-232,-1-1 1,-7-1-1,-6 2 1,0-1-237,-1 2 1,-3-5 0,2-1 0,-2-2-271,1-4 1,1 4 0,-1-10 0,6 0-1217,6-3 0,6-4 0,5-1 0,2-1-936,4-4 0,2 2 2391,7-7 0,26-25 0,6-11 0</inkml:trace>
  <inkml:trace contextRef="#ctx0" brushRef="#br0" timeOffset="43">3338 5942 7784,'-20'0'0,"0"0"283,-3 0 0,-1 2 0,-5 3 0,1 6 1938,-1 7-1846,0 10 0,-6 15 1,-2 12-1,-1 7 1,1 8-1,19-32 1,1 1-1,1 1 0,0 0 439,0 2 1,2-1 0,2 0-1,3 0-508,-6 36 0,7-7 0,8-14 0,2-3 0,3-4 0,4-2-231,4-4 0,6 3 0,1-9 1,-1 1-809,1 1 1,1-3 0,5 3-1,-4-6-708,-1-2 0,3-9 0,-3-1 0,0-4 1441,-1-2 0,31-42 0,4-21 0</inkml:trace>
  <inkml:trace contextRef="#ctx0" brushRef="#br0" timeOffset="44">3453 6345 7820,'0'-29'0,"-2"2"230,-3 3 1,4-1 0,-4 6-1,5 1 1080,5 2 0,3 3 0,6 2 1,2 1-480,3-1 0,-1 5 1,6 1-1,1 3-274,2 2 0,2 0 0,0 2 0,0 3 21,0 4 1,-7 11 0,-1 4-1,-4 3-307,-2 1 0,1 6 0,-12 1 0,-2 2-246,-5 3 1,-2 2 0,-9 1 0,-7 0-311,-5 0 1,-4 0-1,-5 0 1,-7 2-168,-4 3 1,-4-8-1,4 2 1,0-7-168,4-8 0,1-5 0,7-9 0,4-3 350,4-5 0,12-10 0,9-6 0,3-7 105,2-6 1,7-3 0,4 0 0,6 1 271,7 2 0,2 6 0,0-1 0,-3 3 475,3 2 1,0 4 0,-1 2-1,-1 2 136,2 3 0,-1 1 1,-1 4-1,-3 3-557,0 4 1,-5 9 0,1 2-1,-4 3-956,-3 2 1,-7 3-1,3 0 1,-1 1-1317,0 0 0,1 0 0,-2-2 2110,0-3 0,1 3 0,-5-5 0</inkml:trace>
  <inkml:trace contextRef="#ctx0" brushRef="#br0" timeOffset="45">4158 6187 7772,'-8'2'3503,"3"4"-2398,3 8 0,2 4 0,0 9 0,0 5-344,0 3 1,0 4-1,0 4 1,-1 0-182,-4 0 0,3 5 0,-4 0 0,-1-3-539,-2-5 1,1 1 0,-2-4 0,1 0-1115,1-4 0,0-4 1,4-5-1,0-5-3657,0-3 4730,3-8 0,-18-33 0,-5-15 0</inkml:trace>
  <inkml:trace contextRef="#ctx0" brushRef="#br0" timeOffset="46">4100 6662 8068,'0'-15'2256,"6"3"0,4 2-1373,3 5 1,3-1 0,1 1-1,4 0-1185,2-1 1,-6 4-1,4-4 1,-2 1-4766,0 0 5067,0-6 0,-4-29 0,-1-14 0</inkml:trace>
  <inkml:trace contextRef="#ctx0" brushRef="#br0" timeOffset="47">4388 6115 8123,'-7'14'605,"4"2"1,-5 4-1,2 4 563,3 3 0,-4 8 0,1 5 0,-2 6-180,-3 7 0,3 3 1,-2 1-1,-1 1-460,-2 0 0,3 4 0,2-1 0,0-5-474,0-7 0,5-4 0,-2-3 0,4-4-1516,1-5 1,1-9 1461,4-4 0,-3-36 0,4-10 0</inkml:trace>
  <inkml:trace contextRef="#ctx0" brushRef="#br0" timeOffset="48">4474 5985 7744,'0'-14'1827,"6"6"0,4 3-630,3 4 1,1 2-1,2 6 1,3 7-287,5 8 0,-1 7 1,1 5-1,1 4-138,3 4 0,-1 1 1,-3 0-1,-4 0-320,1 0 1,-10 2 0,4 2 0,-4 1-313,-3-2 1,-2 3-1,-9-1 1,-5 0-345,-6 2 1,-10-5 0,0 3-1,-3-4-312,-2 0 1,-6 0-1,-2 1 1,0-2-979,4-6 0,7-7 0,4-6 0,1-4-3308,3-4 4801,-4-8 0,0-40 0,-7-16 0</inkml:trace>
  <inkml:trace contextRef="#ctx0" brushRef="#br0" timeOffset="49">5309 6417 7712,'8'7'462,"0"-6"1,-4 4 11,6-3 0,4-2 0,4 0 0,3 0 353,1 0 1,2 0 0,3 0 0,-1 0 921,-2 0 1,-2 0-1,4-2 1,-4-1-1913,-1-2 0,-2 0 0,-5 5-6917,1 0 7080,-7 0 0,-50 18 0,-31 9 0,-3 1 0,0 0 0</inkml:trace>
  <inkml:trace contextRef="#ctx0" brushRef="#br0" timeOffset="50">5193 6705 11182,'15'0'1319,"1"0"0,3 0 0,5 0-396,3 0 1,4 0 0,0 0 0,3 0-773,-2 0 1,-2-2-1,-1-1 1,0-2-1411,0 2 0,-2 2 0,-3 1 1,-5 1 1258,-3 4 0,-27 9 0,-7 9 0</inkml:trace>
  <inkml:trace contextRef="#ctx0" brushRef="#br0" timeOffset="51">6229 6403 7706,'0'-23'271,"0"3"1,-1 7 1083,-4 3 1,2 4 0,-7 6 380,-1 0-1352,-2 6 1,-1 9 0,-2 9 0,-2 4 0,-3 6-1,-1 6 1,-2 6 330,2 7 0,-4-2 0,8 0 1,4 0-371,3 1 0,9-12 0,2-2 0,10-8-165,7-6 0,7-8 0,8-8 1,4-1 64,0-4 1,1-8 0,3-6 0,-3-5 36,-2-3 0,-1-7 0,-7 2 1,-3-3-202,-5-2 1,-8-1 0,-3-2-1,-1-2-462,-4 2 1,-10 0-1,-7 0 1,-8-1-178,-6 1 1,-2 1 0,-2 4-1,-3 3 94,-2 5 1,5 8 0,-1 3 0,2 2-1416,2 2 1879,7 3 0,-37 14 0,-3 3 0</inkml:trace>
  <inkml:trace contextRef="#ctx0" brushRef="#br0" timeOffset="52">11207 6244 7709,'-22'0'565,"1"0"1,8 2-1,5 3 1,8 4 499,8 4 1,11-3-1,5-2 1,4 0-409,0 0 1,3-5-1,1 2 1,1-4-85,-1-1 1,-1 0 0,-3-1 0,1-4-49,0-5 1,-7-1 0,-3 0 0,-3 0-271,-1-5 0,-2 1 0,-4-4 0,-4 2-261,-3-2 0,-4 3 1,-3-4-1,-6 4-31,-7 2 0,-6 6 0,-8 3 1,-3 4-565,-1 1 0,-4 12 1,-7 8-1,1 7 186,4 6 1,1 4 0,7 6-1,2 2 392,2 3 1,7 2-1,6 4 1,6-3-41,6-1 0,11-7 1,9-6-1,7-4-636,5-6 0,2-4 0,1-9 1,4-1-507,4-4 1,-3-2 0,1-7-1,-3 0-1377,1 0 2582,-7-7 0,26-39 0,-26 15 0,0 0 0</inkml:trace>
  <inkml:trace contextRef="#ctx0" brushRef="#br0" timeOffset="53">11696 6561 7709,'-9'5'3017,"-1"0"0,5-1-1192,-4-4 0,6-1-1031,-2-4 0,5-3 0,5-6 0,4-1-235,4 1 0,3-5 1,3-2-1,5 0-209,3 0 1,-3-3-1,0 5 1,0 3-155,-1 5 1,2 0 0,-6 6-1,-1 2-252,-2 1 1,-7 4-1,-1 3 1,-1 4-656,-4 4 0,-1 6 1,-2 2-1,0 1-706,0 4 0,-2-1 0,-1-1 0,-2-3-294,2 0 0,1-5 1711,2 3 0,29-37 0,13-18 0,2-1 0,0 0 0</inkml:trace>
  <inkml:trace contextRef="#ctx0" brushRef="#br0" timeOffset="54">12416 6187 7709,'-7'-8'822,"-1"2"1,-6 6 382,-1 0 0,1 8 0,-2 6 0,-1 8-696,-3 5 1,0 4 0,2 1-1,-1 3-339,1 2 0,2 0 0,3 3 0,4-5-50,4-5 1,3-4-1,4-12 1,4-1 11,9-4 1,-1-2 0,7-10-1,-2-5 293,0-7 1,5-9 0,-3 0 0,0-5 158,0-4 0,-1 1 0,-2-5 0,1 0-270,-1 1 0,-2-3 0,-2-6 0,-1-1-451,-3-2 0,1-6 0,-5-1 0,1-2-955,-1-1 1,-1 6 0,-5 13-1,0 7-3539,0 7 4631,0 4 0,-7 38 0,-1 9 0</inkml:trace>
  <inkml:trace contextRef="#ctx0" brushRef="#br0" timeOffset="55">13020 6043 7704,'-15'-2'1932,"1"-2"0,5 2-496,-1-3 1,8 4 0,2 1 0,8 0-260,5 0 1,6 4 0,0 3-1,1-1-676,0 1 1,-2 2 0,4-2 0,1-1-432,-1 0 1,-4 4-1,1-4 1,-3 1-1110,-2-1 0,1 4 1,-1-4-1059,0 2 0,-6 2 0,-3 4 0,-5 1 2097,-5-1 0,-50 11 0,-25 3 0,21-8 0,1 1 0,0 0 0</inkml:trace>
  <inkml:trace contextRef="#ctx0" brushRef="#br0" timeOffset="56">12804 6374 8908,'14'0'1096,"1"0"1,-1 0 0,1 0-447,-1 0 1,7 0 0,4-2 0,6-1-169,2-2 1,2 1 0,-3 2-1,4-1-833,0-2 0,-4 0 1,2 5-1,-5 0-5570,-5 0 5921,-4 0 0,-12 7 0,-1 1 0</inkml:trace>
  <inkml:trace contextRef="#ctx0" brushRef="#br0" timeOffset="57">13624 6057 7691,'0'-14'0,"0"-2"0,2 0 500,3 2 0,3-4 0,6 10 0,0-1 1084,1-1 0,4 7 0,0-2 0,0 3-686,2 2 0,-3 2 1,4 3-1,-1 4-416,-4 4 1,-1 6-1,-1 2 1,-3 1-367,-2 4 0,-4 6 0,-6 3 0,0 0-267,0 1 1,-3-1 0,-5-2 0,-8 4-537,-4 0 1,-4-2 0,-7-6 0,-1-2 32,-1-3 1,-6 1-1,7-5 1,4-4 391,2-5 0,8-5 0,1-9 189,6-7 1,4-1-1,9-13 1,4-1 140,9-2 1,1-1 0,6 4 0,0 5 686,1 3 1,-6 3 0,4 2 0,-2 3 54,0 2 0,1 1 1,-6 5-1,0 2-509,1 2 1,-1 4 0,-1 7-1,-2 1-469,-1 3 1,-7-3-1,2 3 1,-4-1-1487,-1 1 1,0-8-1,0 4 1654,0-3 0,0-56 0,0-14 0</inkml:trace>
  <inkml:trace contextRef="#ctx0" brushRef="#br0" timeOffset="58">14257 5755 11234,'8'7'1935,"-1"2"1,-7 12 0,0 8-1127,0 8 1,-7 6-1,-2 5 1,-4 4-439,-2 4 0,-4 7 1,-2-1-1,1-1-778,-1-2 0,-3-8 0,5-4 0,1-9-2649,2-9 0,2-4 3056,-1-10 0,-12-30 0,-3-17 0</inkml:trace>
  <inkml:trace contextRef="#ctx0" brushRef="#br0" timeOffset="59">14200 6144 7681,'14'-15'510,"0"7"0,1 4 0,-1 2 944,1 2 0,4 0 0,0 0 0,0 0-584,2 0 1,-5 0 0,5 2-1,-2 1-525,0 2 1,0-1-1,-4-4 1,-3 2-957,-2 3 0,3-4 1,-5 3-1,1-6 611,1-3 0,-6-37 0,-5-17 0,4 0 0,1-1 0</inkml:trace>
  <inkml:trace contextRef="#ctx0" brushRef="#br0" timeOffset="60">14617 5712 7681,'-15'7'576,"6"1"1,1 7-1,0 5 720,0 4 0,3 9 1,-5 6-1,1 4 81,1 5 0,-10 8 1,4 8-1,-2 1-600,0 4 1,-3-7 0,-2-3-1,2-6-1238,3-3 1,0-9-1,11-7 1,2-5-914,1-5 0,2-4 1374,0-5 0,-45-7 0,-10-2 0</inkml:trace>
  <inkml:trace contextRef="#ctx0" brushRef="#br0" timeOffset="61">1856 8417 7856,'-21'7'0,"10"-6"0,-4 4 0,4-2 720,3 2 1,-3 3 0,6 6 0,2 2 119,1 3 0,2 5 0,0 10 1,-1 6-105,-4 6 1,2 10 0,-7 8 0,-1 2-411,-2 3 0,-8 7 0,10-36 1,-2 0-1,0 0 0,-1 0-88,0-1 1,-1-1 0,-20 35-1,-1-1 1,-3 0-175,1 0 1,6-1-1,0-4 1,6-5-545,7-3 1,3-8-1,3-6 1,4-10-904,4-11 1,7-8-1,6-6 1,6-7-2250,2-6 3632,6-5 0,-14-41 0,-6-19 0,4-3 0,1 0 0</inkml:trace>
  <inkml:trace contextRef="#ctx0" brushRef="#br0" timeOffset="62">1856 8619 7856,'-21'-7'1005,"10"4"999,-4-7 1,6 1-1157,-1-6 1,5 7 0,9 2 0,2 1 68,2 0 0,2-4 1,6 2-1,1-1-269,2-3 0,7 3 0,-4-1 1,2-3-221,0 0 0,0 2 0,3 2 1,-1 2-248,-2 2 0,-2 3 0,2 1 0,-5 0-120,-3 0 1,-1 1 0,-2 4 0,-4 5-47,-4 3 1,-5 7 0,-5 4 0,-6 4-285,-7 0 1,1 6 0,-7 1-1,-3 2-317,-5 3 0,1 1 0,-2 1 0,4-4-30,5-4 0,-2-4 0,9-3 0,2-3 110,4-4 1,10-6-1,1-4 1,8-6 299,4-2 0,9-2 1,3 0-1,3 0 238,2 0 1,-5 0-1,-1 0 1,-1 0 249,0 0 1,-9 2 0,1 2 0,-2 6 143,-4 3 0,-2 3 1,-6 1-1,0 4 318,0 2 0,-6-1 0,-4 3 1,-4-2-279,-6-2 0,4-1 1,-4-2-1,-1 1-335,-3-1 0,-3-2 0,-4-2 1,-1 1-766,-1-1 1,-6-1 0,4-4 0,-1-2-1333,-4-1 0,0-4 0,1 1 0,6-6 1966,2-7 0,6-36 0,2-17 0,-3-4 0,0 0 0</inkml:trace>
  <inkml:trace contextRef="#ctx0" brushRef="#br0" timeOffset="63">3079 8000 7820,'-2'-19'0,"-3"-1"145,-4 3 1,1 1-1,-2 2 1,-1 1 414,-2 3 1,-1 4 0,-2 6 0,-4 3 60,-4 7 1,-3 7 0,-1 17 0,-3 6-54,-2 6 1,2 2-1,-2 8 1,2 5-19,3 3 0,4 0 0,1 6 0,4 3-167,6 1 1,5 4 0,8-1 0,0-2-279,0-1 1,11-9 0,5-2 0,4-6-385,0-4 1,7-7 0,-1-6 0,3 0-556,-2-5 1,-3-7 0,2-4 0,-4 0-648,-1-2 1,0-1 0,-4-7 1480,2 1 0,7-14 0,-4-2 0</inkml:trace>
  <inkml:trace contextRef="#ctx0" brushRef="#br0" timeOffset="64">3496 8230 7820,'-7'-13'198,"-1"2"1,-1 3 636,-1 2 0,5 1-403,-4 5 0,4 0 1,-5 1-1,1 4 1,-1 5-1,1 6 1095,-3 8 1,0 1-1259,-3 14 1,3 1 0,0 6 0,3 4 0,-2 2 0,-2 8 202,-2 5 1,1 1-1,0-1 1,-1-1-388,1-3 1,-1 0 0,3-2 0,0-2-708,3-5 0,6-8 0,-4-5 1,2-6-943,1-2 1,-1-9 0,6-4-604,4-7 2167,-3 2 0,-2-63 0,-8-8 0</inkml:trace>
  <inkml:trace contextRef="#ctx0" brushRef="#br0" timeOffset="65">3913 8345 7820,'0'-14'1840,"0"-1"-970,0 1 1,0 8-1,0 7 1,-2 12-297,-2 9 0,-4 7 0,-7 5 0,-1 6 442,-3 6-847,3 5 0,-11 7 0,3 1 0,-3 2 1,-2 3-1,2 0 0,3-2-72,5-6 1,3-5-1,3-9 1,3-4-1362,5-4 1,7-12 0,6-8-406,6-7 0,4-7 0,-4-7 1669,1-7 0,-9-34 0,-4-14 0,1-9 0,0 1 0</inkml:trace>
  <inkml:trace contextRef="#ctx0" brushRef="#br0" timeOffset="66">3784 8806 7820,'8'0'482,"4"0"0,-2 0 393,3 0 1,1 0 0,2 0-1,2 0-429,1 0 1,6 0 0,-2 0-1,1 0-732,0 0 1,0 0-1,3 0 1,-2 0-662,-1 0 1,-6-2 0,1-1 946,-3-2 0,-11-42 0,-8-20 0,2 0 0,0-1 0</inkml:trace>
  <inkml:trace contextRef="#ctx0" brushRef="#br0" timeOffset="67">4215 8345 7820,'-6'8'0,"-4"-1"0,-1-1 821,1 4 1,2 2 0,5 3 0,-2 1 36,2 3 0,-3 5 0,1 9 0,0 6-187,-1 2 0,-2 9 0,-7 3 0,1 4-266,0 6 1,-6-4-1,1 5 1,0-2-479,-2 0 0,7-1 0,-2-10 0,6-8-711,4-7 0,1-8 0,7-4 0,1-4-3998,2-4 4782,6-8 0,-29-47 0,1-17 0</inkml:trace>
  <inkml:trace contextRef="#ctx0" brushRef="#br0" timeOffset="68">4431 8316 7789,'0'-24'953,"0"2"1,0 1-63,0 4 0,5 1 1,1 1-1,2 2-227,3 4 0,-3 3 0,2 6 1,1 1 148,2 4 1,1 9 0,1 10 0,-3 5-180,-2 5 0,1 2 0,-4 8 0,-1 0-309,0 4 1,-1 3 0,-5 7-1,-1 0-204,-4-1 1,-3 1-1,-8 1 1,-3 3-164,-5 5 1,-4-3 0,0-1 0,-1-6-670,0-4 0,-3 0 0,2-9 1,4-4-1389,4-3 1,-2-5 0,5-6 2098,1-2 0,-23-32 0,-11-11 0,-3 1 0,0 0 0</inkml:trace>
  <inkml:trace contextRef="#ctx0" brushRef="#br0" timeOffset="69">5352 8762 7813,'-8'-6'1291,"-3"3"2969,6-7-3228,0 7 0,11-3 0,4 6 0,3 0-449,1 0 1,2 0-1,2 0 1,2 0-31,3 0 0,1 0 0,5 0 0,1 0-189,3 0 0,-1-2 0,5-1 0,0-4-480,0-1 0,0 4 1,1-4-1,-5 0-332,-2 0 0,-9 3 1,-3-3-1,-3 2-1370,-1 2 0,-9 3 492,-6 1 0,-6 1 0,-10 4 1,-3 5-1485,-5 2 2810,-4 3 0,-25 9 0,-12 5 0,-5 2 0,-1 0 0</inkml:trace>
  <inkml:trace contextRef="#ctx0" brushRef="#br0" timeOffset="70">5251 9036 7939,'-6'0'1497,"6"0"1,8 0-1,11 0 1,5-2-554,3-3 0,8 4 1,2-4-1,1 3-177,1 2 0,-1 0 0,5 0 1,0 0-393,0 0 1,-6 0-1,-3 0 1,-4 0-621,-1 0 0,-5 2 1,-2 3-1590,-1 4 0,-3-1-2021,-9 2 3855,-2 0 0,-59 4 0,-11 0 0</inkml:trace>
  <inkml:trace contextRef="#ctx0" brushRef="#br0" timeOffset="71">7092 8345 7778,'-1'-13'0,"-2"2"1357,-2 2 1,-5 4-787,6-5 1,0 18 0,8 3 0,0 10 125,0 10 1,-3-1 0,-1 8 0,0 2 1269,0 2-1397,0 1 1,-1 2-1,-3 3 1,-2 4 0,-2 4-1,-3 2 1,-2 0 148,-1-1 1,-1 2 0,2 0 0,2-1-659,2-7 1,1-5 0,-2-4 0,4-2-690,-1-2 0,6-12 0,-3-2-614,8-6 0,-1-11 0,6-2 0,1-5-102,-2-5 1,3 2-1,-4-8 1,1-3-2322,3-4 3665,-5-7 0,-6-55 0,-4 29 0,0 1 0</inkml:trace>
  <inkml:trace contextRef="#ctx0" brushRef="#br0" timeOffset="72">7740 8201 10788,'-8'7'850,"2"2"0,6 9 0,0 3-186,0 1 0,0 4 0,0 7 0,0 6 834,0 2-1158,0 2 0,0 5 0,-2 2 0,-1 1 0,-4 2 0,-1-1 0,-1 0 119,1-3 1,-5 6 0,5-6 0,-2-1-535,1-5 0,6-9 0,-2-1 0,3-2-1696,2-2 0,0-7-4526,0-3 4636,0-3 1,0-16 1660,0-10 0,0 4 0,0-7 0</inkml:trace>
  <inkml:trace contextRef="#ctx0" brushRef="#br0" timeOffset="73">7380 8820 7801,'-6'-14'0,"4"4"1121,-3 0 0,7 7 0,6-3 0,8 1 357,5 0 1,9 0 0,9 4 0,2-2-408,2-2 0,5 0 1,2 5-1,1-2-596,3-2 0,-9 2 1,-2-3-1,-3 4-189,-3 1 1,-2 0-1,-6 0 1,-2 0-1485,-3 0 1,-3 0 0,-7 0-1,1 0-6600,-1 0 7798,0 0 0,-63-7 0,-17-1 0</inkml:trace>
  <inkml:trace contextRef="#ctx0" brushRef="#br0" timeOffset="74">9409 8000 7826,'-7'-13'510,"-2"3"1,-4-1-1,-1 6 1,-1 2 416,1 2 1,1 2 0,2 4-1,1 6-414,-1 7 1,0-1 0,-2 7-1,2 4 717,0 4-912,-12 4 1,14 4 0,-10 3 0,1 9 0,0 5 0,-1 7 0,3 2 301,5 2 0,-2 6 1,5 1-1,0-3-374,3-2 1,4-2 0,2-13 0,4-2-207,5-5 0,3-5 0,1-4 0,2-6-148,3-2 1,-3-3 0,3 1 0,-3-2-119,-1-3 0,-1-3 1,1-6-1,-1-1-243,0 0 1,1-4 0,-1-2 0,0-2-507,1-2 0,-1-3 1,1-1-1,-1-1-1284,0-4 0,1-10 2259,-1-9 0,-12-48 0,-3 30 0,0 0 0</inkml:trace>
  <inkml:trace contextRef="#ctx0" brushRef="#br0" timeOffset="75">9740 8230 7782,'-15'0'0,"1"0"844,0 0 0,6 2 0,3 2 531,3 6 0,2 8-925,0 1 1,0 6-1,0 1 1,0 4-1,0 6 1,0 0 816,0 4 0,0 0-971,0-1 0,-5 4 0,-1-2 0,-2 4 0,-3-2 0,-2-3 25,-1 0 0,4-3 0,0 0 0,1-2-931,1-3 1,0-3-1,5-4 1,-2-2-1363,2-3 1,3-5-1,4-7-416,6-2 1,-4-7 2387,-1-9 0,-3-48 0,-2-12 0</inkml:trace>
  <inkml:trace contextRef="#ctx0" brushRef="#br0" timeOffset="76">9927 8662 7782,'6'-13'0,"4"3"0,2 4 277,3 0 1,6 2 0,3-4 0,3 2 1762,2 3 1,6-5 0,2 0-1,1-2-1039,0 1 0,-1 5 0,1-2 1,-4 1-803,-4 0 1,-6 1-1,-1 2 1,-3-1-729,-2-2 0,-2 0 1,-2 5-1512,1 0 1,-6 0 0,1 0-3608,1 0 5647,-4 7 0,-20 20 0,-11 11 0</inkml:trace>
  <inkml:trace contextRef="#ctx0" brushRef="#br0" timeOffset="77">10862 8590 8411,'-13'9'325,"3"1"1,4-5 0,6 4 0,0 3 286,0 0 1,0 4 0,0 3 0,0 5-219,0 4 0,0 7 0,0 3 0,0 5-257,0 5 1,0 2 0,-2 4-1,-2-1 0,-6 1 1,2-3 0,-1 1 0,-1-4-45,2-7 1,-3-6-1,6-11-67,2-4 1,1-12 0,2-8-39,0-8 1,5-13 0,1-8-1,2-8 149,4-4 1,-4-4 0,1-3-1,2-5-46,2-3 1,1 0 0,2 2 0,2 1 41,1-1 0,7 3 1,-2-2-1,3 2 208,2 4 0,1 1 0,0 12 0,1 2-1,-4 2 0,-3 14 1,0 6-1,-5 9-99,-3 6 0,-6 4 0,-2 10 1,-2 5-98,-3 4 0,-1 0 0,-2 1 0,-2 0-57,-2 0 0,-4-1 0,-7 1 0,1-2-207,-1-3 0,-1 4 1,-1-6-1,-4 2-549,-1 0 0,2-6 0,-2-1 1,0-6-581,-1-6 1,6-3-1,-2-4 0,3-3-2698,1-4 3947,1-10 0,-5-33 0,-2-15 0,-2-7 0,-1 0 0</inkml:trace>
  <inkml:trace contextRef="#ctx0" brushRef="#br0" timeOffset="78">11293 7712 7734,'2'-8'939,"3"3"-100,4 4 1,4 1 0,2 1-1,1 6 1569,3 7-1840,3 7 0,9 14 0,1 5 0,1 6 0,-1 7 0,-2 3 0,-2 3 307,-4 4 0,-4 2 0,-7 7 1,-3-2-257,-5-2 0,-4-5 0,-2-3 0,-4 0-213,-5 3 0,-3-3 0,-3-5 0,-1-4-486,-2-1 1,-5-2-1,3-5 1,-2-2-977,-2-2 0,3-6 1,-2-9-1,-2-5-1152,-1-3 1,0-8-1,1-4 2208,2-8 0,-27-12 0,-11-8 0,-9-3 0,1 0 0</inkml:trace>
  <inkml:trace contextRef="#ctx0" brushRef="#br0" timeOffset="79">12329 8000 7749,'0'-21'82,"0"10"1,0-4-1,0 3 1,0-1 0,0-1 1128,0-1 0,0 9-574,0 6 1,0 6-1,0 12 1,0 6 83,0 9 0,0 9 1,0 6-1,-1 6-247,-4 7 0,2 0 1,-7 6-1,-1 3-274,-2 5 1,-8 0 0,10-35 0,-2 0 0,0 0-1,-1 0-160,0 0 0,-1 0 0,-1-2 1,-1-1-1,-1 1 0,1-1 0,-17 32-352,4-6 1,-1-15 0,12-8-1,3-7-1527,5-6 0,6-9 442,10-4 1,-2-12-1,7-13 1397,1-7 0,-3-23 0,-3-19 0,1-2 0,2-6 0,-1 0 0,1-1 0</inkml:trace>
  <inkml:trace contextRef="#ctx0" brushRef="#br0" timeOffset="80">12329 8244 7749,'-6'-14'337,"4"0"0,-2-1 0,2 1 567,2 0 1,2 4 0,2 0-1,8 1-3,5 1 1,1-3 0,6 6 0,1 0-178,2-1 0,1 4 0,-3-3 0,-1 4-189,2 1 1,-1 1 0,1 2 0,-4 4-320,-1 1 1,-3 1-1,-9 6 1,-2-1-141,-1 1 1,-4-1 0,1 2 0,-5 1-197,-3 3 1,-11 0 0,2 0 0,-4 2-239,-2 0 0,-1 1 0,-5-6 1,2 4-326,-1 2 0,2-6 0,1 1 0,1-6-339,4-2 0,5-5 675,3 4 0,7-1 1,2 2 305,8-5 1,2 1 0,3 1 0,3 1 321,0 3 1,0 2-1,-4 3 1,0 1 286,-3 2 0,-1 5 1,2-3-1,-5 2 114,-4 2 0,-1-3 1,0 1-1,-1-1-301,-4 1 1,-8-4-1,-8 3 1,-1 1-287,-4-1 1,-1-4-1,-3-1 1,-4-4-182,-4-4 1,-2-1 0,0 2-1,1-4-1389,-1 1 1,5-6-1,3 4-125,7-3 1,10-9-1,11-2 1600,2-4 0,35-25 0,17-9 0,2-4 0,0 0 0</inkml:trace>
  <inkml:trace contextRef="#ctx0" brushRef="#br0" timeOffset="81">13250 7813 7749,'-22'0'0,"3"1"1145,3 4-766,1-3 0,1 11 0,-1-2 1,1 8-1,0 10 0,-2 8 1,-2 7 916,-1 9 1,-2 1-1005,2 14 0,1 3 0,-4 6 1,1 0-1,4-2 0,1-3-19,1-6 1,7-10 0,3-5 0,4-2-311,1-2 0,6-9 0,4-6 0,3-5-567,1-3 1,5-5 0,2 4 0,1-4-1234,4-6 0,-4-4 0,1-6 1837,-3 2 0,12-64 0,-16 19 0,-1 0 0</inkml:trace>
  <inkml:trace contextRef="#ctx0" brushRef="#br0" timeOffset="82">13480 8129 7749,'-14'0'-34,"-1"0"238,1 0 1,0 0-1,-1 0 1522,1 0-1300,6 0 1,0 2 0,5 3 0,-4 4-1,1 4 323,0 2 0,-4-1 0,5 0 0,0 2-351,-1 3 1,-2 1-1,-6 7 1,-1 5-91,1 3 1,4 5 0,1 8 0,-3 5-57,0 3 0,4 6 1,3 0-1,3-3-164,2-4 0,2-6 0,4-7 0,9-5-108,7-9 1,5-7 0,2-11-1,0-5 85,0-4 0,4-2 0,1-6 0,-2-7 98,-2-9 0,-3-4 1,-1-1-1,-4-3 44,-1-2 1,-3-3 0,-7-4-1,-3 2-198,-2-2 1,-1-1 0,-5-3 0,0 1-270,0 0 1,-11 0 0,-7-2 0,-6 0-490,-6 2 0,-2 0 0,1 13 0,-1 6 165,-1 6 1,1 2 0,6 11 0,4 4-256,1 4 1,2 5-1,6 8 1,4 3-2264,4 5 3102,-3-3 0,13 32 0,-4 1 0</inkml:trace>
  <inkml:trace contextRef="#ctx0" brushRef="#br0" timeOffset="83">13926 8101 8075,'-8'-7'1476,"-5"6"0,12 2 1,-4 12-1,3 6-859,2 4 0,0 5 1,0 7-1,0 2-99,0 3 1,-4 3-1,-1 4 1,2 1-110,1-2 1,-3-1 0,1-2 0,0-1-353,3-4 1,1-3 0,-2-6 0,-1-2 26,-2-3 0,0 2 0,5-7-7305,0-2 3740,0-7 3481,0-4 0,-25-44 0,-7-10 0</inkml:trace>
  <inkml:trace contextRef="#ctx0" brushRef="#br0" timeOffset="84">13869 8475 7749,'1'-8'1495,"4"3"0,3-2 1,6 3-1,2 0-779,4 3 1,-3 1-1,7 0 1,2 0-558,1 0 1,-3 0-1,0 0 1,0 0-627,-2 0 0,4 0 0,-7 0 0,-1 0-1471,-2 0 1,-2-2 1937,0-3 0,-25-28 0,-6-13 0</inkml:trace>
  <inkml:trace contextRef="#ctx0" brushRef="#br0" timeOffset="85">14272 7985 7749,'-15'7'813,"6"1"0,1 6 1,1 1 120,4-1 0,1 7 1,2 3-1,0 5-229,0 4 0,0 4 0,0 8 0,0 1-241,0 2 0,0 5 0,0-4 1,-1 2-198,-4 4 0,2-6 0,-7-1 0,1-5-572,1-4 0,-4-4 0,6-6 1,0-2-3096,-1-3 1,2-8 301,5-6 3098,-6-7 0,-2-54 0,-6-21 0</inkml:trace>
  <inkml:trace contextRef="#ctx0" brushRef="#br0" timeOffset="86">14415 7827 7749,'0'-14'2397,"2"6"-1406,3 3 1,3 11 0,6 9 0,1 9-243,-1 8 1,0 6 0,1 10 0,-1 5 62,1 3 1,4 6 0,0 2 0,-2 0-41,-1 0 0,-6 3 0,-2-3 1,-2 0-333,-2 0 1,-4-6 0,-4-7 0,-4-2-347,-4-2 0,0 1 1,-8-5-1,0-5-607,1-1 1,-5-12 0,4 3-1,-1-6-1357,0-4 0,-5-4 0,2-4 0,-3-6 1870,-2-2 0,-29-10 0,-15-3 0,-5-1 0,0 0 0</inkml:trace>
  <inkml:trace contextRef="#ctx0" brushRef="#br0" timeOffset="87">15581 7712 7723,'-7'8'191,"-2"-3"0,-4-4 1,0 1-1,2 1 0,1 4 578,-1 1 1,5 1 0,1 6 0,3-1-172,2 0 0,5 7 0,2 5 0,1 4-84,3 4 0,-3 6 0,1-2 0,3 4-97,0 1 1,-4 5 0,-3 1 0,-3 1-122,-2-1 0,0 6 0,0-2 0,-2 1-193,-3-1 1,-3-2 0,-6-5 0,0 4-139,-1 1 0,-1-6 0,-1-1 1,-1-5-1249,5-4 0,-1-1 0,6-7-403,0-3 0,1-12 1,9-12-1116,3-8 2801,-4-11 0,-10-22 0,-7-10 0,-4-8 0,0 1 0</inkml:trace>
  <inkml:trace contextRef="#ctx0" brushRef="#br0" timeOffset="88">15149 8460 8937,'19'5'1957,"2"0"1,1-2-959,4-1 1,8-2 0,4 0-1,4-2-179,1-3 1,5 2 0,1-5 0,1 0-515,-1 0 1,-2 3 0,-9-3 0,-4 2-718,-4 3 0,-8 1 0,-2 2 0,-4 0-1189,-2 0 1,-4 0 0,-1 2-2994,2 3 4593,-4-4 0,-33 25 0,-14-2 0</inkml:trace>
  <inkml:trace contextRef="#ctx0" brushRef="#br0" timeOffset="89">16573 8417 9193,'-8'7'644,"2"2"1,6 10 0,0 5-232,0 3 1,-5 10-1,0 6 1,2 9-1,2 3 1,1 3-1,0 0 1,0-1 68,0 1 1,-2-6 0,-1 0 0,-4-1-423,-1 0 1,-1-5 0,-5 2-1,1-5-90,3-4 0,-3-4 0,5-8 0,0-3-3172,4-5 1699,2-9 0,8-17 1,2-13 1502,0-11 0,-4-9 0,-1-8 0,-3-5 0,0-1 0</inkml:trace>
  <inkml:trace contextRef="#ctx0" brushRef="#br0" timeOffset="90">16502 8518 7726,'14'-15'290,"-1"-4"1,-2 2-1,-2 2 351,3 4 1,2 1 0,5-2 0,4 1-50,-1 1 0,7 7 0,-2-2 0,5 3 32,0 2 1,3 0 0,-1 2 0,-2 3-151,-2 4 0,-6 9 0,-2 3 0,-3 1-112,-6 4 0,0-4 1,-8 2-1,-2 2-76,-1 1 1,-7 2-1,-3-2 1,-3-2-160,-5-1 1,-8-5 0,1 4-1,-2-2-316,-4-4 1,3-2 0,-7-4-1,2-3-561,3-2 1,4-1 0,0-5 0,0 0-475,1 0 0,3-2 0,5-2 0,1-6-3196,-1-3 4420,7 5 0,8-30 0,8-2 0</inkml:trace>
  <inkml:trace contextRef="#ctx0" brushRef="#br0" timeOffset="91">17796 7856 7692,'-6'10'260,"-4"-1"0,2-1 0,0 5 0,0 0 455,0 3 1,4 8 0,-4 0-473,1 3 1,-4 8 0,1 5-1,-2 5 1,-4 4 0,-2 4 0,-3 5-1,-1 4 1,-5 4 359,-5 2 1,1-2 0,-2-1 0,1-1-434,-2-3 1,4 0 0,-2-2 0,5-1-132,3-7 1,6-10 0,1-4 0,4-2-177,3-3 0,7-8 0,0-6 0,6-7-1638,7-6 0,2-5 0,3-5 1775,-1-5 0,7-47 0,1-14 0</inkml:trace>
  <inkml:trace contextRef="#ctx0" brushRef="#br0" timeOffset="92">17782 8014 7692,'0'-14'331,"0"-1"1,5-4 0,1 0 0,2 2 589,3 1 1,7 6 0,3 0 0,1 1-88,4 1 1,1 1 0,2 7-1,-1 0-53,1 0 1,3 5 0,-2 2 0,-4 1-376,-4 3 1,-2 2 0,-6 1 0,0 0-186,1 1 0,-7-1 0,-3 2 0,-5 2-148,-5 1 0,0 5 1,-8-3-1,-4-1-280,-4 1 1,2 5-1,-7-2 1,-3 1-465,-3-1 0,-1 2 1,4-7-1,0-1 8,0-2 0,7-2 0,3-1 0,3-2 41,1-1 0,7-6 1,7 4 407,9-1 1,1 2-1,12-2 1,0 1 309,3 3 1,-2 2-1,1 1 1,-2 0 335,-4 1 0,-2-1 0,-4 2 0,-3 3 361,-2 5 0,-1-1 0,-7-1 0,-2 1-215,-6-1 1,-4 0 0,-6 4 0,-4-2-445,-3 1 0,-3-2 1,-4-1-1,-4 1-237,-4-1 0,-2-4 0,-3-1 1,1-4-672,4-3 1,1-7 0,7 0 0,5-8-1924,9-9 0,2-2 2697,13-8 0,7-32 0,6-13 0</inkml:trace>
  <inkml:trace contextRef="#ctx0" brushRef="#br0" timeOffset="93">18803 7741 7590,'-14'-15'-166,"1"1"0,2 1 820,1 4 1,7 1-203,-2 3 1,2 3 0,-2-2-1,-3 4 1,-1 4 0,-1 6 0,-1 4 458,-2 5 1,-1 5 0,0 10-1,-2 6-506,-4 6 1,4 6-1,-4 7 1,0 3-85,1 5 1,-5 8-1,5 2 1,1-3-97,2-6 1,7 1 0,1-7-1,2-4-278,2-8 1,4-4 0,5-14 0,5-3-258,2-4 1,3-2 0,-1 1-1,1-7-237,-1-6 0,2 2 0,2-5 0,1 0-380,-2-3 0,-1 1 1,-1-1-1,-1-3-389,1-5 0,-1-5 1316,0-7 0,1-38 0,-1-9 0</inkml:trace>
  <inkml:trace contextRef="#ctx0" brushRef="#br0" timeOffset="94">18904 8173 7675,'-14'0'1992,"6"0"0,3-7-1150,10-2 1,3 1-1,6-2 1,0-1 1019,1-2-1548,6-1 1,1-1 0,5 1 0,-1-2 0,-2-2 0,1-1-1,3 0 149,0-2 1,1 5 0,0-5-1,-2 2-212,-3 0 1,2 1 0,-7 7-1,0 3-167,2 2 0,-5-4-59,3 5 0,-5 7 1,-4 8-1,-5 2 68,-4 3 1,-2 6 0,-4 3 0,-3 3-15,0 1 1,-5 8-1,4 0 1,-3 3-106,3-1 0,-4 1 1,3 5-1,-2 3-149,-3 1 0,1 0 1,-1-7-1,3-1-350,2-2 0,-3-1 0,5 2 0,-1-6-369,-1-2 1,7-9-1,-2-3 1,3-3-989,2-2 0,-1-6 577,-4-3 0,2-3 0,-8-2 0,-5 0 1305,-7 0 0,-15-3 0,-8-1 0,-5 0 0,1 0 0</inkml:trace>
  <inkml:trace contextRef="#ctx0" brushRef="#br0" timeOffset="95">18890 8676 7675,'1'-14'365,"3"-1"305,0 1 0,3 6 1,-2 2 183,4-1 0,4 6 0,3-4 0,1 3 21,3 2 0,5 0 0,-1 0 0,3 0-186,2 0 0,2 0 1,0 2-1,5 1-501,0 2 0,-4 1 0,4-3 1,-3 2-670,1-2 1,-1-1 0,-4-2 0,0 0-930,0 0 1,-2 0 0,-3-2-1,-5-2 1410,-3-6 0,-14-35 0,-4-9 0</inkml:trace>
  <inkml:trace contextRef="#ctx0" brushRef="#br0" timeOffset="96">19954 8014 7675,'0'-8'1562,"0"3"1,0 12-1,0 6-343,0 4 0,0 9 1,0-1-1,0 6-794,0 2 1,-1 7-1,-4 0 1,-5 5-441,-2 3 0,-8 5 0,1-5 0,2-4-566,1-4 1,6-1 0,0-9-1,1-4-2517,1-4 0,0-9 3098,3-8 0,-22-68 0,8 23 0,0 0 0</inkml:trace>
  <inkml:trace contextRef="#ctx0" brushRef="#br0" timeOffset="97">19825 8288 7675,'8'-7'664,"5"4"195,-4-7 1,4 7-1,1-2-221,1 4 1,-1 1 0,2 0-1,2 0-239,1 0 1,5 0 0,-3 0 0,-1 0-528,1 0 1,5 0 0,-4 0 0,1 0-1282,-4 0 1,-3 0 0,-2 0 1408,1 0 0,-39-13 0,-10-3 0</inkml:trace>
  <inkml:trace contextRef="#ctx0" brushRef="#br0" timeOffset="98">19019 7957 7777,'0'9'0,"-1"-1"-402,-4-1 1,3-1 647,-3-1 0,-3 3 1,0 6-1,-1-1 714,-1-3 0,5 1-123,-4-6 1,6 1 272,-2-1 1,2-4-418,-2 4 0,5-3 1,0-2-353,8 0 1,5 0 0,1 0 0,2-2-47,3-3 0,4 4 0,5-6 1,1 1-24,0-4 1,1 2-1,2 0 1,2 0-45,-2 0 1,-7 4-1,-1-4 1,0 1-5,-1 4 1,-3 1 0,-5 2-85,-1 0 0,1 2 0,-3 3 1,-2 4-150,-5 4 0,-2 3 0,0 2 0,2 3 3,-2 1 1,-1 2-1,-2 5 1,0 0 20,0-1 0,0 1 1,-2 0-1,-3 0 5,-4-1 0,-4 1 1,-1 0-1,-2 0-54,-4-1 1,0 1-1,-6 0 1,2 0-289,-1 0 0,-4-1 0,-3 0 0,-3-3-13,-2-1 1,3-2 0,-2 4 0,0-4 61,4-1 1,2-6 0,3-7 195,3-2 0,3-8 0,8-7 0,4-6 76,4-4 0,3 2 1,2-6-1,2 1 50,3 0 0,1 4 0,5-1 0,-1 3 274,1 1 1,2 3 0,1 0 0,1 4 160,-1 2 0,0 0 0,2 2 0,2 0 59,1 0 0,2 3 1,-3 2-1,2 3-124,3 0 1,-4 8 0,3-3-1,-1 4-122,-3 1 1,-2 1 0,-2-1 0,0 1-262,1-1 1,-2 0 0,-4 1-1,-4-1-474,-3 0 1,-1-4 0,2 0-4327,2 1-2724,0-5 7488,-5 1 0,0-84 0,0 29 0,0 0 0</inkml:trace>
  <inkml:trace contextRef="#ctx0" brushRef="#br0" timeOffset="99">20055 7899 7692,'-6'-14'1447,"4"-1"89,-3 1 0,-1 8 1,1 6 417,2 8-1654,1 11 0,2 3 0,0 7 1,-1 1-1,-3 4 0,0 3 0,-1 1 473,-1 0 0,2 1 0,-5 5 1,-1 3-401,2 1 0,-5 1 0,4-4 0,-4 0-240,-1-4 1,-1-1-1,-1 2 1,-1-4-476,-3-4 1,6-10 0,4-5 0,-1-3-2125,-2-2 1892,5-6 1,2-3 0,8-11 0,2-9-5281,6-7 5854,-4-5 0,-7-13 0,-4-6 0,-3-5 0,0 1 0</inkml:trace>
  <inkml:trace contextRef="#ctx0" brushRef="#br0" timeOffset="100">19940 8316 8912,'14'0'1796,"2"0"0,2 0-882,1 0 1,2 0 0,-2 2 0,5 1-322,3 2 0,-3 0 1,0-5-1,0 1-616,-1 4 1,2-3 0,-6 3 0,-1-4-1222,-2-1 0,-2 0 1,1-1-4094,-1-4 5337,-6 3 0,-34-36 0,-14-2 0</inkml:trace>
  <inkml:trace contextRef="#ctx0" brushRef="#br0" timeOffset="101">20372 7985 7692,'-13'15'898,"3"-1"1,5 2 92,4 3 1,1 1-1,0 7 1,-2 3-188,-3 1 1,4 5-1,-6 3 1,1 2-377,-4 2 0,-2 1 1,-3-1-1,1 0-316,-1 0 0,1-1 1,1-4-1,2-4-469,2-4 1,5-8 0,0-3 0,2-3-5582,2-1 5938,0-7 0,0-27 0,0-13 0</inkml:trace>
  <inkml:trace contextRef="#ctx0" brushRef="#br0" timeOffset="102">20559 7770 7692,'0'-15'1455,"6"2"-349,4 4 0,2 4 0,3 10 16,-1 4 1,-4 11 0,-1 4 0,3 3-320,0 2 0,-2 6 0,-2 2 0,0 1-213,0 0 0,-5 7 1,2 6-1,-4 0-226,-1-3 1,-8 2 0,-4-1 0,-8 3-235,-2 2 1,-2-6 0,-5-3 0,-1-5-588,-4 0 0,2-4 1,-6 1-1,0-2-891,1-3 0,-3-8 0,5-5 0,-2-3-1393,-3-1 1,3-2 2740,-1-4 0,-7-13 0,-6-5 0,-6-3 0,-1 0 0</inkml:trace>
  <inkml:trace contextRef="#ctx0" brushRef="#br0" timeOffset="103">16300 8849 7776,'-24'8'154,"2"-2"0,3 1 1,4 2-1,6 4 1,2 1-1,4 2 771,1 3 0,4 4 0,3 6 0,4-1-393,4 1 1,3 6 0,2 2 0,1 1-37,-2 1 1,4-7 0,-2 1 0,1-4-193,0-5 0,3 0 1,6-8-1,1-5-130,4-3 1,2-3 0,9-6 0,3-6 38,5-7 1,4-9 0,6-10-1,2-6-91,1-2 0,-29 19 1,1 1-1,-3-1 1,0 1-1,0-1 1,1 2-21,32-18 1,-9 9 0,1 10 0,-8 4 77,-2 6 1,-5 2 0,-10 9-1,-8 3-209,-5 4 1,2 6-1,-6 2 1,-4 4-168,-3 1 0,-1-2 0,4 2 0,1-1 101,-1-4 0,5-6 1,2-1-1,0 0 120,0-2 1,4-2 0,-1-6 0,3 0 51,2 0 1,0 0 0,1 0 0,2-2-13,2-2 0,0-4 1,-4-7-1,3-1-27,6-3 1,1 2 0,-2-6-1,-4 2-7,-4 4 1,4 1 0,-1 1 0,-1 3 70,-1 2 1,-7 2-1,-2 5 1,-1-2 13,-4 2 0,4 3 0,0 3 0,0 3 110,-1 2 0,4 2 0,-3 4 0,0 1 7,0-1 0,3 1 0,-5-1 0,0 0-128,2 1 0,0-2 0,4-2 0,-1-3-74,2-2 1,1-1 0,3-5-1,2 0-151,2 0 0,4-6 0,-3-2 1,1-2-63,-1 0 0,-2 7 0,-4-2 0,0 2 46,0-2 0,-5 4 1,0-4-1,0 3 99,-2 2 1,5-4 0,-3-3-1,5-1 46,4-3 1,4-7-1,6-2 1,1-1-75,-1 0 1,0 2 0,0 4-1,0 1 70,0 0 1,0 4 0,-1 2 0,-2 2 91,-2 3 1,-6 1 0,2 2-1,-5 0 9,-5 0 1,-4 0-1,-5 0-758,-1 0 1,-1-2-769,-3-2 1,-4-4 0,-6-7-1,0 1-53,0-1 0,0-1 1473,0-3 0,-45-35 0,17 19 0,0 1 0</inkml:trace>
  <inkml:trace contextRef="#ctx0" brushRef="#br0" timeOffset="104">17408 7093 7721,'0'-14'915,"1"6"-317,4 3 1,3 12 0,8 7 0,3 8 0,5 7 0,4 5 0,0 6-1,3 6 138,2 7 1,6 14-1,-17-31 1,2 0-1,1 1 1,1-1-440,2 1 1,0 0 0,0 1-1,0 1 1,5 0 0,1 0-1,0 0 1,-1 0-155,0 1 0,0-1 0,0-4 1,-1 0-1,-1-3 0,-1 0 0,2-1 1,0-1-23,1-1 1,0-1-1,2 5 1,2-2-1,1-4 1,2-1-1,-1 0 1,0-1 11,0 1 0,1-1 0,-1-4 0,0-2 0,-1 3 1,-1-1-1,1 0 0,-1-2 43,34 18 1,-1 3 0,-8-6 0,-3-2-138,-4-2 1,-1-1 0,-8-2-1,-4-1-429,-7-2 1,-6-7 0,-5 4 0,-5-3-1782,-3-4 0,-8 4 916,-3-9 0,-10-2 1,-6-1-1,-8-1 1255,-10 0 0,0-7 0,-6-6 0</inkml:trace>
  <inkml:trace contextRef="#ctx0" brushRef="#br0" timeOffset="105">16530 9252 7773,'-33'9'0,"-1"-1"0,2-1 0,18-6 927,14-10 1,14-7 0,21-15 0,12-4 55,13-8 1,-24 18-1,2-1 1,8-6-1,2-2 1,5-3-1,1-1-386,7-4 0,1-1 0,-15 12 1,1-2-1,1 1 0,5 0 0,1-1 1,1 1-1,4-2 0,0 0 0,2 0-477,3-1 1,2 0 0,-1-1 0,4-2-1,0 0 1,0 1 0,0 1 0,1 1-1,-1 0 1,-3 2 0,0 1 0,-1 0-121,-2 1 0,0 0 0,-1 1 0,0 2 0,-1 0 0,1 0 0,-1 0 0,0 1 0,1 0 0,-2 2 0,-1 0 0,1 0 0,-3 2 0,-1-1 0,0 2 0,-2 2 0,-1 0 0,-1 1 0,17-7 0,-3 1 0,-2 1 0,-2 0 61,-3 3 1,-3 0 0,-6 3-1,-3 0 1,-7 4 0,-2 0-1,23-10-61,-15 5 0,-12 8 0,-11 2 0,-10 5 0,-9-4-635,-10 4 1,-3 2-8366,-6-3 4929,6 4 4071,1 1 0,-25-20 0,-7-4 0</inkml:trace>
  <inkml:trace contextRef="#ctx0" brushRef="#br0" timeOffset="106">1856 10417 7657,'-15'-8'317,"1"3"0,4 4 0,1 1 496,-2 0 0,3 8 0,0 6-434,1 8 1,1 9 0,3 7 0,-2 10 0,0 10 0,0 9 0,-1 11 0,2-35-1,0 1 1,-2 2 0,1 0 41,-1 1 0,-1 1 0,-3-1 1,-1 1-1,-1 3 0,0-1 0,-1 1 1,-1 1-206,0 0 1,-1 1 0,0-4 0,0 0 0,-2 1 0,0 0 0,-1-1 0,-2 0-162,-1-2 1,0 0-1,2 0 1,0 0 0,0-2-1,0-2 1,-1 1 0,1-1-112,0-3 0,1 0 1,-12 30-1,8-6 1,1-3-502,3-5 1,9-10 0,4-3 0,3-9-420,2-9 0,8-6 1,5-9-306,5-5 1,1-12-1,-5-7 1,-1-10 1280,-3-8 0,1-3 0,-6-3 0,-1 2 0</inkml:trace>
  <inkml:trace contextRef="#ctx0" brushRef="#br0" timeOffset="107">1769 10676 7752,'-14'-22'57,"1"2"0,4 5 493,4 0 1,-2 1-1,3-1 731,0 1 0,-2 4-625,1 1 1,7 6-1,7-2 1,4 3-37,2 2 0,5 0 1,4 0-1,5 0-82,5 0 0,1 5 1,5 0-1,0-2-145,5-1 1,-2 4-1,3 2 1,-4 2-179,-4-1 1,-4 1 0,1 4 0,-5 1-112,-8-1 0,-10 2 1,-8 1-1,-2 4-30,-2 2 0,-3-1 0,-7 4 0,-9-2-299,-6 1 0,-6 2 1,-2 1-1,-4-3-218,0-1 0,-3-5 0,7 4 0,1-3-139,1-2 1,4-4 0,5-2 62,7-3 0,9-6 0,11 4 358,4-1 0,10-3 0,5 5 0,4 0 242,0 0 0,1-3 0,-2 5 1,-1 1 316,-2 2 1,-2 6-1,2 2 1,-5-1 248,-3 1 0,-3 5 0,-3-2 0,-4 3-76,1 2 0,-6-5 1,2 0-1,-6 1-204,-6 2 0,-4-3 1,-2-1-1,-1-1-173,-3 1 0,2-6 0,-6 2 0,1-1-113,-1 1 1,-1-8-1,-4 2 1,-3-5-589,-2-5 1,2-1-1,-4-2 1,2-2 5,-1-2 1,1-4 0,5-7 0,3 1-1931,1-1 0,8 1 0,1 0 2431,9-1 0,4-6 0,2-1 0</inkml:trace>
  <inkml:trace contextRef="#ctx0" brushRef="#br0" timeOffset="108">3338 10331 7693,'1'-10'36,"2"1"1,2-3-1,-2 0 1,-1-3-1,-4 1 1,-1-1 838,-2 1 1,-6 0-279,2-1 1,-4 2 0,-2 4-267,1 4 0,-5 11 0,0 9 1,-1 9 86,0 8 0,2 6 0,-6 12 0,-1 9 47,-3 11 1,0 4 0,13-33 0,1 1 0,0 2 0,1 1-232,1 5 0,0 0 0,-2 0 1,0 2-1,3 1 0,0 1 1,0-2-1,1-2-55,3-2 1,0-1 0,0-3 0,1 0-1,1 35 1,2-7-37,2-8 0,7-11 0,4-5 0,2-5-219,3-4 0,4-4 0,2-8 0,-1-3-710,1-5 0,3-3 0,-5-1 1,-1-1-589,-2 0 1,-2-6-1,1-3 1,-1-3-1867,0-2 3240,1 0 0,-7-39 0,-2-9 0</inkml:trace>
  <inkml:trace contextRef="#ctx0" brushRef="#br0" timeOffset="109">3625 10662 7704,'-6'-15'-111,"-1"6"0,-4 1-23,2 1 665,-1 3 1,1 4-1,-1 0 1,0 1 0,1 5-1,-1 7 1,-1 6 183,-2 4 0,-1 7 1,-1 9-1,-1 4-268,-3 5 0,3 3 1,-3 8-1,1 3-69,-1 6 1,8 3-1,-3 3 1,3-4-98,3-9 0,3-5 0,11-13 1,9-6-110,7-5 0,5-16 0,2-6 0,1-7-25,4-3 1,3-7-1,4-4 1,-1-6 60,-2-7 0,-1-5 0,2-5 0,-4-6-103,0-6 0,-10 1 1,3-3-1,-6 3 273,-4 2 0,-7-5 0,-3-1 0,-2-1-444,-3 1 0,-9-6 0,-8 3 1,-10-6-354,-8-4 1,1-2-1,-2-2 1,2 9-731,3 7 1,-1 13-1,2 10 1,3 11 255,4 10 0,6 7 1,4 9-1,6 9-185,2 7 0,2 2 0,2 1 1078,2 0 0,24 25 0,10 7 0</inkml:trace>
  <inkml:trace contextRef="#ctx0" brushRef="#br0" timeOffset="110">4258 10647 7704,'0'-14'967,"0"0"667,0-1 0,0 4-669,0 6 0,-5 8 1,1 17-1,0 5-361,3 7 0,-4 5 0,-1 6 1,-2 0-198,-3 0 1,-2 5-1,-2 2 1,1 1-129,0 3 0,-1-2 1,1-1-1,-1 0-381,1 0 1,0-5 0,1 1 0,3-7-1389,5-7 1,4-9-1547,1-5 0,6-11 3036,4-8 0,-17-35 0,-12-19 0,2-5 0,1 0 0</inkml:trace>
  <inkml:trace contextRef="#ctx0" brushRef="#br0" timeOffset="111">4114 11093 7704,'2'-12'1695,"3"0"-819,4 3 1,4 4 0,2-3 0,1 2-33,3 2 0,3-2 0,7 1 0,0 2-444,-1 1 0,6 2 0,-2 0 0,-3 0-713,-4 0 0,-2 0 0,1 0 1,-5 0-2774,-3 0 3086,-2 0 0,-38-6 0,-9-2 0</inkml:trace>
  <inkml:trace contextRef="#ctx0" brushRef="#br0" timeOffset="112">4517 10518 8524,'-8'6'1624,"3"5"1,4 7-565,1 6 0,6 10 1,2 5-1,0 8-306,-3 6 1,-3 4 0,-4 5 0,-3 6-226,-4 2 1,-6 5-1,-4-1 1,-5-6-493,-3-2 1,3-10 0,2-8 0,2-5-1165,8-5 0,2-4 0,7-10-696,-2-5 1,0-8 0,7-3 0,1-3 1822,2-6 0,-13-63 0,0 20 0,0 1 0</inkml:trace>
  <inkml:trace contextRef="#ctx0" brushRef="#br0" timeOffset="113">4589 10360 7972,'0'-10'1275,"0"0"1,2 7 0,3-2 0,4 5-301,4 5 1,1 5 0,2 9-1,2 6-67,1 7 1,7 5-1,-2 8 1,3 5-460,2 7 0,-1 2 1,1 7-1,-2-1 116,-3 1 0,2 4 0,-9 4 0,-2-5-222,-4-4 0,-8-3 1,2-4-1,-3-2-304,-2-3 0,-12 1 0,-2-6 0,-4-2-235,-2-1 1,-1 1-1,-5-1 1,2-5-638,-1-3 1,2-5 0,-1-6-1,0-4-746,2-1 1,-4-9 0,7-7-1,2-5-2859,1-5 4438,-5-2 0,-14-65 0,12 28 0,1 1 0</inkml:trace>
  <inkml:trace contextRef="#ctx0" brushRef="#br0" timeOffset="114">5424 10921 7655,'14'-7'1533,"0"4"0,2-5 1,2 2-846,1 2 0,7 1 0,-2 0 0,3-2 1,2 2-1,-1 1 0,1 2 0,0 0-22,0 0 1,-5 0-1,-2 2 1,-1 1-690,-4 2 1,-1 0 0,-3-4 0,-2 3-750,-1 0 0,-7 3-978,2-2 1,-5-2 0,-5 6 1749,-4 3 0,-43 14 0,-18 5 0,20-7 0,0-1 0,0 1 0</inkml:trace>
  <inkml:trace contextRef="#ctx0" brushRef="#br0" timeOffset="115">5467 11295 9113,'14'0'1374,"5"0"0,4-2 1,2-1-412,6-2 0,7-1 0,-1 3 0,1-2 18,1 2 0,-6 1 0,4 2 0,-2 0-658,-3 0 1,-3 2-1,-5 1 1,-5 3-1265,-3 2 1,-2 2 0,-1 4 0,-3 1-4685,-6-1 5625,-2 0 0,-59 26 0,21-17 0,0 1 0</inkml:trace>
  <inkml:trace contextRef="#ctx0" brushRef="#br0" timeOffset="116">7222 10489 7913,'-6'-14'301,"-1"4"1,-4 0-1,3-1 2327,2-2-1270,1 5-980,5 2 1,0 8-1,0 2 1,1 8-1,3 4 1,0 4-1,0 4 566,-3 7 1,4-1 0,0 10 0,-2 3-539,-1 4 1,-2 5-1,-2-2 1,-3 1-5,-4 3 0,1 7 1,-2 2-1,-1-3-197,-2-1 1,-1-3 0,1-1-1,2-4-240,1-1 1,2-6 0,-1-9-1,4-7-1054,3-6 1,2-3 0,0-4-1073,0-1 1,2-6 1223,3-3 0,-4-10 0,5-5 0,-1-2-1927,0-3 2864,0-6 0,-12-46 0,3 25 0,0 0 0</inkml:trace>
  <inkml:trace contextRef="#ctx0" brushRef="#br0" timeOffset="117">8114 10460 7898,'-10'0'65,"2"2"1664,2 3-1269,1-4 1,0 12-1,1-3 1,0 4-1,3 4 1,1 2 261,0 3 0,0 1 0,0 6 0,0 2-227,0 2 0,0 4 0,0-3 0,0 4-77,0 5 0,-5-1 0,-1 5 0,-2-3-194,-4-2 1,1 1 0,0-1 0,1-2-275,-1-2 1,5-4 0,-1-6 0,3-2-2490,-1-3 941,0-3 0,5-15 1,2-6-1,1-8-1664,2-5 3262,-1-8 0,-42-33 0,14 20 0,0-1 0</inkml:trace>
  <inkml:trace contextRef="#ctx0" brushRef="#br0" timeOffset="118">7812 11036 8703,'-7'-10'1621,"7"1"1,7 5-1,9 0 1,3 2-747,5 2 1,3-5 0,2 0 0,0 2 129,-1 2 0,1 1 1,2 0-1,1 0-615,1 0 1,2 0 0,-3 1 0,2 2-513,-2 2 1,-7 0-1,-1-5 1,0 0-421,-1 0 0,-2-2 1,-7-1-1,0-3-2325,1-2 1,-3 3-961,-2-5 3827,-4 1 0,-63-6 0,-15 1 0</inkml:trace>
  <inkml:trace contextRef="#ctx0" brushRef="#br0" timeOffset="119">9711 10158 7868,'-6'-8'151,"2"-3"0,-4 5 1162,2-2-972,-5 4 1,3-2-1,-7 6 1,1 0-1,0 2 1,-1 2 378,1 6 1,-1 9-1,1 5 1,-2 5-285,-3 4 0,3 6 1,-5 10-1,0 7-54,-3 5 0,4 9 0,0 1 0,4 4-22,2 0 0,1 3 0,4-3 1,4-4-190,3-7 0,4-11 1,4-6-1,7-3-138,5-6 0,2-1 1,-2-5-1,3 1-246,1-1 0,1 2 1,0-4-1,-3-3-569,-4 1 1,3-8 0,0 0 0,-1-4-289,-2-2 0,-2-6 0,0-3 1,1-4-1871,-1-1 2940,1-6 0,-27-28 0,-5-12 0</inkml:trace>
  <inkml:trace contextRef="#ctx0" brushRef="#br0" timeOffset="120">10027 10244 7882,'-9'5'211,"-1"2"1,1 1 0,-1 3 0,2 3 0,0 5 0,2 5 743,-1 4 1,2 11 0,4 5-1,-2 2-439,-2 4 1,0 1 0,5 6-1,-2 1-119,-2-1 1,1-4 0,-7-2-1,0-1-14,2-4 0,-4-1 1,2-3-1,-3-4-344,-1-5 0,4-9 1,2-3-1,0-3-1682,0-4 0,7-3-242,1-11 0,6-11 0,8-6 1885,1-9 0,1-23 0,1-11 0,3-9 0,-1-1 0</inkml:trace>
  <inkml:trace contextRef="#ctx0" brushRef="#br0" timeOffset="121">10157 10820 9478,'14'0'1785,"7"-2"0,3-1 0,3-3-700,2-2 0,6 0 1,4-2-1,0 4-694,0-1 0,1 6 1,-7-4-1,-1 3-781,-1 2 0,-9 0 1,-3 0-1,-1 0-1253,1 0 1,-3 0-1,3 0 1643,-3 0 0,-14 13 0,-4 3 0</inkml:trace>
  <inkml:trace contextRef="#ctx0" brushRef="#br0" timeOffset="122">11049 10676 7864,'0'-14'377,"5"-1"292,-1 1 1,1 4 0,-3 2 304,3 2 0,3 1 0,6 5 26,0 0 1,1 2 0,-1 1-406,1 2 0,-1 4 0,0-4 0,-1 0-101,-3 1 0,3-4 0,-5 4 599,0 1-830,4-6-776,-10 6 216,4-1 0,-6-3 0,0 7 120,0 1 0,-1 2 0,-2 1 0,-2 1 75,2-1 1,-1 0-1,1 2 1,-3 4 40,-2 4 1,3 8 0,-5 3 0,1 1-69,1 4 0,-5 7 0,3 2 0,-2 2 11,-3 4 1,-4 1 0,0 0 0,1-2 59,2-1 0,-1-7 1,1 1-1,3-7 181,0-7 1,5-7 0,0-4 45,2-1-299,1-8 1,5-9 0,2-8-1,1-6 43,2-3 0,4-7 1,-2-6-1,1-6 132,3-6 0,1-10 0,3-5 0,-1-5 30,1-4 1,-1-8 0,0-9 0,1-1-3,-8 39 1,0-1 0,0-2 0,1-1 0,-1-1 0,2 1 0,0 0 0,1 2 231,1 0 0,2 3 0,14-32 1,2 12-1,-1 11 294,1 10 0,0 11 0,-2 9 1,-1 9-109,-2 7 1,-7 6 0,4 5 0,-3 8-127,-4 5 1,2 4-1,-11 7 1,-2 3-15,-1 2 0,-2-3 0,-2 4 0,-4 1-53,-9-3 1,-1 4 0,-8-5 0,-1 1-390,-2-1 0,-2 0 1,0-5-1,-1 1-307,-4-4 0,4-3 0,-5 0 1,1-7-1383,0-5 0,6-6 1,5-6-1,2-2-3962,4-2 5742,7-11 0,3-23 0,1-10 0,2-6 0,0-1 0</inkml:trace>
  <inkml:trace contextRef="#ctx0" brushRef="#br0" timeOffset="123">11668 9913 7783,'0'-14'0,"1"0"863,4-1 1,3 7 0,6 4 0,1 4 687,-1 4 1,0 8 0,2 10 0,2 10-355,1 8 0,2 1 1,-3 12-1,-1 3-522,-4 5 0,1 3 0,-6 5 0,0-2-279,-3 1 1,-10-2 0,-6 1 0,-6 2-255,-7 1 0,-4-4 1,0-5-1,-3-6-820,-2-2 1,1-3 0,-5-1-1,2-7-1661,3-5 1,1-10 0,3-10-1,-3-5 2339,-2-8 0,-17-21 0,-7-9 0,-9-2 0,1 0 0</inkml:trace>
  <inkml:trace contextRef="#ctx0" brushRef="#br0" timeOffset="124">12560 10129 7790,'-15'0'-189,"2"2"1743,4 3-1160,2 3 0,3 12 0,-1 6 0,2 6 1,-1 6-1,1 6 0,-3 4 2201,-2 4-2296,-2 4 1,-6 7-1,-1-1 1,-4-1-1,-2-1 1,-2 1 0,-4 3 125,-4 2 0,2-7 0,-2 0 0,2-6-412,2-4 1,7-2-1,4-9 1,6-6-698,2-6 1,9-7 0,1-10-265,7-4 1,8-6 0,2-9-1,3-9 948,-3-7 0,-1-28 0,-1-7 0</inkml:trace>
  <inkml:trace contextRef="#ctx0" brushRef="#br0" timeOffset="125">12531 10259 7790,'-13'-7'-316,"3"-2"820,6-4 0,2 3 1,2 1-1,0-2 680,0-2-950,0-2 1,6 1-1,4 0 1,3-1 0,3 1-1,1 0 1,2-1 453,-1 1 0,3-1 1,-2 1-1,0 1-175,2 4 0,-3-3 1,4 6-1,-1 0-76,-4-1 1,6 2-1,-1 5 1,2 2-77,0 3 0,-2 3 0,4 6 0,-4 2-189,-1 3 1,-2-1 0,-4 6 0,-2 0-95,-4-2 0,-3 5 0,-6-4 1,0 1-52,0 0 1,-6 0-1,-5 3 1,-5-1-264,-3-2 0,-8-5 0,-1 3 1,-2-1-38,3-4 0,-2-5 0,7-4 1,-1-2-522,4-3 0,3-1-917,2-2 1339,6 0 0,8 0 1,9 0 581,4 0 1,2 0 0,-1 1-1,0 4 53,1 5 1,-1 3-1,0 3 1,1 3 306,-1 5 1,-6 3 0,-1 2-1,-3 0-35,1-1 0,0 3 0,-5 1 0,-2 1-171,-2-1 0,-6-6 1,-8-2-1,-2 0-225,-3-2 0,4 4 0,-5-7 0,-3-2-305,-5-1 1,0-6-1,-5-2 1,0 0-683,1 0 0,-1-5 1,-1 2-1,6-3-498,6-2 1,5-7-1,8-4 1,4-7-2072,4-6 3417,10-3 0,20-18 0,9-9 0,5-4 0,0-1 0</inkml:trace>
  <inkml:trace contextRef="#ctx0" brushRef="#br0" timeOffset="126">13624 9842 7800,'-9'-13'171,"1"2"1,1 1 0,2 0 640,-1 2 0,0 5 0,-6 13 0,3 9-277,-2 7 0,-4 9 0,-2 5 0,-4 8-181,-2 9 1,-1 4 0,-4 9 0,-1 5 39,14-36 0,1 1 0,-10 36 0,13-36 1,0 0-1,0 0 0,-1 0-146,1 1 0,0-2 0,0 30 1,0-2-1,4-8-276,2-6 1,5-3-1,7-9 1,1-2-342,3-6 1,3-7 0,4-4 0,1 1-603,-1-1 1,-2-6-1,-2 0 1,2-7 129,3-2 1,-1-2 0,4-5 0,-1-4 840,-3-5 0,-3-30 0,-2-15 0,3-8 0,-1-1 0</inkml:trace>
  <inkml:trace contextRef="#ctx0" brushRef="#br0" timeOffset="127">13811 10259 7800,'-6'-8'1236,"-4"3"0,2 3 0,-1 4 1,-3 3-700,0 4 1,-3 11 0,1 5 0,-1 7 5,1 7 0,-5 10 0,-2 7 0,0 6-56,1 4 0,0 1 1,8 5-1,2 0-142,5 0 0,4-15 0,4-9 0,5-11-267,6-6 0,10-14 1,0-4-1,3-5 10,2-5 1,0-3 0,0-6 0,-1-7-82,1-5 1,0-7-1,-2-1 1,-1-6 29,-2-6 1,-7-4 0,2-1-1,-4 0-147,-6 0 1,3-5-1,-8 0 1,0 0-323,-3-2 0,-9 4 0,-6-5 1,-9 1-234,-4 4 1,3 3 0,0 4 0,0 7-502,2 7 1,-4 10 0,7 11-672,2 2 1,7 4 1836,5 2 0,16 30 0,5 12 0</inkml:trace>
  <inkml:trace contextRef="#ctx0" brushRef="#br0" timeOffset="128">14286 10158 8535,'-6'-8'1646,"4"2"1,-4 9 0,6 5 0,-2 8-842,-3 5 0,4 9 0,-6 8 1,2 6-191,1 4 0,-8-1 0,4 9 1,-1 4-327,-1-1 0,1-2 0,-6-2 0,1-3-465,-1 3 0,3-6 0,2-2 0,4-7-1534,-1-7 1,6-9 0,-4-5-1747,3-3 0,7-11 3456,0-10 0,-14-35 0,-9-17 0,-2-9 0,0-1 0</inkml:trace>
  <inkml:trace contextRef="#ctx0" brushRef="#br0" timeOffset="129">14200 10619 7800,'8'-7'0,"0"1"0,-5-5 1086,2 1 0,6 7 1,-2-4-1,6 3-141,4-1 1,-1 0 0,5 5-1,1 0-478,-1 0 1,2 5 0,-4 0 0,0-1-1156,0 3 1,-2-6-1,-5 4 1,-1-2-3529,-3 2 4216,3-3 0,-37-9 0,-2-9 0</inkml:trace>
  <inkml:trace contextRef="#ctx0" brushRef="#br0" timeOffset="130">14531 10029 8122,'-15'0'1085,"7"6"1,3 4 0,4 2-43,1 3 0,0 7 0,1 7 0,3 8-335,0 4 1,1 4 0,-5 5 0,0 7-237,0 9 0,0-2 0,-1 0 0,-4-2-262,-5 0 0,-7 7 0,-3-3 0,3-3-509,1-5 0,1-7 0,1-9 0,1-2-1916,4-2 1,-3-12-442,8-2 1,5-13 2655,9-6 0,-4-55 0,1-14 0</inkml:trace>
  <inkml:trace contextRef="#ctx0" brushRef="#br0" timeOffset="131">14588 9698 7757,'2'-8'348,"2"3"1,4 5 0,8 6-1,2 9 688,1 7 0,7 12 1,-2 6-1,5 6 1617,4 7-2408,-3 9 1,6 5 0,-21-29 0,-2 1 0,1 1 0,0 1 0,-2 1 0,0 0 0,-2-1 0,-1-1 0,5 37 494,-4-4 0,1-2 0,-6-3 1,-4-2-422,-4-2 0,-2-6 1,-7-7-1,-4 0-522,0 0 1,-5-5 0,0 2 0,-1-5-560,-4-4 0,-6 1 0,-3-5 1,-2-1-1250,-3-4 0,-3-4 1,-3-14-1,-2-2 2011,1-5 0,-15-30 0,-10-13 0,20 12 0,1-1 0,-1 0 0</inkml:trace>
  <inkml:trace contextRef="#ctx0" brushRef="#br0" timeOffset="132">16056 10187 7754,'0'-15'563,"-7"1"1,-1 3-1,0 6 579,3 10 1,-1 12-1,1 9 1,2 6-636,1 6 1,2 10-1,0 5 1,0 3 4,0 2 0,-1 1 1,-2 3-1,-4 4-159,-1-1 1,3-1 0,-3-6 0,0-2-429,0-4 1,4-2 0,-4-10 0,1-5-1198,4-6 0,1-10 94,2 0 0,2-12 1,1-11-1,2-10-426,-2-7 0,-1-3 1604,-2-4 0,-24-10 0,-10-4 0,-2-5 0,0 1 0</inkml:trace>
  <inkml:trace contextRef="#ctx0" brushRef="#br0" timeOffset="133">15681 10662 9028,'7'8'2091,"4"-2"0,7-1-1040,6 0 1,3-1 0,2-4 0,1 0-276,3 0 1,4 0-1,6 0 1,-1 0-547,-4 0 0,4-1 0,-4-2 0,2-4-882,-1-1 1,1-1 0,-5-4 0,0 2-768,0 1 1,3 1 0,-4-6-1,-2 1 1419,-2-1 0,-7 1 0,-2 0 0</inkml:trace>
  <inkml:trace contextRef="#ctx0" brushRef="#br0" timeOffset="134">17250 10604 7941,'-13'10'0,"2"-1"433,1 2 1,5 4 0,-3 4 0,2 5 1327,3 3-1512,-5 8 1,6 2 0,-4 6 0,1 2 0,-2 1 0,0 2 0,-3-1 920,2-2-1059,-5 4 0,5-3 0,-6 6 0,-2-3 0,-2-2 0,-1-3 1,1-2-52,2-4 0,2 2 0,0-6 0,1-2-747,3-2 0,2-3 0,5-3 0,-2-5-1371,2-3 1,3-8 2057,5-3 0,2-38 0,0-22 0,4-1 0,1 0 0</inkml:trace>
  <inkml:trace contextRef="#ctx0" brushRef="#br0" timeOffset="135">17178 10547 7790,'0'-21'80,"0"5"1,1-5 0,4 3 999,5 4 1,4-4-1,4 10 1,2 0-56,3 4 1,1 2 0,5 4 0,-1 2-360,1 6 1,0 8 0,0 2 0,-2 3-171,-3 2 0,-3 3 1,-9 0-1,-2 1-110,-5 0 0,-4 0 0,-1 1 0,0 2-123,0 2 0,-6-2 1,-4-5-1,-4-2-51,-5 1 0,-2 3 0,-5-10 0,2-2-205,-1-1 0,-2-3 0,-2-3 0,2-5-2465,3-4 0,-2-4 1,5-5-1,-1-8 2452,-4-5 1,-12-10-1,-8-6 1,-5-6-1,1 1 1</inkml:trace>
  <inkml:trace contextRef="#ctx0" brushRef="#br0" timeOffset="136">18343 9928 7819,'-14'-5'771,"1"2"0,2 6 0,3 10-12,1 9 0,2 12 1,4 6-1,-4 6-215,-5 7 1,2 9 0,-1 7-1,-4 5-118,-4 2 0,-1 1 0,-6-5 1,-2 1-228,-1 4 0,-6-5 0,-3 2 0,1-7-216,0-3 0,-5 3 1,3-5-1,1-3-477,2-4 0,10-10 0,7-10 0,5-5-958,8-8 0,5-10 1,7-11 1451,7-9 0,8-27 0,0-18 0</inkml:trace>
  <inkml:trace contextRef="#ctx0" brushRef="#br0" timeOffset="137">18343 10172 7819,'0'-22'0,"0"-3"0,2 4 0,1 0 928,2 0 1,6-1-1,-2 6 1,4 3 21,2 0 1,1 7 0,1 1 0,4 3-188,1 2 1,2 0 0,5 0 0,0 0-228,0 0 0,-5 0 0,-2 0 1,0 2-236,1 3 0,-6-2 0,2 7-152,-3 1 1,-8 2 0,-3 1 0,-3 2-50,-2 3 0,-7-1 1,-2 6-1,-4 0-355,-1-2 0,-7 5 0,-3-3 0,-3 3-232,-2 2 0,2-5 0,1-1 1,2-1-161,-1 0 0,4-9 1,3 1-1,6-2-273,2-4 1,8 4 736,2-2 0,8-4 0,10-1 0,3-2 254,1 2 1,2-2 0,3 5-1,-1 0 312,-2 0 0,-7 4 0,3 5 0,-4 4 218,-2 1 0,-4 2 1,-2 5-1,-2 1-113,-3 4 1,-1-2 0,-4 5 0,-3-2-89,-4-3 1,-4 0 0,-3 0 0,-2 1-208,-1-1 0,-11-3 0,1-3 0,-3-1-124,-3 6 0,-3-7 1,-9 3-1,-1-5-261,2-4 1,1-4-1,4-4 1,2-5-251,6-4 1,4-14 0,5-4 0,5-6-861,3 0 0,3-1 1,3-5-1,5 2-952,4 3 1,2 1 2253,4 4 0,3 9 0,7-2 0</inkml:trace>
  <inkml:trace contextRef="#ctx0" brushRef="#br0" timeOffset="138">19465 9870 7762,'8'-14'-52,"-1"0"1,-7-1 0,0 1 988,0-1 1,-2 7 0,-3 4 0,-4 2-222,-4 2 0,-6 2 1,-2 4-1,0 7-245,0 4 1,-4 14 0,-1 1 0,-4 8-196,-4 9 0,-4 6 0,4 4 0,1 3-176,-2 5 1,19-29-1,1 1 1,-2 1 0,1 2-1,1-1 1,1 1-23,1-2 1,2 1 0,2 0 0,2 0 0,-1 32 0,1-2-28,4-1 1,8-8-1,5-4 1,2-10-191,3-8 1,4 0 0,0-7 0,-1-2-256,-2-6 0,-2-4 0,1-7 0,-1 1-675,0-1 1,1-6 0,-1-3-1,2-3-748,3-2 0,-3-7 1817,3-2 0,-3 2 0,-1 1 0</inkml:trace>
  <inkml:trace contextRef="#ctx0" brushRef="#br0" timeOffset="139">19796 9985 7798,'-8'-6'2548,"-5"4"-1637,4-2 0,1 8 1,0 6-1,1 4-305,4 6 1,-3 4 0,-1 9 0,-1 6 27,-3 2 1,2 7 0,-4 2 0,-3 1-77,0 3 1,-5 8 0,0 4 0,-1 0-308,-4-4 1,1-5 0,-1-2 0,4-2-551,1 1 1,-1-11 0,6-5 0,4-7-723,4-7 0,4-2-666,4-3 1,1-9-1,4 0 1,5-10 1686,2-10 0,9-64 0,-10 24 0,1 0 0</inkml:trace>
  <inkml:trace contextRef="#ctx0" brushRef="#br0" timeOffset="140">20055 10172 7779,'0'-14'3461,"0"8"0,0 6-2521,0 8 1,0 11 0,-2 5-1,-2 5-392,-6 4 0,-3 1 0,-1 7 0,0 4-268,-1 0 0,-1 4 1,-1-1-1,-3-1-207,3-2 1,-1-2 0,2-2 0,0-4-1669,3-8 0,9-7-574,-1-7 0,5-9 0,3-6-2553,2-8 4722,0-11 0,-18-36 0,-3-13 0</inkml:trace>
  <inkml:trace contextRef="#ctx0" brushRef="#br0" timeOffset="141">19882 10561 7779,'8'-6'369,"5"-2"0,-3-5 521,3 3 1,6-1-1,2 6 1,1 2 55,3 1 0,3-2 0,0-1 1,1 2-284,0 1 0,0 2 0,0 2 1,-1 1-307,1 2 0,-7 4 1,-2-2-1,-4-1-1655,-2 0 1,0 4-4371,1-5 5668,-7 0 0,-27-25 0,-13-4 0</inkml:trace>
  <inkml:trace contextRef="#ctx0" brushRef="#br0" timeOffset="142">20444 9942 7779,'-2'-13'0,"-3"4"1512,4 2 1,-6 20 0,6 8-1,-3 9-422,0 9 1,-8 9-1,3 5 1,-4 4-463,-1 5 0,-2 4 1,-4 6-1,-2-2-419,0-3 0,-6 4 0,6-6 0,-2-1-396,0-6 1,7-7-1,-1-8 1,5-1-677,4-4 0,4-4 1,-3-10-2893,1-5 0,4-5 3755,8-4 0,9-74 0,-2 20 0,-1 0 0</inkml:trace>
  <inkml:trace contextRef="#ctx0" brushRef="#br0" timeOffset="143">20602 9899 7746,'0'-14'1979,"1"1"-796,4 3 0,-2 10 1,7 12-1,0 5-135,-2 7 1,4 8 0,-2 5 0,3 4-456,1 9 1,0 6-1,1 6 1,-1 5 87,1 4 1,-3 5 0,0 3 0,-4-1-137,-2 0 1,-1-1-1,-5-3 1,0-1-440,0-1 1,-7-8-1,-4-13 1,-5 1-318,-3-1 1,-5-5 0,3 0 0,-1-4-474,-4-4 0,-6-6 1,-3 2-1,0-4-634,0-1 0,-4-13 1,4-6-1,-1-7 1318,-4-3 0,-23-24 0,-12-10 0,21 10 0,-1 0 0,1 0 0</inkml:trace>
  <inkml:trace contextRef="#ctx0" brushRef="#br1" timeOffset="144">24544 7928 8009,'-2'-10'366,"-1"1"1,-3-1 0,-1 1 1643,1-1 0,1 5-155,5-4-1188,0 5 1,0 0-1,2 10 1,2 7-1,4 6 1,2 2 815,0-1 1,-1 11 0,6-2 0,-1 3-548,0 3 1,5 0 0,1 5 0,-3-2-937,-1 2 0,0 2 0,2 1 0,1-1 0,-1-4 0,-2 2 0,-4-7 0,0-1 0,-3-1 0,1-4 0,4-3 0,-1-5 0,-4-3 0,4-1 0,-3-1 0,-2-6-1752,1-3 1,-5-5 0,0-5 283,-2-5 1,-2-4-1,0-4 1,0-1-729,0 2 0,-2-4 0,-2 2 2196,-6 1 0,-10-15 0,-5-8 0,-2-2 0,0 0 0</inkml:trace>
  <inkml:trace contextRef="#ctx0" brushRef="#br1" timeOffset="145">25119 7885 7983,'-6'-8'1640,"-4"3"0,2 3-752,-1 2 0,4 0 0,-5 2-145,-1 3 0,-2 3 0,-1 6 0,0 1-66,-1-1 1,-6 7 0,-3 3 0,-3 4 29,-2 6 1,-4 1 0,-2 5 0,-4 0-204,-5 5 0,0-7 1,-4 5-1,4-1-349,1 0 0,-1-4 1,3-1-1,2-2-149,6-3 0,-2-2 0,1-3 0,2-1-147,2-2 1,7-6 0,4 1-1,3-3-643,2-2 1,4-6 0,2-2-569,2 1 0,7-7 0,9 0 1,4-8-4114,6-5 5465,2-8 0,26-39 0,-22 21 0,1 1 0</inkml:trace>
  <inkml:trace contextRef="#ctx0" brushRef="#br1" timeOffset="146">25220 8244 7858,'-2'-12'1388,"-2"2"1,2-3 2642,-3 4-3463,4 2 0,7-4 0,4 6 0,2 1 0,3-1 0,-1 0 0,2 2 0,2 1 1,2 2-1,1-1 898,0-4 1,0 3 0,-2-3 0,5 4-1283,3 1 0,-3 0 1,-2-2-1,1-1-578,-1-2 0,-3 0 0,4 4 1,-2-2-1786,-4-2 1,-1 0-1252,-1 5 1,-9 0 877,-6 0 1,-13 2 2551,-11 2 0,-34 18 0,-13 9 0,18-7 0,1-1 0,0 0 0</inkml:trace>
  <inkml:trace contextRef="#ctx0" brushRef="#br1" timeOffset="147">25119 8460 7858,'-14'8'1604,"-1"-1"0,15-7 1,8 0-1,10 0-156,4 0 0,4-5 1,6 0-1,2 0-744,-2-1 1,-2 4 0,-1-3 0,-2 4-915,-3 1 0,3 0 0,-5 0 0,1 0-1261,-4 0 1,-3 0 0,-2 1 1470,1 4 0,-46 16 0,-10 9 0</inkml:trace>
  <inkml:trace contextRef="#ctx0" brushRef="#br1" timeOffset="148">26659 7712 7947,'0'-14'572,"0"-1"1,0 1-1,0 0 1,1 1 1422,4 3 1,-3 5-1,2 12-1215,-2 7 0,-2 7 1,0 9-1,0 4-215,0 4 1,0 4 0,-2 1 0,-2 0 35,-6 0 1,2 5 0,-2 2 0,-1-1-341,-2 1 1,-1-2 0,0-5 0,-1 0-395,1 0 0,0-1 0,1-4 0,2-4-211,1-4 0,7-7 0,-2-4-2431,3-3 1,4-8 823,3-3 1,3-7 0,5-6 1950,-4-6 0,17-38 0,6-16 0,0-3 0,0-1 0</inkml:trace>
  <inkml:trace contextRef="#ctx0" brushRef="#br1" timeOffset="149">27608 7611 7947,'-14'0'542,"4"0"0,1 0 0,-1 2 1,0 3-1,2 4 0,0 6 802,0 4 1,5 10 0,-3 9-1,-1 4-551,-2 1 0,-4 6 0,-1 4 0,-2 3-307,-3 2 0,1-1 0,-4 1 1,-1-2-192,1-4 0,4-7 1,-1-8-1,5-2-743,4-3 0,-1-3 0,6-5-1314,2-5 0,3-8 0,5-3-3382,4-1 5144,4-15 0,-50-53 0,12 19 0,1-1 0</inkml:trace>
  <inkml:trace contextRef="#ctx0" brushRef="#br1" timeOffset="150">27076 8158 9458,'21'-5'2575,"4"1"0,6 0-1058,2 3 0,12 1 0,0 0 0,3 0-1045,1 0 1,1 0 0,-4 0 0,0 0-709,-4 0 1,0-2-1,-9-1 1,-1-2-1191,-2 2 1,-7 1 0,-4 2 0,-3 0 1425,-2 0 0,-25-6 0,-6-2 0</inkml:trace>
  <inkml:trace contextRef="#ctx0" brushRef="#br1" timeOffset="151">28615 7410 7851,'-1'-14'259,"-4"-1"1,-5 2 0,-3 4 0,-1 4 974,0 3 0,-2 4 1,-2 3-1,-3 6-252,-1 7 1,-2 9 0,-6 9 0,-4 4-167,-4 5 0,1 13 0,-1 1 0,-1 5-283,2 5 1,-3 1 0,8 0 0,5-3-153,7-4 1,10-6 0,5-2 0,4-6-424,1-4 1,6 0 0,4-12 0,2-1-315,3-1 0,-1-4 1,0-3-1,1-5-690,-1-3 0,1-2 0,1-1 0,1-3-346,2-5 1,1-4 0,-6-1-1,2-1 1392,3-4 0,-1-30 0,-1-15 0,6-5 0,-1 0 0</inkml:trace>
  <inkml:trace contextRef="#ctx0" brushRef="#br1" timeOffset="152">28788 7496 7851,'0'-14'1634,"6"-1"0,-4 9 0,3 8 0,-4 12-541,-1 13 0,-6 8 1,-4 9-1,-4 0-212,-5 4 0,1 3 0,-6 7 0,-1 0-311,-3-1 0,0 1 0,-1-1 0,2-1-620,3-3 1,-2-5 0,9-10 0,2-3-732,4 1 0,8-12 0,-2 0-907,3-7 0,9-4 0,2-3 0,3-7 1688,-3-6 0,10-25 0,-3-10 0</inkml:trace>
  <inkml:trace contextRef="#ctx0" brushRef="#br1" timeOffset="153">28903 8029 7831,'10'-5'376,"-1"0"0,-4-5 0,5 6 0,1-1 929,2-2 0,1 6 0,2-6 0,3 3 317,5-1 0,2 0 1,-1 5-1,-1 0-972,2 0 0,1 0 0,2 0 1,-1 0-1377,1 0 0,-5 0 1,-1 0-1,-1 0-18,0 0 1,-4 0 0,1 0 0,-3 0 743,-1 0 0,-14 13 0,-2 3 0</inkml:trace>
  <inkml:trace contextRef="#ctx0" brushRef="#br1" timeOffset="154">29435 8187 7826,'-9'5'0,"-1"1"0,1 2 0,1 3 0,-5 4 0,3 2 1492,-3 2 0,4 7 0,1-2 0,0 3-755,0 2 1,-2 0 0,-4-1 0,-1 1-392,1 0 1,0-5 0,-1-2 0,2-1 506,4-3-639,-4-2 1,11-10 0,1-7-1,7-14-132,9-12 1,9-5 0,1-11 0,6-7-105,2-4 0,2-5 0,-3-2 1,3-3-157,2-1 1,2 2 0,2-1 0,-1 5 300,-1 8 1,-8 13-1,1 9 1,-6 10 301,-7 7 0,-3 8 0,-3 10 0,-3 8 50,-6 9 0,-2 6 0,-4 3 0,-2 1-45,-6-1 1,-3 0 0,-3-2 0,-1 2-212,-3 0 0,-5-9 1,1 4-1,-3-3-316,-2-2 0,0-4 0,0-1 0,1-4-1316,-1-3 1,5-7-1,1 2 1,3-5-900,2-5 1,4-3 0,3-6 2311,1-1 0,7-63 0,0 31 0,-1 0 0</inkml:trace>
  <inkml:trace contextRef="#ctx0" brushRef="#br1" timeOffset="155">29968 7252 7840,'0'-15'1763,"1"1"-1004,4-1 0,-2 8 0,2 5-379</inkml:trace>
  <inkml:trace contextRef="#ctx0" brushRef="#br1" timeOffset="156">29809 8370 19286,'-28'-13'0,"-16"-15"0,-6 0 0,0 0 0</inkml:trace>
  <inkml:trace contextRef="#ctx0" brushRef="#br1" timeOffset="157">29968 7252 7823,'-15'-8'143,"-6"-5"0,5 10 0,-3-5 0,3 1 1482,2 4 0,4 1 1461,1 2-2573,6 0 1,9 5 0,11 2 0,4-1-1,0 2 1,0-2 0,1 2 0,2 0 0,0 2 893,2-2 1,1 5 0,2-4-1,-1 4-808,1 2 1,-5 1 0,0 1-1,0 6-277,-1 4 0,2 0 0,-7 11 0,-4 4-322,-3 4 0,-3 5 0,2 7 0,-5-1 0,-4 1 0,-1 0 0,0-2 0,-1-2 0,-4-1 0,-8-7 0,-8 0 0,-1-4 0,-4-4 0,-2-1 0,-6 3 0,-4-3 0,-4-2 0,-1-1 0,0-6 0,1 0 0,4-5 0,-2 1 0,5-8 0,0-3 0,-1 0 0,3-7 0,4-1 0,2-3-1014,3-2 0,-2 0 0,7-2 1,3-3-909,5-4 1,0-4 0,8-1-1,4-4 1922,7-6 0,31-13 0,7-14 0</inkml:trace>
  <inkml:trace contextRef="#ctx0" brushRef="#br1" timeOffset="158">30385 8163 19635,'-42'19'-630,"4"0"-75,8-4 0,7-1 705,9 0 0,28-31 0,4-9 0</inkml:trace>
  <inkml:trace contextRef="#ctx0" brushRef="#br1" timeOffset="159">24141 9611 7818,'-10'-8'774,"2"2"1596,2 0-1510,1 4 1,7-4 0,3 7 0,3 4 0,1 5 0,1 2 0,-1 4 800,-1 4 1,5 2 0,-3 7-1,2 1-939,3 4 0,4 1 0,2 5 0,0-3-281,-1-2 1,4 3-1,-3-3 1,0 0-347,0 1 1,-2-3 0,-5-4 0,1-2-96,-1-3 0,-6-3 0,-2-7-1795,1 1 28,-6-7 0,4-4 0,-8-8-403,-2-6 0,0-4 1,5-4 2169,0-1 0,-12-32 0,-4-4 0</inkml:trace>
  <inkml:trace contextRef="#ctx0" brushRef="#br1" timeOffset="160">24702 9698 9001,'-14'0'1698,"6"1"0,3 4-860,3 5 0,-3 4 0,-1 5 0,0 5 238,-1 3 1,-4 9-1,0 4 1,-5 6-236,-3 7 1,-8-2-1,-2 3 1,-6 4-324,-2 2 0,-10 3 1,6-7-1,-1-3-228,2-6 0,7-2 0,-4-2 0,3-3-291,7-6 1,7-2 0,8-13 0,4-1 322,2-2 0,3-8-1223,8-4 0,3-2 0,6-4 1,0-2 900,1-6 0,-7-67 0,-5 30 0,0 0 0</inkml:trace>
  <inkml:trace contextRef="#ctx0" brushRef="#br1" timeOffset="161">25105 10000 7747,'-7'-8'2798,"6"0"-2012,-4 3 0,5 3 1,6-2-1,7 2 1,5 2-1,1 0 392,2 0 1,-4 0 0,7 0 0,2 0 210,1 0-1314,2 0 1,4 0 0,1 0 0,-2-2 0,-3-1 0,-4-2-1,-2 2-154,-3 2 1,0 1 0,-6 0-2064,0 0-180,-6 0 0,-19 0 0,-13 1-2316,-5 4 4638,-1 3 0,-21 10 0,-10 4 0,-5 1 0,0 0 0</inkml:trace>
  <inkml:trace contextRef="#ctx0" brushRef="#br1" timeOffset="162">25076 10244 7747,'-10'2'377,"1"1"801,-2 2 1,6 5 0,5-6-301,8 0 0,6-3 0,5-1 0,5 0-13,4 0 1,0-5-1,3-1 1,1 0-206,1-1 1,1-2 0,-5 2-1,-1 1-552,1-1 0,-2-2 0,-1 2 0,-4 1-1493,-1 0 0,-7 1-1871,-4 5 3256,-7 0 0,-67 32 0,20-12 0,0 0 0</inkml:trace>
  <inkml:trace contextRef="#ctx0" brushRef="#br1" timeOffset="163">26572 9525 7977,'-6'-14'1319,"-4"-1"-280,4 7 1,0 3 0,6 10-547,0 5 1,0 4 0,1 5 0,2 5 0,2 5 0,-2 3-1,-1 3 1,-2 2 0,0 3 593,0 2 0,-2 2 1,-1 3-1,-3 2-735,-2 2 0,-3 1 1,-7 0-1,-1-2-351,1-1 0,2-9 0,2 2 0,1-5-360,3-5 0,-1-7 0,6-2-5676,2-3 3734,2-7 0,2-8 2301,4-10 0,-3-35 0,4-14 0</inkml:trace>
  <inkml:trace contextRef="#ctx0" brushRef="#br1" timeOffset="164">27335 9467 7828,'-10'0'0,"1"2"1791,-3 3-977,0 3 1,2 13-1,0 3 1,-1 4-1,0 8 1,0 5-1,1 7 312,-1 3 1,-2-3 0,1 3 0,0 1-434,3-1 1,1-10 0,-3 1 0,3-5-488,1-5 1,2 0-1,5-2 1,-1 0-419,-4-3 0,3-7 1,-2-1-1,2-3-1158,2-2 0,2-1-2060,2-3 1,-2-6 3429,3-8 0,-23-24 0,-6-10 0</inkml:trace>
  <inkml:trace contextRef="#ctx0" brushRef="#br1" timeOffset="165">26946 10072 7828,'0'-10'961,"2"2"1,3 0 433,4 0 0,6 3 1,4-3-1,5 2-356,3 3 1,8 1-1,4 2 1,2 0-434,2 0 1,-1 0-1,-4 0 1,-3 0-1020,1 0 1,-11 5 0,2 1-1,-4 1 412,-6-1 0,-1 1 0,-1-4 1,-1 2-3884,0-2 1,-4-2 3883,0-1 0,-26-25 0,-2-7 0</inkml:trace>
  <inkml:trace contextRef="#ctx0" brushRef="#br1" timeOffset="166">28399 9381 8204,'-12'-9'1442,"2"-1"1,-3 7-210,4-2 0,1 3-725,-2 2 0,5 2 0,-3 3 0,0 4 0,-1 4 0,-6 3 0,-2 2 0,-2 2 0,-1 4 0,0 5 753,-3 3 0,-1 8 1,-5-1-1,1 2-890,-1 2 0,2 7 0,1 3 0,4 3-60,1 1 0,3 1 1,9-1-1,4-1-290,3-3 0,9 0 1,2-9-1,4-4-330,2-3 1,-1-5 0,2-6 0,2-4-993,1-1 1,0-2-1,-5-6-55,1-4 1,-1-2 0,0-7 0,1-2-2883,-1-3 4238,1-3 0,-7-57 0,-2-13 0</inkml:trace>
  <inkml:trace contextRef="#ctx0" brushRef="#br1" timeOffset="167">28716 9496 7787,'0'-14'2791,"-2"6"0,-1 5-1834,-2 6 0,-6 11 0,2 10 1,-4 3-166,-2 2 1,1 5-1,-2 1 1,-2 2-99,-1 3 0,-5 6 0,4 0 0,-1-2-185,0-4 1,2-4 0,4 4 0,1-3-317,0-2 0,4-8 0,2-6 0,2-2-934,2 1 1,-2-1-1844,1-5 1,2-6-755,8-3 0,-4-5 3338,4-5 0,-3-22 0,-2-11 0</inkml:trace>
  <inkml:trace contextRef="#ctx0" brushRef="#br1" timeOffset="168">28702 9957 7787,'6'-15'0,"2"6"0,6 1 0,1 1 2354,-1 4 0,0 0 0,2 0 1,4-2-823,4 2 1,-2 1 0,2 2-1,2 0-1072,1 0 0,-3 0 0,-2 0 0,0 0-452,1 0 0,-6 5 1,3 0-933,-4-2 1,-2-2 0,-1 1-5033,-4 3 5956,-2-4 0,-26 12 0,-5-5 0</inkml:trace>
  <inkml:trace contextRef="#ctx0" brushRef="#br1" timeOffset="169">29421 9899 13537,'0'14'746,"0"1"0,0-1 0,0 1-322,0-1 0,0 7 0,-2 3 0,-1 3-121,-2 2 1,-6 4-1,0 2 1,-5 1-153,-3-1 1,0 3-1,3-3 1,-2 1-33,-1-1 0,0-2 1,4-6-1,2-3 5,4-4 0,1-9-236,3-2 1,5-7-1,0-2 61,8-8 1,5-10-1,1-4 1,2-4 74,3-4 1,-1-8-1,6-2 1,2-7-58,1-5 1,2-4 0,1-2-1,3 1 7,6-1 0,-2 0 0,-1 4 0,0 5 157,-5 5 1,-5 17 0,-4 5 328,-1 9 1,-3 10-1,-9 11 1,-4 8 303,-3 5 0,-2-2 0,0 5 0,0 1-453,0 3 1,-2-4-1,-3 0 1,-4-1-144,-4 0 1,-1-2-1,-1-5 1,1 0-433,-1-2 1,-4 7 0,-1-10 0,-1-1 167,0-2 1,0-4 0,4-4 0,-3 0-1603,3 0 0,1 0 0,3-1 1698,3-4 0,-2-29 0,4-12 0</inkml:trace>
  <inkml:trace contextRef="#ctx0" brushRef="#br1" timeOffset="170">29838 9280 7818,'5'-9'1207,"1"1"1,2 1-1,3 4 1,2 2-1,2 2 558,-1 4 1,-4 8-1,-1 9 1,2 4-813,2 4 0,0 9 0,-2-1 0,-3 5-61,-1 5 1,2 3 0,-4 7 0,-2-1-801,-1 1 1,-2-1 0,-2 1 0,-3-2-93,-4-3 0,-4-4 0,-3-6 0,-2 1 0,-1-1 0,-6-2 0,1-2 0,-3-6 0,-2-2 0,0-7 0,0-2 0,0-1-964,1-4 0,0-6 0,4-3 0,4-1-1405,-1-4 0,5-3 0,-2-5 2369,7-4 0,-2-30 0,5-7 0</inkml:trace>
  <inkml:trace contextRef="#ctx0" brushRef="#br1" timeOffset="171">30543 9698 7703,'-14'-15'4185,"4"6"-2596,1-1 1,7 13 0,0 2 0,7 8-955,3 6 1,-5-1-1,4 7 1,-1 4 513,4 3 1,-2 3-664,1-1 1,-4-2-1,5 4 1,-1 0-1,1-4 1,-2-2-82,-2-1 1,5 0 0,-3-2 0,0-3-944,-3-5 0,-2-3-1438,2-2 1,-3-7-888,3-7 0,-2-7 2863,2-7 0,22-45 0,11-12 0</inkml:trace>
  <inkml:trace contextRef="#ctx0" brushRef="#br1" timeOffset="172">30960 9813 7703,'-22'1'529,"3"3"0,1 2 480,-1 2 0,3 2 0,-3 4 0,1 2 470,-1 3 1,1 0 0,-6 8 0,-3 5-127,-5 4 1,2 2 0,-4 5 0,4 0-745,1 0 0,-4 1 0,-1-1 0,2-2-768,2-2 0,1-4 0,0-5 0,0 2-1017,1 2 1,5-1 0,4-5 0,3-3 1175,2-1 0,-45-19 0,-12 0 0</inkml:trace>
  <inkml:trace contextRef="#ctx0" brushRef="#br1" timeOffset="173">30802 7755 7727,'0'-14'-209,"0"-1"1,0 1 2537,0 0-720,0 6-1110,0 1 1,2 7-1,2 2 1,4 3-1,2 4 1,0 4 0,-1 1 614,-1 1 0,5 4 1,-3 2-1,1 0-439,-2-1 1,4 6-1,-3-4 1,3 2-218,1 0 0,-5-1 0,1 2 0,0-1-102,-2 2 1,4-4 0,-4 1 0,2-1-203,0 0 0,-6-4 0,4 1 0,0-4-263,0-6 0,-4 4-1644,0-4-219,-2-2 1,-2-7 611,0-10 0,0-2 1,0-3-441,0 1 0,0-1 1800,0 1 0,0-7 0,0-1 0</inkml:trace>
  <inkml:trace contextRef="#ctx0" brushRef="#br1" timeOffset="174">31449 7784 8357,'0'-14'0,"0"-1"1013,0 1 1,5 4 579,0 1 0,-2 5-545,-8 0 0,-3 8 0,-6 8 0,0 5-384,-1 7 0,-5 3 1,-4 4-1,-4 2-222,0 6 0,-8 7 0,-2 2 1,-4 0-279,-1 2 1,0-4 0,0 5 0,1-1-254,4-4 0,-2-3 0,8-3 0,3-3-580,4-2 1,7-1 0,-1-7 0,5-2-903,4-1 0,-1-6 1,6 1-1,2-3 1571,1-1 0,-11-27 0,-3-5 0</inkml:trace>
  <inkml:trace contextRef="#ctx0" brushRef="#br1" timeOffset="175">31493 9482 14275,'0'14'359,"0"1"0,0 4 0,0 3 0,0 4 165,0 4 1,-5 9-430,0-1 0,-6 3 1,1 3-1,-3-1 1,1-2-1,0-1-273,3-1 1,1-4-67,-2-2 0,-1-1 0,6-11 0,1-2 0,-1-1 0,0-5-2763,2 0-25,-5-7 3032,0 0 0,-45-44 0,-9-10 0</inkml:trace>
  <inkml:trace contextRef="#ctx0" brushRef="#br1" timeOffset="176">31219 9712 7762,'7'-8'250,"1"-5"0,6 5 883,0 0 0,1 2 1,1 4-1,1-1-48,3-2 1,5 0 0,-1 5 0,3 0-333,2 0 0,-2 0 1,-1 0-1,-4 0-652,-1 0 1,-2 0 0,-4 0 0,-1 0-646,0 0 0,-4 0-5184,-1 0 5728,1 0 0,-8-12 0,-4-4 0</inkml:trace>
  <inkml:trace contextRef="#ctx0" brushRef="#br1" timeOffset="177">32169 9654 8528,'-8'0'2597,"0"2"0,5 3-2131,-2 4 1,-2 6-1,3 4 1,-4 5-28,0 3 1,-5 8-1,3 4 1,-3 4 139,-1 5-499,0-3 0,-2 9 1,-2-6-1,-1-3 1,1-4-1,2-2 0,2-1 44,0-1 1,-1-7 0,1-7-1,1-3-702,3-2 1,-1-2 0,5-2-219,-2 1 50,5-7 1,-2-4 745,10-8 0,-4-68 0,2 25 0,1-1 0</inkml:trace>
  <inkml:trace contextRef="#ctx0" brushRef="#br1" timeOffset="178">31939 9770 7762,'0'-15'320,"1"1"0,4-1 369,5 1 1,4 0 0,4 1-1,2 2 392,3 1 1,2 2 0,7-3 0,2 3-200,-2 2 1,0 1-1,0 5 1,1 0-381,-1 0 1,-3 6 0,-5 4 0,-3 2-63,0 3 1,-7 4 0,0 2 0,-7 0-128,-6-1 1,-1 4-1,-1-3 1,-4 0-171,-5 0 0,-4-2 0,-5-5 0,-5 1-488,-3-1 1,-2 0 0,0-1-1,0-3-1061,1-5 0,-1-4 0,0-1 0,0 0-112,0 0 1,2-6 1517,3-4 0,-16-54 0,21 25 0,0 0 0</inkml:trace>
  <inkml:trace contextRef="#ctx0" brushRef="#br1" timeOffset="179">32831 9496 7934,'9'0'1628,"1"0"1,-5 0-1,3 2 1,0 3-921,0 4 0,0 4 0,3 3 0,-2 2 198,3 1 0,-1 6 0,0-1-596,-2 3 1,-4 4-1,3 1 1,0 1-1,-1 1 1,1 0 0,-2-1-1,0-2 1,-2-4-104,-3-3 0,4-2 0,0 2-762,-2-5 0,-1-3-2671,-2-1 695,0-7 1,-2-2 2530,-3-6 0,-48-6 0,-17-2 0</inkml:trace>
  <inkml:trace contextRef="#ctx0" brushRef="#br1" timeOffset="180">32600 10072 8524,'-1'-13'0,"-2"2"168,-2 1 1,-2 5 0,4-4 427,-2-2 0,1 3 0,5-2 0,4-1 758,5-2 0,7-1 1,4-1-1,3-1-246,6-3 1,1-3 0,7-7 0,4 0-195,4 0 0,-1-4 1,4-2-1,-1-2-389,0-3 1,0 3-1,-6 0 1,-4 2-250,-4 3 1,-10 2 0,-5 3 0,-5 3-1120,-4 4-1291,-4 11 0,-7 3 0,-4 6-3818,-5 0 5952,-3 0 0,-39 0 0,-11 0 0</inkml:trace>
  <inkml:trace contextRef="#ctx0" brushRef="#br1" timeOffset="181">6114 13065 7664,'-14'-8'725,"1"4"1,3 8-1,6 5 1,2 4 551,2 1 0,0 1 0,2 1 0,2 3-98,6 5 0,3 3-693,1 2 0,5 1 0,2 2 0,0 3 0,1 2 0,-1 3 431,0 2 1,3-4 0,-3 0-1,1 1-362,4-3 1,-6 4 0,1-6 0,-2-2-252,1-2 1,0 1 0,-4 1 0,0 0-289,-3-5 0,-2 0 1,4-6-1,-3 0-494,-2-1 1,1 0 0,-6-6-2196,-2 0 1,4-4 118,-3 0 0,1-9 2554,-5-1 0,-13-25 0,-3-14 0</inkml:trace>
  <inkml:trace contextRef="#ctx0" brushRef="#br1" timeOffset="182">6977 13309 10566,'-12'6'2003,"0"4"0,3 4-1166,-2 6 0,-2 4 1,-3 9-1,-3 6-172,-5 2 1,-5 10-1,-5 5 1,-4 8-333,17-29 1,0 1 0,-1-2 0,0 2-1,-2 4 1,0 0 0,-2-1 0,1 0-128,-1-1 1,0-1 0,1 0 0,-1 0 0,3-2-1,0 0 1,-1 0 0,0 1-80,0 0 0,2-1 0,-17 26 0,6 2 0,4-12-129,5-7 1,3-2 0,7-4 0,1-4-693,3-4 0,4-6 0,4-1 0,-1-2-1194,-2-4 0,2-7 1,8-6-3174,5-2 5061,2-2 0,-10-45 0,-4-11 0</inkml:trace>
  <inkml:trace contextRef="#ctx0" brushRef="#br1" timeOffset="183">7395 13496 7650,'-15'0'2557,"1"5"-942,-1 0 1,9 0 0,6-5 0,8 0-728,5 0 0,1 0 1,1 0-1,1 0-169,3 0 1,-3 0-1,5 0 1,-2 0-28,0 0 0,2 0 0,-4 0 0,2 0-172,-1 0 1,3 4-1,0 1 1,-1-2-442,1-1 1,3 0-1,-5 1 1,1 2-691,0-2 1,-4-2 0,5-1-1688,0 0 0,-5 0 119,3 0 0,-13 7-292,-10 2 0,-11-1 2471,-14 2 0,13-1 0,4 6 0</inkml:trace>
  <inkml:trace contextRef="#ctx0" brushRef="#br1" timeOffset="184">7280 13870 15084,'14'0'0,"0"0"966,1 0 1,5 2 0,4 1-1,4 2-52,0-2 0,3-1 1,1-2-1,1 0-622,-1 0 0,2 0 0,-4 0 1,-4 0-740,-4 0 0,2 0 1,-5 0-5514,-1 0 1866,-2 0 4094,-8 0 0,-72-7 0,20 3 0,0 0 0</inkml:trace>
  <inkml:trace contextRef="#ctx0" brushRef="#br1" timeOffset="185">8876 13021 7765,'0'-14'259,"0"0"2869,0-1-2487,0 7 1,0 3 0,0 10-1,0 5 125,0 3 1,0 7 0,0 4 0,0 5 55,0 5 1,0-1-1,0 9 1,0 3-153,0-1 0,0 7 1,0 4-1,0 4-310,0 3 1,0 2-1,-1-3 1,-2 1-208,-2-1 1,-5-3 0,4-6 0,-1-4-158,1-3 0,0-3 0,3-4 0,-2-6-580,2-6 0,1-6 0,0-5-1400,-2-1 0,2-7 748,-3-7 1,5-2 0,3-8 0,4-1-2665,1-2 3900,-5-1 0,-9-7 0,-10-1 0</inkml:trace>
  <inkml:trace contextRef="#ctx0" brushRef="#br1" timeOffset="186">10027 12993 7719,'-14'0'1015,"4"1"1,2 4 0,2 5-390,3 2 0,1 9 1,2 5-1,0 6 1,0 6-1,0 5 1,0 5-1,0 3 183,0 0 1,0 4 0,0-6-1,0 1-396,0 0 0,-1-3 1,-3-5-1,0-4-366,0-4 1,3-5 0,1-5-1,0-5-1202,0-3 1,0-6-555,0-1 0,1-7 0,3-2 0,0-8-1263,0-5 2972,-3-1 0,-65-26 0,24 16 0,0 1 0</inkml:trace>
  <inkml:trace contextRef="#ctx0" brushRef="#br1" timeOffset="187">9740 13496 7719,'0'-14'1256,"0"-1"1,1 7-1,4 2 1,6 1 34,7 0 0,1 1 1,8 2-1,4-1-133,-1-2 0,5 0 0,0 5 0,0-1-673,1-4 1,-3 3-1,-4-3 1,-2 4-845,-3 1 1,2 0-1,-7 0-3776,-2 0 1028,-7 0 0,-5 0 3107,-10 0 0,-35 6 0,-14 2 0</inkml:trace>
  <inkml:trace contextRef="#ctx0" brushRef="#br1" timeOffset="188">10905 12532 7912,'-6'-14'1746,"-2"3"1,-5 6-601,3 10 1,-3 11 0,4 4-1,-4 3-477,-1 2 1,-1 2-1,1 4 1,0 2-23,-1 6 0,-6 9 1,-1 5-1,0 2-217,2 3 0,0 6 0,-1 5 0,0 6-175,10-35 1,1 1 0,-7 38 0,6-3 0,3-2 9,1-2 1,2-5 0,5-3 0,2-5-25,3-8 1,3-4-1,8-4 1,1 0-44,2 0 1,5-6 0,-4-3-1,-1-4-117,2-1 1,-5-5 0,4-2 0,0-1-752,-1-4 1,2-2 0,-4-4-1,2-3-888,-1-2 1,-1-1 0,1-5 0,3-1-2981,1-4 4538,-4-10 0,-23-26 0,-13-12 0</inkml:trace>
  <inkml:trace contextRef="#ctx0" brushRef="#br1" timeOffset="189">11351 12806 7679,'-11'28'830,"-4"1"1,3 1 0,4 4 0,0 4 2040,0 4-2398,4 1 0,-2 0 0,6 2 0,0 1 0,0 2 0,0-1 0,0-3 1070,0 0 1,-5-6-1359,0 0 1,1-4 0,2 4 0,-1 1 0,-4-1 0,1 0-97,0 2 0,-5-3 0,3 0 0,0-2-931,3-3 0,3-6 0,2-4 0,0-1-5982,0-4 6824,0-1 0,-6-20 0,-2-6 0</inkml:trace>
  <inkml:trace contextRef="#ctx0" brushRef="#br1" timeOffset="190">11840 13439 7734,'-14'0'315,"-1"0"0,1 0 0,1-2 985,4-3 0,2 2-540,7-7 1,2 2-1,3-3 1,4 3 709,4 2-893,1 1 1,2 5 0,4 0 0,4 0 0,1 0-1,1 0 1,-2 2 379,1 2 1,4 0 0,3 4 0,2-2-581,-2-3 0,-2 4 0,0-3 0,2 1-446,2 2 0,-2-6 1,-7 4-1,-2-3-840,-2-2 0,-2 0 0,-5 0-1354,0 0 1,1 0 0,-2-2-234,-4-3 0,-2 2 2496,-7-7 0,-32 7 0,-8-3 0</inkml:trace>
  <inkml:trace contextRef="#ctx0" brushRef="#br1" timeOffset="191">12876 13381 8964,'-8'6'504,"3"4"0,4 4 496,1 6 1,0 2-1,0 8 1,0 4-274,0 4 1,0 5 0,1 4 0,2 2-308,2 3 1,0 0 0,-5 6-1,0-2-110,0-3 0,0-4 1,-2-6-1,-1 0-156,-2 1 0,1-8 0,4-4 0,0-4-184,0-4 0,-2-12-82,-3 3 1,4-12-1,-4-5-271,3-10 1,2-11 0,0-9 0,0-5 185,0-4 0,5-2 0,0-13 0,0-3 184,1-1 0,0 1 0,6 2 0,-3-1 79,2 1 1,9-1 0,4 2-1,3 3 253,1 5 1,1 10 0,0 6-1,1 6 66,4 7 0,-5 10 0,1 4 0,-6 5 42,-3 5 1,1 4 0,-7 9-1,-7 3-35,-5 1 1,-3 2-1,0 5 1,-2 0-53,-3-1 0,-4 1 0,-9-2 0,-3-1-304,-1-2 0,0 0 0,-4 5 0,4-2-540,1-3 0,-5-3 0,2-7 0,-1 0-733,1 1 0,-2-7 1,7-4-1,0-2-629,-2-2 0,5-6 1,-3-4 1865,3-3 0,-5-33 0,-1-8 0</inkml:trace>
  <inkml:trace contextRef="#ctx0" brushRef="#br1" timeOffset="192">13380 12561 7688,'0'-14'807,"0"-1"1,0 1 797,0-1 1,6 7 0,5 4 0,5 5-535,3 9 1,7 1 0,-2 11-1,3 1-155,2-1 0,6 7 1,2 6-1,0 3-136,-4 7 1,2 0-1,-1 8 1,-2 3-325,-2 4 1,-7 1 0,-6 5 0,-6-1-446,-6 1 0,-3-2 0,-5 0 1,-5-7-12,-7-1 0,-9-6 0,0-1 0,-3-1 0,-2 0 0,0 0 0,1-5 0,-1-1-800,0-4 1,2 1 0,3-11 0,5-5-1021,3-6 1,6-9 0,1-3-3726,-3-3 5545,6-2 0,-52-32 0,-5-8 0</inkml:trace>
  <inkml:trace contextRef="#ctx0" brushRef="#br1" timeOffset="193">14343 13151 7688,'-12'-10'945,"2"1"0,4 4 1351,6-5-1569,0 7 0,1-3 1,4 7-1,3 4 105,0 5 1,5 9 0,-4 5 0,4 5-157,2 4 1,-1-1 0,0 7 0,1-1-128,-1-1 1,5 4 0,1-2 0,-3 1-159,-1-2 1,3 2 0,0-7 0,-1-1-182,-2-1 1,-3-9 0,-2-3 0,-1-4-1074,1-6 1,-3 3-4415,1-8 2351,-5 1 0,2-6 2926,-6-4 0,-13-35 0,-3-15 0</inkml:trace>
  <inkml:trace contextRef="#ctx0" brushRef="#br1" timeOffset="194">15005 13295 7707,'-14'-8'2070,"4"1"0,2 9-975,2 3 0,1 4 1,4 9-1,-3 3-513,0 1 0,-8 4 0,3 7 1,-4 6-74,-1 2 0,-7 9 0,-3 2 0,-3 4-108,-2 2 0,-2 4 0,-2 1 1,-4-3-256,0 0 0,2-9 1,8-3-1,3-4-220,5 0 0,0-8 1,3-4-1,5-4-931,3-4 0,1-7 0,4 2-1780,-2-3 0,2-8 2785,8-3 0,-29-35 0,-2-10 0</inkml:trace>
  <inkml:trace contextRef="#ctx0" brushRef="#br1" timeOffset="195">16056 12935 7665,'-15'0'303,"1"0"0,-1 2 0,3 2 0,0 6 0,4 4 0,2 6 760,3 4 0,1 4 1,2 6-1,2 4-205,3 4 0,-2 6 0,5 1 0,-2 3-185,-3 2 1,-1-5 0,-2-1 0,0-3-269,0-2 1,-2 0-1,-1-1 1,-3-4-345,-2-4 0,0-4 0,-3-2 0,3-4-3086,1-5 996,2-3 1,4-10-1,-4-8-1945,-5-10 3974,-2-3 0,-28-17 0,-11-8 0,-5 1 0,1 0 0</inkml:trace>
  <inkml:trace contextRef="#ctx0" brushRef="#br1" timeOffset="196">15681 13439 10467,'29'0'2220,"0"0"0,1 0-832,4 0 0,8 0 0,7-2 1,2-1-370,4-2 1,5-1 0,1 2-1,-3-2-995,-4-2 0,-8 3 1,1-3-1,-7 0-1469,-7 0 1,-4 5 0,-5-3 650,-5-1 1,-9 4 793,-5-7 0,-36 7 0,-9-3 0</inkml:trace>
  <inkml:trace contextRef="#ctx0" brushRef="#br1" timeOffset="197">17264 13309 7636,'-14'0'101,"-1"0"0,2 2 0,4 2 0,4 6 0,5 3 0,5 3 1145,4 3 0,-1 3 1,2 9-1,1 1-115,2 1 0,-5 9 0,-3-1 0,-4 7 665,-1 4-1541,0 0 0,-1 6 0,-4-1 1,-5 3-1,-4 0 0,-4 3 0,-1-4 250,2-5 0,1-4 0,1-9 0,3-2-304,2-6 0,4-9-266,6-5 1,0-11 0,0-8 0,0-9-109,0-9 0,0-6 1,1-11-1,2-8 99,2-8 0,2-12 1,-4-5-1,3-6 25,2-3 1,-3 36 0,0-1 0,1 2 0,2-1 0,0-1 0,0-1-4,1 0 1,1 0 0,1 2 0,2 0 0,2 2 0,2 0 0,18-35 223,2 9 1,1 14-1,6 12 1,-1 15 200,0 11 1,0 9 0,-1 10 0,-4 7-88,-4 4 1,-10 9 0,-5-2 0,-5 5 168,-4 4 1,-4-2 0,-6 2 0,-1-1-32,-4 2 1,-3-2 0,-8 5 0,-3-2-450,-5-3 0,1-2 1,-1-1-1,-3 0-435,-5-1 0,7-5 1,-4-6-1,2-5-727,-1-8 0,1-2 0,3-2 0,5-2-4036,3-2 5223,8-4 0,-7-26 0,-2-11 0,1-2 0,0 0 0</inkml:trace>
  <inkml:trace contextRef="#ctx0" brushRef="#br1" timeOffset="198">26285 8345 7744,'-13'-9'660,"2"1"292,1 1 1,5 2 0,-4 5-1,-1 2 79,2 3 1,-3 4 0,6 11 0,2 4-388,1 3 1,-3 8 0,1 3-1,-1 4 35,-2 1 0,6 0 1,-6 0-1,3 2-313,-1 3 0,-2-8 0,4 2 1,-2-6-24,2-4 1,2-1-1,1-3 1,0 0-122,0-4 1,0-8 0,0-7-1,1 1-118,4-2 0,3 3 0,6-6 1,1-2 16,-1-1 1,7-2 0,3 1-1,3 2-30,2 2 0,6 0 0,3-7 0,7-1 86,8-2 1,1-4 0,15 2 0,5 1 5,6 0 0,-38 0 0,2 0 0,1 2 0,1 0 0,1 0 0,0-1-213,0 0 1,1 0 0,0 3 0,1 1 0,-2-1 0,-1-1 0,1 2 0,0 1 29,2 0 0,0 0 0,-3 0 0,0 0 0,-1 0 0,0 0 0,-2 0 0,-1 0 0,39 0 0,1 0 0,-40 0 0,0 0 0,40 0 0,-5 0 0,3 0 0,1-2 0,-39 1 0,1-1 0,0 0 0,0-1 0,0-2 0,0-1 0,1 1 0,-1 0 0,-1-1 0,1-1 0,-3 0 0,1 0 0,2 0 0,0 0 0,-1 0 0,-1 1 0,2 1 0,-1 0 0,38 1 0,-5-3 0,-3 2 0,2 2-9,2 2 1,-7-1-1,2-1 1,-6-2-82,-4 2 1,-5 0 0,-2-1 0,0 0-16,-4 0 0,-8-2 0,-4 1 1,2 2-15,1 1 0,-4 2 0,-2 0 0,-3 0-31,-3 0 0,3 0 1,-10 0-236,1 0 0,-2 0 197,-7 0 1,0 0-95,1 0 1,-1 0 0,1 0 59,-1 0 0,-4 0 179,-1 0 1,-4 0-70,5 0 1,-1 0 0,4 2 66,-3 3 1,2-4-95,-2 4 1,3-2 0,1 1-1,2 0-195,3 0 0,-1-1 1,6 0-1,1 2 170,3-2 0,-4 3 0,0-1 0,3-2 247,5-1 0,-2-2 0,4 0 0,-4 0 269,-1 0 1,0 0 0,-1 0 0,1 0 5,0 0 0,0 0 1,1 0-1,2 0-88,2 0 1,4 0 0,-5 0-1,-1 0-73,-1 0 0,-2 5 0,-1 1 0,0 1-53,-4-1 1,1-1 0,-6-5 0,-1 1 203,-2 4 0,-2-3-199,1 2 0,-6-2-268,1-2 1,-2 2 0,3 1-118,-1 2 0,-6-1 2,6-4 1,-7 2-298,2 3 478,-3-4 83,-2 6 547,0-7-370,0 0 1,0-7-15,0-2 1,0-6-1,0-4 1,0-6-230,0-7 1,6-7 0,5-10-1,7-9-285,6-7 0,-11 25 1,1-2-1,0 0 0,1-1 1,-2 2-1,1-1-409,-2 3 0,0 0 0,9-28 0,-9 6 0,-4 10-1197,-8 13 1927,-6 9 0,-33 19 0,-13 5 0,-3-2 0,0 0 0</inkml:trace>
  <inkml:trace contextRef="#ctx0" brushRef="#br1" timeOffset="199">18616 12388 7720,'-14'-8'243,"4"-3"1,1 5 0,-2-1 1921,-2 1-456,5 1-1440,-5 5 0,11 2 0,-4 2 0,0 8 0,-2 5 0,-2 7 0,0 5 477,-1 5 1,-3 2 0,-4 8 0,-1 0-209,2 4 1,-6 10 0,-1 9-1,-1 3-110,1 2 0,-2 2 1,5 3-1,1 1-128,-1-3 1,8 2 0,8-10 0,4 2-89,1-2 0,0 0 0,1-8 0,4-5-50,5-2 1,2-4-1,3-5 1,1-2-192,3-2 0,-3-4 0,3-6 0,-3-1-211,-2 1 1,1-2 0,-2-3 0,-2-3-423,-2 0 0,-1-5 0,4 3-473,-3-3 1,1-3-1,4-4-1470,0-4 1,-4-3 2604,0-2 0,-26-26 0,-2-6 0</inkml:trace>
  <inkml:trace contextRef="#ctx0" brushRef="#br1" timeOffset="200">18947 12791 7705,'0'-14'228,"-1"-1"1,-3 1-1,0 0 972,0-1 1,3 9 0,2 6-922,4 8 1,-3 11-1,3 7 1,-4 6 2469,-1 6-2273,0 3 0,0 4 0,0 2 1,0 1-1,0-2 0,0 0 0,0 2 288,0 5 1,0-3 0,0-2 0,0-2-504,0 2 1,-6-3 0,-2 1 0,-2-4-171,1-4 0,4-6 0,-5 3 1,1-3-375,1-3 0,1-4 0,7-10 0,-1-2-2284,-4-4 0,5 2 872,0-6 0,0-2 1,6-7-1,-1-6 1695,0-3 0,6-52 0,-3-14 0</inkml:trace>
  <inkml:trace contextRef="#ctx0" brushRef="#br1" timeOffset="201">20012 12748 7687,'-14'0'1484,"-1"0"0,7 2 0,3 4-804,4 8 0,1 7 0,0 8 0,0 3 125,0 6 1,0 2 0,0 13 0,-2 1-118,-3 2 1,2 2 0,-5-1 0,0-1-404,0-3 1,3 3 0,-3-5-1,2 0-458,3-3 0,-4-9 1,1-6-1,0-2-1385,-1-3 1,2-5-515,5-4 0,-1-5 0,-4-4-1241,-5-5 3313,-2-10 0,-31-15 0,-12-6 0,-4-6 0,0 1 0</inkml:trace>
  <inkml:trace contextRef="#ctx0" brushRef="#br1" timeOffset="202">19580 13381 7687,'5'-10'1004,"0"1"0,6 1 1,0-3-1,5 3 460,3 1 0,7-2 1,0 4-1,6 2-425,6 1 1,3 2 0,3 0 0,-3 0-471,-2 0 0,1 0 1,-5 0-1,1 0-1054,4 0 0,-4 5 0,-3 0 0,-4-2-2005,-5-2 1,1 4 0,-5 0 2489,-3-2 0,-71-1 0,-20-2 0</inkml:trace>
  <inkml:trace contextRef="#ctx0" brushRef="#br1" timeOffset="203">21105 12618 7716,'0'-14'0,"0"0"27,0-1 0,0 1 0,0 0 0,0-1 707,0 1 0,0-1 1,0 1-36,0 0 1,-1 6-1,-4 4 1,-5 6-174,-2 3 0,-3 11 0,-1 0 0,-3 6 24,-5 9 1,2-1 0,-2 10 0,0 3-60,1 3 0,-4 10 0,5 0 0,-1 5-138,4 0 1,5 0-1,4-1 1,5 6-74,4 4 0,2-7 0,4 4 0,5-8-22,3-6 1,3 1 0,1-6 0,2-2-155,-1-1 0,-2-8 0,-2-2 0,1-1-304,-1-1 0,-1 1 0,-2-7 0,-1-3-637,1-5 1,-3-3 0,1-2-904,3 1 1,0-2-1,3-4-26,-1-4 1,-4-3 1765,-1-2 0,-18-39 0,-1-9 0</inkml:trace>
  <inkml:trace contextRef="#ctx0" brushRef="#br1" timeOffset="204">21623 12590 7716,'-14'0'172,"-1"0"0,7 6 0,2 5 0,1 8 1079,0 10 0,1 2 0,4 9 1,0 4-176,0 8 0,-5 3-720,0 3 0,0-2 0,4-2 0,-3-3 0,-2-1 1,0-2 57,-1 2 0,-2-10 1,2 1-1,1-4-342,0-5 1,-4-2-1,5-1 1,2-2-1805,1-3 0,2-8-411,0-6 0,0-9-523,0-1 2666,0-6 0,-12-40 0,-4-9 0</inkml:trace>
  <inkml:trace contextRef="#ctx0" brushRef="#br1" timeOffset="205">21853 13237 7716,'7'-8'1032,"1"0"0,6 5 0,2-2 173,3 2 0,1 1 0,7 2 0,3 0-264,0 0 1,7 0 0,2 0-1,2 0-524,2 0 0,-4 0 1,-3-1-1,0-2-556,-4-2 0,-4 0 0,-4 5-3076,-4 0 561,-4 0 0,-9 2 2654,-2 2 0,-16 24 0,-5 10 0</inkml:trace>
  <inkml:trace contextRef="#ctx0" brushRef="#br1" timeOffset="206">22789 13395 8791,'-8'15'1036,"1"-6"0,7 1 1,0 1-417,0 2 0,0 3 1,0 3-1,0 5-175,0 3 0,0 8 0,-1 4 1,-3 4-156,0 5 0,-8-3 0,4 3 1,-1-4-91,-1 0 0,5-6 0,-3-3 1,2-4 342,3-9-384,1-4 0,2-12 1,2-8-1,3-10 47,4-11 1,1-10 0,3-7 0,3-7-61,0-6 1,1-4-1,1-4 0,3-3-42,1-1 0,2-1 0,6-1 0,2 6 58,2 7 0,1 0 1,-3 7-1,2 6 11,-3 5 0,0 17 0,-4 6 0,-1 5-93,-2 5 1,-12 3-1,1 5 1,-5 5 107,-5 2 1,-1 9 0,-4 3-1,-2 2 33,-6-2 1,-4 3 0,-4-3-1,-3 3-304,-1 2 1,-2 0 0,-7-2-1,0-2-523,-3-1 1,-1-6-1,3 1 1,-3-3-667,-2-1 1,5-7-1,-2-4 1,6-2-2780,4-2 4051,-4-6 0,0-47 0,-9-18 0</inkml:trace>
  <inkml:trace contextRef="#ctx0" brushRef="#br1" timeOffset="207">23134 12331 7665,'-7'-21'351,"4"5"1,-5-3 0,2 3 0,3 1 983,1 1 0,4 6 0,2 3-416,6 4 0,3 7 0,1 5 1,1 7-122,-1 6 1,0 3 0,2 2 0,2 3-24,1 6 1,5-3-1,-5 12 1,0 1-388,2 1 1,-5 5 0,3 7-1,-3 3-165,-1 2 1,-7-6 0,-3 4-1,-4-1 72,-1-1 0,0-1 0,-1-7 0,-6-3-115,-7-1 0,-2-7 1,-8-5-1,-2 1-131,-1-2 0,0-4 0,1-7 0,2-4-392,-1-1 1,2-2 0,1-6 0,1-4-1671,4-4 1,-4 2 0,2-3 831,1 0 0,9-4 1,4-7 1180,3-7 0,17-21 0,9-8 0,-1-8 0,1 1 0</inkml:trace>
  <inkml:trace contextRef="#ctx0" brushRef="#br1" timeOffset="208">24055 12964 7665,'-10'0'3365,"2"1"-2490,2 4 1,1 10 0,5 9 0,0 4 22,0 6 0,1 3 0,3 6 0,2 0-378,2 0 1,-3 0 0,4-1 0,1-4-485,-2-4 1,3-4 0,-4-3 0,-1-3-1823,0-4 1,6-4 372,-3-2 1,4-6 0,1-5 0,-1-6 1412,-3-7 0,5-23 0,2-10 0,-1-5 0,0 1 0</inkml:trace>
  <inkml:trace contextRef="#ctx0" brushRef="#br1" timeOffset="209">24501 13151 7665,'-10'0'0,"0"1"419,-1 4 1,-2 3 0,-1 8 0,-2 3 1478,-3 5 1,-3 5-1,-9 6 1,-1 7-824,-1 4 1,-12 10-1,0 2 1,21-26 0,-1 1-868,-2 2 1,-1 1-1,-1 1 1,-1 1-1,0-1 1,1-1-1,1-1 1,2-1 0,0-1 0,0 0 1,-20 29-1,6-6 1,5-5-536,5-8 1,6-6-1,12-10 1,4-3-2257,2-5 1,3-4 310,8-6 1,3-4 0,6-10 2270,0-4 0,-12-35 0,-8-15 0,1-4 0,0 0 0</inkml:trace>
  <inkml:trace contextRef="#ctx0" brushRef="#br1" timeOffset="210">24400 12144 7837,'0'-15'737,"0"1"1,0-1 1724,0 1-1738,0 0 0,1 6 0,4 5 0,5 6 0,3 8 1,3 6-1,3 7 0,5 4 801,3 0 0,2 3 0,1 2 0,4 7-1131,4 7 0,4 4 0,1 6 1,-2 1 257,-2 0 0,1 5 0,-7 5 0,-1 2-448,-1 2 1,-11-7 0,-5-1 0,-9 0-205,-4 3 0,-2 2 0,-2 0 0,-4-3 0,-9-3 0,-1 1 0,-8-1 0,-1 2-27,-2 1 1,-7-2 0,1-8 0,-1-2-340,-1-1 0,-2-2 1,-5 2-1,2-5-174,2-3 0,0-2 1,-5-2-1,1-2-10,4-6 1,3-9 0,7-5 0,4-4-955,5-6 0,3-2 0,3-9 1,4-4 1503,4-9 0,-12-38 0,-6-17 0,7 18 0,0 0 0,0 0 0</inkml:trace>
  <inkml:trace contextRef="#ctx0" brushRef="#br1" timeOffset="211">8862 15208 7864,'0'-14'420,"-5"0"0,-1 1 0,-1 2 3239,1 1-2256,1 7 1,5-2-838,0 10 1,0 3-1,0 8 1,0 3 89,0 5 0,2 5 0,1 3 0,2 3-64,-2 2 1,-1 1-1,-2 7 1,0 3-24,0 4 1,0 4 0,0 2 0,0 0-147,0-1 0,-5 1 1,-1-1-1,-1-1-99,1-3 0,-4-8 1,5-9-1,1 1-269,-3 0 1,6-10-1,-4 0-1886,3-4-1149,2-4 1,2-11 1301,3-3 0,-2-10 1,5-5-1,-2-4-850,-3-5 2528,-1 3 0,-2-56 0,0-7 0</inkml:trace>
  <inkml:trace contextRef="#ctx0" brushRef="#br1" timeOffset="212">9912 15208 7757,'-14'0'323,"0"0"0,1 2 1,2 3-1,3 6 1215,1 7 0,2-2 0,5 4 0,0 1-821,0 3 0,2 3 0,1 4 0,2 1-111,-2 1 0,-1 2 0,-2-1 0,0 4-139,0 4 1,0-4-1,-2 1 1,-3-1-245,-4-1 0,-2 3 0,-1-7 1,4-1 2,2-1 1,-4-4-1,6-3 1,0-3-2267,3-1 0,-4-8-3890,0 2 4949,0-3 1,5-5-1,0-6 1,0-8-1885,0-4 2865,-6 4 0,-53-31 0,20 19 0,0 0 0</inkml:trace>
  <inkml:trace contextRef="#ctx0" brushRef="#br1" timeOffset="213">9538 15726 7757,'-5'-9'605,"1"-1"0,0 2 0,9-3 1297,5 1 1,3 6 0,3-4-1,3 0-1022,5 0 1,3 0-1,2-4 1,0 3-133,-1-2 0,6 3 1,1-2-1,2 0-226,3 2 0,-5-3 1,0 6-1,-1 2-384,-1 2 0,1-1 0,-7-1 0,-3-2-258,-5 2 0,-3 1 0,-1 2 0,-1 0-1726,0 0 0,-4 2-1290,-1 3 0,-4-2 3136,5 6 0,-45 1 0,-7 4 0</inkml:trace>
  <inkml:trace contextRef="#ctx0" brushRef="#br1" timeOffset="214">11049 15453 7723,'-2'-13'638,"-3"4"1,4-4 2830,-4 3-1946,3 4-1132,9 6 0,-4 8 0,5 6 0,0 2 0,-2 3 1,2 5-1,0 2 401,4-2 1,0 3 0,3-3 0,-1 3-434,1 2 0,-1 5 1,-1-2-1,-2-4-285,-1-2 1,-1-2 0,6 3 0,-3-1-352,-2-2 0,-2-7 1,-5 2-1591,2-3 0,0-1-2373,-5-1 1081,0-6 3159,6-1 0,-4-65 0,4-14 0</inkml:trace>
  <inkml:trace contextRef="#ctx0" brushRef="#br1" timeOffset="215">11624 15439 7861,'8'-15'590,"-1"1"1470,-7-1-1509,0 7 0,0 8 1,0 12-1,0 5 213,0 7 0,-7 3 1,-2 4-1,-6 2-8,-4 6 0,2 2 0,-7 4 0,-2 3-1,-1 5 1,-7 3 0,-1 1 0,-2 1-447,-3-1 1,0 6 0,2-3-1,3-2-181,0-4 0,4-7 0,-2 2 0,4-2-372,5-4 1,3-5-1,8-12-4155,4-2 2946,2-7 0,14-9 1,4-14-1,5-10 1453,3-8 0,-2-17 0,-2-9 0,0-5 0,1 1 0</inkml:trace>
  <inkml:trace contextRef="#ctx0" brushRef="#br1" timeOffset="216">12157 15741 7769,'-15'-8'971,"2"0"0,2 5 259,2-2 0,12 0 0,3 5 1,10 0-433,8 0 1,0 0 0,3 0 0,4 0 110,-1 0 1,1 5-1,-3 0 1,1-2-319,0-2 0,4-1 1,1 0-1,-2 0-385,-2 0 1,-2 0-1,-3 0 1,-3 0-1058,-1 0 0,0 0 0,-3 0-2499,1 0 0,0 0 3350,-5 0 0,-89 7 0,26-3 0,1 0 0</inkml:trace>
  <inkml:trace contextRef="#ctx0" brushRef="#br1" timeOffset="217">13221 15568 7758,'0'-14'413,"0"-1"0,0 1 601,0 0 1,0 12 0,-1 8 0,-2 10-235,-2 8 0,0 10 0,5 4 0,0 4-177,0 1 1,-5 6 0,0 3 0,2 0-168,2 1 1,-1 0 0,-1 6 0,-4 2-147,-1 1 1,0 5 0,-3-6-1,3-3-189,2-4 1,-4-8 0,5 1 0,2-9-2326,2-9 798,1-7 0,6-15 0,2-7 1,2-10 76,-1-8 0,-1-4 1,2-8 1348,-5-4 0,-9-23 0,-4-12 0,0-9 0,0 1 0</inkml:trace>
  <inkml:trace contextRef="#ctx0" brushRef="#br1" timeOffset="218">13250 15626 7795,'0'-15'0,"0"1"538,0-1 0,-2 7 0,-1 2 867,-2 0 0,2 4-882,8-3 0,8 4 1,8 1-1,1 0 43,4 0 1,1 0 0,2 0 0,-1 1 33,1 4 1,0 1-1,0 6 1,-2-1-138,-3 5 0,1-2 1,-5 7-1,-3-2-149,-1 0 1,-8 2-1,-3-3 1,-3 1-107,-2-2 0,0 4 1,-2-2-1,-3-1-207,-4-2 1,-11 2 0,-4-1-1,-3-2-410,-2-3 0,-4 3 0,-2-10 0,0-2-693,-1-2 0,-2 4 1,3 0-1,0-2-254,-1-1 0,8-7 0,5-1 0,3-2 1356,2-4 0,34-20 0,10-6 0</inkml:trace>
  <inkml:trace contextRef="#ctx0" brushRef="#br1" timeOffset="219">14013 15309 8625,'-15'0'1251,"7"6"1,3 4 0,5 4-235,5 6 1,3-3 0,7 9 0,-1 3-229,0 3 0,1 3 1,-1-3-1,1 1-623,-1-1 0,-1 3 0,-2-1 1,-2-2-330,3-2 0,-6-6 0,0-1 0,-1-3-1791,0-2 0,6-4 0,-1-4 1954,3-5 0,3-34 0,1-17 0,2-2 0,1 0 0</inkml:trace>
  <inkml:trace contextRef="#ctx0" brushRef="#br1" timeOffset="220">14516 15381 7795,'-21'6'0,"4"2"0,-6 7 0,3-1 1584,2 1 0,2 5 0,0 4 0,-2 5-528,-1 5 1,-6 4 0,1 10-1,-5 5-543,-5 3 1,-2 8 0,-6 3-1,2 2-469,2-2 1,6 1 0,0-7 0,6-5-819,7-6 1,9-9-1,6-6 1,4-7 773,4-6 0,-15-9 0,2-7 0</inkml:trace>
  <inkml:trace contextRef="#ctx0" brushRef="#br1" timeOffset="221">15135 15223 7799,'-7'-8'919,"6"1"1,-10 9 0,6 3 0,2 6-255,1 7 0,2 4 0,0 8 0,0 4 133,0 4-487,0 4 1,0 3 0,0 1 0,0 3 0,-2 3 0,-1 2 0,-2 0 346,2-1 0,0-3 1,0-7-1,-4 0-571,-1 0 1,4-8 0,-4-4 0,0-7-1107,0-4 1,4 0-545,0-6 1,2-8-1,4-4 46,2-5 0,-2-10 1,3-1 1516,-4-9 0,-20-29 0,-5-9 0</inkml:trace>
  <inkml:trace contextRef="#ctx0" brushRef="#br1" timeOffset="222">14818 15741 7799,'0'-15'0,"0"6"0,0-1 0,0-1 641,0-2 0,7 4 0,2-1 0,6-1 432,4-2 1,-2 3 0,7 2 0,2 2-64,1 3 1,3-4 0,2 3-1,4 0-562,0 3 0,-4 1 0,4 0 0,-3 0-454,1 0 0,4 0 1,-4 0-1,-2 0-833,-2 0 1,-1 0 0,-1 0 0,1 0-1160,0 0 0,-2 0 1998,-3 0 0,-3 0 0,-7 0 0</inkml:trace>
  <inkml:trace contextRef="#ctx0" brushRef="#br1" timeOffset="223">16257 15683 7811,'-6'-8'813,"4"2"0,-4 12 0,6 5 0,0 9-98,0 8 1,0 3 0,1 7 0,2 2 723,2 2-1216,0 7 0,-5 2 0,0 7 1,0-1-1,0 1 0,0 0 0,-2 1 185,-2 3 1,0-3 0,-5 4 0,-2-6-304,-2-4 1,-2 1-1,1-6 1,1-1-129,4-3 1,-3-7-1,8-3 1,-1-6-2482,-2-4 1763,6-3 1,1-13 0,9-5-1,4-7-293,2-11 0,-6-6 0,1-9 0,-1-4 1034,-1-4 0,-11-16 0,-6-10 0,-3-6 0,0 1 0</inkml:trace>
  <inkml:trace contextRef="#ctx0" brushRef="#br1" timeOffset="224">16286 15841 7811,'0'-14'0,"0"0"0,-5-1 0,0 1 622,2-1 1,1 1-1,2 0-17,0-1 0,5 6 1,2 1-1,0 1-51,5 4 1,0 2-1,4 1 1,2 0-72,1 0 0,2 0 0,-3 1 0,2 4-9,3 5 0,-4 4 1,5 4-1,0 2-60,-2 3 1,-1 1-1,-7 4 1,1 1-67,-1 0 0,-1 0 0,-3 0 0,-6-1-121,-2 1 0,-2-5 1,-2-2-1,-2-1-264,-6-3 0,-4-2 0,-4-3 1,-3-2-377,-1-2 0,-2-5 1,-5 0-1,0-2-1051,1-2 1,4-2-1,0-1 1,0-3-2178,1-2 3641,2 5 0,-31 3 0,-11 8 0</inkml:trace>
  <inkml:trace contextRef="#ctx0" brushRef="#br1" timeOffset="225">17753 15381 8260,'-14'0'476,"1"2"0,2 1 0,3 3 0,1 2 0,3 5 1,-1 3 287,0 3 1,0 7-1,5-1 1,-1 7-291,-4 7 0,3 2 0,-3 2 0,4 1-117,1-1 0,0 0 0,0 2 0,0 1-178,0 2 0,-5-5 0,0-6 0,2-2-180,1-3 0,-2 2 1,-1-6-1,2-4-965,1-1 1,-3-12-3079,0 3 2412,1-9 1,4-6 1631,0-14 0,0 7 0,0-5 0</inkml:trace>
  <inkml:trace contextRef="#ctx0" brushRef="#br1" timeOffset="226">17393 15798 7861,'0'15'843,"0"-1"-155,0 0 1,2-1 0,3-3 0,4-5-19,4-4 0,8-1 0,1 0 0,2 0-116,0 0 0,0-5 1,5-1-1,-2 0-312,-3-1 1,2-2 0,-5 2 0,-1 1-323,1-1 1,-2 1 0,-4 3-451,-1-2 1,1 0 0,-1 5-490,0 0 1,-4 0 0,0 0 0,1 0 1018,1 0 0,-10-32 0,-4-8 0</inkml:trace>
  <inkml:trace contextRef="#ctx0" brushRef="#br1" timeOffset="227">18760 15554 7816,'-6'-8'1509,"4"8"1,-3 9 0,4 6-1056,1 4 0,1-2 0,4 7 0,5 2 223,3 1 1,-2 2 0,0 0 0,2-1-225,-2 1 0,0 0 0,4 0 0,-1 0-185,0-1 0,-1-4 0,-2-1 0,-3-1-285,-1 0 1,-1-4 0,-3 1 0,2-3-1098,-2-1 0,-1-6-159,-2 1 0,1-7 1,3 0-1048,0-6 1,1-5 2319,-5-6 0,-13-39 0,-3-9 0</inkml:trace>
  <inkml:trace contextRef="#ctx0" brushRef="#br1" timeOffset="228">19264 15597 7816,'0'-15'1016,"0"1"0,0 4 491,0 1 0,-2 6-951,-3-2 1,4 10 0,-6 6-1,1 6 2,-4 7 1,-2 5-1,-3 5 1,-1 4-111,-3 4 0,-3 1 1,-7 2-1,0 3-91,0 4 0,-1 1 0,-4 3 0,-2 2-102,-1-4 1,2 2 0,6-7-1,0 1-263,0 0 0,7-4 0,4-8 0,6-6-768,2-6 1,7-1-1,-2-5-760,3-3 1,9-7 0,2-5 0,6-4-2380,4-1 3915,-3-6 0,-21-34 0,-12-14 0</inkml:trace>
  <inkml:trace contextRef="#ctx0" brushRef="#br1" timeOffset="229">19854 15798 7770,'-15'0'236,"1"0"0,4 0 1420,1 0-529,-1 0 0,4 0 1,6 2-1,9 1-8,9 2 0,-1 0 1,7-4-1,2 2-358,1 2 0,2 0 0,1-5 0,4 0-99,4 0 1,-1 0 0,1 0 0,2 0-310,2 0 1,1-5 0,-1 0 0,-2 1-343,-2-3 0,-6 6 1,2-6-1,-6 2-45,-4 1 1,-3-1 0,-7 5-2880,1 0 365,-7 0 1,-2 1-485,-6 4 1,-1-3 3031,-4 3 0,-42-17 0,-15-4 0</inkml:trace>
  <inkml:trace contextRef="#ctx0" brushRef="#br1" timeOffset="230">21048 15726 8053,'-7'-8'925,"6"2"1,-7 12-1,5 6 1,-2 4-716,2 3 0,1 11 0,2 0 0,0 6 370,0 4 0,0 1 0,0 4 0,-2 3-25,-2 5 1,0-2 0,-5 2-1,-1 1-369,2 2 0,-5-5 0,5-3 0,-1-3-112,-1-2 1,2-6-1,-3-4 1,3-4-254,2-5 0,1-8-181,5-6 1,0-9-1,1-1 143,4-8 1,-2-11-1,7-7 1,0-6 175,-2-6 0,4-5 0,-4-3 0,2-4 70,0-1 1,-6-7-1,6-4 1,1 0 247,2-2 0,1 0 1,1-5-1,-1 3 202,1 2 1,5 2 0,3 8 0,1 4-50,0 7 0,0 14 0,3 4 0,-2 4-156,-1 3 0,-1 12 1,2-4-1,-2 7-151,-3 3 0,0 2 1,-6 1-1,0 3-47,1 2 1,-6 7 0,-1 4 0,-1 0 85,-4 2 1,-1 1 0,-4 7 0,-3 0-34,-4 0 0,-4 1 0,-2 2 0,1 1-90,0-1 0,-6-6 0,0-2 0,-3 2-369,-2 1 1,-2-3 0,-2-2 0,-2-1-599,-2-4 1,2-5-1,-4-4 1,2-2-358,-1-3 1,5-8-1,7-4 1,1-6 1284,4-4 0,1-61 0,8 30 0,1 0 0</inkml:trace>
  <inkml:trace contextRef="#ctx0" brushRef="#br1" timeOffset="231">21839 15352 8474,'0'-5'2057,"0"10"0,0 3 0,0 13 1,2 0-1434,2 3 0,-2 5 0,4 3 0,-1 1-280,0-1 0,5 0 0,-6 0 0,1 3-512,2 2 1,-6-5 0,4 2 0,-2-6-604,2-4 1,-3 2 0,2-7-729,-2-1 0,4-9 0,2-6 0,2-6-2251,0-6 3750,-1-11 0,15-26 0,5-13 0,2-7 0,0-1 0</inkml:trace>
  <inkml:trace contextRef="#ctx0" brushRef="#br1" timeOffset="232">22227 15439 7757,'-1'-8'1311,"-4"3"1,-3 10 0,-6 4 0,-1 7-147,1 8 0,-2 2 0,-5 12 1,-6 5-613,-5 8 0,-14 9 0,21-24 0,0 1 0,-4 1 0,-1 1-366,-3 1 1,-1 1-1,-1 4 1,-1 0-1,0 1 1,-1-1-1,0 0 1,-1 0-69,-1-1 0,1-1 1,6-5-1,2-2 1,-17 28-1,15-13-1317,12-13 0,10-7 1,7-7-1,6-7 1198,7-5 0,9-25 0,3-11 0</inkml:trace>
  <inkml:trace contextRef="#ctx0" brushRef="#br1" timeOffset="233">7884 15539 8493,'-8'-8'3652,"3"2"0,10 6-2555,4 0 0,4 5 0,3 1 0,2 0-526,1 1 1,6 4 0,-1-3-1,4 2-87,0-1 1,1-6 0,0 4 0,0-2-174,0-1 1,-1 1 0,1-5 0,0 0-415,0 0 1,-1 0 0,0 0 0,-4 0-1747,-5 0 0,-5-1-715,-4-4 1,-6 3-128,-8-3 0,-6 4 2691,-9 1 0,3 0 0,-5 0 0</inkml:trace>
  <inkml:trace contextRef="#ctx0" brushRef="#br1" timeOffset="234">7869 15841 8616,'-6'8'3165,"6"-1"-2258,0-7 0,8 0 0,10 0 0,2 0 150,3 0 0,2 0 0,7 0 0,2-2-222,-2-3 0,5 2 0,-1-5 0,3 0-681,-1 0 1,-6 5 0,2-3-1,-6 1-814,-4 0 1,2 0 0,-7 5 0,-1 0-1732,-2 0 1,-8 7-1,-4 2 2391,-2 4 0,-40 9 0,-20 2 0,-2 4 0,0-1 0</inkml:trace>
  <inkml:trace contextRef="#ctx0" brushRef="#br1" timeOffset="235">6186 15439 7747,'-1'-15'469,"-3"1"0,1 1 1,5 2-1,6 3 829,5 1 1,2 3 0,3 5-1,3 4-463,1 5 1,-3 4-1,5 5 1,0 5-129,-1 3 0,2 9 0,-5 0 0,-3 3-424,-1-1 1,-2 0 0,-1 6-1,-3-1-562,-5 0 0,-4 0 0,-1 2 0,0 0-888,0-2 0,5-5 0,1-14 0,2-5-1725,4-3 1,0-3 2891,3-3 0,18-68 0,-13 18 0,-1 0 0</inkml:trace>
  <inkml:trace contextRef="#ctx0" brushRef="#br1" timeOffset="236">6949 15439 7758,'-15'6'1458,"2"2"1,2 8 0,2 3-831,-3 5 0,-2 6 1,-5 9-1,-5 10 267,-3 11 0,-4 5 0,-2 9 0,13-36 0,0 2-506,-3 3 1,-1 0 0,-1 3 0,-1 1 0,-2 2 0,-1 1 0,0-1 0,0 0-405,0-1 1,1 0 0,-1-1-1,2 0 1,0 1 0,1 0-1,2-4 1,0 0-374,1-5 0,1 0 0,-8 30 0,8-18 0,9-8-1465,8-8 1,5-6 1852,5-5 0,4 0 0,11-10 0,2-2 0</inkml:trace>
  <inkml:trace contextRef="#ctx0" brushRef="#br1" timeOffset="237">10804 16820 8051,'0'-15'-62,"0"6"0,2 1 0,3 0 1,6 1-1,5-1 0,6 0 1,4-1 409,4 1 1,10-5 0,2 4 0,6-4 642,3-2-917,2 1 0,-2 4 0,-3 1 0,-4-1 0,-2 1 0,-4 1 0,-6 0 273,-6 0-252,-5 4 1,-15-2-1,-7 6 1,-12 2 94,-10 2 0,-10 4 0,-7 7 0,-5-1-76,-3 1 1,-5-1 0,4 2 0,-2 2-26,-4 1 1,1 0 0,1-5 0,7-1-115,6-3 1,1 1-1,11-6-74,5-2 1,14-2 0,12-2 0,13-4-74,11-5 0,18-4 1,3-4-1,6-1 124,4 2 1,-1-4 0,1 0-1,-1 0 58,1 1 0,-2-4 1,-3 4-1,-5 3-4,-4 1 0,-9 3 1,-6 2 90,-8 1 1,-13 7-9,-8-2 0,-6 5 1,-9 5-1,1 5-389,-1 2 1,-4 3-1,0-1 1,0 1 299,-2-1 0,-20-3 0,-11-1 0,-6 1 0,0 0 0</inkml:trace>
  <inkml:trace contextRef="#ctx0" brushRef="#br1" timeOffset="238">6546 16705 7980,'-10'-15'0,"-1"3"-161,0 2 0,1-3 0,-1 5 835,1 0 0,9 2-258,1 6 0,11 0 0,8 0 1,0 0-281,2 0 1,0 0 0,6 0-1,-1 0-118,-1 0 0,6 0 1,-7 0-1,3 0-45,2 0 1,-5 0 0,-2 0-1,-1 0 20,-4 0 0,-1 0 226,-1 0 0,-9 0 0,-8 0 0,-10 0-93,-11 0 1,-4 0-1,-3 1 1,-4 3 10,-4 0 0,-4 3 0,-1-4 0,0 3-52,0 2 1,4-4 0,4 2 0,3-1-367,5 0 0,8-1 45,0-4 0,11 5 0,9 0 0,12-2 132,10-1 1,10-7 0,7-1 0,5-2 76,3-4 1,5 0 0,-7-3 0,-3 1 78,-3-1 1,-3 1 0,1 0 0,-6-1 32,-6 1 0,-7 4 1,-8 2 20,-1 2 1,-9 1 0,-1 5-166,-8 0 1,-5 0-1,-1 2 1,0 2-383,-1 6 0,1 3 0,0 1 441,-1 1 0,-6 37 0,-1 11 0</inkml:trace>
  <inkml:trace contextRef="#ctx0" brushRef="#br1" timeOffset="239">21451 14777 7847,'9'-5'-32,"1"0"1,-7-1 170,2 1 0,-2 3 3079,2-2-2331,-4 2 0,12 2 1,-5-2-1,2-1 89,-1-2 0,-4 1 1,5 2-567,1-3 1,2 4 0,1-4-238,0 3 0,1 2 0,-1 0 0,1 0-18,-1 0 0,5 0 1,0 0-1,-1 0 38,-2 0 0,0 2 0,2 3-115,1 4 1,3 4 0,-6 3 0,-3 1 14,0 3 0,-5-1 0,0-3 0,-2 1-24,-3 3 0,-1 0 1,-2-2-1,0 3-54,0 1 0,0 1 1,-2 1-1,-3-4-35,-4 1 1,-4 0-1,-3 4 1,-2-2-90,-1-2 0,-2 3 0,2-5 0,-3 0-261,0 2 0,-6-5 0,6 3 0,0-3 18,2-2 0,0-1 0,-1-3 1,0-6 66,0-2 1,2-2-1,5 0 1,-1 0 73,1 0 0,0-6 1,-1-4-1,2-3 115,4-1 0,-2 0 1,6-1-1,0 2 49,-1 4 1,4-4 334,-3 3 1,10 4-1,5 1 210,2 4 1,3 1 0,-1 0 0,1 0-69,-1 0 0,0 1 1,1 2-1,1 4 14,3 1 0,-3-3 0,3 3 0,-3 0-120,-2 0 1,1-5 0,-1 3-510,1 1 1,-3-4 0,0 5 0,-4 0-1176,-2 0 1,-1-4-1,-5 6-3894,0 1 5254,0 2 0,-31 9 0,-15 2 0,-2 4 0,0-1 0</inkml:trace>
  <inkml:trace contextRef="#ctx0" brushRef="#br1" timeOffset="240">18156 15712 7589,'0'-14'178,"0"-1"1,2 7 0,1 2 1506,2-1 1,1 4 579,-1-6-1927,-4 5 0,7 0 0,-4 8 0,0 6 0,0 3 0,-3 1 0,-1 2 1,0 3-1,0 4 0,0 1 536,0 0 0,0 0 1,0 4-1,-1 3-609,-4 2 1,3-2-1,-4 4 1,-1 0-167,-2 3 0,1 1 0,0 1 1,0 1-3,0-1 1,3-4-1,-3 0 1,0 1-132,0 0 1,5-5 0,-2 0-1,2-5 0,-2-3 1,3-5 0,-2 3 0,2-1 31,2-3 1,0-7 0,0-1-199,0 1 1,-2 0-245,-2-1 1,2-2-2868,-3-4-1221,4-2 4532,-6 4 0,-7-82 0,3 28 0,0 0 0</inkml:trace>
  <inkml:trace contextRef="#ctx0" brushRef="#br1" timeOffset="241">18156 15798 7848,'-5'-9'287,"-1"1"1,-1 0 527,1 0 0,0 0 1,2-3-93,0 1 1,-1 5-1,6-3 1,4 2-200,5 3 1,3-4 0,1 2 0,0 1 2,1-3 0,4 6 0,0-4 0,0 3 5,2 2 1,-3 0 0,6 0-1,0 0-160,-2 0 0,4 0 0,-6 2 0,3 1-161,2 2 0,-4 4 0,-2-2 0,-3 1 73,-1 3 1,-1 2 0,-1 1 25,-4 0 0,-2 1 0,-7-1 1,-2-1-54,-3-3 0,-3 2 0,-6-2 0,0 3-113,-1 1 0,-6 1 0,-1-1 0,-2-1-120,0-4 1,0 4 0,-5-5 0,1 2-515,-1-1 1,0-5 0,2 2 0,1-1-1712,2 0 0,7-1 0,-2-4 2201,3 0 0,-18-12 0,-4-4 0</inkml:trace>
  <inkml:trace contextRef="#ctx0" brushRef="#br1" timeOffset="242">12358 16676 7949,'0'-14'715,"2"1"1,2 3-1,8 5 0,4 4 151,3 1 1,8 0 0,0 0-1,8 1 95,7 4-764,-2 3 0,16 7 0,-3-1 0,4 0 0,4-1 0,3-2 0,0-3 132,0-1 1,8-3-1,-4-4 1,0 0-276,-3 0 0,-3-6 1,-2-2-1,-1-1-50,-2-1 1,1 0 0,-13-4 0,-7 1-230,-6 4 0,-2-3 276,-11 8 0,-7-1 0,-12 5 0,-10 0 160,-8 0 0,-1 0 1,-10 0-1,-6 0-260,-5 0 1,-4 5 0,-4 1-1,-4 2-152,1 3 1,-9-3-1,2 0 1,-1 0-268,0 0 0,0-3 1,-2 5-1,-3-1 85,-2-1 1,1 5 0,-2-5-1,6 1 330,7 1 0,6-7 0,9 2 0,7-2 291,7 2-245,10-3 0,17 4 0,12-8 0,9-1 50,4-2 1,8-1-1,3 3 1,6-2 207,4 2 1,-2 1 0,7 2 0,1-1 484,2-4 0,5 3 0,-2-3 0,-3 4-97,0 1 1,-2-5 0,0 0 0,-2 2-465,-3 1 0,-2 2 0,-9 0 0,-6 0-195,-7 0 0,1 0 0,-7 0-1130,-1 0 1,-2 7 0,-2 2-4030,1 4 5179,-1 2 0,7 12 0,1 3 0</inkml:trace>
  <inkml:trace contextRef="#ctx0" brushRef="#br1" timeOffset="243">17710 16921 7948,'-27'-15'0,"3"1"248,5-1 0,3 6 0,1 1 0,3 0 654,2 0 0,0 5 0,10-2 0,8 3-12,8 2 1,7 0-1,7 0 1,4 0-397,4 0 1,4 5 0,2 1-1,3 1-212,1-1 1,1 4 0,-2-4 0,2 2-148,2 3 0,4-3 0,4 2 0,0 0-99,-3-2 1,-8 3 0,1-6 0,-1-2-152,0-2 1,-6-1 0,-10 0 73,-7 0 1,-12-1 333,-13-4 0,-8 2 1,-11-7-1,-7 1-294,-6 1 1,-4-5 0,-9 5 0,-1-2-475,-2 1 0,-7 4 0,2-5 0,-2 1-107,-3 1 0,0 1 1,1 7-1,-2 0 150,-4 0 0,6 0 0,-2 3 0,6 5 258,3 7 0,2 2 0,7-2 0,4-1 86,8 1 1,9-6 191,10 1 0,10-2 1,11 1-1,7-4 120,6-3 0,5-2 0,4 0 1,4 0 240,0 0 0,6 0 0,-2-2 0,7-1-92,3-2 1,1 0 0,2 4 0,-1-2-2,1-2 0,2 0 1,2 5-1,-3 0-110,-2 0 0,-3 0 0,-7 0 0,-1 0-175,-4 0 0,-9 0 0,-12 2 41,-6 2-416,-4-2 0,-14 4 235,-2-6 0,-4 0 0,-1 0-579,-1 0 1,1 0 0,0-1-1304,-1-4 1,6 3 1934,-1-2 0,-12 40 0,-9 12 0</inkml:trace>
  <inkml:trace contextRef="#ctx0" brushRef="#br1" timeOffset="244">7280 17784 7912,'-15'-2'0,"1"-1"161,-1-2 0,1 0 1,0 5-1,-1 0 1,-1 0-1,-1 0 1,-3 2-1,3 3 723,1 4 0,1 9 0,1 3 0,0 1-511,-1 4 0,6 3 1,1 4-1,0 4 44,0 0 0,5 3 0,-1-5 0,6 0-60,3 0 1,11 4 0,-2-8 0,4-3-57,3-8 1,1-4-1,8-3 1,2-3-86,2-5 0,1-4 0,-3-1 0,2-1 11,-3-4 1,5-5-1,-3-7 1,-1-4 19,-1-2 1,-4-5 0,-2-7 0,-2-1-112,-3 1 0,0-5 1,-8 3-1,-2-1-82,-5 0 0,-4 1 1,-2-1-1,-6 2-161,-7 1 0,-8 6 1,-12-1-1,-4 6-305,-4 3 0,-1 7 0,0 6 0,0 3-386,0 7 0,-1 6 1,3 9-1,2 6-83,6 4 0,9 0 0,5 10 0,4-2-657,6-3 1,6 3 1537,12-1 0,58-1 0,-20-18 0,-1-1 0</inkml:trace>
  <inkml:trace contextRef="#ctx0" brushRef="#br1" timeOffset="245">8157 17913 7951,'-13'-9'411,"2"1"0,3 0 0,2 0 1037,3-3 1,3-1-1,4 3 1,6 4-641,3 3 1,1 1 0,2-2 0,2-2 1061,1 2-1620,0 1 0,-3 2 0,2 0 0,2 0 0,1 2 0,2 1 0,-1 2 146,4-2 1,-4-2-1,2 1 1,1 1-428,3 2 0,0 0 0,0-5 0,-3 0-292,-1 0 0,-1 0 0,0 0 0,-3 0-1156,-4 0 1,-2 0 45,0 0 0,-7 1 1,-9 3-3109,-11 0 4541,-1 8 0,-42 11 0,-17 6 0,22-5 0,1-1 0,0 1 0</inkml:trace>
  <inkml:trace contextRef="#ctx0" brushRef="#br1" timeOffset="246">7984 18287 7951,'-8'0'2596,"13"-1"0,10-2-1631,1-2 1,6 0 0,0 5-1,2 0-320,0 0 0,0 0 0,5 0 1,0 0-459,0 0 1,4 0 0,2 0 0,1 0-558,-1 0 1,0 0-1,-3 0 1,1 0-422,-1 0 0,-1 0 0,-2 2 791,-1 2 0,1 17 0,0 10 0</inkml:trace>
  <inkml:trace contextRef="#ctx0" brushRef="#br1" timeOffset="247">9855 17698 7951,'-15'0'278,"3"1"1,0 4 0,4 4-1,2 4 741,3 2 1,3 4 0,3 2 0,3 1-458,2 4 1,-4 1 0,0 2 0,-2-1 443,-2 1-865,0 6 0,-2-3 0,-2 5 0,-6 0 0,-3 0 0,-3 4 0,-3 4-382,-5 3 1,-1 0-1,-1-5 1,2 0-1551,-2 0 0,6 0 1791,0 1 0,-15 18 0,-3 5 0</inkml:trace>
  <inkml:trace contextRef="#ctx0" brushRef="#br1" timeOffset="248">11020 17798 7965,'-14'0'0,"-1"2"213,1 3 1,1-2 0,2 6 0,3 3 780,2 0 1,-4 8-420,5-1 1,-4 6-1,4-1 1,0 3-1,0 4 1,-1 1 1826,-2 1-2196,5 7 1,-10-4 0,3 4 0,-3-4-1,-1 1 1,0 0 0,-1 1-124,1-1 0,0 3 0,-1-6 1,2-3-874,4 0 1,-4-4-1,5-3 1,-2-5-1279,1-3 1,6-1 2067,-2-1 0,-3-19 0,0-4 0</inkml:trace>
  <inkml:trace contextRef="#ctx0" brushRef="#br1" timeOffset="249">10473 18359 7965,'7'-12'189,"2"0"1,6 3 747,4-2 1,3-2-1,9-2 1,2 1-14,6 0 1,2-1-1,4 1 1,1 1-519,2 3 0,0-1 1,-6 7-1,-4 0-468,-4 3 1,-4 1-1,-1 1 1,-2 4-486,-3 5 1,-3 2 0,-7 3-1,1 1 547,-1 3 0,-6 23 0,-2 10 0</inkml:trace>
  <inkml:trace contextRef="#ctx0" brushRef="#br1" timeOffset="250">12085 18100 7965,'0'-16'191,"0"-1"509,0-2 0,0 17 0,-2 13 1,-1 10-78,-2 9 0,-6 6 1,1 7-1,-2 0-299,-3 0 0,1 5 1,-2 2-1,-2-1-233,-1 1 1,-2 2 0,4-4 0,-2-1-184,1-2 0,4-2 0,2-3 0,4-5-850,2-6 1,3-12-1,8-2 942,4-9 0,4-42 0,0-22 0,2-2 0,0 0 0</inkml:trace>
  <inkml:trace contextRef="#ctx0" brushRef="#br1" timeOffset="251">12070 18187 7965,'15'-21'170,"4"3"1,2-4 0,3 1 418,6 4 1,0 5-1,7 4 1,-2 0 85,-3 0 0,3 5 0,-1 0 0,-2 5-130,-2 2 0,-7 8 0,-4-1 0,-3 5-45,-2 3 1,-6 5 0,-3-3 0,-3 0-220,-2-1 1,-7 1 0,-4-3 0,-8 2-167,-10 3 0,-1-6 0,-7 3 0,0-4-555,1-2 1,-4 0-1,-7-1 1,-1-2-562,2-1 0,3-2 0,4 2 0,4-4 1001,0 0 0,5-17 0,-6 2 0</inkml:trace>
  <inkml:trace contextRef="#ctx0" brushRef="#br1" timeOffset="252">12847 18215 7965,'-5'-9'332,"1"-1"1,2 1 0,5-1 743,7 1 0,4 5 0,4-2 0,4 0-252,5-4 0,1 2 1,8 0-1,1 0-300,0 0 1,1 3 0,4-3 0,-1 0-481,2 0 0,-9 5 1,4-2-1,-6 4-348,-3 1 0,-5 6 0,-1 4 0,-3 2-513,-2 3 1,-2 4-1,-2 2 817,1 1 0,5 34 0,3 13 0</inkml:trace>
  <inkml:trace contextRef="#ctx0" brushRef="#br1" timeOffset="253">14128 18115 7965,'-7'-8'219,"6"0"0,-6 5 1740,1-2-1534,-2 6 1,-2 7 0,1 10 0,-2 6 0,-4 10 0,-2 7-1,-4 7 227,-2 5 1,-2 9 0,-7 5 0,-2 4-487,2 1 0,2 0 1,3-2-1,1-5-338,2-7 1,11-7 0,1-9 0,4-4-692,4-4 1,4-10-1,1-19-127</inkml:trace>
  <inkml:trace contextRef="#ctx0" brushRef="#br1" timeOffset="254">13773 19049 9982,'21'-47'0,"2"-1"0,0 0 0</inkml:trace>
  <inkml:trace contextRef="#ctx0" brushRef="#br1" timeOffset="255">14113 18259 7965,'2'-15'0,"3"1"0,3-5 0,6 0 0,0 1 668,1 2 1,1 0-1,3-2 1,5-1 393,3 2 0,2 5 1,0 3-1,-1-1-503,1 2 1,-2 2-1,-1 6 1,-4 0-320,-1 0 0,-3 1 0,-7 3 0,-3 2 34,-2 2 1,-1 2 0,-6 4 0,-4 2-8,-5 3 0,-9-3 0,-5 5 0,-5 0-179,-4 3 1,1-2 0,-7 0-1,-1 1-416,-1-1 0,-2-3 0,1 4 0,0-2-900,-1-4 1,10-1 0,-6-3-1,7-2-3702,4-1 4930,5-1 0,2-13 0,7-6 0</inkml:trace>
  <inkml:trace contextRef="#ctx0" brushRef="#br1" timeOffset="256">14674 17640 7965,'2'-22'720,"4"2"-211,9 4 0,-1 2 0,7 1 0,0 2 0,3 3 0,3 2 0,3 2 1,2 3 301,2 1 0,-2 0 0,-7 0 0,-2 1-444,-3 4 1,-5 5-1,-7 7 1,-2 3-94,-3-3 1,-7 6-1,-8 1 1,-5 4-42,-7 6 1,-5-4 0,-4 4-1,-6-4-335,-2-1 0,-4 1 0,-1 2 0,-2 0-2,1-4 0,2-1 1,4-10-1,3-4-183,4-7 1,15-4-1,6-4 1,5-2-85,5-6 0,9-4 0,7-4 0,6-1 263,4 1 0,1 2 0,4 2 1,1 1 117,0 4 1,-2-3 0,-1 8 0,-4 0 371,-1 3 0,3 1 0,-5 0 0,-2 0-321,-1 0 0,-1 6 0,-2 4 0,-2 3-601,-2 1 1,-5 7 0,0 1 0,0 2-3285,0 0 3824,-2 6 0,-7 8 0,-3 6 0,-4 6 0,0-1 0</inkml:trace>
  <inkml:trace contextRef="#ctx0" brushRef="#br1" timeOffset="257">15279 18086 7965,'-15'-8'2005,"7"3"0,3 10 0,4 5-1122,1 2 0,0 8 0,0 0 0,0 3-553,0 2 0,0 2 1,0 2-1,0 0-245,0 0 0,1 0 0,3-2 0,0-2-812,0-1 1,-1 0 0,0 3 0,3-3-1010,2-4 1,4-6 0,5-4 0,4-6 1735,1-2 0,24-43 0,9-20 0,-13 18 0,-1 0 0,1 1 0</inkml:trace>
  <inkml:trace contextRef="#ctx0" brushRef="#br1" timeOffset="258">15681 18215 7965,'0'-14'2681,"0"0"0,-1 6-1509,-4 3 1,-8 11 0,-9 10 0,-5 11-562,-8 10 0,-13 13 1,-10 7-1,26-24 0,-1 0-446,-2 2 1,-1 0-1,-3 4 1,0 1 0,-1 0-1,0 1 1,0 1-1,2-1-791,1 0 0,2 0 0,4-3 0,3 1 1,-17 28-1,10-7-4002,28-43 4628</inkml:trace>
  <inkml:trace contextRef="#ctx0" brushRef="#br1" timeOffset="259">21652 18057 7805,'0'-14'874,"-2"1"1,-1 5-1,-2 8 1,2 10 171,2 7 1,1 1 0,-2 7 0,-1 4-513,-2 3 1,0 8 0,5-3 0,-1 1 25,-4 1 0,3-1-379,-3 5 0,4-3 0,1 0 0,-2 2 0,-1-4 0,-2-1 34,2-5 1,1-2-1,1-1 1,-2-2-267,-2-3 1,0-3 0,5-7-1155,0 1 1,0-9 0,0-6-269,0-8 0,5-6 1,0-4-1,-2-3-122,-2-1 0,-1-4 1595,0-7 0,-8-8 0,-3-6 0,-1-7 0,0 1 0</inkml:trace>
  <inkml:trace contextRef="#ctx0" brushRef="#br1" timeOffset="260">21580 18072 7813,'-11'-8'395,"-4"3"1,0 2 0,3-1 1611,3 0 1,9-3-1353,5 2 0,3 2 0,12-5 0,-1 0-210,1 0 0,5 3 1,-1-3-1,2 2-122,-2 3 0,3-4 1,-5 3-1,2 0-43,0 3 1,-6 1 0,1 0 0,-1 0-100,1 0 1,-8 1 0,3 3 0,-2 2-15,-4 2 0,-2 3 0,-6 7 0,0 1-17,0-1 1,-2 2 0,-2 0 0,-6-1-116,-3 2 1,-3-5 0,-1 3 0,-3-3-291,3-2 0,-4-1 1,0-2-1,1-3-583,-1-2 1,-3 4 0,3-5 0,-1-2-678,-4-1 0,5-2 0,2 0 0,3-2 1515,2-3 0,6-16 0,1-9 0</inkml:trace>
  <inkml:trace contextRef="#ctx0" brushRef="#br1" timeOffset="261">22069 17381 7813,'0'-14'0,"0"-1"0,0 1 81,7-1 0,1 6 0,8 1 0,1 1 0,4 3 0,0-1 0,1 0 1696,0 2 1,2 1-1,4 4 1,-3 3-935,-1 4 0,-6 6 1,1 4-1,-3 3-521,-2 1 1,-6 4 0,-3-3-1,-3 5-164,-2 4 0,-8-3 0,-5 4 0,-6-2-199,-4 2 0,-1-4 0,-4 4 0,-1-4-164,0-1 0,2-7 1,1-4-1,4-7-261,1-6 0,-3-4 0,5-1 0,1-3 134,2-7 0,4-1 1,2-13-1,5-1 250,4-2 0,1 4 0,0 2 0,1 4 552,4 2 1,3-2 0,6 9 0,1 0 114,-1 3 0,1 3 1,-1 2-1,0 2-200,1 3 0,-1 1 1,1 5-1,-1-1-326,0 1 1,1 2-1,-3 1 1,0 1-1060,-3-1 1,-1 5 0,3 0 0,-3-1-920,-1-2 0,2 3 0,-4 0 1919,-2-1 0,-14 4 0,-5 1 0</inkml:trace>
  <inkml:trace contextRef="#ctx0" brushRef="#br1" timeOffset="262">22659 17755 7813,'8'-6'1916,"-3"-4"1,3-1-54,1 1 0,4 4 0,0 7-1398,-3 4 1,1 3-1,-6 7 1,-2-1-445,-2 0 1,-1 2-1,0 2 1,0 3-435,0 1 1,0-4 0,0 1 0,0-3-213,0-2 0,0 1 1,2-2-1,1-2-951,2-2 0,6-6 0,-3 1 0,2-8 913,-1-5 0,3-9 0,5-4 0,4-4 663,1-4 0,1 0 0,1 4 0,-5 4 330,-3 1 1,-2-3 0,1 5 1328,-1 1 1,-8 10-1,-4 8-494,-5 8 1,-13 11-1,0 5 1,-5 5-468,-5 5 0,-6 2 0,-3 9 0,-1 2-142,-4 0 1,3 8-1,-3-2 1,-2 3-1041,1 1 0,1-6 1,14-3-1,5-5-1071,7-4 1,9-6 1554,0-9 0,10-9 0,3-9 0</inkml:trace>
  <inkml:trace contextRef="#ctx0" brushRef="#br1" timeOffset="263">23508 17841 8151,'0'-14'702,"-2"1"0,-1 2 0,0 3 1,5 2-1,6 2 378,4 3 0,4 1 0,2 0 0,3 0-490,1 0 0,-3 0 0,5 0 0,2 0-413,1 0 1,0 1 0,-1 3 0,-2 0-503,1 0 1,-4-3 0,-2-1 0,-3 0-597,-1 0 1,-3 2-661,-2 3 1,-10 3 0,-10 6 1580,-2 0 0,-28 6 0,-12 0 0,-3 4 0,0-1 0</inkml:trace>
  <inkml:trace contextRef="#ctx0" brushRef="#br1" timeOffset="264">23450 18115 11339,'15'-5'798,"-1"0"1,5-1-1,2 3 1,1-4-307,4-1 0,1 3 0,2-3 0,1 2-271,4 3 0,-5 1 0,1 2 1,-6 0-429,-3 0 207,4 0 0,-41 45 0,-3 11 0</inkml:trace>
  <inkml:trace contextRef="#ctx0" brushRef="#br1" timeOffset="265">24716 17309 8025,'-14'6'749,"4"-1"0,2 8 0,2 5 222,3 2 1,-4 11-689,3 7 0,-6 5 1,5 5-1,0 5 1,1 1-1,-3 1 1,-1-4-1,-1 0 0,-1-1 1,1-1 127,-3-2 0,0-3 0,-3-2 1,1-4-474,-1-4 0,1 1 0,0-3 0,-1-5-1561,1-6 0,6-10-394,3-1 0,5-14 2017,5 0 0,3-8 0,6-2 0</inkml:trace>
  <inkml:trace contextRef="#ctx0" brushRef="#br1" timeOffset="266">25162 17525 7789,'-1'-10'639,"-4"1"1,2 5 0,-5 1-1,0 6 226,0 7 1,3 9 0,-5 5 0,-1 3-277,-2 2 0,4 6 0,-1 4 1,-3 2-358,-4 2 0,1 2 0,-3 2 1,1 1-308,-1-2 1,3 3 0,-3-2 0,4-6-771,6-5 1,-2-11 0,6-2-3798,2-3 4642,1-7 0,-24-51 0,-6-18 0</inkml:trace>
  <inkml:trace contextRef="#ctx0" brushRef="#br1" timeOffset="267">24688 17856 9001,'14'0'1992,"2"0"1,5 0-826,8 0 1,1 0 0,8-2 0,4-1-602,4-2 1,1-1 0,4 3 0,-2-2-646,-2 2 0,-9-1 0,-4 1 0,-6-2-796,-4 2 1,-3 2 0,-7 1-4730,1 0 5604,-7 0 0,-27 25 0,-13 7 0</inkml:trace>
  <inkml:trace contextRef="#ctx0" brushRef="#br1" timeOffset="268">25536 17971 7789,'-14'1'730,"0"4"1,-1-2 0,1 7 0,1 1-194,4 2 1,-4 8 0,3 3 0,-1 3 77,1 2 0,-2 6 0,4 2 1,-2 1-198,0 0 0,6 1 0,-6 4 0,0 0-361,2 0 1,-3-1 0,6-5 0,2-7-165,2-4 1,1-14 0,0 0-169,0-9 0,6-13 0,4-15 0,2-9-81,3-9 0,4-7 0,2-7 1,1-2 42,4-4 1,1 3 0,2-6 0,-1 4 335,1 6 1,5 0 0,1 8 0,2 1 427,3 3 1,-5 10-1,-2 10 1,-2 13-1,-2 8 1,-9 15 0,-5 8 0,-9 5 172,-4 4 1,-5 5 0,-5 1-1,-8 2-282,-5 2 1,-5 1 0,-6-1-1,-1-4-570,1 0 1,-5-4 0,0 2 0,-1-4-818,-1-5 0,7-5 1045,-1-9 0,-36-23 0,-8-11 0</inkml:trace>
  <inkml:trace contextRef="#ctx0" brushRef="#br1" timeOffset="269">29219 17640 8014,'-1'-22'0,"-2"2"588,-2 4 1,0 7 0,5-1 193,0-1 1,2 3-1,2 0-289,6 2 0,3 1 1,1 6-1,1 3 1,-1 2-1,0 2 1,1 3-1,-2 2 1,-2 3 609,-2 3 1,-4-1-1,3 6 1,0 1-754,0 3 0,-5 0 0,2 1 0,-3 1-351,-2 4 0,0-4 0,0 4 1,0-4-140,0-1 0,-5 1 0,0 1 1,2-2-2418,1-7 1,2 0 0,2-2-617,3-3 3173,3-7 0,32-61 0,-17 15 0,0 0 0</inkml:trace>
  <inkml:trace contextRef="#ctx0" brushRef="#br1" timeOffset="270">29766 17669 7838,'-14'0'707,"4"0"0,1 0 1,-1 1 308,2 4 1,-5 5-1,2 9 1,-5 6-203,-3 7 1,-11 7 0,-1 9 0,-6 6-324,-7 7 1,0 3-1,21-30 1,-2 1 0,-19 29-262,1-5 0,6 0 0,5-13 0,6-4-1131,7-7 0,9-11-1833,6-5 2734,2-9 0,2-23 0,0-11 0</inkml:trace>
  <inkml:trace contextRef="#ctx0" brushRef="#br1" timeOffset="271">30241 17827 8811,'-6'-8'0,"-4"2"1260,-3-1 1,4 6-627,-1-4 0,18 3 0,3 2-215,8 0 1,7 0 0,6 0 0,1 0 0,1 0 427,1 0 0,-3 0-596,7 0 1,-7 0 0,1 0 0,-3 0-1,-1 0 1,0 0-72,0 0 1,-7 2-2108,-3 3 1109,-9-4 1,-10 10 0,-10-4 817,-2 1 0,-26 2 0,-9 2 0,-4 3 0,0 1 0</inkml:trace>
  <inkml:trace contextRef="#ctx0" brushRef="#br1" timeOffset="272">30155 18158 7838,'6'-13'1463,"5"2"0,7 1-571,6-1 0,5 3 0,3-1 0,3-1-498,1 2 0,1 0 1,3 5-1,-3-2-835,-2 2 0,-3 1 1,-8 2-1,-5 2-703,-3 3 1144,-8-4 0,-40 31 0,-16 0 0</inkml:trace>
  <inkml:trace contextRef="#ctx0" brushRef="#br1" timeOffset="273">31996 16618 7838,'0'-9'183,"-1"1"2907,-4 1-2286,3 3 0,-4 10 0,6 5 0,0 5 86,0 3 0,0 7 0,0-2 0,-2 5-307,-3 4 1,4-1-1,-4 7 1,2 1-283,-2 1 1,3-2-1,-4-1 1,1 2-505,0 1 1,-6-4 0,3-3 0,-1-4-409,-1-1 1,5-2 0,-3-1-5049,2-2 5659,1-7 0,-27-47 0,-8-20 0</inkml:trace>
  <inkml:trace contextRef="#ctx0" brushRef="#br1" timeOffset="274">32284 16590 7838,'8'-23'778,"0"2"0,-3 7 609,4 0 0,4 9-842,1 10 1,-6 4-1,-3 15 1,-3 2-99,-2 1 1,-5 7-1,-1 1 1,-2 2-37,-4 2 0,0 1 1,-3 0-1,-1-1-336,-3 1 0,3 0 1,-3 0-1,3-4-359,2 0 1,-1-3-1,2-2 1,2-1-1210,2-1 0,5-4 1493,0-10 0,-30-39 0,-6-10 0</inkml:trace>
  <inkml:trace contextRef="#ctx0" brushRef="#br1" timeOffset="275">31939 16935 7838,'14'-14'508,"2"1"0,3 2 1,5 1 520,3-1 0,8 3 0,5-2 0,5 1-115,3 1 1,7-5-1,-4 5 1,-2 0-312,-6 3 1,-6-1 0,-8 1-1529,0 2 1,-13 3-1,-7 4-2797,-6 6 3722,-3 3 0,-25 33 0,-7 9 0</inkml:trace>
  <inkml:trace contextRef="#ctx0" brushRef="#br1" timeOffset="276">32644 17021 10446,'-15'7'876,"7"-4"1,3 6 0,4 4-207,1 5 0,0-1 1,0 9-1,0 3-259,0 3 1,-7 3 0,-1-3 0,-1 1-167,-1-1 0,1-3 0,-4-5 0,2-5-339,1-3 1,7-6 0,-2-4-246,3-4 1,4-7-1,1-14 1,4-5 4,1-3 1,6-8 0,5-4 0,0-4 13,2-5 1,2-8-1,4-6 1,-2 1 6,-1 2 0,7 1 1,5 1-1,3 1 464,-1 3 1,-4 15 0,2 12 0,-2 9 498,-7 9 1,0 6 0,-9 7 0,-5 6-155,-7 7 0,-6 4 0,-5 7 0,-4-2-36,-4-3 1,-8 3 0,-3-3 0,-3 3-387,-2 2 0,1-2 0,-1-3 0,0-3-619,0 0 1,0-5-1,1 3 1,-1-5-2715,0-4 3259,0 3 0,-10-14 0,-8-3 0,-3 3 0,-1 0 0</inkml:trace>
  <inkml:trace contextRef="#ctx0" brushRef="#br1" timeOffset="277">31406 17482 7851,'-14'0'334,"0"0"540,-1 0 0,9 0-79,6 0 1,19 0 0,16 0 0,13 0 0,13 0 0,12 0 201,-32 0 0,1 0 0,3-1 0,0 0 0,6 0 0,2-1-606,2 0 0,0-1 0,-2-2 1,0 1-1,3 0 0,1 1 1,-1-1-1,-2 0 0,0-1 0,0 1-134,-1 0 0,1 0 1,0-2-1,-1 0 1,-5 3-1,0 2 1,-5-1-1,-2 0-373,36 1 1,-7 1 0,-2 0-1,-11 1-1595,-12 4 1,-7 3 0,-20 7-426,-5-1 0,-7 0 1,-12 1 2135,-9-1 0,1 0 0,-7 1 0</inkml:trace>
  <inkml:trace contextRef="#ctx0" brushRef="#br1" timeOffset="278">32097 17971 7851,'-15'6'898,"3"-3"961,2 7-1459,-3-7 0,12 10 0,-4-3 0,5 2 0,3 4 1,2 4-1,-2 2 1361,-1 0-1527,-2 12 0,-2-10 0,-3 11 0,-4 0 0,-4 4 0,-3 1 1,-2 0 209,-1-2 1,-5-1-1,5 3 1,1-4-563,2 0 0,4-4 0,2-8 1,5-5-1105,4-3 1,1-2 523,0 1 1,6-9-1,2-6 1,2-8 66,-1-5 1,1-8 0,4-4-1,1-6 690,-1-2 1,0-7-1,-1 3 1,0-1 428,1-1 1,-2 3-1,7-4 1,-2 1 122,2-1 1,4 0 0,6 0 0,-1 4 51,1 0 0,5-2 1,1 4-1,0 2-250,0 2 1,-1 8-1,-5 1 1,-1 3-52,1 4 1,-6-2 0,-6 13-181,-6 4 1,-4 3 0,-7 8 0,0 6 9,0 3 0,-2 3 0,-3 6 0,-3 2-9,0 2 0,-4-1 1,2-4-1,-3 0-92,-1 0 0,-5-1 0,-1-1 0,1-1-325,-2-2 0,4-6 0,-6 1 0,1-5-709,0-4 0,-1 1 0,-2-6 0,1-4-181,-2-4 0,4-6 1,-1-9 1123,3-1 0,-6-52 0,4-7 0</inkml:trace>
  <inkml:trace contextRef="#ctx0" brushRef="#br1" timeOffset="279">32672 17611 7851,'0'-9'1271,"2"-1"381,3-1 1,3 0-1063,6 1 1,2 2-1,3 5 1,7-2-1,4 2 1,4 1 1160,-2 2 1,3 0-1444,-2 0 0,-4 2 1,-6 3-1,-3 4 1,-4 6-1,-3 2 82,-3 2 1,-7 7-1,2-2 1,-4 2-250,-1-2 1,-6 3 0,-5-5 0,-5 2-363,-3 0 1,-7-2-1,2 4 1,-3-4-225,-2-1 1,0-3 0,1-7 0,0-3 103,4-2 1,4-1 0,7-6 0,2-4-159,1-5 0,7-7 0,0-3 0,6 1 634,6-2 1,4 5-1,3-3 1,2 3 642,1 2 1,7 1-1,-2 3 1,3 6 22,2 2 0,-1 2 1,1 2-1,0 2-930,0 6 0,-1 4 0,0 6 0,-3 4-1203,-1 3 0,-8-3 0,0 0 1332,-5 1 0,-33 34 0,-4 10 0</inkml:trace>
  <inkml:trace contextRef="#ctx0" brushRef="#br2" timeOffset="280">29133 13856 8022,'-1'-10'115,"-3"1"1,-2-1 0,0 0 0,-1 1-1,4-2 947,1-2 1,2 3 0,0 1 1464,0-2-2045,0 4 1,2 1 0,1 7 0,2 6 0,0 7 374,1 9 0,-3 0 0,7 5 0,0 2-384,-2 0 0,4 1 0,-2-2 0,3-1-214,1 1 0,0 0 1,1-2-1,-1-1-81,1-2 0,-1-5 0,0 3 1,1-3-33,-1-6 1,1 2-1,-1-6-813,0 4 1,-4-5-4569,0-3 2161,-7-4 1,5-1 3073,-3 0 0,-42-6 0,-5-2 0</inkml:trace>
  <inkml:trace contextRef="#ctx0" brushRef="#br2" timeOffset="281">29709 13827 8022,'0'-14'184,"0"4"1,-2 2 1484,-3 2 0,2 1-924,-7 5 1,2 2-1,-3 2 1,2 7-200,-3 7 1,3 4-1,-4 7 1,-3 2 186,0 2 1,-6-1 0,-1 7 0,-2 0-89,-4 3 0,2 1 1,-10 0-1,0 2-246,1 3 1,2-3 0,-4 3-1,-2-3-433,-2-2 1,5 0 0,4-1 0,4-4-112,5-5 1,3-2 0,8-4-1356,4-3 1,4-10-1,10-9-154,4-3 1,4-4-1,2-3 1,-3-4 1653,-2-4 0,-29-40 0,-13-9 0</inkml:trace>
  <inkml:trace contextRef="#ctx0" brushRef="#br2" timeOffset="282">29953 13856 8012,'0'-15'1569,"0"6"0,2-1-321,3-1 0,3 5-681,6 1 0,0-1 1,1 1-1,-1 2 1,1 1-1,-1 2 1,0 0-1,1 0 1,-1 0-1,0 0 657,1 0 0,-1 0 1,1 0-1,-1 0-965,0 0 1,1 0-1,1 2 1,1 1-455,3 2 0,-1 1 0,-3-3 0,1 2-1127,2-2 0,1 0 0,-6 0-1081,0 2 1,-6 6-1,-3-1-2573,-3 3 4976,-15-5 0,-40 12 0,-19 5 0,17-9 0,1 0 0,-1 0 0</inkml:trace>
  <inkml:trace contextRef="#ctx0" brushRef="#br2" timeOffset="283">29910 14057 8012,'-6'0'1735,"6"0"1,6 0 0,10 0-1,3 0-548,5 0 0,3 0 0,2 0 0,0 0-667,0 0 1,-1 0 0,1 0-1,2 0-947,2 0 0,-4 0 0,1 0 0,-4 0-954,-1 0 1,-2 2 0,1 1-1,0 2 1381,-2-2 0,-27-52 0,-12-15 0</inkml:trace>
  <inkml:trace contextRef="#ctx0" brushRef="#br2" timeOffset="284">31378 12633 7949,'0'-15'0,"-2"3"404,-3 2 0,4-3 0,-4 4 855,3-4 1,4 7 0,1 6 386,2 8-1376,6 4 1,-9 9 0,2 3-1,-2 3 1,-2 4 0,0 1-1,0 3 116,0 2 1,0-4-1,0 5 1,0 1-241,0-2 0,-5 3 0,-1-5 0,-2 2-233,-3 2 0,-2-2 1,0 0-1,2-2-590,1-3 0,2-6 0,-3-2 0,3 0-763,2-2 1,1-1-1584,5-7 3023,0 1 0,-7-33 0,-1-8 0</inkml:trace>
  <inkml:trace contextRef="#ctx0" brushRef="#br2" timeOffset="285">31651 13180 7949,'-10'0'3114,"2"-2"6,2-3-3444,1 4 0,5-4-1559,0 10 201,0 3 1682,0 0 0,6-15 0,2-9 0</inkml:trace>
  <inkml:trace contextRef="#ctx0" brushRef="#br2" timeOffset="286">32011 12734 7952,'0'-15'72,"0"1"1,0-1 511,0 1 0,0 0 1,1 1 820,4 3 1,-2-1-848,7 6 0,-5 0 1,3 7-1,-2 3-163,-3 4 1,-1 4-1,-4 2 1,-1-1-152,-2 0 1,-6 6 0,1 0 0,-2 1-156,-3 0 1,2 3-1,2-5 1,3 0-85,2 2 1,-4-5-1,5 3 1,1-3-218,-3-1 0,6-6 1,-3 1 27,8 1 0,4-5 0,6-1 1,0-3 213,1-2 0,1 0 0,1 0 0,3 0 153,-3 0 1,-1 0 0,0 0-1,2 0 40,1 0 1,0 1-1,-5 3-53,1 0 1,-1 6-1,-1-4 1,-2 1 58,-1-1 0,-7 5 0,2-1 56,-4 3 0,-1 1 0,0 1-141,0-1 0,-6 0 0,-4-1 1,-1-2-102,2-1 0,-4-5 0,3 3 0,-4 0-480,-5 0 0,3 0 0,-4 3 0,3-3-682,-2-2 0,3 5 0,-5-3 0,2 0-122,0-3 1,-1 2 0,6-3 1240,0 0 0,-20-48 0,-4-12 0</inkml:trace>
  <inkml:trace contextRef="#ctx0" brushRef="#br2" timeOffset="287">31967 12647 7962,'-8'-6'282,"2"3"1,6-7 477,0-1 1,0 3 0,2 0 0,2 0 184,6 0 0,4 3 1,4-3-1,3 2 8,1 3 1,2-4 0,6 1 0,2-1-436,2 1 0,1 1 1,-3 5-1,2 0-590,-2 0 1,-4 0-1,-2 0 1,-4 0-839,-1 0 1,-2 0-1,-6 2-395,-3 3 0,-4-2 0,-6 6 1305,0 3 0,-46 9 0,-23 2 0,-3 4 0,0 1 0</inkml:trace>
  <inkml:trace contextRef="#ctx0" brushRef="#br2" timeOffset="288">31162 13410 8003,'-7'8'1393,"4"0"-427,-6-3 0,7-2 1,4 5-1,10-2-288,11-3 1,12 4 0,8-2 0,8-2 121,5-2 0,8-1 0,5 0 0,8-1-370,-35-1 0,2-1 0,-1 0 0,0 0 0,2-3 0,0 0 0,-3 2 0,0-1-116,0-1 0,-2 1 0,35-8 0,-1-2 0,-10 3-1502,-12 2 1,-13 4 0,-11 6-751,-7 0 0,-11 8 1938,-5 6 0,-10-6 0,-3 5 0</inkml:trace>
  <inkml:trace contextRef="#ctx0" brushRef="#br2" timeOffset="289">31406 13813 8034,'-6'-15'3,"3"7"0,-5 2 1,0 1-1,0-1 1,-3-1 1051,-2 1 1,-2 1 0,-1 7 0,-1 3-342,-2 4 0,-2 9 0,3 2 0,-1 4-282,1 7 0,1 4 0,1 8 0,0-1-240,3-4 0,8 4 0,1-4 0,2 2-70,2-2 0,6-4 0,6-10 0,5-5-71,7-3 0,8-8 0,3-3 0,2-5 94,3-5 1,-3-4 0,-1-11 0,1-4 234,0-3 0,-5-2 0,0-1 0,-6-2-95,-7-2 1,-3-5-1,-4 2 1,-2-2-215,-5 1 0,-10 6 0,-6-3 0,-7 1-69,-6 1 1,-8 1 0,-3 8 0,0 5-702,0 3 1,0 8 0,4 3 0,3 3-678,5 2 1,6 8-1,4 7 1,3 7-1537,5 5 2912,4 2 0,22 11 0,9 6 0,2 5 0,0-1 0</inkml:trace>
  <inkml:trace contextRef="#ctx0" brushRef="#br2" timeOffset="290">31910 14144 8034,'-15'0'790,"1"0"1,0 0 0,-1 0 416,1 0 0,4 0 0,1 0-357,-2 0 0,3 0 1,0 1-1274,1 4 0,4-2 0,8 5 0,4-1 423,4-4 0,33-2 0,9-1 0</inkml:trace>
  <inkml:trace contextRef="#ctx0" brushRef="#br2" timeOffset="291">32068 13813 8034,'-5'-15'397,"0"1"0,-1 0 0,3-1 831,-2 1 1,7-1-1,7 3 1,6 0-238,4 3 1,2 1-1,4-2 1,-1 5-336,2 4 0,1 1 1,0 0-1,-3 0-303,-5 0 0,-3 8 0,-1 5 1,-3 6-254,-2 3 0,-4 4 1,-6 6-1,0 1-240,0-1 0,-6 5 1,-2 0-1,-3 1-329,-4 1 1,3-7 0,-11 3 0,1-2 153,0 1 0,-2-1 0,-5-5 0,2-4 109,3-5 1,1-3 0,6-3 113,-3-4 0,8-9 1,7-11-1,5-7 22,5-6 0,3 2 0,6-2 1,0-2 229,1-1 0,-1 5 0,1 3 0,-1 3 200,0 1 0,1 2 1,-1 2-1,1 3 651,-1 2 0,-4 1 0,-1 5-613,2 0 0,1 7 0,-1 2 0,-3 4-869,-2 1 0,-1 1 0,-5 1 0,1 1-1432,4 2 0,-3 1 0,4-6 1903,1 0 0,7 1 0,8-1 0</inkml:trace>
  <inkml:trace contextRef="#ctx0" brushRef="#br2" timeOffset="292">32644 13841 8034,'-2'-14'699,"-3"1"1,-3 2 3735,0 2-503,-5-1-3408,12 2 0,-6 3 1,7 10-1,0 5-392,0 2 0,0 3 0,0-1 1,0 2-138,0 3 0,-4-3 0,-1 3 0,2-3-129,1-1 0,-3 4 0,0 0 1,2 0-118,2 2 1,1-5-1,0 3 1,0-1 184,0 1 0,0-3 1,0 3-1,0-3 264,0-1 0,1 4 1,2 0 232,2-1 0,0-2-15,-5-2 0,0 0-238,0 1 0,-6-7 1,-4-3-1,-3-2-539,-1 2 0,-1-4 0,1 4 0,0-3-546,-1-2 0,1 0 0,0 0 0,-1 0-4081,1 0 4988,-1 0 0,-18-52 0,-6-12 0</inkml:trace>
  <inkml:trace contextRef="#ctx0" brushRef="#br2" timeOffset="293">32600 13813 8034,'0'-10'1571,"0"1"-1237,0-3 1,2 1 0,3 0 0,4 3 1001,4 2 0,2-4 1,-1 4-1,2-1-178,3 1 0,2 1 0,4 5 0,-2 0-471,-2 0 1,-1 0-1,-2 0-1748,1 0 0,0 6-924,-4 4 0,-7-2 1985,-3 2 0,-68-1 0,-17 6 0</inkml:trace>
  <inkml:trace contextRef="#ctx0" brushRef="#br2" timeOffset="294">32111 13439 8051,'-14'0'171,"-1"0"0,1 0 1917,0 0-1338,6 0 0,3 0 0,10 0 1,4 0-1,6 0 1281,4 0 0,3 0-1212,7 0 0,6 0 0,2 0 0,1 0 0,1-2 0,1-1 125,1-2 1,1 0-1,-2 5 1,-4 0-743,0 0 1,0 0 0,-5 0-1,-6 0-768,-2 0 0,-4 0 1,-5 0-3291,1 0 0,-7 7-1929,-3 2 5785,2 4 0,-30-5 0,-3-2 0</inkml:trace>
  <inkml:trace contextRef="#ctx0" brushRef="#br2" timeOffset="295">33046 13381 8105,'-12'-2'2074,"2"-2"0,5 2 1,10-4-1198,5-1 1,2 6 0,3-4-1,-1 3-231,1 2 1,-1 0 0,0 2-470,1 3 0,-1-4 0,0 6-417,1-1 1,-1 2-631,1 6 0,-3-4 1,-2 0-3139,-5 1 4008,-4 2 0,-52 27 0,-13 6 0</inkml:trace>
  <inkml:trace contextRef="#ctx0" brushRef="#br2" timeOffset="296">32989 13626 11758,'6'-10'1503,"5"2"1,5 2-974,4 2 0,5-2 0,-2 0 1,1-1 55,0 1 0,-5 1 0,3 5 0,-1 0-1884,-4 0 1,-1 0 0,-1 0 1297,-1 0 0,-51 38 0,-12 10 0</inkml:trace>
  <inkml:trace contextRef="#ctx0" brushRef="#br2" timeOffset="297">33651 13165 8110,'-15'-14'1390,"7"-1"0,3 1 4012,4 0-4216,1 6 0,-2 19 1,-4 14-566,-9 9 0,1 4 0,-7 7 0,2 3-222,0 5 0,-5 1 0,5 1 0,3-4-166,5-2 0,-1-1 0,8-5 1,2-3-83,5-6 1,5-2 0,8-13 0,3-3-7,5-5 0,4 0 1,0-6-1,1-2-43,0-1 0,0-7 1,1-1-1,2-4-136,2-6 1,-2 2-1,-8-7 1,-5 2-249,-3 0 1,-4-2 0,-2 3-1,-5-1 6,-4 2 1,-12 2-1,-6 4 1,-7 3-14,-7 2 0,-5-4 0,0 5 0,1 2-124,0 1 1,-3 7 0,6 2 0,3 1-787,3 3 0,9 2 0,-2 1 1199,3 0 0,59 46 0,-14-25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054"/>
    </inkml:context>
    <inkml:brush xml:id="br0">
      <inkml:brushProperty name="width" value="0.05292" units="cm"/>
      <inkml:brushProperty name="height" value="0.05292" units="cm"/>
      <inkml:brushProperty name="color" value="#57D2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20012 4072 7767,'-14'0'1424,"-1"0"1,1-5-538,-1 0 1,6 0-601,-1 5 584,7 0 1590,-3 0-1305,6 0-2144,0 0 0,-45-12 1,-11-4-1</inkml:trace>
  <inkml:trace contextRef="#ctx0" brushRef="#br0" timeOffset="1">18458 4230 7801,'-14'-6'1828,"-1"4"5,1-3 0,6 10 0,3 6 0,4 7-1188,1 6 1,0 3 0,0 3 0,1 4-67,4 4 1,-3 9-1,4 2 1,-1 2-161,0 4 1,-1 1-1,-4 1 1,0 1-219,0-1 0,0-4 0,-1 0 0,-4-2-67,-5-5 1,2-4-1,-1-15 1,-1-3 84,2-5-352,-5-3 1,10-19-1,-5-10 1,2-9-54,3-8 1,1-15 0,2-3 0,0-8 153,0-6 0,2-4 1,1-6-1,3 0 122,2 0 1,2 0 0,4 0 0,2 2 131,3 3 0,2 11 1,5 13-1,-2 8 213,1 4 0,6 9 1,-1 4-1,-3 7-22,0 6 0,-4 5 1,-1 5-1,-1 5-333,-4 2 1,-2 4-1,-4 2 1,-3 3-81,-2 1 0,-1 4 0,-5 6 0,-1 1 0,-4-1 0,-3 0 0,-7 0 0,1 2 0,0-2 0,-1-2 0,1-3 0,0-1 0,-1-2 0,1-7 0,-1 3 0,3-4 0,2-2 0,-1-4-653,6-1 1,2-6 0,8 2-1,4-3 335,4-2 0,6 0 0,2 0 1,0 1 265,0 4 0,2-2 0,-2 7 0,0 1 254,0 2 0,3 1 0,-5 2 0,-3 4 618,-5 3 0,0 5 0,-6 0 1,-2 1-821,-1 0 0,-4 0 0,-4 0 0,-7-1 0,-4 1 0,-9 0 0,2 0 0,-5-2 0,-4-3 0,-2 3 0,-7-5 0,0 1 0,-2-4 0,-3-3 0,3-2 0,-1-1-690,2-3 0,-2-4 0,13-8 0,3-2-1768,4-6 0,12-4 1,0-5-1,7-5 2315,7-4 1,25-7 0,12-2-1</inkml:trace>
  <inkml:trace contextRef="#ctx0" brushRef="#br0" timeOffset="2">19062 4691 9416,'-14'6'5819,"6"-3"-4904,3 7 0,10-5 0,6 3 0,5-2-63,3-3 1,12-1-1,-3-2 1,4-2-180,4-3 0,-6 2 0,4-6 0,-4-3-562,-1 0 0,-2-3 1,-3-1-1,-5-1-398,-3-3 1,-3 1-1,-4 5 1,-4-1-170,-3 1 0,-15 1 0,-8 4 0,-9 4 108,-8 3 0,-4 10 0,-3 7 0,-1 7 304,-2 5 1,2 7-1,6 1 1,3 2 267,2 3 0,3 1 0,9 1 0,9-2 99,7-2 1,6-6-1,4 2 1,7-5-340,9-6 1,6 3 0,6-8-1,2-4-701,6-3 0,1-3 0,0 2 0,-4-5-577,0-4 0,2-1 1,-4 0-1,-2 0-1061,-2 0 0,-1-1 2355,-1-4 0,-12-10 0,-3-7 0</inkml:trace>
  <inkml:trace contextRef="#ctx0" brushRef="#br0" timeOffset="3">19667 5007 7726,'-15'0'896,"1"0"0,-1 0 0,1 0-268,0 0 1,1-1-1,2-3 1,3-2 334,1-2 0,3-6 0,4-9 0,0-2-71,0-6 1,6-9 0,5-1 0,5-7-310,3-3 0,7-2 0,-2-3 0,3 3-46,2 5 1,0 8 0,-1 5-1,1 3-143,0 5 1,-5 9 0,-2 4 0,1 7-408,-1 6 0,-4 2 0,1 4 0,-5 5-945,-4 3 0,3 1 0,-5 2 0,1 2-532,1 1 1,-7 0-1,2-3 1,-4 2 101,-1 1 0,0 0 0,-1-5 0,-3 1 1388,0-1 0,-33 0 0,-3 1 0</inkml:trace>
  <inkml:trace contextRef="#ctx0" brushRef="#br0" timeOffset="4">19364 4633 7705,'7'8'1535,"-4"-2"0,8-6 0,5 0-151,7 0 1,5 0-1,6 0 1,4 0-437,4 0 1,1 0 0,0 0-1,0 0-1123,1 0 0,-6 0 0,-1 0 0,-4 0-1013,-6 0 1,1 2 0,-8 1-1,1 2-1087,0-2 1,-2-1 0,-4-2 632,-1 0 0,-6-2 1567,-3-3 227,-4 4 1,-2-6 0,-4 7 1081,-5 0 0,-2 7 1,-3 2-1,1 6 104,-1 4 0,3 3 0,0 7 0,3 1-472,-2 4 1,3-4 0,0 6 0,1-3-372,4 1 0,1-1 0,6-5 0,4-5-345,6-3 1,10-11-1,0-4 1,5-5-6,4-5 0,2-9 0,4-12 0,-7-6-125,-7-6 0,-4 0 0,-8-2 1,-3-2-148,-6 2 0,-4 0 0,-6-3 0,-8 0-286,-9 0 0,-4 6 0,-2 3 0,2 5-2066,3 6 0,3 3 0,8 12-1680,4 8 4159,9 13 0,16 35 0,8 16 0,3 6 0,0 1 0</inkml:trace>
  <inkml:trace contextRef="#ctx0" brushRef="#br0" timeOffset="5">20242 4935 7705,'0'21'669,"0"-10"0,0 4 1122,0-3 1,2 0-450,2-3 0,0-9 0,5-11 0,2-8-329,2-10 0,2-1 0,-1-9 1,2-1-297,3-1 0,4-2 0,4 1 0,-2 4-482,-1 4 1,-5 4 0,4 2 0,-2 4-1176,-4 5 1,4 5-1,-2 4-758,-1 5 1,-4 5-1,-3 5 1,-3 6-3732,-1 7 5429,-2-2 0,-18 43 0,-3 4 0</inkml:trace>
  <inkml:trace contextRef="#ctx0" brushRef="#br0" timeOffset="6">20631 4763 7690,'0'14'1379,"6"-6"0,4-3-348,2-4 0,3-1 0,1-1 0,1-4-86,2-5 1,5-7 0,-3-4 0,2-1-513,2-4 0,-4 4 0,-2-1 1,-3 2 187,-2 4 1,-4 1 0,-2 1-673,-2 1 1,-12 6-1,-10 5 1,-6 8-410,-9 9 0,3 8 1,-6 10-1,4 4 277,1 0 0,5 4 0,3 7 0,4 1 226,4-2 0,8-6 1,3-3-1,9-2-135,7-3 0,16-10 0,4-7 0,6-9-627,3-4 1,5-4 0,2-3-1,-1-6-1531,1-7 0,-4 1 2250,-7-7 0,-17-32 0,-9-13 0</inkml:trace>
  <inkml:trace contextRef="#ctx0" brushRef="#br0" timeOffset="7">22299 4158 7694,'-14'0'268,"-2"0"0,-2 2 0,-1 3 0,2 6 0,1 6 0,1 9 1307,1 6 0,-5 11 0,-2 11 0,-1 7-516,-4 6 1,0 4 0,1 1 0,2-2-490,3-3 1,1-5 0,4-7-1,1-4-793,-1-1 0,7-4 1,4-8-1,2-4-302,2-4 1,0-7-1,2-6 1,2-6-812,6-6 0,4-3 0,4-5 1336,1-7 0,-12-32 0,-8-15 0,1-9 0,-1-1 0</inkml:trace>
  <inkml:trace contextRef="#ctx0" brushRef="#br0" timeOffset="8">22199 4302 7694,'0'-14'482,"0"-1"1,0-1 0,0-1 0,1-2 739,4 1 0,3 2 0,6 2 0,2-1-398,4 1 1,-3-1-1,7 3 1,2 0 308,1 3 0,3 4 0,4-3 1,3 2-298,-1 2 0,4-2 1,-6 1-1,-2 2-330,-2 1 1,-7 2-207,-4 0 1,-11 7 0,-10 4-215,-11 7 0,-7-2 0,-11 4 0,-2 1-595,-6 3 1,-2-1 0,-1-1 0,2 0-154,2 1 0,6-4 1,-2 2-1,6-4-616,4-4 1,4-7 797,11 4 0,10-7 0,14 2 0,9-3 416,8-2 0,0 0 0,5 0 1,-2 1 309,-3 4 1,1 3 0,-2 8 0,-4 2 374,0 1 0,-6 6 1,-2-1-1,-5 4 260,-4 0 1,-4 1 0,-6-2 0,-1-1-205,-4-2 1,-5-2-1,-9 4 1,-5-4-572,-3-1 0,-3-2 0,-2-4 0,-4-1-106,0 0 0,-3-1 0,-4-3 0,0-6-331,0-2 1,6-4 0,4-2 0,2-6-2238,2-3 1,13-1-1,5-2 2568,3-3 0,13-16 0,-3-10 0</inkml:trace>
  <inkml:trace contextRef="#ctx0" brushRef="#br0" timeOffset="9">23321 4302 7712,'-15'0'1084,"1"0"1,1 2-1,5 1 581,8 2 1,13 1-1152,11-1 0,5-4 0,4 4 1,7-5-1,5-3 0,5-3 1,1-2-1,3-4 0,1 0 0,-1-3 305,-1 1 1,-7 0 0,0-1 0,-6 1-1468,-6-1 1,-9 3 0,-2 0 0,-2 4-5479,-4 2 6126,-7 1 0,-61 5 0,-21 0 0</inkml:trace>
  <inkml:trace contextRef="#ctx0" brushRef="#br0" timeOffset="10">25134 3784 7696,'-12'2'1232,"8"1"1,8 3-202,8 2 0,4-3 0,3 5 0,5-1-280,3-1 0,2-1 0,-1-7 0,1 0-332,0 0 1,3-2 0,-2-3 0,-2-4-461,-1-4 1,-6-3 0,-4-2 0,-6-2-274,-6-3 0,-3 1 1,-6-2-1,-5 3-47,-10 0 1,-13 7-1,-5-1 1,-1 9 321,-1 4 1,1 9 0,-4 4 0,2 7 384,2 6 1,12 11 0,2 6-1,7 7 84,2 3 0,9-3 0,6 4 0,10-3-381,7-3 0,7-6 0,8-3 0,3-2-636,2-3 0,-5-8 1,2-4-1,-6-6-470,-4-4 0,2 1 0,-5-6 0,0-4-2134,-1-4 3191,0-5 0,-19-64 0,-2 29 0,1 0 0</inkml:trace>
  <inkml:trace contextRef="#ctx0" brushRef="#br0" timeOffset="11">25824 3482 10844,'-8'6'1687,"2"4"0,6 9 0,0 7-521,0 6 1,1 9 0,3 9-1,0 1-726,0 3 1,2 2 0,-1 2 0,-2-2-708,-1-3 1,2-10 0,1-10 0,0-2-1211,1-3 1,-2-2-1,4-5 1,0-8-1185,0-5 1,-4-5 2660,6-8 0,12-73 0,-7 26 0,1 1 0</inkml:trace>
  <inkml:trace contextRef="#ctx0" brushRef="#br0" timeOffset="12">26184 3568 7702,'-34'7'0,"1"2"0,-1 4 1187,-1 1 1,3 7-1,-6 5 1,-2 6-104,-2 6 1,-6 5 0,0 5 0,0 5-583,-1 3 1,-1 2-1,-1-3 0,8-2-776,8-5 0,6-8 0,5-3 1,6-3-930,7-7 0,8-5 0,11-8 0,8-1 1203,5-3 0,13-27 0,7-11 0,5-4 0,1 0 0</inkml:trace>
  <inkml:trace contextRef="#ctx0" brushRef="#br0" timeOffset="13">25997 4288 8184,'-37'20'619,"3"4"0,9 2 1,4-2-1,4-5 1239,4-3 1,6-3-926,-2-3 0,7-6 1,2-10-375,8-8 1,10-9-1,3-10 1,1-7-352,3-7 1,-2 1 0,2-8 0,4-4-245,3-3 1,-1-1 0,-4 3 0,5-2 60,3-1 1,2-4 0,3 9-1,-2 5-118,2 6 0,-5 16 0,-1 7 0,-4 11 291,-1 7 0,-8 14 1,-5 9-1,-7 6 179,-2 6 0,-4 7 0,-8-2 0,-6 2 51,-7 3 0,-6-3 0,-9 1 0,-4 0-369,0-1 0,-4-2 0,4-6 0,-2 0-555,1 0 1,1-7-1,-1-4 1,6-7-1820,6-6 1,12-5-1,9-7 2315,4-7 0,45-52 0,-16 24 0,0 0 0</inkml:trace>
  <inkml:trace contextRef="#ctx0" brushRef="#br0" timeOffset="14">26544 3842 7702,'-5'9'665,"0"1"794,2 1 0,12-3 1,7 0-1,5-2-169,5-2 0,6-3 0,3-2 0,2-3-593,3 0 0,3-12 0,3 0 0,0-4-804,-4 0 1,-2-6 0,-10 2-1,-6-1-154,-6 1 0,-7-2 0,-13 7 0,-4 3-447,-8 5 1,-13 4 0,-13 7 0,-7 3 422,-6 7 1,-7 8 0,-4 15 0,1 4 373,4 0 1,-3 9-1,12-1 1,9 3 426,7 1 0,10-1 0,15-5 0,5-1-602,8-4 0,12-7 0,12-10 1,11-4-453,7-4 0,5-8 1,8-2-1,2-8-709,2-9 1,4-9-1,-3-10 1247,1-6 0,-10-14 0,2-12 0,-14 19 0,-1-1 0,1 1 0</inkml:trace>
  <inkml:trace contextRef="#ctx0" brushRef="#br0" timeOffset="15">27364 3741 8330,'-20'0'0,"0"0"1162,-3 0 1,4 2-1,-5 1 1,-1 5-281,-3 5 1,-2-1 0,-2 12 0,-3 3 232,-2 5 0,2 5 0,0 6 0,9-1-384,9-4 1,5 2 0,12-6 0,4-4-901,5-4 0,9-5 1,15-7-1,6-1-427,2-4 1,7-2 0,0-7-1,-2-2-514,-1-3 0,-2-4 0,2-9 0,0-3-91,-2-1 0,-3-2 1,-11-6-1,0-4-189,-1-4 1390,1-4 0,-10-16 0,-3-10 0,3-6 0,-1 1 0</inkml:trace>
  <inkml:trace contextRef="#ctx0" brushRef="#br0" timeOffset="16">27781 3410 7702,'-15'14'503,"1"1"0,0-1 338,-1 1 1,1 7 0,-2 7-1,-2 9-174,-1 8 0,-5 7 0,3 8 0,-1 3-441,-4 1 1,-1-4-1,0 2 1,1-6 459,2-4 0,7-10 1,-1-9-1,6-6-2125,2-4 0,0-4 1,-4-11 1438,0-4 0,2-37 0,3-18 0,-2-2 0,-1 0 0</inkml:trace>
  <inkml:trace contextRef="#ctx0" brushRef="#br0" timeOffset="17">27436 3813 7701,'4'-10'0,"1"1"0,2 5 0,-3 0 0,4 4 0,8 3 0,2 3 2114,1 2 1,8 2 0,0 4 0,7 1-782,3-1 0,-4 0 0,6-1 1,-1-2-1303,-1-1 1,-2-7-1,-5 4 1,1-3-512,-3 1 0,3 0 0,-12-7 1,-3-2-316,-5-6 1,0 2 0,-6-2 0,-2-1 255,-1-2 0,-4 1 0,-1 0 0,-3 3 296,-2-2 0,3-2 1,-5 0 126,-1 3 0,-2-1 315,-1 7 1,1 0 0,2 9 0,1 5 300,-1 2 0,-3 4 0,-4 2 0,-1 1-2,2-1 0,-1 4 0,0 2 0,-1 2-71,2-2 0,-4 3 0,2-3 1,-1 3-173,0 2 0,9 0 0,-2-2 0,3-2-58,2-1 0,5-6 1,0 1-1,6-3-281,7-1 0,9-7 0,5-2 1,4-1-225,6 0 1,-4-1-1,6-4 1,-3-1-399,1-4 1,1 0 0,-3-8 0,0-3-175,-5 0 1,2-6 0,-7 0 0,2-2-979,0 0 1,-6 0 1857,1-5 0,3-19 0,1-5 0</inkml:trace>
  <inkml:trace contextRef="#ctx0" brushRef="#br0" timeOffset="18">28270 3971 7685,'-19'15'0,"0"-1"333,1 0 1,2 1 0,3-1 0,2 0 750,1 1 1,2-1 0,-1 1 0,4-1 92,3 0 1,2 1-1,0-1-706,0 1 0,7-7 0,4-4 0,5-2 6,3-2 0,7-6 1,-4-6-1,2-5-79,0-7 0,0-5 0,3-3 1,-1-3-28,-2-2 0,-7-1 1,3-5-1,-4-2-510,-2-3 0,-6-3 1,-3-8-1,-4-4-1060,-1-4 0,-11 2 0,-5-1 0,-5 4 1199,-4 6 0,-40 26 0,-19 9 0,24 6 0,0 1 0,0-1 0</inkml:trace>
  <inkml:trace contextRef="#ctx0" brushRef="#br0" timeOffset="19">24947 5007 8113,'-15'0'4043,"1"2"-637,-1 2-2871,7-2 0,4 4 0,8-9-287,6-6 0,4-2 0,6-15 0,4-3-6,3-3 0,8-13 0,3 1 0,5-6 7,5-4 0,4 4 1,5 2-1,-1 7 75,-3 7 0,0 8 0,-10 17 1,-8 7-113,-8 10 0,-13 10 0,-9 15 0,-5 7-127,-5 7 1,-9 2-1,-12 4 1,-4-3 18,-3-1 1,-1-2 0,5 2 0,2-4-1016,3-8 0,5-5 1,9-5-1,5-3-3240,4-5 1,2-9 4150,4-6 0,3-2 0,7-2 0</inkml:trace>
  <inkml:trace contextRef="#ctx0" brushRef="#br0" timeOffset="20">25767 4791 7670,'-29'15'0,"6"-6"0,4 1 0,3 1 1017,2 2 0,0 3 0,-1 1 1,1 4 54,-1 2 1,3 2-1,2 7 1,4 2-246,-1-2 1,6-2 0,-3-3-1,6-3-355,3-5 0,11-3 1,0-3-1,5-3-284,4-5 1,2-5-1,2-5 1,1-6-275,4-7 0,-4 0 1,2-6-1,-4-1-188,-4-2 1,-7-2 0,2 2 0,-3 3-1117,-1 5 1,-6-2-1,1 2-5141,1 1 6531,-5 8 0,-12 30 0,-10 12 0</inkml:trace>
  <inkml:trace contextRef="#ctx0" brushRef="#br0" timeOffset="21">26040 5065 7984,'-19'14'0,"0"-1"1043,1-4 1,2 3 0,3-6 627,4 2 0,1-5-783,3 2 0,10-5 0,1-5-294,10-4 0,2-4 0,6-3 0,1-3-257,2-5 0,2 1 0,0-1 1,0-1-310,-1-2 1,1 3 0,-2 1 0,-1 2-205,-2 4 1,-6 2 0,1 6 0,-3 4-69,-2 3 1,-6 4 0,-3 4-1,-3 9 39,-2 7 0,-7 7 0,-4 3 0,-5 2 238,-3-2 1,0-2 0,4-3 0,1-1 190,-1-2 1,1-7-174,0 2 0,7-11 1,7-8-116,8-8 1,10-12 0,3-9 0,3-8-294,6-5 1,-1-1 0,6 0 0,-2 0 162,1 0 0,0 4 0,-7 3 1,-3 2-105,-5 7 0,-3 11 1251,-2 11 1,-6 16-1,-3 10 1,-5 10-329,-5 7 0,-3 3 0,-6 3 0,0-3-691,-1-2 1,1 1-1,1-7 1,2-1-1356,1-2 0,7-7 1,0-6-455,6-5 1,0-6 0,7-8-1,1-4 1875,2-8 0,17-44 0,5-20 0,-9 20 0,1 1 0,-1-1 0</inkml:trace>
  <inkml:trace contextRef="#ctx0" brushRef="#br0" timeOffset="22">26918 4302 8302,'0'14'2375,"0"4"0,0 6-1543,0 10 1,0 7 0,-2 9 0,-3 7-155,-4 9 0,-11 6 1,-4 3-1,-3 0-28,-2-5 1,1 1 0,-1-11 0,0-4 61,0-6 0,7-13 0,4-8-655,7-9 1,5-12 0,7-8-444,4-8 1,5-6 0,7-5 0,4-7-313,2-6 0,-1 2 0,4-4 0,-2 4 188,1 1 1,-3 5-1,2 0 1,0 0 444,-1 2 1,2 1 0,-4 8 0,0 2 96,0 1 0,-4 9 0,-7 1 212,-5 8 1,-4 11 0,-4 5 0,-5 3 240,-6 2 1,-10 0 0,-2-1 0,-4 1-159,-4 0 1,-4-7 0,4-2 0,2-4-77,2-2 0,6-6 0,2-3 0,2-5-1573,8-5 0,4-3 1322,8-6 0,0-1 0,0 1 0</inkml:trace>
  <inkml:trace contextRef="#ctx0" brushRef="#br0" timeOffset="23">27090 4878 7632,'15'4'654,"-3"3"0,0-1 413,-3 1 0,1-3 1,4-2-1,2 1-142,3 2 0,-1 0 1,4-5-1,1 0-217,-1 0 0,-3 0 0,4 0 0,-3 0-687,-2 0 0,-2-5 0,-3-1 1,-4-2-228,-4-4 0,-5 6 0,-6 1 0,-9 4-182,-7 1 1,-12 1 0,-4 4 0,-4 6-595,-1 7 1,0 4-1,2 9 1,1 1 304,1 1 0,14 1 0,2-6 0,11 1 49,7 0 1,5-5 0,6-3 0,9-4 228,7-4 1,5-8 0,2 0 0,0-4 315,-1-1 1,0-6-1,-3-4 1,-2-4 809,-3-5 1,-1-4 0,-3-5 0,2-1 656,1 0 0,2 0 0,-2 0 0,5 1-270,3-1 0,1 2 0,-3 3 0,-1 6-503,2 7 1,1 0-1,2 6 1,-1 2-913,1 1 1,-5 9 0,-1 2-1,-1 4-269,0 1 1,-4 2 569,1 4 0,-16 21 0,-4 12 0</inkml:trace>
  <inkml:trace contextRef="#ctx0" brushRef="#br0" timeOffset="24">28845 4820 7623,'-28'0'1,"-1"2"0,0 1 563,0 2 1,1 4 0,-1-2 0,2 1 0,3 4 0,3 4 0,2 5 0,-1 3 515,3 7 1,7-1-1,6 7 1,2-1-565,2 1 1,3-5 0,7 0-1,9-6-277,6-7 0,6-5 1,1-4-1,3-5-103,2-4 1,0-9 0,1-4 0,-6-8-49,-7-2 0,1-2 0,-8-5 0,-6 0-122,-5 1 0,-7-6 0,-7 1 0,-5 1 63,-6 1 1,-12 2-1,-1 2 1,-4 3-24,-5 5 0,3 5 0,1 4 0,2 5-1581,7 4 0,6 2 1,11 6-1,9 7-862,9 8 1,8 6 2436,13 0 0,10 12 0,8 7 0,3 3 0,1 0 0</inkml:trace>
  <inkml:trace contextRef="#ctx0" brushRef="#br0" timeOffset="25">29291 5352 7626,'-22'0'0,"1"-1"0,7-2 0,-1-4 749,1-1 1,0-3-1,1-7 1,3-2 233,6-3 0,2-1 0,2-6 1,2-4-283,2-4 0,9-4 0,8-2 0,1-3-49,4-1 1,7-4 0,4 4 0,2 1-167,-1 3 1,-5 7 0,6 5-1,-1 6-94,-1 7 0,-2 5 1,-6 4-1,-2 5-348,-3 4 0,-3 2 0,-8 4 0,-2 5-861,-2 2 0,-5 4 0,0 2 1,-2 3-593,-2 1 1,-2 2-1,-1 3 1,-3-1-351,-2-2 1,-2 0 0,-6 3 1758,-3-3 0,-38 8 0,-17 2 0,19-11 0,0 0 0,0 1 0</inkml:trace>
  <inkml:trace contextRef="#ctx0" brushRef="#br0" timeOffset="26">28946 5093 7626,'-14'0'0,"-1"0"0,9 0 0,6 0 211,8 0 1,11 0-1,7 0 1,6 0 1368,6 0 1,2 0 0,2 0 0,-2 0-78,0 0 1,4 0-1,-5 0 1,2 0-2585,2 0 1,4 5-1,-3 2 1,-4-1 1080,-3 0 0,-29 18 0,-11 0 0</inkml:trace>
  <inkml:trace contextRef="#ctx0" brushRef="#br0" timeOffset="27">30975 4820 7649,'4'-14'0,"1"-1"105,-2 1 0,-1 4 0,0 2 0,1 0 2008,2 0-1648,-1 5 1,-4 3-1,0 10 1,-1 6-1,-2 6 1,-4 8-1,-2 7 1,-6 8 0,-2 8-1,-2 6 408,-2 3 0,0 2 1,-5-1-1,2 4-762,-1 3 0,-7 0 1,0-2-1,3-8-793,4-5 1,7-9 0,-1-11 0,4-8-2297,6-4 1,1-6 2977,3-7 0,-3-23 0,-6-11 0</inkml:trace>
  <inkml:trace contextRef="#ctx0" brushRef="#br0" timeOffset="28">30572 5252 7631,'6'-8'174,"2"-3"0,7 4 1,1 1 770,3-1 1,3-2-1,9 4 1,2 2-43,5 1 0,4 2 0,1 0 1,0 0-277,1 0 0,-5 2 0,-3 1 1,-9 3-810,-5 2 0,-4 2 0,-7 4 0,-3 1-614,-2-1 1,-1 2-1,-5 3 1,0 5 795,0 3 0,-19 15 0,-5 3 0</inkml:trace>
  <inkml:trace contextRef="#ctx0" brushRef="#br0" timeOffset="29">31162 5611 7645,'-15'15'0,"1"-2"0,1-2 0,2-3 2509,1-2-2321,7-1 0,-8-7 0,6-2-1957,2-6 1769,1-3 0,22-29 0,12-13 0,0-4 0,-1-1 0</inkml:trace>
  <inkml:trace contextRef="#ctx0" brushRef="#br0" timeOffset="30">31406 5309 7645,'-9'15'0,"1"1"0,1 1 490,4 2 0,-3 1 0,1-6 0,2 2 27,1 3 0,2-3 0,0 3 0,-1-3 117,-4-1 0,3-1 0,-3 0 0,2-1 566,-2-3 0,2 1-714,-6-6 1,4 0 0,-3-7-446,1-3 0,4-4 1,8-9-1,5-3-26,2-1 0,4 3 0,2-5 0,3-2-175,1-1 0,2 0 0,5 1 0,-2 4-103,-3 1 1,2 2-1,-6 4 1,1 3 315,0 2 1,-2 4 0,-6 7 179,-4 4 1,-2 8 0,-10 8 0,-5 3 15,-7 6 1,-9-1-1,2 4 1,-2-4 124,0-5 0,5 2 1,-4-7-1,3-2 62,2-1 1,7-3-526,1-3 0,9-5 1,2-10-1,12-6-142,9-7 1,7 0 0,3-5 0,3-3-34,2-1 1,1-2-1,4 2 1,-4 3 151,-4 5 1,1 3-1,-1 1 1,-4 2 449,-4 4 1,-10 2 0,-8 9 0,-2 4 300,-3 9 0,-1-1 1,-4 7-1,-3 0-610,-4 3 0,-2-2 1,-1 1-1,3-3-1523,-2-2 0,3-2 0,0-2-1133,1 1 1,3-1 1399,4 0 1,6-6-1,5-4 1,5-6 785,3-3 0,0-6 1,-4 3-1,-1-2 736,1 1 1,-1 6 0,0-4-1,1 3 229,-1-1 1,2-2 0,3 4 0,4-3 481,-1-2 0,5 0 1,-1-3-1,4 1-265,4-1 1,6-4 0,-3-2-1,1-2-298,0 1 1,-6-3 0,2 0-1,-7 1-353,-8-1 1,-6 2 0,-15 6 0,-4 3 10,-8 6 0,-15 2 0,-14 4 0,-9 4 140,-3 8 1,-5 7-1,0 8 1,-1 0 146,5-1 0,5 6 1,9 1-1,7 0-241,11 1 0,5 2 0,19-5 0,11-1-722,16-1 0,18-9 1,9-3-1,7-4-794,6-6 0,4-2 1,1-7-1,-1-2 1369,1-3 0,-30-6 0,1-5 0,1-3 0,0 0 0</inkml:trace>
  <inkml:trace contextRef="#ctx0" brushRef="#br0" timeOffset="31">31378 5971 7645,'8'-14'174,"4"-1"0,-4 1 0,2 1 0,-2 2 1615,-2 1-1446,-1 7 0,-13-2 0,-5 10 0,-6 5-55,-3 3 1,-1 1 0,-2 2 0,1 2 525,-2 1 1,-1 6-1,-2-2 1,2 1-446,3 0 1,3 0 0,7 4 0,1 1 2,4 0 0,2 0 0,10-1 1,5 3-314,7 2 0,9-2 0,-2 1 0,2-5-26,0-3 0,-6-5 0,1 4 1,-3-3 262,-2-2 0,-6-2 0,-3-2 1,-5 1-8,-5-1 1,-4-1 0,-11-2 0,-4-3-631,-3-2 0,-2-1 0,1-5 0,-1 0-280,0 0 1,5-1 0,2-4 0,1-5-1864,3-3 1,9-3 2483,4-3 0,-3 3 0,0-5 0</inkml:trace>
  <inkml:trace contextRef="#ctx0" brushRef="#br0" timeOffset="32">31795 5942 7649,'8'2'1235,"-3"3"0,-4-2 1,-1 7-357,0 1 0,-1 3 0,-6 5 0,-7 8-290,-9 10 1,-5 3 0,-6 11 0,-4 1-508,-4-1 0,4 1 0,1 4 0,3-4-769,7-9 1,0-8-1,8-11 1,3-3-2432,5-1 3118,-2-10 0,5-23 0,-6-19 0</inkml:trace>
  <inkml:trace contextRef="#ctx0" brushRef="#br0" timeOffset="33">31449 6331 7649,'10'-5'916,"0"0"-149,1 2 0,-2 1 1,4 2-1,3 0 38,0 0 1,7 0 0,1 0 0,4 2 64,6 3 1,1 1-1,5 5 1,-2-1-324,2 1 0,-3-4 1,0-3-1,-2 0-305,-3 0 0,-2-2 0,-2 1 1,-3-4-217,-1-4 0,-8-6 0,-2 1-317,-7-3 1,-6-1 0,-2-1 0,-4 1-327,-5 0 0,-9 1 0,-5 3 1,-4 5 289,-6 4 1,-1 1-1,-5 1 1,3 4 175,2 5 1,-5 9 0,3 3-1,2 2 28,6 0 1,2 5 0,8 5-1,1-1-312,2 2 0,8-4 0,5 2 1,8-2-414,9-2 1,7-1 0,9 0 0,2-6-169,2-8 0,4 1 0,-4-7 1016,-2 0 0,5 11 0,-1-3 0</inkml:trace>
  <inkml:trace contextRef="#ctx0" brushRef="#br0" timeOffset="34">31881 6863 7649,'-14'15'80,"-6"-1"1,1-1-1,2-2 624,1-1 1,3-6-1,2 4 250,1-1 0,9-10 0,1-10 1,8-6-100,4-4 0,9-7 0,3-9 0,5-4-244,4-5 0,4 2 1,6-7-1,2-1-326,3-2 0,3-3 0,-22 28 0,0 1 1,-1-1-1,1 1-169,29-26 0,-2 8 0,-3 15 1,-7 9-1,-6 6 0,-13 12 0,-13 7 0,-7 11-114,-6 5 1,-2 9 0,-4-2 0,-6 3-41,-7 2 1,-6-1-1,-8 0 1,-3-3 52,-2-1 0,1-5 1,-4 4-1,3-2-229,2-4 0,1-1 0,5-3 0,2-4-3838,3-4 4052,3-3 0,53-23 0,24-9 0,1-2 0,0 0 0</inkml:trace>
  <inkml:trace contextRef="#ctx0" brushRef="#br0" timeOffset="35">32831 6187 8903,'-15'0'1122,"6"6"0,-1 4 0,0 3-566,2 1 1,-4 7 0,2 3 0,-1 3-351,1 2 1,4 4-1,6 3 1,1 0-70,4 4 1,3-3 0,7 1-1,-1 1 72,0-2 1,1-2 0,-2-8 0,-4-1 254,-4-3 1,-7-5-1,-6 1 1,-8-3-248,-4-1 0,-11-7 1,-6-4-1,-1-2-636,0-2 1,1-8 0,-1-6 0,4-9-1511,4-4 1,7-3 0,6-4 1928,6-4 0,-2-23 0,5-6 0</inkml:trace>
  <inkml:trace contextRef="#ctx0" brushRef="#br1" timeOffset="36">19091 7482 7707,'-6'-10'763,"-4"1"1,-1 4 0,0-3 286,1 2 1,7 2 0,-2 9-139,4 5 1,1 9-1,0 6-489,0 7 0,0 0 0,0 7 1,0 2-1,0 6 0,0 4 0,-4 2 1,-4-1-1,-6 3 241,-2 1 1,-6 1 0,-4 1 0,-6-1-390,-6 1 0,-4-7 1,-3-3-1,-3-3-76,-4-2 1,1-6 0,-2-5 0,0-8-44,2-10 1,1-6 0,9-10-1,4-4-59,8-8 0,2-9 1,8-10-1,1-6-246,2-2 0,8-4 0,4-1 0,2-2 27,2 1 1,6 7-1,4 4 1,3 2 412,1 7 0,7 0 1,3 7-1,5 3 305,4 1 0,-1 3 1,7 4-1,0 4-363,3 3 0,3 2 0,1 2 1,4 3-234,1 4 0,-5 6 0,2 4 0,-3 5 0,-2 3 0,-6 2 0,-4 1 0,-2 2 0,-2 2 0,-7 1 0,-4-2 0,-7 4 0,-6 0 0,-4-2 0,-1-8 0,0-1 0,0-2 0,0-7 0,-1 3-494,-4-5 1,2-5-2493,-7 0 1,7-15-1,-2-5 2986,3-10 0,-1-27 0,0-10 0,-1-6 0,0 1 0</inkml:trace>
  <inkml:trace contextRef="#ctx0" brushRef="#br1" timeOffset="37">19609 7885 7707,'-14'6'2968,"1"-3"-1175,3 7 0,15-7-1088,9 2 0,17-3 0,2-2 1,7-2-1,4-3 0,-1-3 2315,0 0 0,5-5-2491,0 4 1,0-2-1,-5-1 1,-2 4 0,-2 0-1,-6 2-1146,-2 0 0,-9 1 0,-3 5-1256,-3 0 0,-6 1 1873,-1 4 0,-44-3 0,-6 4 0</inkml:trace>
  <inkml:trace contextRef="#ctx0" brushRef="#br1" timeOffset="38">21163 7525 7724,'-11'-14'0,"-4"1"506,-1 3 0,0-1 0,2 6 1255,0 2 1,4 1-1133,0 2 0,9 2 0,1 3 1,6 4-1,4 6 0,-2 4 0,0 5 427,0 3 0,-5 2 0,2 1 1,-4 4-542,-1 4 0,0 5 0,0 5 0,-3 5 273,-6 3 0,-1 2 0,-9 1 0,1 2-529,-1 1 1,1-5-1,-4-5 1,3-3-265,6-2 0,0-14 1,8-6-1,2-4-1332,2-6 777,1-7 0,4-10 1,1-11-1,-2-7 168,-1-6 0,-2-5 0,0-4 0,0-7 812,0-7 0,0-4 1,2-8-1,1-2-144,2-1 1,1-2 0,-1 2-1,4-4-144,4 1 0,3 2 0,3 11 0,5 5-16,4 7 0,7 2 1,1 9-1,3 7-32,-1 4 0,1 10 1,4 3-1,-2 5-87,-2 5 0,-6 3 1,-9 6-1,-5 2 240,-3 4 0,-3-3 0,-3 6 0,-5-1 47,-4 0 0,-7 2 0,-4 5 0,-4 0-284,-5 0 0,1-5 0,-6-2 0,-2 0 0,-1 1 0,-3-6 0,-2 3 0,-2-4-561,2-2 1,2-4 0,0-2 0,-1-2-1248,2-3 0,-1-1 0,11-4 0,1-3-1274,2-4 0,8-4 3082,4-1 0,40-1 0,12 1 0</inkml:trace>
  <inkml:trace contextRef="#ctx0" brushRef="#br1" timeOffset="39">21695 7957 8535,'-14'0'0,"-1"-2"415,1-3 0,4 2 1,2-6-1,0-3 164,0 0 1,5-9-1,0-3 1,8-5 597,9-5 1,2-2 0,10-6 0,3 2-67,3 2 1,7-1 0,0-4-1,1 2-355,-2 2 0,-3 9 0,-6 8 0,-2 2-621,-3 8 0,-3-1 1,-7 8-1005,1 2 1,-2 8 0,-2 4-147,-2 4 1,-5 6-1,0 0 1,0 0-665,0 2 0,0 0 0,5 3 1,1-3-1983,-2 0 3661,5-5 0,20 4 0,13-5 0</inkml:trace>
  <inkml:trace contextRef="#ctx0" brushRef="#br1" timeOffset="40">22400 7583 7724,'-1'-13'0,"-3"2"1622,0 1 1,-3 7-1,2-2-54,-4 3 0,1 2 0,-2 0 0,-1 2-712,-2 3 1,-1 4 0,-1 11 0,1 5-388,0 7 1,-4 0 0,2 5 0,5 0-137,3-1 1,-2-5 0,5-1 0,4-6-303,4-3 0,10-3 1,8-9-1,1-4-30,4-3 1,-1-10 0,1-5-1,-4-6-85,-1-4 1,-7 4 0,-6-5 0,-1 0-127,-4 2 1,-1-6 0,-4 6 0,-3-2-980,-4 0 1,-4 7 0,-3-3-1,-2 4-1286,-1 2 1,0 1-1,4 2-1542,1 1 4017,0 7 0,25 16 0,6 11 0</inkml:trace>
  <inkml:trace contextRef="#ctx0" brushRef="#br1" timeOffset="41">22717 7237 7724,'-8'8'2213,"3"7"0,3 7-1048,2 5 1,-1 4-1,-3 2 1,-2 6-469,-2 2 1,-2 9 0,-4 2 0,-2 3-166,-3-2 0,1 1 0,-4-5 0,1-1 82,4-3 0,1-11 0,3-15-250,3-3 0,4-10 1,6-7-346,0-12 0,6-3 0,4-10 1,3-2 38,1-4 1,5-7 0,0 4 0,1 0-73,0 0 0,1 1 1,5 5-1,-4 2 90,-1 3 1,4 0-1,-1 8 1,2 5 71,-2 3 1,2 6 0,-7 12 0,-2 9 79,-1 7 1,-3 4 0,-3 4 0,-6 3 62,-2-1 0,-2 6 0,-2-5 0,-2-1-99,-6-2 0,-9 0 0,-5-4 0,-3-3-192,-2 0 0,-5-6 0,1-3 0,1-7-583,1-6 1,3-4 0,-1-2 0,2-4-1228,3-5 1,5-9 0,9-5-1,5-5-1569,4-4 0,7-4 3379,4-6 0,41-20 0,-20 30 0,0-1 0</inkml:trace>
  <inkml:trace contextRef="#ctx0" brushRef="#br1" timeOffset="42">23177 7554 10874,'-10'0'2964,"1"0"-1986,-2 0 0,-2 6 0,-2 4 0,-1 3-44,-3 1 1,2 2 0,-7 3 0,-2 5-423,-1 3 0,-2 7 0,2 1 1,1 0-342,2 0 0,12 4 0,-1-7 0,5-5-271,5-6 0,9-7 1,8-4-1,10-6-173,8-2 0,0-13 0,5-7 0,0-6-206,0-6 0,-5-8 1,1 1-1,-4-2 159,-5 1 0,0 1 1,-8-1-1,-3 4 193,0 4 1,-9 9 253,-4 7 0,-1 7 1,-9 12-1,-1 8-9,-2 9 1,4 4-1,-1 11 1,0-1-55,2 1 0,0 0 0,5 1 0,-2-4-548,2-4 1,2-6 0,2-1-1,4-3-736,5-2 0,2-4 0,3-4 1,-1-5-951,1-4 1,-3-4 2169,-2-6 0,9-65 0,-11 24 0,0-1 0</inkml:trace>
  <inkml:trace contextRef="#ctx0" brushRef="#br1" timeOffset="43">23652 7050 7724,'-2'15'1061,"-3"-1"-243,-4 0 0,2 1 0,3 1 0,2 3 231,2 5 0,-5 3 1,0 2-1,1 1-180,-3 4 0,-1 4 0,-6 9 1,-1 2-379,1 2 1,-7 2-1,-3 5 1,-3-1 61,-2 1 1,7-7 0,4-5 0,7-7 78,6-11 0,4-10-655,1-8 0,6-14 0,4 0 0,4-9-17,5-6 0,-3-4 0,5-6 1,0 1-82,3-1 0,3-2 1,0 1-1,-1 0-29,-2 3 0,-7 7 0,4 1 1,0 3 148,3 2 0,-3 6 0,-2 3 1,-3 3 220,-2 2 0,-6 8 1,-3 7-1,-3 7 185,-2 5 0,-2 4 0,-3 1 0,-4 1-59,-4-1 0,-8 3 1,-3-1-1,-1-2-272,1-2 0,-8-2 0,3-3 0,-2-4-974,1-5 0,3 0 1,1-11-1,2-2-796,-1-2 0,4-4 1,3-5-1,6-8-11,2-4 1,7-4 0,-2-5 0,5 0 1706,5 0 0,25-6 0,12-3 0,5-5 0,0 1 0</inkml:trace>
  <inkml:trace contextRef="#ctx0" brushRef="#br1" timeOffset="44">23853 7669 7712,'2'14'1319,"3"1"1,-4-1 0,4 0 0,-3 1-160,-2-1 0,0 2 0,0 2 1,0 3-235,0 1 0,0-3 1,-2 4-1592,-3-3 1,4 0-1053,-4-6 1,3-12 1716,2-7 0,5-34 0,3-17 0,0-3 0,0 0 0</inkml:trace>
  <inkml:trace contextRef="#ctx0" brushRef="#br1" timeOffset="45">24198 6950 8612,'15'0'2337,"-1"0"1,-1 8 0,-3 6 0,-4 8-1185,0 5 0,-4 9 0,3 4 1,-5 6-399,-5 7 1,2 7-1,-8 4 1,-4 2-516,-2 3 1,-3-4 0,6-1 0,0-5-280,-1-8 1,3-6 0,0-6 0,4-7-2070,2-7 0,1-4-831,5-7 1,7-7 0,2-7-2846,4-8 5784,-5-11 0,37-49 0,-21 26 0,0 0 0</inkml:trace>
  <inkml:trace contextRef="#ctx0" brushRef="#br1" timeOffset="46">24400 7568 7702,'13'-14'233,"-4"-1"1,4 7 0,-5 2 0,2 1 1085,-1 0 1,-4 2-1,3 8-226,-2 5 0,-1 9 1,-5 5-1,-1 3-570,-4 2 1,-2 0 0,-4-1-1,3 1-661,2 0 1,-4-5 0,5-2-1,2-1-4824,2-3 4962,1-9 0,12-60 0,4-21 0</inkml:trace>
  <inkml:trace contextRef="#ctx0" brushRef="#br1" timeOffset="47">24774 7137 12781,'0'14'1809,"0"2"0,0 5 1,0 7-881,0 9 0,-6 5 0,-4 3 0,-3 3-406,-1 4 0,-1 3 0,1-3 0,0-4-672,-1-3 0,1-8 0,1-4 0,2-4-3816,1-5 2330,7-9 1,-3-11 0,6-8 0,0-8 397,0-5 0,1-6 0,2-5 1,4-1 793,1 0 1,-3 5-1,3 2 1,0 1 586,0 3 0,-4 4 0,4 3 0,0 3 560,0 1 0,-3-2 1,5 4-1,1 2 615,2 1 1,3 9 0,1 2 0,4 4-624,2 1 1,-4-4 0,5 0 0,0 1-391,-2 2 1,5-4 0,-3-1 0,2-1-168,-2-4 0,1 3 0,-6-1 0,-1-2 57,-2-1 1,-8-1 0,-3 4 123,-4 5 1,-4 4-1,-5 5 1,-8 5-92,-5 3 0,-1 2 0,-3 0 1,1 1-228,-2 4 1,-1-4 0,0 4 0,3-4-1026,4-1 0,4-2 0,2-3 0,1-5-4661,4-3 5684,-4-8 0,-53-14 0,23-2 0,0 0 0</inkml:trace>
  <inkml:trace contextRef="#ctx0" brushRef="#br1" timeOffset="48">18329 9295 7689,'-8'-10'1468,"3"1"-358,3-3 1,9 6-1,2 3-458,4 6 0,0 5 0,-2 8 1,-1 3-113,1 5 1,-5 10 0,-1 4 0,-3 4-28,-2 1 0,0 2 0,-2 3 0,-3 3-97,-4 0 1,-11 8 0,-4-5 0,-3 1-225,-2 1 1,-6-7 0,-3 1 0,-4-4-130,-1-3 1,2 2-1,1-11 1,1-2 33,-1-2 0,-4-8 0,-1-4 0,5-7 0,3-6 0,5-3 1,7-6-1,2-5 1,2-10 1,4-9 0,7-7 0,5-6-121,4-6 1,1-5 0,0 4-1,3 1 153,7 2 1,1 7 0,13 1 0,1 2 341,3 3 1,2 8 0,2 5 0,3 5-9,2 4 1,1 4 0,5 6-1,1 1-141,-1 4 0,0 3 0,0 8 1,-1 3-325,-4 5 0,-3 3 0,-6 2 0,-2 0 0,-3 0 0,2 4 0,-9 1 0,-2-2 0,-4-2 0,-8-1 0,2 0 0,-2-2 0,2-3 0,-4-3 0,4-7-1410,-3 0 0,-1-4-1867,4 0 0,-2-9 0,5-1-2368,-1-8 5645,-2-5 0,-31-39 0,-6-11 0</inkml:trace>
  <inkml:trace contextRef="#ctx0" brushRef="#br1" timeOffset="49">19120 9180 7654,'-10'0'774,"1"0"-316,-2 0 1,-2 0 0,-2 1-1,1 6 1,0 5 0,-2 9 0,-2 5-1,-3 7 441,-1 7 1,3 7 0,-4 12 0,3 3 233,2 5 0,2 4 0,2 2 0,1 1-630,3-2 0,4 0 1,6-13-1,0-5-452,0-3 0,6-6 0,5-10 0,5-8-387,4-4 1,4-4-1,-4-5 1,1-1-822,0-3 0,4-4 1,-2-6-1,-9-1 156</inkml:trace>
  <inkml:trace contextRef="#ctx0" brushRef="#br1" timeOffset="50">19494 9137 9503,'14'0'906,"1"0"1,1 6 0,3 4 0,5 4 82,3 5 1,3 10-1,4 11 1,3 6 34,0 7 1,3 9 0,-7 5 0,-3 4-217,-4 1 0,-5 0 0,-8 0 1,-4-2-319,-4-3 1,-5-1 0,-5-6 0,-6 3-275,-7-3 0,1 4 0,-9-1 0,-3-4-511,-2-5 0,-3-4 1,5-7-1,0-3-722,1-6 0,0-9 0,3-15 1017,1-5 0,-26-36 0,-10-9 0</inkml:trace>
  <inkml:trace contextRef="#ctx0" brushRef="#br1" timeOffset="51">20573 9683 7725,'-14'-8'228,"-1"3"0,1 4 0,-1 1 0,1 0 1993,0 0 1,6 1-1252,3 4 0,11 2 1,9 2-1,7-4-37,5-3 0,7-2 0,1 0 0,2 0-163,3 0 1,6-2 0,4-1-1,-1-2 9,1 2 0,-2-4 1,-5 3-1,0 0-513,0 3 0,0 1 1,-1-2-1,-4-1-881,-4-2 0,-9 0 0,-2 5 1,-2 0-2254,-4 0 1,-1 0 629,-2 0 1,1 0 2237,-1 0 0,-82-6 0,23 2 0,0 0 0</inkml:trace>
  <inkml:trace contextRef="#ctx0" brushRef="#br1" timeOffset="52">23062 9280 7699,'-5'-9'128,"-1"-1"1,-2 1-1,-3-1 1,-2 0 0,-2 1-1,1 1 779,0 3 1,-1 3-1,-1 2 1,-1 0-217,-3 0 0,-5 7 0,1 4 0,-3 5-135,-2 3 0,0 7 0,0-2 0,1 1-237,-1-1 0,5 8 0,1-3 0,3 3 260,2 3 0,4-3 0,4 5 0,7 0 15,6 0 1,7-6 0,9 3 0,7-5-643,5-5 1,6-3 0,8-9 0,1 0-803,2-3 1,5-6-1,-3 1 1,-1-8-31,1-5 1,-2-4-1,-5-3 1,-2-2-602,-2-1 1,-4-6-1,-8 2 1481,-3 1 0,-12-19 0,-3-9 0,-2-1 0,0-1 0</inkml:trace>
  <inkml:trace contextRef="#ctx0" brushRef="#br1" timeOffset="53">23609 8949 7701,'-5'10'657,"0"0"1,-6-1-1,3 6-186,0-1 0,-3 5 1,6 2-1,2 0 313,1 0 0,2 6 0,0 0 1,0 6-134,0 4 0,0 0 0,0 3 0,0 0-93,0 5 1,0-7 0,-2 5 0,-2-3-139,-6-3 0,2-2 0,0-8 0,0-4 418,0-9-813,5-6 0,-2-11 0,10-5 1,6-8 65,7-5 0,-1-4 0,6-7 0,-1-2 84,0 2 0,-4 6 1,1 4-1,-1 0 125,1-1 0,-3 11 0,3-1 0,-3 5-63,-2 5 0,1 1 0,-2 5 0,-2 5-141,-2 7 1,-5 13-1,0 1 1,-2 1-458,-2 1 1,0 2-1,0 1 1,0-2-1164,0-2 0,0-6 0,0-1 0,2-4-971,2-6 0,0-4 0,5-6 2495,2 2 0,21-45 0,7-16 0</inkml:trace>
  <inkml:trace contextRef="#ctx0" brushRef="#br1" timeOffset="54">24213 9309 7701,'0'-14'242,"0"-1"0,0 1 423,0 0 0,-2 6 1,-3 3-1,-6 5 708,-6 5 0,-1 3 0,-6 8 0,-1 3-351,-3 5 0,1 8 0,2 3 1,1 2-556,-2 3 1,5 0 0,2 0 0,3-4-250,2 0 0,6-4 0,3-9 0,5-3-312,5-4 1,3-4-1,8-2 1,3-5-243,5-4 0,3-9 1,2-4-1,0-8 39,-1-2 1,1-3 0,0-7-1,-2-2 164,-3 2 1,-3 6 0,-7 4 0,1 0 140,-1-1 1,-6 10-4,-3-1 0,-4 12 0,-1 6-244,0 8 1,0 12-1,0 0 1,0 4-375,0 0 0,0 0 1,0-3-1,0-2-194,0-3 0,0 1 1,0-3-23,0 1 1,0 0-171,0-5 929,0-6 0,0-3 0,0-10 264,0-4 0,7-4 1,1-1-1,1-2 168,1-4 1,0 0-1,4-6 1,0 2 479,1-1 0,1-3 1,1 1-1,2 2-7,-1 1 1,0 6 0,-1-1 0,2 3 103,-1 2 1,-2 1-1,-2 5-466,1 8 0,-6 6 1,-1 10-1,-1 3-353,-4 5 0,-1 3 0,-2 2 0,-2 2-398,-3 2 1,2-2 0,-5 2-1,0-4-497,0-5 0,3 1 0,-3-5 1,2-3-5449,3-1 4571,1-1 0,8-9 0,4-8 1652,3-10 0,16-36 0,7-15 0,3-7 0,1 0 0</inkml:trace>
  <inkml:trace contextRef="#ctx0" brushRef="#br1" timeOffset="55">24846 9309 7701,'0'-14'282,"0"4"0,0 1 1274,0-3 1,-2 6 0,-3 3-670,-4 6 1,-4 10 0,-1 9 0,-1 4-438,1 4 1,0 7-1,-1-2 1,1 2-287,-1 3 0,7-3 0,4-1 0,2 0-341,2-4 0,2-7 0,2-3 0,8-2-345,5-8 1,1-4 0,6-8 0,3-1-215,5-4 0,-2-5 1,4-9-1,-4-3 552,-1 0 0,0-4 0,-2 5 0,-3 0 224,-5 1 1,2-4 0,-2 4 0,-1 3 528,-2 1 1,-2 1-1,0 1 1,1 0 89,-1-1 1,-4 1 0,-2 0-503,-2-1 0,-3 2 0,-7 4 0,-6 4-85,-3 3 0,-8 4 1,-3 4-1,-4 9 252,-6 7 1,2 7-1,-5 3 1,4 1 418,6-1 1,-1 0-1,9 0 1,3 4-289,5 0 0,6-4 0,12 2 0,7-4-552,8-1 0,14-5 1,7-3-1,8-5-799,5-8 0,6-5 0,2-5 0,2-4-1116,2-8 1,-5-7 2011,-6-8 0,-18 13 0,-12 3 0</inkml:trace>
  <inkml:trace contextRef="#ctx0" brushRef="#br1" timeOffset="56">27061 9237 7680,'0'-22'0,"0"3"430,0 3 0,5 1 1,0 1-1,0 1 1426,1 4-1382,2-4 1,7 11 0,-3-1 0,-2 6 0,-5 7 0,-4 4 0,-1 5-1,0 5 1,0 3 512,0 2 1,0 0 0,-1 0-1,-2 0-731,-2-1 0,-5 0 0,5-3 0,2-3-116,2-1 1,-1 0 0,-1-3-147,-2 1 0,0 0 0,7-6-267,3-4 0,-2-4 0,8-10 0,3-4 1,4-4 1,3-6-1,-2-2 1,3 0 123,1 0 0,2 2 0,-6 5 0,-1 0 105,-2-1 0,-2 7 1,1 3 131,-1 4 1,-6 2 0,-1 4 0,-3 6 142,1 7 1,0-2 0,-3 3-1,1-3 14,2-2 0,4 1 0,-2-1 0,-1 1-62,0-1 1,6 0 0,-3-1-164,4-3 0,1-4 0,1-6 0,-1 0-538,0 0 1,6-6 0,-1-4-1,0-3-712,2-1 1,-5-2-1,3-2 1,-3-1-134,-2 2 0,4 1 1,-2 1-1,-3 1 585,-1 0 0,1 4 1,2 2 719,-1 2 0,-1-1 0,-2 4 303,-1-2 1,-6 2 0,6 6 547,1 2 1,-3 1 0,2-2 0,1 0 488,2 0 1,1-3 0,2-1 0,2 0-508,1 0 0,5-6 0,-3-4 1,1-3-484,4-1 0,-6 0 0,0-1 0,-6 1-339,-4-1 0,-4 1 1,-8 1-1,-4 4-33,-8 4 0,-7 5 0,-10 6 0,-2 7 40,-6 5 1,-1 7 0,1 1 0,2 4 389,2 4 1,1 1 0,7-2-1,4 4-17,9 0 1,6 3 0,11-6 0,8-2-438,13-2 0,16-9 1,15-7-1,6-8-1027,6-4 1,9-10 0,4-6 0,-40 3 0,0-1-2092,37-15 3221,-4-2 0,-21-7 0,0-8 0,4-2 0,0 0 0</inkml:trace>
  <inkml:trace contextRef="#ctx0" brushRef="#br1" timeOffset="57">29853 9208 7681,'-7'-8'502,"-1"2"0,-1 1 1,-1 0 507,-1 2 1,0 8 0,-1 5 0,3 4-430,-2 5 1,-2 4 0,-2 5 0,1 1-227,0 0 0,4 0 0,2 0 0,2-2-249,2-3 1,4 1 0,5-6 0,5-1-24,3-2 0,6-6 1,2-2-1,1-2-35,4-3 1,-4-8 0,2-4 0,0-4-135,-2-1 0,4-1 0,-7 1 0,-1-1 6,-2 1 0,-7 0 0,1-1 20,1 1 118,-5 6 0,1 14 1,-7 13-1,-2 9 322,-3 5 1,-3 6 0,-6 9 0,-2 4 79,-3 4 0,1-3 0,-6-2 0,-1-1-91,-2-4 0,-2-3 0,0-4 0,0-6-237,0-2 0,-4-9 0,-2-3 1,0-4-459,-1-6 1,3-2 0,6-7 0,1-4-921,2-5 0,6-7 0,1-13 1,6-1-192,6-4 0,10-3 0,6-8 0,8-1 1437,10-2 0,-4 15 0,4-1 0,5 0 0,-1 1 0</inkml:trace>
  <inkml:trace contextRef="#ctx0" brushRef="#br1" timeOffset="58">30227 9338 7681,'6'14'1378,"-3"-4"0,7 0-252,1 1 0,3-5 0,4-1 1,3-3-302,1-2 0,-3 0 0,7 0 0,3 0-531,3 0 1,0-7 0,-7-4-1,-3-5-468,-1-3 1,2 0 0,-9 3 0,-6-2-204,-5-1 1,-4 4-1,-4 6 1,-6-1-112,-7 2 0,-6 2 1,-9 6-1,-6 1 398,-2 4 0,2 5 0,2 9 0,2 5 446,3 3 1,2 8 0,3 4 0,3 4 117,5 5 1,9 1 0,7 4-1,8-3-200,9-1 0,7-6 0,9-1 0,2-10-817,2-6 0,6-14 1,-2 1-1,4-5-603,1-5 1,-5-7 0,-1-9 0,0-8 1145,-1-8 0,-4-31 0,0-14 0,-7 22 0,0-1 0,0 1 0</inkml:trace>
  <inkml:trace contextRef="#ctx0" brushRef="#br1" timeOffset="59">30960 8863 8193,'-11'23'0,"-3"-3"960,-2 1 0,1 3 0,4 8 0,2 5-57,-3 4 0,4 1 1,-1 12-1,-2 5-349,-2 7 0,-2 0 0,1 1 0,0 0-203,-1-2 0,1 3 1,1-11-1,4-7-1070,4-9 0,3-7 0,2-10 0,0-5-990,0-3 1709,0-8 0,-32-66 0,12 18 0,0 0 0</inkml:trace>
  <inkml:trace contextRef="#ctx0" brushRef="#br1" timeOffset="60">30586 9266 8969,'7'-8'0,"2"3"879,4 4 0,8 1 0,4 0 0,7 0 165,7 0 0,9 1 1,4 2-1,6 2 193,4-2 0,4-1 1,6-2-1,0 0-1227,0 0 1,-7-2 0,-2-2-1,-6-4-5940,-4 0 5930,-10-5 0,-72-2 0,-22-7 0</inkml:trace>
  <inkml:trace contextRef="#ctx0" brushRef="#br1" timeOffset="61">22141 10072 7703,'-1'-8'1533,"-4"3"1,3 7-1,-3 7-701,4 10 0,1 9 0,0 5 0,0 7-91,0 6 0,0 1 0,0 7 0,0 4-385,0 2 1,-2 3 0,-3-6 0,-4 1-471,-4-1 0,-1-2 0,-1-7 1,2-11-3308,4-10 391,2-7 3030,7-18 0,-32-74 0,12 21 0,1 0 0</inkml:trace>
  <inkml:trace contextRef="#ctx0" brushRef="#br1" timeOffset="62">21853 10446 7706,'0'9'1393,"0"1"0,7-2 0,4 3 1,5-3-699,3-1 0,8 4 0,1-3 1,5 1-537,4 1 0,-4-7 1,6 2-1,1-3-479,1-2 1,1 0 0,-5 0 0,-7-2-282,-4-3 1,-10 2 771,-2-7 0,-8 7 0,-10-2 0,-6 5 374,-3 5 0,-8 3 0,-1 8 1,-2 3-43,0 5 1,5 4 0,-3 0 0,1 1-129,3 0 0,9 0 0,4-2 0,5-2-277,5-1 0,4-8 0,12-1 0,8-9-7,7-4 0,6-5 0,1-7 0,-1-9 108,-4-7 0,-3-3 0,-8 1 0,-4-1 22,-9 0 0,-6-3 1,-8 2-1,-1 4-343,-4 4 1,-10-2-1,-9 5 1,-3 3-1335,-1 4 1,0 1 0,4 6 0,5 2-4968,3 2 6423,-5 1 0,12 0 0,-4 0 0</inkml:trace>
  <inkml:trace contextRef="#ctx0" brushRef="#br1" timeOffset="63">23824 10288 7656,'-14'-7'1283,"1"-2"-15,4-4 0,2 6 1,7 7-461,0 8 1,0 12-1,0 4 1,0 3-115,0 2 0,0 7 1,-1 6-1,-4 6-382,-5 3 0,-4-3 1,-5 6-1,-4 4-237,1 3 1,-5 1-1,4-6 1,1-3-614,3-5 1,9-12 0,5-7 0,5-10-832,5-7 1,8-6 0,9-9 0,4-7-501,4-9 1,4-8-1,-2-5 1869,1-2 0,-5-4 0,4-10 0,0-2 0,1-2 0,1 0 0,-1 0 0</inkml:trace>
  <inkml:trace contextRef="#ctx0" brushRef="#br1" timeOffset="64">24112 10489 7662,'0'-10'74,"0"1"169,0-2 1,-1 4-235,-4 2 1,2 12-1,-9 7 1,-2 9 1110,-4 4 0,-1 3 0,5 2 0,-1 3 127,1 2 1,0 0-1,-1 1 1,2-4-785,4-4 0,3-1 0,7-2 1,4-4-395,4-9 0,11-8 0,4-12 1,3-8 36,2-9 0,-1-6 0,0-3 0,-4-3-159,-5-2 1,-8-1 0,-3-4-1,-2 4-275,-3 5 0,-7-1 0,-6 4 0,-4 2-357,-5 1 0,1 6 0,-4 4 1,1 6-935,3 6 0,7 3 0,3 5-1170,2 7 2789,1 0 0,50 55 0,-17-30 0,0 1 0</inkml:trace>
  <inkml:trace contextRef="#ctx0" brushRef="#br1" timeOffset="65">24486 10475 9166,'-14'0'1428,"6"6"1,1 5 0,3 7-701,-1 6 0,-5 5 1,5 4-1,2 7-282,2 6 1,1-1 0,0 2 0,1-7-237,4-7 0,9-4 0,10-7 0,4-7-35,0-9 0,1-4 1,0-6-1,0-5 153,-1-10 0,-5-7 0,-6-4 1,-5-2-87,-8-2 0,-2-4 1,-2 4-1,-2 2-467,-2 2 0,-4-4 1,-7 1-1,-1 1-890,-3 1 1,3 4 0,-3 2 0,3 1-1160,2-2 1,1 5 2273,3 2 0,4 29 0,6 7 0</inkml:trace>
  <inkml:trace contextRef="#ctx0" brushRef="#br1" timeOffset="66">26515 10000 8246,'-15'-8'0,"1"3"843,0 3 1,4 2-1,0 4 12,-1 5 1,3 9-1,-1 15-469,-3 6 1,0 7 0,-4 5 0,-2 4 0,-3 5-1,1 3 1,-3 2 0,2-1 0,-1 2 324,0-1 1,-4-7 0,-4 1-1,-1-5-386,4-9 0,3-3 1,0-14-1,5-4-60,3-1 0,10-15-307,6-3 0,8-17 0,11-12 1,5-4-104,3-6 1,6-3-1,3-6 1,0 0-159,4 0 1,-4 6-1,-3 5 1,-2 5 300,-3 3 1,1 6 0,0 1 0,-2 6 178,-3 6 0,-8 11 0,-8 9 0,-2 7 172,-2 5 0,-4 3 1,-7 2-1,-6 2 9,-4-2 0,-10-2 0,-1-1 1,-4 0-382,0 0 1,-4-2-1,-1-3 1,-1-5-839,-1-3 0,7-3 1,0-4-1,7-4-793,6-3 0,4-9 0,6-4 1,5-5 1653,8-3 0,20-22 0,11-7 0,4-4 0,0 1 0</inkml:trace>
  <inkml:trace contextRef="#ctx0" brushRef="#br1" timeOffset="67">26615 10662 7661,'0'14'584,"2"-6"1,3-3 0,4-2 759,4 2 1,8-4 0,5 4 0,4-3-221,4-2 0,7-7 0,1-2 0,2-4-700,-2-1 1,0-6-1,-9 0 1,-1-3-548,-2-2 1,-9 2 0,-6 1 0,-11 1-48,-7 4 1,-8 1 0,-11 3 0,-9 3-450,-4 5 1,-5 4-1,-6 2 1,-4 4 359,-1 5 1,0 9-1,-2 5 1,5 3 497,3 2 1,7 6 0,3 2 0,5 1 115,7 1 0,12-1 0,8 4 1,6-2-315,7-2 1,15-11-1,9 0 1,6-4-655,3-6 1,5-6 0,0-3-1,-2 0-774,-1 0 1,-4-4-1,-1 0 1,-3-4-1027,-2-4 2413,-7 2 0,-1-36 0,-5-2 0</inkml:trace>
  <inkml:trace contextRef="#ctx0" brushRef="#br1" timeOffset="68">27781 10316 7661,'0'-20'318,"0"4"0,0-4 326,0 4 1,-5 7 0,-1 1-1,-2 1-49,-4 4 0,0 2 1,-4 2-1,-4 4-202,-4 5 1,2 4 0,-2 5 0,-1 7-219,-3 6 0,0 0 0,-1 6 0,2 2-42,3 2 1,-2 1 0,7 2 0,0 1 44,-2 2 1,10 1-1,-4-2 1,4 1-89,3-2 0,0-6 0,5-3 0,-2-4-211,2-5 1,1-1-1,1-8-626,-4-1 0,2-9 1,-7-4-1024,-1-3 0,-3-14 0,-4-4 1770,-1-4 0,-11-33 0,-4-14 0,11 17 0,-1 1 0,1-1 0</inkml:trace>
  <inkml:trace contextRef="#ctx0" brushRef="#br1" timeOffset="69">27119 10604 7661,'14'-8'543,"2"3"-21,4 4 0,-3 1 0,7 0 0,3 1 11,5 4 1,5-2 0,6 7 0,0 0-66,1-3 0,-1 6 0,0-3 0,-2 3-109,-2 1 1,-4 0 0,-6 1-133,-1-1 1,-7 1 0,-8-1 104,-11 0 1,-9-4 0,-7 0 0,-2 1-81,-3 2 0,1 6 0,-4 0 0,1-1-145,3-3 0,4 0-269,4-1 0,6-6 0,8-5 123,6-6 0,3-5 0,1-8 0,1-3 148,-1-5 1,-1-3 0,-2-3-1,-3-2-202,-2-2 1,-1-1 0,-5 3 0,-2-2-975,-2 2 1,0 8-1,-5 5-484,-2 3 1,0 10 0,1 7 1550,5 12 0,16 29 0,9 14 0,-1 6 0,1 0 0</inkml:trace>
  <inkml:trace contextRef="#ctx0" brushRef="#br1" timeOffset="70">27781 10863 7661,'-10'0'663,"1"0"263,-3 0 0,6-8 0,4-6 1,9-9 121,7-4 0,15-6 0,1-3 1,6 0-370,3-4 0,1 5 0,0 3 0,-4 6-1164,-6 7 0,0 4 0,-10 6-524,-3 4 0,-7 10 0,-6 6 0,-2 7 19,-2 6 0,-5 3 0,0 2 1,1-1 613,-3 1 1,6-5 0,-4 0 0,3 0 656,2-2 1,0 4 0,0-7 0,0-1 370,0-2 0,7-7 0,2-1 0,6-1 296,4-4 1,3-2-1,7-4 1,1-5-517,4-6 0,-4-10 0,5 0 0,-1-3-102,0-2 1,-6 0-1,-7 0 1,-3 1-275,-5-1 1,-10 7 0,-3 2 0,-10 6 114,-7 4 1,-12 4 0,-10 9 0,-2 5 173,-2 7 1,4 13-1,3 1 1,2 3-210,7 3 0,4-3 1,11 5-1,2 0-499,5 0 1,16-6 0,10 3-1,11-5-829,11-5 1,9-3-1,10-9 1,3-2-2629,1-5 3820,11-4 0,-23-16 0,9-9 0,2-1 0,9-1 0,0-1 0,0 0 0</inkml:trace>
  <inkml:trace contextRef="#ctx0" brushRef="#br1" timeOffset="71">30255 10446 7661,'-14'-5'143,"0"0"0,-1 0 1,1 5-1,-1 0 1214,1 0 1,-7 7 0,-3 2-725,-3 4 1,-3 10-1,-2 4 1,-3 8 0,-2 7-1,-2 7 1,3 7-1,4 3 1,8 0 378,9-3 1,17-8-1,19-1 1,15-9-881,14-9 1,12-8 0,7-12 0,6-7-3,-34-5 0,0-2 1,1-2-1,0-2 1,1-5-1,-1-3 1,-1 1-1,0-1-88,-2-1 0,-2-3 1,29-25-1,-8-2 1,-10 0-18,-9-1 1,-16 4-1,-14-3 1,-10 3-244,-14 2 1,-9 0 0,-20 0 0,-4 1-384,-5 4 1,-3 3 0,-1 7 0,1 4-697,3 5 0,0 5 1,10 4-1,8 7-1748,8 6 3045,6 5 0,-13 51 0,-4 12 0</inkml:trace>
  <inkml:trace contextRef="#ctx0" brushRef="#br1" timeOffset="72">22156 12302 7734,'-5'10'1365,"0"-1"0,0 2 0,5 7 1,0 3-761,0 1 1,0 8-1,0 7 1,0 2-334,0-1 0,0 0 0,0 4 1,0-4-609,0-4-1142,0-10 1,7-10 0,2-12 1477,4-10 0,-1-49 0,-3-24 0,-2 21 0,1 0 0,-1 0 0</inkml:trace>
  <inkml:trace contextRef="#ctx0" brushRef="#br1" timeOffset="73">22328 11798 7734,'-19'0'0,"0"0"733,1 0 1,2 0-1,3 2 598,4 3 0,4 3 0,8 6 0,4 1-961,1-1 1,3 0 0,6 1 0,4-1-914,2 0 1,5-1 0,6-2-1,-2-3-1007,-2-1 1,-1-1-1,1-3 1550,4 2 0,-4-13 0,6-8 0</inkml:trace>
  <inkml:trace contextRef="#ctx0" brushRef="#br1" timeOffset="74">22717 11856 8175,'-7'-8'0,"-2"3"443,-4 4 1,-2 1 0,1 0 0,0 1 103,-1 4 1,1 3 0,0 6 0,-1 2 111,1 3 1,1-1 0,3 8 0,6 2-283,2 4 1,-3 7 0,2-4 0,3 0-139,3 0 1,8 5 0,-1-1 0,3 1 2,1-2 1,-6 2 0,-3-5-1,-3 0-31,-2 0 0,-2 5 0,-3-3 0,-6 0-485,-7-4 1,1-4 0,-7-3 0,-2-5-997,-1-5 1,-2-5 0,2-11 1269,3 0 0,-29-45 0,-1-11 0</inkml:trace>
  <inkml:trace contextRef="#ctx0" brushRef="#br1" timeOffset="75">22328 12331 11521,'15'0'1175,"-1"0"1,8 0 0,7-2-1,9-1-530,9-2 1,10-4 0,12 2 0,6 1-610,-34 3 0,0-1 0,37-7 0,-1 3 1,-5-1-1995,-5-1 0,-2 7 1958,-12-2 0,-26 10 0,-22 3 0</inkml:trace>
  <inkml:trace contextRef="#ctx0" brushRef="#br1" timeOffset="76">24357 12072 7935,'-7'-8'1992,"6"3"1,-4 10-1074,3 4 1,2 10-1,-1 7 1,-2 4-422,-2 4 0,-5 6 1,4-2-1,-1 4 142,1 1 1,-5 0 0,3 0 0,-2-1-84,1-4 1,5-7 0,0-9-646,2-1 0,4-8 0,4-10 0,8-6-364,9-7 0,9-14 1,1-6-1,1-5-99,1-5 1,-5 0 0,6 0 0,-4 3 366,-4 2 1,-2 3 0,-13 8 0,-2 6 508,-2 7 0,-5 6 0,-1 12 66,-6 7 0,-4 12 0,-4 9 0,3 1-45,2 4 0,-4-3 0,5 0 1,2-2-27,2-3 0,7-3 1,4-5-1,2-7-99,3-5 0,-1-6 0,2-6 1,2-2-163,1-2 0,5-6 1,-5-9-1,-1-5-847,-2-3 1,3-2-1,0 0 1,-3 0-487,-5 1 0,2 4 1,-4 1-1,3 2-467,-3 4 0,2 6 1,-4 3 667,1 1 0,1 4 0,6 8 1073,-1 5 0,-4 2 0,-2 3 0,0-1 73,0 0 1,0 1 0,3-1 0,-1 1 214,1-1 0,2-1 0,3-2 0,1-3 830,2-2 1,2-1 0,0-6-1,6-4-369,5-5 1,3-4-1,-1-4 1,2-4-224,1-5 0,5 1 1,-5-7-1,-2 1-290,-6-2 1,-4 8-1,-11-2 1,-6 2-196,-4 4 1,-19 6 0,-9 8 0,-12 3-9,-11 6 1,-4 12-1,-7 11 1,1 5 49,-1 5 0,7 2 0,2 9 0,2 1 263,4 2 1,5 7 0,15-2 0,11 3-395,10 1 0,16-1 1,18-5-1,15-8-474,13-7 1,11-12 0,6-7 0,-37-10 0,1-3-1079,1 0 1,1-3 0,38-3 1565,-41 0 1,2-5-1,22-19 1,5-9-1,-19 7 1,0 0-1,0-1 1</inkml:trace>
  <inkml:trace contextRef="#ctx0" brushRef="#br1" timeOffset="77">27248 12417 7676,'15'-22'251,"-6"1"0,-1 6 0,-1 1 1617,-4 0-1295,-1 6 1,-9 1 0,-2 7-1,-6 0 1,-4 2 0,-5 3 0,-3 6-1,-3 6 607,-4 7 0,-1 5 0,-5 3 0,2 5-753,-2 5 1,-2-2 0,0 7 0,4-2-255,4-2 0,12-1 0,8-4 0,7-6-316,6-6 0,10-7 1,10-9-1,13-7-89,8-6 0,10-12 1,1-10-1,2-7-139,0-7 0,-7-2 0,2-2 0,-5-1-150,-5 1 0,-4 3 1,-12 5 559,-7 6 0,-9 13 146,-11 7 1,2 15-1,-6 20 1,-1 6-156,2 6 1,-3 4 0,6 1 0,2 0-582,1 0 0,4-4 1,3-3-1,4-1-447,4-3 0,6-3 0,2-5 0,1-6 280,4-7 1,-5 0 0,-2-6 0,-3-3 208,-2-6 0,-6-4 1,-1-6-1,-3 0 439,1-1 0,0 1 1,-5-2-1,0-2 334,0-1 1,-5-2 0,0 4 0,2-4 567,2-1 0,1 2 0,1-4 1,4-1-122,5-2 1,2-2-1,3 0 1,1 0-179,3 1 1,3 0-1,6 4 1,-1 5-175,2 3 0,-4 2 0,9 1 0,-4 3-726,-1 6 0,0 4 0,-2 4 0,-2 6-745,-1 3 1,-6 3 0,1 1 0,-5 4 243,-4 2 1,1-1 0,-4 4-1,-1-4 552,0-1 0,-1-1 0,-5-2 0,2 1 398,3-1 0,-4-2 0,6-3 533,-1-4 0,2-2 0,6-7 0,1 0 187,-1 0 1,7-12 0,1-4 0,4-4-390,3-6 1,-9-1-1,8-2 1,-4 0-247,-2 1 0,-9-1 1,0 2-1,-5 1-60,-5 2 0,-10 8 0,-7 2 0,-10 7 317,-8 6 0,-5 13 0,-6 8 0,0 7 98,0 6 0,0 4 0,3 6 1,6 0-206,10 1 1,8-3-1,10-1 1,12-3-465,16-2 1,18-3-1,16-8 1,10-6-640,11-7 1,-32-7 0,2-2 0,5-2 0,0-3 0,5-1 0,1-2-1251,3-2 1,0-3 1981,-2 0 1,7-3 0,-8-3 0,8-3 0,4-2 0,-1 1 0,6-2-1,-1-1 1,0 1 0,1 0 0</inkml:trace>
  <inkml:trace contextRef="#ctx0" brushRef="#br1" timeOffset="78">30140 12460 7663,'-11'-8'327,"-3"2"571,-2-1 1,-2 4-513,-1-6 1,3 5 0,-3 0 0,1 2 0,-1 2 0,-7 2 0,-4 4 0,-5 7 0,0 6 0,-2 3 609,0 4 0,-1 8 1,-5 4-1,1 5-549,4 5 0,3-3 1,7 1-1,6-4-333,8-4 1,7-12-1,15-4 1,10-9-156,9-8 1,18-5 0,1-5 0,7-8-303,4-9 1,-2-4 0,7-12 0,-3-2-99,-1-2 0,-7 1 0,-5 1 0,-6 1 173,-6-1 1,-4 5 0,-4 2 0,-7 4 231,-9 5 1,-9 9-1,-7 11 1,-9 4 364,-7 4 0,-2 11 1,-3 12-1,-4 8 347,1 8 0,1 10 0,4-2 1,2 0-457,3-3 1,5 0 0,7-3 0,2-3-924,3-1 0,7-10 0,8-6 0,5-7-415,7-10 1,3-5 0,2-3 1117,0 0 0,9-47 0,4-21 0,-11 20 0,0 0 0,-1 0 0</inkml:trace>
  <inkml:trace contextRef="#ctx0" brushRef="#br1" timeOffset="79">30744 12029 7663,'-23'19'0,"-1"2"1129,-2 1 0,10 3 0,2 9 0,1 6 51,0 6 1,-1 7 0,-2 8 0,-2 3-692,-1 1 0,-7 3 0,2 2 0,-1-1-150,1-2 0,3-13 1,8-1-1,4-8-1184,4-7 1,-2-4 0,1-10 0,0-5 844,-1-3 0,-68-47 0,31 11 0,0-1 0</inkml:trace>
  <inkml:trace contextRef="#ctx0" brushRef="#br1" timeOffset="80">30227 12503 7663,'9'-14'2010,"1"0"0,-1 6 0,6 3 0,1 3-936,3 2 1,0 0 0,8 2 0,5 1-337,3 2 1,4 6-1,4-3 1,2 2-883,3-1 0,-4-1 0,6 2 1,-2-5-1299,0-4 0,1 4 0,-4 0 0,0-2-194,-4-1 0,-1-2 0,2 0 1636,-41 0 0</inkml:trace>
  <inkml:trace contextRef="#ctx0" brushRef="#br1" timeOffset="81">19379 9712 7884,'-15'6'17,"6"-2"0,1 5 769,2 2 1,1 4 0,5 4 0,0 5 85,0 3 0,0 4-649,0 2 0,0-3 1,1 4-1,3-4 1,2 1-1,0-1 1,1 1-1,-3-6 1,1-2-272,0-6-698,0-1 0,-5-10 1,0-6 745,0-8 0,-13-55 0,-3-16 0</inkml:trace>
  <inkml:trace contextRef="#ctx0" brushRef="#br1" timeOffset="82">19321 9482 7896,'-14'0'1310,"0"0"481,6 0 1,3 0-2265,10 0 0,-1 5 473,11-1 0,34-12 0,20-8 0</inkml:trace>
  <inkml:trace contextRef="#ctx0" brushRef="#br1" timeOffset="83">32025 12503 7938,'0'-8'5142,"0"13"-4379,0 10 1,0 7 0,0-1-1,0 1 610,0 4-826,0 7 0,0 4 0,0 6 1,0 2-1,0 1 0,0 4 1,0-1 253,0 1 1,0 3 0,2-7-1,1-3-573,2-3 0,4-6 1,-2 1-1,-1-5-157,0-7 1,4-6 0,-4-4-787,2-3 0,-5-5 1,2-10-1048,-3-5 1,-2-9 0,0-5 0,0-5 1761,0-4 0,0-36 0,0 27 0,0 1 0</inkml:trace>
  <inkml:trace contextRef="#ctx0" brushRef="#br1" timeOffset="84">32126 11942 8002,'-15'0'1760,"2"2"-319,4 3 0,2 3 0,7 6 0,0 0-685,0 1 0,5 4 1,0 0-1,-2-1-868,-1-2 0,3-2 0,-1 0 0,1-1-1629,2-3 1741,-6 3 0,6-37 0,-7-2 0</inkml:trace>
  <inkml:trace contextRef="#ctx0" brushRef="#br1" timeOffset="85">5826 8834 7666,'0'-14'1736,"0"0"0,0 4 933,0 0-1931,0 7 0,-4-5 1,-3 5-1,-1-2-106,-3 2 1,-2 1 0,-1 2-1,0 0-333,-1 0 1,-1 5 0,-1 0 0,-4 0-8,-2 1 0,-2-3 0,-7 7 0,-2 0-64,2-2 1,-4 4-1,-1-2 1,-3 3-88,-3 1 0,4 1 1,-5-1-1,4 0-11,0 1 1,0-1 0,1-1 0,6-2-197,2-1 1,9-7-461,3 2-3,3-4 0,13-7 0,4-2-362,6 0 1,-4-5-1,3 5-607,1 0 0,-6-5 160,4 4 1,3-4 0,0-1 1337,0-1 0,11-12 0,-3-3 0</inkml:trace>
  <inkml:trace contextRef="#ctx0" brushRef="#br1" timeOffset="86">5510 8216 7767,'-6'-15'0,"-1"6"0,-4 1 0,1 1 939,-1 4 1,3 2 0,-3 1-1,-3 3-163,-4 6 0,-6 2 1,3 13-1,-3 2-339,-6 1 0,0 4 0,-9 2 0,-1 6-93,-1 2 0,-4 2 0,-1 0 0,-4 2-36,-1 3 0,0-3 0,-2 3 0,7-3 51,6-2 0,4-6 1,9-4-1,2-2-59,1-3 0,13-1 1,1-3-1,7-4-9,3-4 0,6 0 0,5 1 0,7 2 53,6-1 0,5-2 0,4 0 0,7 2-39,7 1 0,-4 0 0,1-5 0,-4 1-69,0-1 1,-3 2 0,-2 2 0,-4 1-53,-9-2 0,-1-1 1,-5-1-1,-5 1-859,-3 3 1,-3-3 0,-5 3 0,0-3-1448,0-1 0,-7 0 0,-2 3 0,-4 1 2122,-1-1 0,-26-21 0,-11-10 0,-5 0 0,1 0 0</inkml:trace>
  <inkml:trace contextRef="#ctx0" brushRef="#br1" timeOffset="87">6258 8244 7666,'0'-22'0,"0"3"907,0 3 1,0 2 0,2 1 448,2 3 0,4 10 0,5 11 1,-2 5-273,-1 3 1,0 12 0,4-1 0,0 7-546,1 8 1,-6 4 0,-1 10 0,-1 2 6,-4 2 0,-1-1 1,-2-3-1,0 2-311,0 1 1,0-1 0,0-8 0,-2-7-841,-3-6 0,4-6 0,-4-10 0,3-5-1923,2-3 1,0-10 837,0-6 0,0-8 1690,0-11 0,-16-14 0,-6-8 0,-2-5 0,0 0 0</inkml:trace>
  <inkml:trace contextRef="#ctx0" brushRef="#br1" timeOffset="88">6028 8532 13034,'14'-8'0,"2"3"1370,3 4 1,5 1-1,10 0 1,4 0-604,4 0 0,7 0 0,3 0 1,0 0-687,1 0 1,-7 0 0,2 0 0,-3 0-768,-2 0 0,-6-5 0,-5 0 0,-5 0-2958,-3-1 1,-6 4 3643,1-2 0,-22 8 0,-7 4 0</inkml:trace>
  <inkml:trace contextRef="#ctx0" brushRef="#br1" timeOffset="89">6834 8662 7677,'-15'8'283,"1"8"0,1-5 0,2 0 833,1 2 1,7 0 0,-3 1 0,1 0-118,0 1 0,0-1 0,5 1 2496,0-1-2276,0-6 0,2-3-770,3-10 1,-2-9 0,6-12 0,3-6-185,0-6 0,3-1 1,1-2-1,1-4-84,3 0 0,5 2 0,-3 3 0,4 3-48,3 2 1,-8 2 0,6 5 0,-3 6-496,-2 8 1,-4 6 0,1 8-1,-3 1-1312,-2 4 1,-4 5-1,-2 7 1,0 4-377,0 1 0,-3 2 0,3 5 2050,-2 0 0,-1 32 0,-5 7 0</inkml:trace>
  <inkml:trace contextRef="#ctx0" brushRef="#br1" timeOffset="90">7337 8532 7677,'-10'8'1105,"1"-3"96,-2-3 1,4 4 0,1 4-66,0 2 0,4 3 0,-3-1 1,5 2-162,5 3 1,-2-1 0,7 4 0,-1 1-385,-1-1 0,5-3 1,-3 4-1,2-3-436,3-2 0,1-4 1,1-2-1,3-3-304,-3 2 1,-1-4 0,-1-2 0,1-4-924,3-1 0,-3-6 1,3-4-1,-2-3-885,3-1 0,-4-2 0,3-2 0,-3-2-1967,-2-3 3924,1 6 0,-1-42 0,0-4 0</inkml:trace>
  <inkml:trace contextRef="#ctx0" brushRef="#br1" timeOffset="91">7726 8575 7677,'9'7'1359,"1"2"1,-6-2-1,4-1-469,-1 1 0,4-6 0,-1 4 1,2-3-197,3-2 1,4 0 0,2 0-1,1 0 131,4 0 1,3-2 0,4-3 0,4-4-393,0-4 0,3-6 0,-7-1 0,-1 1-522,-1-2 1,-9 5 0,-3-4 0,-5 0-403,-4 1 1,-4 0 0,-7 5 0,-6 1-379,-7 3 0,-8-1 0,-12 6 0,-6 4 614,-6 4 1,1 7 0,-3 7 0,5 4 754,5 1 1,2 2 0,9 5 0,3 1 524,5 4 0,5-4 0,7 4 0,12-4-296,13-1 0,10-2 0,11-3 0,9-5-642,6-3 0,4-8 1,-1-1-1,1-2-410,-1-1 1,-1 1 0,-1-6 0,-4-3-2700,-2 0 3022,-1-8 0,-24-8 0,-5-11 0</inkml:trace>
  <inkml:trace contextRef="#ctx0" brushRef="#br1" timeOffset="92">5582 10201 7729,'-10'0'211,"2"-1"1,2-4 455,3-5 0,3-3 0,4 1 0,6 0 491,3 3 148,-5-1 0,5 1-168,-4-1 1,-4 7-1,-5 0-625,-8 6 1,-11 0-1,-5 7 1,-5 1-245,-4 2 0,-4 6 0,-6 0 0,-2 0-90,-3 2 0,-3-3 1,-5 4-1,1-1-39,3-4 0,5-1 0,-2-3 1,2-2-165,4-1 1,2-7-1,9 4 1,0-3-311,5 1 0,-1 5 0,9-6 1,2 1-1543,1 2 0,8-4 437,3 6 1,11-5 0,9-1 0,7-6 1438,5-7 0,28-28 0,5-9 0</inkml:trace>
  <inkml:trace contextRef="#ctx0" brushRef="#br1" timeOffset="93">5150 9942 7833,'-22'-8'751,"1"2"0,7 6 0,-1 0 69,1 0 0,0 1 0,-1 3 1,2 2-166,4 2 0,-4 2 0,3 4 0,-2 0-312,-3 1 0,1 1 0,-1 1 1,3 4-143,2 2 0,-1-4 1,6 5-1,2 1 16,1 2 1,2 2-1,0 0 1,2 1 69,3 4 1,3-4-1,6 4 1,0-2 10,1 1 1,1-4-1,1 2 1,3-6-116,-3 1 1,4 1-1,0 0 1,0-3-346,-1-5 1,-1 2 0,-4-2 0,-1-1-700,1-2 0,-1-2 0,0 1 0,-1-1-959,-3 0 1,1-4 0,-5-2 1819,2-2 0,-17-7 0,-1-7 0</inkml:trace>
  <inkml:trace contextRef="#ctx0" brushRef="#br1" timeOffset="94">6085 10388 7831,'-9'0'80,"-1"0"0,5 0 652,-4 0 0,6-1 5,-2-4 0,3-3-390,2-6 0,2 1 0,3 2 0,4 1-65,4-1 0,-3-2 1,-1-1-1,2-1 123,2 1 1,6-1 0,1 1 0,-3 1 129,-1 4 1,-1-3 0,0 6 0,3 0-271,1-1 1,0 2 0,-3 5 0,2 2 75,1 3 0,0 4 0,-4 9 0,-2 1-26,-4-1 0,-2 4 1,-7 2-1,0 3-20,0 2 1,0 0 0,-2 0-1,-3-2-289,-4-3 1,1 3-1,-2-5 1,-1 2-896,-2 0 0,5-11 0,3 2-1648,4-3 1,2-5-1,4-6-661,5-9 3198,2-8 0,12-27 0,5-13 0,2-2 0,0 0 0</inkml:trace>
  <inkml:trace contextRef="#ctx0" brushRef="#br1" timeOffset="95">6733 10101 7831,'-7'-8'510,"4"1"1,-6 7 390,-3 0 1,4 0 0,-1 2 0,-1 3 197,2 4 0,-6 10 0,1 7 0,-4 6-387,-1 6 1,2 9 0,2 1 0,1-2-244,3-1 1,4-4-1,6-2 1,1-7-348,4-7 1,10-6 0,9-9 0,4-7-81,6-6 0,-2-7 0,6-7 0,1-4 47,-3-1 0,-2-4 1,-8-6-1,-4-3-173,-1-2 1,-4 5 0,-7-1 0,-5 1-93,-4-2 1,-2 4-1,-6-4 1,-7 5-322,-9 5 0,-4-1 0,-1 7 0,-1 4-342,0 3 1,2 7 0,3 0 0,5 4-152,3 4 0,6 4 0,2 7 0,2-1 990,2 1 0,28 12 0,8 3 0</inkml:trace>
  <inkml:trace contextRef="#ctx0" brushRef="#br1" timeOffset="96">6603 11511 7717,'-9'0'3877,"-1"0"-2895,7 0 1,-5 0-49,3 0-655,4 0 0,-12 0 1,3 0-1,-3 0 0,-3 0 1,-3 0 250,-5 0 1,-5 6 0,-4 4-1,-7 2-291,-6 3 1,-6 1 0,-5 1 0,-1 2-130,1-1 0,-1-2 0,2-3 0,5-4-50,8-4 0,8-3 0,11-2-583,5 0 1,9-2 0,7-1 0,6-3-479,7-2 0,7-2 1,4-3-1,1 2-46,4 1 1,0 6 0,-1-4 0,-2 0 1046,-3 0 0,-32-2 0,-14-4 0</inkml:trace>
  <inkml:trace contextRef="#ctx0" brushRef="#br1" timeOffset="97">6330 11237 7766,'0'-14'0,"-5"-1"0,-1 3 532,-2 2 0,3 2-121,-5 3 0,6 4 0,-6-3 0,-3 8 1,-4 5-1,-7 6 1457,-3 4-1677,-9 3 1,0 13 0,-9 4 0,-2 2 0,-2 4 0,-2 3 0,-2 3 197,2 0 1,1 1-1,9-8 1,4 1-119,8-3 1,8-10-1,12-2 1,6-6-63,6-3 1,6 3 0,12-4-1,8 1-44,8 0 0,4-2 1,2-4-1,1-1-39,-1 0 1,0 1 0,-2-1 0,-2 1-516,-6-1 1,-2 0 0,-4 1-1,-3-1-716,-5 0 0,-9 2 0,-5 2 1,-4 3-3053,-1 1 4157,0 2 0,-26 16 0,-12 7 0,-2 3 0,0 0 0</inkml:trace>
  <inkml:trace contextRef="#ctx0" brushRef="#br1" timeOffset="98">6373 12993 7736,'0'-10'0,"-1"2"-23,-4 2 0,-3 1 0,-8 5 0,-2 0 0,-1 0 0,0 0 0,-2 1 715,-3 4 1,-3 0-1,-2 8 1,0 3-277,1 0 1,-6 1 0,0 1 0,1 3-27,-2 1 0,9-4 0,-1 1 0,5-3 740,4-2-1023,2-6 0,10-1 0,6-7 0,8 0-27,4 0 0,8-5 0,0 0 1,1 0-71,0-1 0,3 4 1,-3-3-1,1 4 3,4 1 0,-6 0 1,1 0-1,-2 0 34,1 0 0,0 5 0,-2-1 0,1 1-60,-1 2 1,-7-6 0,-3 6 0,0-3-65,0 1 1,-5 2-283,2-3 1,-10-2 0,-5 3-695,-2-4 1,2-2-1,0-4 1,1-5 1052,1-2 0,-15-23 0,-5-9 0,0-3 0,0 0 0</inkml:trace>
  <inkml:trace contextRef="#ctx0" brushRef="#br1" timeOffset="99">6618 12590 7736,'14'-15'-157,"1"1"1,0 0 0,3 1-1,1 2-27,-1 1 0,-4 5 0,-3-3 1309,-1 2 1,-8 1-683,-2 5 1,-7 5 0,-7 1-1,-1 2-137,1 3 1,-2 4 0,-3 2 0,-3 3 51,-1-3 1,-4 5 0,1 1 0,-4 2-79,-4 4 0,-4-8 0,3 8 0,-2 0-60,-3 3 0,-3-1 1,-3 8-1,-4-1 36,-1-1 0,9-2 1,1-8-1,4-3 336,5-4 0,13-6-401,5-5 1,10-2-1,6-9-223,11-3 1,1 2-1,7-5 1,0 0 111,3 0 1,1 5-1,1-3 1,-2 1 86,1 0 1,3 0 0,2 4 0,0-2 54,-1-2 1,3 0 0,-10 5 0,2 0-11,0 0 1,-6 0 0,1 0-347,-3 0 0,-8 6-474,-3 4 0,-10 3 0,-5 0 1,-2-2-1348,-3-2 1,1-6-1,0 2-412,-1-3 0,1-7 2367,-1 0 0,-9-21 0,-4-10 0,-4 0 0,1 0 0</inkml:trace>
  <inkml:trace contextRef="#ctx0" brushRef="#br1" timeOffset="100">6172 12532 7736,'0'-19'-323,"0"0"0,0 0 0,0 4 1623,0 1-527,0 6 0,-2 3 0,-3 10 1,-4 4-321,-4 4 1,-1 8-1,-2 3 1,-4 3-108,-4 2 0,-3 6 1,-2 3-1,-1 4 7,-3 1 0,2-4 1,-2-1-1,2 0-30,2-1 1,1 3 0,1-6 0,4-4-90,9-4 1,1-6 0,10-5-98,4-1 1,7-6 0,12-1 0,5-1-38,7 3 1,0-1 0,5 2 0,-2 1 117,-3 2 1,0 1 0,0 1 0,1-1 41,-1 1 1,-3-1 0,-3 0 0,-4 1-246,-1-1 0,-2-1 0,-6-2 0,-3-1-242,-6 1 1,-2 2 0,-2 1-1530,0 0 0,-6 1-3425,-4-1 5181,-3 1 0,-8-33 0,-1-8 0</inkml:trace>
  <inkml:trace contextRef="#ctx0" brushRef="#br1" timeOffset="101">2302 12647 7787,'-15'-6'174,"-1"4"1,-1-3 0,-4 4 0,-1 1 0,-6 0 0,-2 0-1,-7 1 405,-4 4 1,-2 2-1,-13 5 1,-5 1-131,-3 3 1,3 2 0,-1-4 0,1 2-181,-1 3 1,4 4 0,-1 6 0,6 1 248,4 3 0,-4 11 0,5 10 0,2 7-217,1 6 1,26-30-1,3 1 1,0 1 0,1 0-1,3 1 1,2 0-91,2 1 1,0 1 0,-1 3 0,2 0 0,4 0 0,3-1 0,1 0-1,3-1-120,3-1 1,3-1-1,4-1 1,4 0-1,7 2 1,4-1 0,4 0-1,3-2-158,4 1 1,3-2 0,7-1-1,3-3 1,6-2 0,3-2 0,7 0-1,3-1 99,-20-9 0,1-1 1,2 0-1,5-1 1,2-1-1,1-1 1,5 0-1,2 0 0,0-2 1,3 0-1,0 0 1,2-2-180,2 0 0,1 0 0,2-2 0,-19-3 0,2-1 1,0-1-1,0 1 0,5-1 0,0 0 0,1 0 1,0-1-1,0 0 0,1 0 0,0-1 0,1 0 171,-1 0 1,1 0-1,-1-1 1,2 0-1,0 0 1,1 0 0,0-1-1,-1 0 1,-2 0-1,-2-1 1,1-1 0,-1 1-1,2 0 1,-1 0-1,1 0 1,0 0 46,-1 0 0,1 0 0,0 0 0,0 0 1,0 0-1,0 0 0,0-1 0,0 1 1,-2-1-1,0 0 0,-1-1 0,0 1 1,-1-1-1,-1 0 0,0-1 0,0 0 28,-1 0 0,-1 0 1,1 0-1,-1-1 0,-1 1 1,0-1-1,-1 0 0,0 0 1,19-3-1,-2 0 0,1 0 1,-4-2-1,1 0 0,-2 0-116,-2-1 1,0-1-1,-2 0 1,-2-2 0,0-2-1,-2 1 1,-6 1 0,-1-1-1,-1-1 1,-2 0 0,0-1-1,-2-1-34,-1 1 0,0-1 0,-2-1 1,22-7-1,-2-2 0,-7-2 1,-3-2-1,-8 2 0,-3-2-105,-4 1 1,-4-3-1,-7-2 1,-4-3-1,-4 2 1,-3-2 0,-3 0-1,-4-1 39,-3 1 0,-4-2 0,-2-1 0,-4-1 0,-8 1 0,-4 0 0,-3-1 0,-3 0 37,-4-2 0,-4 1 1,-7 0-1,-4 0 0,-6 0 1,-2 1-1,-4 1 0,-3 1 18,-3 0 1,-4 3-1,-6 0 1,-4 2 0,-5 0-1,-2 1 1,21 12 0,-2 1-1,0 0 99,-1 1 1,-2 0-1,0 1 1,-4 0-1,-1 1 1,0 1 0,0 2-1,0 1 1,-1 1-1,-3 0 1,-2 0-1,1 1 119,-3 0 0,-1 1 0,-1 0 0,-6 0 0,-2 0 0,0 0 0,-1 1 0,0 0 0,-1 1 0,20 3 0,0 0 1,0 1-1,-1 0-4,0 0 1,0 0-1,-1 1 1,1 0-1,-1 1 1,0-1-1,0 1 1,-1 0-1,-1 1 1,-2-1-1,1 1 1,-1 0-1,0 0 1,0 1 0,1 0-1,-1 0-78,1 0 1,1 0 0,-1 1 0,1 0-1,-1 1 1,1 1 0,0 0 0,0 0-1,-15 1 1,0 1 0,1 0 0,-2 1-1,1 1 1,-1 1-90,1 0 0,0 1 0,0 1 0,2 0 1,0 0-1,1 1 0,3 1 0,1 0 0,1 1 1,3 0-1,0 1 0,1 0-201,2 0 0,1 1 0,1 1 0,3 0 0,1 2 0,0 0 0,2 0 0,1 1 0,1 0 0,3 0 0,2 0 0,0 0-888,-19 8 0,4 1 0,10 0-1,5 1 1105,11-5 0,3 2 0,4 1 0,2 2 0,-17 25 0,7 3 0</inkml:trace>
  <inkml:trace contextRef="#ctx0" brushRef="#br1" timeOffset="102">8733 13050 7750,'0'-14'184,"0"-1"0,0 1 2511,0 0-615,0 6-1710,0 8 1,0 14 0,0 10-1,0 5 1,0 4 0,0 4-1,0 1 138,0 1 1,-5-1 0,-2 4-1,1-4-597,0-4 0,1-4 0,3-3 0,-1-1-2211,-2-2 0,2-16 564,8-8 1736,-4-13 0,3-51 0,-1-22 0,-3 25 0,0 1 0,0 0 0</inkml:trace>
  <inkml:trace contextRef="#ctx0" brushRef="#br1" timeOffset="103">8747 12518 7750,'-6'-15'1074,"-2"6"900,-7-1 1,7 5-1161,3-4 0,5 7 0,5 2-789,5 8 0,4 5 1,4 1-1,1 1-716,-1-1 0,4 1 0,2-3 0,3 0-2583,2-3 3274,0 1 0,38 10 0,9 3 0</inkml:trace>
  <inkml:trace contextRef="#ctx0" brushRef="#br1" timeOffset="104">9337 12489 7750,'-11'-8'505,"-4"3"0,-2 4 0,1 1 1,-2 0 530,-1 0 1,-5 1 0,5 4 0,1 6-550,2 7 1,-3 4-1,1 7 1,6 1-135,5 4 0,1 3 0,1 6 1,3 0-52,6 0 0,2 0 0,5 0 0,-1 1-46,1-1 0,-3 0 0,0 0 0,-2-1-265,-2-4 0,-3-3 0,-2-6 0,-4 0-291,-5 0 1,-4-2 0,-4-3 0,-3-5-573,-1-3 0,3-8 0,-3-3 0,1-4-2969,3-1 3841,-4-6 0,-10-27 0,-3-12 0,-8-7 0,1 1 0</inkml:trace>
  <inkml:trace contextRef="#ctx0" brushRef="#br1" timeOffset="105">8848 12921 7909,'14'-15'644,"0"1"1,2 4-1,4 1 1,4-1 562,3 2 1,10-3-1,6 4 1,8 1-484,5 0 1,3-4 0,2 5 0,1 2-804,-1 2 1,0 1 0,-2 0 0,-2 1 78,-6 4 0,-4 22 0,-4 11 0</inkml:trace>
  <inkml:trace contextRef="#ctx0" brushRef="#br1" timeOffset="106">10847 13079 7691,'0'-37'239,"-1"2"0,-2 6 0,-2 0 1,0 2-1,-1 3 0,-2 5 0,-3 5 454,-4 4 0,2 4 1,-9 6-1,0 1-135,-1 4 0,-6 5 0,-6 9 0,0 6 50,0 7 0,-3 5 0,4 8 0,2 1-95,2 2 0,7 2 1,4-5-1,5-1-142,4-2 0,4-13 0,9-2 0,6-6-361,11-9 1,12-4 0,8-11-1,6-8-210,7-13 1,4-11 0,2-11-1,1-2-85,-4 1 0,-10-2 0,-3 1 0,-8 0 93,-4-2 1,-15 13 0,-7 4 0,-7 12 392,-7 10 0,-8 6 0,-8 11 1,-1 10 401,-4 12 1,4 8-1,0 12 1,1 4-210,3-1 1,2 1-1,4-7 1,2-3-180,5-1 0,4-4 1,4-2-1,6-4-1414,11-9 1,5-6-1,5-6 1,4-6-1740,4-2 0,2-13 2938,-1-4 0,-17-2 0,-9 2 0</inkml:trace>
  <inkml:trace contextRef="#ctx0" brushRef="#br1" timeOffset="107">11437 12604 7728,'-11'16'947,"-3"3"1,-4 10 0,4 11 0,1 6-48,3 7 0,-4 5 0,1 4 1,-6 5-404,-3 4 0,-1 0 0,-1 0 1,5-6-718,3-7 0,3-7 0,4-9 0,4-6-1436,3-7 0,2-6 1656,0-9 0,-38-19 0,-10-4 0</inkml:trace>
  <inkml:trace contextRef="#ctx0" brushRef="#br1" timeOffset="108">11049 13093 7738,'0'-14'0,"3"1"1764,7 4 1,7-3-1,17 6 1,4-2-433,4-3 1,9 3 0,6 0-1,9 1-1415,4 4 0,2-3 0,0 1 1,0 2 82,0 1 0,-30 5 0,1 1 0,1 0 0,0 0 0</inkml:trace>
  <inkml:trace contextRef="#ctx0" brushRef="#br1" timeOffset="109">13509 12460 7685,'-5'-19'444,"0"0"0,-4 4 1,2 7-1,1 4 1,-2 7-1,0 10 927,-3 9 0,-8 8 0,-4 7 1,-2 8-759,-4 4 1,2 9 0,-12 6 0,-1 2-392,-1 2 0,-2-2 0,20-32 0,1 1 0,0 0 0,-1 0-382,2 0 1,-1 0 0,-21 32-1,13-14 1,4-5-1306,4-3 1,9-8 0,10-7 165,6-9 1,11-8-1,12-15 1,6-4-1121,6-9 2419,10-12 0,1-24 0,4-11 0,-12 15 0,-1 1 0,1-1 0</inkml:trace>
  <inkml:trace contextRef="#ctx0" brushRef="#br1" timeOffset="110">13682 12791 7977,'9'-14'0,"-1"-1"697,-1 1 0,-3 4 1,-5 2-93,-4 2 0,-5 4 0,-10 12 0,-9 11 241,-8 9 0,-6 9 0,-3 8 0,-4 8-184,-1 6 1,6 3 0,22-30-1,1 0 1,-14 32 19,5-2 0,12-10 1,17-11-1,12-11-450,14-11 0,16-8 1,14-16-1,7-7-224,6-9 1,-29 3 0,-1-2 0,3-2 0,-1-3 0,-1-2 0,0-1-97,0-2 1,-2 0 0,-1 0-1,-3-2 1,19-27 0,-9-1-474,-12 1 1,-15 2-1,-17 6 1,-14 7-27,-16 6 0,-11 8 0,-16 9 0,-4 5-250,-4 4 1,3 4 0,2 7 0,4 6 24,6 7 1,5 7 0,14 8 0,10 0 453,11-1 0,15 6 0,16-1 358,13-1 0,15-15 0,10-3 0,4 0 0,1 1 0</inkml:trace>
  <inkml:trace contextRef="#ctx0" brushRef="#br1" timeOffset="111">14315 12906 7696,'-7'-14'1141,"1"4"1,-5 2-234,1 2 0,5 1 1,-4 7-1,-4 4-17,-5 8 1,1 9-1,-6 9 1,1 5-204,0 4 1,4-1 0,-1 10 0,4-2-255,6 0 1,4-2 0,12-8 0,7-6-288,8-6 0,17-7 0,5-9 0,6-6-159,4-2 0,5-15 0,1-6 0,-6-8 16,-3-7 0,-11 2 1,-13-6-1,-11-2-20,-9-2 0,-15 1 0,-12 1 1,-13 3-196,-12 2 0,-14 1 0,-13 7 0,33 14 0,0 1-1020,-1-1 1,0 2 0,-39-2 0,8 0 0,0 5 1230,4 5 0,14 6 0,-9 4 0,-2 0 0,-3 1 0,0 0 0,0 0 0</inkml:trace>
  <inkml:trace contextRef="#ctx0" brushRef="#br1" timeOffset="112">10013 14115 7760,'-10'-15'0,"1"3"631,-2 2 0,3-1 0,0 8 0,1 4 675,4 7 1,1 7-875,2 4 1,5 10 0,2 9 0,-1 4 0,0 2 0,-2 3 0,-3 2 0,-1 2 0,0 4 0,0 1 167,0 1 1,0 4 0,-1-3 0,-3-7-994,0-5 1,-6-4 0,4-2 0,-1-5-2322,1-5 1,-1-6 2713,3-14 0,-17-29 0,-9-13 0</inkml:trace>
  <inkml:trace contextRef="#ctx0" brushRef="#br1" timeOffset="113">9524 14532 7806,'-5'-9'1309,"2"-1"-379,4-1 0,12-2 0,13-1 1,6 1-92,6 3 1,5-1 0,5 6-1,5 2-6,3 1 1,0 2 0,-2 2 0,-3 3-993,-1 4 0,3-1 0,-5 2 1,-2 0-1216,-1-2 1,-7 4 0,1 0 0,1 4-3095,1 3 4468,-4 0 0,11 46 0,-26-25 0,1-1 0</inkml:trace>
  <inkml:trace contextRef="#ctx0" brushRef="#br1" timeOffset="114">10603 14949 8254,'-22'10'0,"2"-2"808,4-2 0,2-1 1,0-6-93,-1-4 0,6-10 0,1-9 1,1-4-19,4-6 1,1-3 0,2-8 0,2-2 93,3-6 1,4-2-1,9 1 1,3 1 435,1-1 1,1 6-1,2 5 1,-3 9-938,-1 9 1,3 1 0,-5 9 0,-1 7-830,-2 5 0,3 5 1,0 4-1,-1 8-633,-2 9 0,-2 4 1,1 3-1,-1 2-69,0 2 0,1 9 1,-2-3-1,-2 0 184,-2 2 1,1-1 0,4 2 0,1 1 300,-1-1 1,1-7 0,-1-2 0,-1-4 556,-4-1 0,4-6 0,-3-6 1,1-4 471,-2-3 1,-1-7 283,-3 2 0,-3-5 1,3-5-161,-4-5 0,-1-4 0,0-4-854,0-1 0,2-7 1,1 2-1,2-3 456,-2-2 0,4-27 0,0-12 0,1-7 0,0 1 0</inkml:trace>
  <inkml:trace contextRef="#ctx0" brushRef="#br1" timeOffset="115">11222 14359 7807,'0'-14'2470,"1"6"0,2 5-1400,2 6 1,6 5 0,-3 6 0,2 2-297,-1 4 1,-1 2-1,4 7 1,-3 0-288,2-1 0,-3 1 0,0 1 0,0 4-243,0 4 1,-4 2 0,0 0 0,0-3-151,0-2 0,-2-1 0,4-7 0,-1-3 23,0-5 1,6-9-1,-1-5 1,3-5-227,1-5 0,2-11 1,2-11-1,1-9-223,-2-5 1,4 1 0,-2-8-1,-1 3-834,-2 2 1,-2 6-1,-1 4 1,-2 4-1349,-1 5 1,-5 10 1582,4 9 0,-4 10 0,3 6 0,-2 5-1483,-2 3 2414,4 6 0,25 17 0,13 11 0</inkml:trace>
  <inkml:trace contextRef="#ctx0" brushRef="#br1" timeOffset="116">11739 14647 7807,'7'21'253,"-6"-5"1,4 3 0,-3-3 639,-2-1 0,0-6 1,0 1 517,0 1 1,0-3-1260,0 1 0,0-7 0,0-4 0,1-10-1221,4-11 1,3-4-1,7-3 1069,-1-4 0,-2-11 0,2-14 0,0-1 0,1-8 0,1 0 0,-1 1 0</inkml:trace>
  <inkml:trace contextRef="#ctx0" brushRef="#br1" timeOffset="117">11955 14144 7805,'-8'9'472,"3"1"1,4 1 190,1 2 1,0 1 0,0 2-1,1 2-268,4 1 0,3 2 0,8-4 0,2 2-181,1-1 1,7-2 0,-2-2 0,1-1-878,-1-3 1,3-2 0,-4-5-1,1 2-27,0-2 0,-8-3 1096,-2-5 0,-9 4 0,-13-4 272,-7 3 1,-9 4-1,0 3 1,-4 4-12,-6 4 1,4 3 0,-2 2 0,5 2-219,3 3 1,6 1 0,0 4-1,7 0-331,6-4 1,12-4 0,7-5 0,10-2-199,8-4 1,5-4 0,8-10 0,1-6-46,2-7 0,-5-4 0,-6-8 0,-3-2 121,-7-2 1,-5 1-1,-9 5 1,-2 4 416,-1 5 0,-9 5 0,-1 4 147,-8 5 0,-5 17 1,-1 7-1,0 8-463,-1 7 1,3 2 0,2 7 0,5 1-818,4-1 0,1-6 0,1-4 0,4-4-640,5-5 0,4-5 0,5-9 0,3-6-1197,1-2 2557,4-8 0,-11-40 0,-3-19 0,5-6 0,1 0 0</inkml:trace>
  <inkml:trace contextRef="#ctx0" brushRef="#br1" timeOffset="118">12747 13813 7767,'-8'6'459,"1"4"1,2 6 1319,1 8 1,-3 6-1,2 16 1,-4 6-657,-4 5 1,-1 15 0,-1 0 0,1 0-803,-1-3 1,3-5 0,2-8 0,5-4-1167,4-4 1,1-16 0,0-8-1689,0-6 0,6-10 0,4-7 2533,2-9 0,9-46 0,2-23 0</inkml:trace>
  <inkml:trace contextRef="#ctx0" brushRef="#br1" timeOffset="119">12991 13813 7767,'-9'8'1221,"1"6"1,0 10 298,0 8 0,4 11 1,-2 10-1,1 6-756,0 8 1,-1-4 0,3 7 0,-2-5-617,2-4 0,1-6 0,2-6 1,0-4-947,0-8 0,2-7 0,1-6 1,3-5-567,2-3 1,2-8 0,4-5-1,2-7-711,4-11 1,-3-6 2074,7-7 0,13-33 0,-15 27 0,1-1 0</inkml:trace>
  <inkml:trace contextRef="#ctx0" brushRef="#br1" timeOffset="120">13178 14403 11397,'10'6'1357,"-2"4"0,0 2-1025,0 3 1,1 1-1,6 3 1,-1 3-200,0 1 1,2 4 0,2-3 0,1 5-26,-1 4 1,3-2-1,-2 2 1,-3-4-51,-5-5 0,2 3 0,-5-3 0,0 2-84,-3-2 1,-4-2 0,-2-4-1,-4 2 92,-5 3 0,-3-1 0,-3 4 0,-1-4 24,-2-1 0,-1 3 1,6-5-706,0-1 615,6-9 0,8-60 0,8-21 0</inkml:trace>
  <inkml:trace contextRef="#ctx0" brushRef="#br1" timeOffset="121">15394 14216 7834,'-7'-10'0,"-2"2"353,-4 2 1,3 1 0,1 3 192,-2-3 1,4-3-8,2-6 1,5 6 992,5 3 152,-3-3-1232,4 7 1,-6 1 0,0 11 0,-1 6-94,-4 7 1,2 4 0,-7 2 0,-3 4-165,-4 4 1,-1 10-1,-6 5 1,-2 3-83,-1 1 0,-3-4 0,-2-2 0,-3-1-27,-2-4 1,3-8 0,-2-6-1,-1-6-127,0-7 0,5-9 0,0-6 1,5-4-33,3-4 0,2-11 0,-2-9 0,6-5-87,7-4 1,3 1 0,5-6 0,0-2-44,4-2 0,10 4 0,10 1 0,1 2 332,4 3 1,6 8-1,3 6 1,2 7 205,3 6 1,1 4 0,3 2 0,-3 4 397,-2 5 0,1 7 0,-5 4 1,0 1-306,0 4 0,-6 1 1,-7 0-1,-3-1-511,-6-2 0,0 0 0,-8 5 0,-2-2-786,-1-3 0,-2 3 1,0-5-1,0 2-683,0 0 0,4-6 0,3-1 0,1-5 1552,3-8 0,15-53 0,4-15 0</inkml:trace>
  <inkml:trace contextRef="#ctx0" brushRef="#br1" timeOffset="122">16027 14029 7728,'-21'0'214,"-3"0"0,-8 0 0,0 1 1,3 4 751,4 4 0,1 11 0,-5 5 0,0 9-92,0 9 0,7 3 0,3 10 0,4 5-186,6 3 1,2-2 0,7 2 0,2-5-848,3-7 0,8-9 0,7-8 0,4-6-595,7-2 0,-2-11 1,4-3-1,-3-5-469,-1-5 0,-2-5 1223,-3-7 0,-16-39 0,-9-21 0</inkml:trace>
  <inkml:trace contextRef="#ctx0" brushRef="#br1" timeOffset="123">16243 14029 7728,'-15'6'599,"6"-3"0,-1 8 0,-1 4 545,-2 2 0,3 9 0,1-1 0,-2 7-562,-2 7 0,3 9 1,1 3-1,-3 2-517,0-1 1,2-7-1,2 0 1,2-5-759,2 0 0,3-11 0,1-5 0,1-8-938,4-7 0,5-2 1,7-9 1630,3-3 0,24-48 0,-20 18 0,-1 0 0</inkml:trace>
  <inkml:trace contextRef="#ctx0" brushRef="#br1" timeOffset="124">16386 14331 7728,'0'-15'557,"0"1"0,0 0 623,0-1 1,0 9 0,-1 6-355,-4 8 0,-3 12 1,-5 8-1,2 5-170,1 4 0,6-3 0,-4 2 0,1 0-154,4-4 1,1-2-1,2-3 1,2-3-234,3-5 1,4-4-1,9-6 1,1-4-52,-1-3 1,-2-10-1,-2-7 1,-1-7-180,-3-5 0,-4-9 0,-6-2 1,-2-2-705,-2 2 0,-9-4 1,-8 4-1,-1-2-535,-4 2 0,0 2 0,2 9 0,5 3-497,3 5 0,10 5 0,6 4 208,8 5 0,11 4 1489,5 1 0,12 13 0,6 6 0,5 1 0,-1 0 0</inkml:trace>
  <inkml:trace contextRef="#ctx0" brushRef="#br1" timeOffset="125">16645 14244 7728,'15'2'801,"-1"3"1,-6-2 172,-3 7 1,-5 1 0,-5 6 0,-3 4 36,0 1 0,-5 2 1,5 5-1,-1 2-274,-1 2 1,5-2-1,-3 2 1,2-3-245,3-1 0,8-6 1,6-4-1,5-5-277,3-4 0,11-4 1,-1-9-1,1-7-43,1-9 1,-9-6-1,-3-6 1,-4-2-265,-6-6 0,-2-2 1,-10-2-1,-5 1-737,-7 4 1,-9 1 0,-1 7 0,-6 1-448,-2 6 0,-6 6 1,6 4-1,1 3-914,1 6 1,9 2 2188,3 2 0,28 26 0,9 6 0</inkml:trace>
  <inkml:trace contextRef="#ctx0" brushRef="#br1" timeOffset="126">16919 13870 7728,'13'-6'0,"-1"6"0,1 9 1283,3 9 0,3 6 1,0 11-1,5 8 160,4 8 0,-4 7 1,-2 6-1,-3 5-675,-6 1 1,0 5-1,-8-9 1,-4 1-432,-4 0 1,-10-6 0,-8 0-1,-3-7-423,-6-6 0,1-10 0,-6-3 0,1-3-418,1-3 1,-1-5 0,7-14-1,3-7-1471,5-6 0,3-7 1,3-11 1974,4-7 0,17-34 0,9-14 0,-3 19 0,-1 0 0,0 0 0</inkml:trace>
  <inkml:trace contextRef="#ctx0" brushRef="#br1" timeOffset="127">17451 14359 9848,'14'0'0,"2"0"1491,4 0 0,4 0 1,8 0-1,3 2-628,1 3 1,1-4 0,3 6 0,-3-2-572,-2-1 1,-8 1 0,-8-3-1320,-3 3 0,-9-2 0,-9 5-1852,-11-2 1,-14 4 2878,-11-5 0,-25 8 0,-12 4 0,21-6 0,0-1 0,-1 1 0</inkml:trace>
  <inkml:trace contextRef="#ctx0" brushRef="#br1" timeOffset="128">17264 14662 7706,'14'14'350,"2"-1"0,2-4 0,4-4 878,6-3 0,-1-2 1,11 0-1,0 0-638,-1 0 0,5-5 1,-5 0-1,-1 0-453,-2-1 0,1 4 0,-3-4 0,-3 1-3067,-4 0 2930,-7-6 0,-29-10 0,-15-9 0</inkml:trace>
  <inkml:trace contextRef="#ctx0" brushRef="#br1" timeOffset="129">18228 14187 7706,'0'14'1359,"0"1"0,-2 1 0,-1 3-30,-2 5 1,1 14 0,2 8 0,-3 9-848,-4 9 0,-4 11 1,5-33-1,0 1 1,-1 1-1,0 1-242,0 1 1,-1-1 0,-2 3 0,0-1 0,2-7 0,1 0 0,0 0 0,0-1-1424,-7 38 0,8-6 1183,3-9 0,-2-19 0,-1-16 0</inkml:trace>
  <inkml:trace contextRef="#ctx0" brushRef="#br1" timeOffset="130">32183 15899 13766,'-1'-29'1047,"-4"0"0,3-1 1,-1-4-1,8-2 1,8-1-1,6 3 0,2 4 1,1 3 532,0 3 0,-4 9 0,-1 14-369,-5 9-544,-6 1 0,-1 17 0,0-5 1,-2 1-1,-3 4 0,-3 1 1,-4 3-668,-1 4 0,3 4 0,-4 10 0,-2 5 0,-2 3 0,-1 9 0,-1 6 0,-1 4 0,-3 0 0,1 3 0,-4-1 0,1-2 0,4-1 0,2-15 0,6-9 0,4-14 0,5-16 0,5-20 0,-1-13 0,9-13 0,3-6 0,0-6 0,7-4 0,1-3 0,1-4 0,-1-9 0,8-1 0,-3-6 0,1 2 0,1 7 0,-3 0 0,0 10 0,-3 6 0,-1 10 0,-13 11 0,-1 14 0,-7 6 0,-3 15 0,-2 3 0,-2 5 0,2 4 0,-3 0 0,4 3 0,1 2 0,0 4 0,0 6 0,0 0-36,0 1 0,-2 0 0,-1 4 0,-2 4-2102,2-1 1,-5 3 0,-2-8 0,-2-2 1431,-3-4 1,-4-9-1,-2 0 1,0-9 1849,1-7 1,-6-11-1,4-2 1,-2-10 589,0-11 0,5-12 0,-4-4 1,1-1-1735,-1-4 0,1 0 0,-4 1 0,2 6 0,-1 2 0,2 4 0,0 3 0,-1 5 0,1 3 0,2 8 0,7 3 0,0 4 0,6 1 0,3 4 0,10 0 0,4-6 0,10-9 0,5-12 0,4-4 0,1-11 0,2-7 0,4-8 0,-1-1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5496 9539 7671,'-21'0'533,"5"0"1,-3 0 0,4 2 0,4 3 0,3 4 452,2 4 1,-1 3 0,4 3-1,-3 5 235,-2 3-1042,4 2 1,-8 2 0,4 1 0,-2 3-1,1 2 1,-3 3 0,-2 1 337,-5 2 0,3-4 0,-5-1 1,0 2-248,-3 2 0,-3 5 0,-2 1 0,0-1-78,1-2 0,-1-7 0,-1 0 0,-2 2-17,-2 2 1,5-5-1,5-5 1,-1-5 17,-2-3 0,4-8 1,4-2-1,1-7-18,-1-6 0,8-1 0,-3 0 0,1-1-80,0-4 1,-1-8-1,-1-8 1,1-1 18,0-4 1,-1-1-1,1-2 1,-1 0 79,1 1 1,1-1 0,2-1 0,3-1 69,2 2 1,1-3 0,5 10 0,1-2 97,4 0 1,5 5-1,7-4 1,6 4 58,4 7 1,0-1-1,11 8 1,2 2-422,2 1 0,1 2 0,0 0 0,-1 2 0,-4 3 0,7 1 0,-5 7 0,0 0 0,1 2 0,-5 3 0,-1-2 0,-2 2 0,1 1 0,-7 0 0,-8-3 0,-3 2 0,-1 1 0,-6 5 0,-1-3 0,-1-1 0,-4 1 0,-2 5 0,-2-4 0,-2 2 0,-2 0 0,-2-5 0,4 4 0,-2-1-416,2 0 0,-3-2 1,1 2-1648,2-1 1,1-2 0,4-6 0,3-4 2062,4-4 0,-15-80 0,1 27 0,0 0 0</inkml:trace>
  <inkml:trace contextRef="#ctx0" brushRef="#br0" timeOffset="1">6172 9338 7720,'-18'-2'-99,"4"-1"0,1-2 0,0 1 0,-1-1 417,-1 0 1,1 0 1045,0 5 1,-1 2-1,1 1-669,-1 2 1,1 11 0,-2 0-1,-1 5 77,-3 4 1,-5 10 0,1 7 0,-3 7-105,-2 7 0,0 0 0,0 11 0,1 4-198,-1 4 1,6 0 0,14-35 0,1 0 0,-3 38-21,6-3 1,3-6 0,2-3 0,2-2-186,3-4 0,3-7 0,6-6 0,0-7-120,1-7 1,4-2 0,0-3 0,-1-1-317,-2-3 1,3-4-1,0-9 1,-1-2-688,-2 3 0,3-6 0,0-1 0,-1-4-817,-2-1 1,-2 0 0,0 0 0,1 0-64,-1 0 1,0-11 0,1-3 1737,-1-2 0,-3-25 0,-1-11 0,1-3 0,0 0 0</inkml:trace>
  <inkml:trace contextRef="#ctx0" brushRef="#br0" timeOffset="2">6330 9985 7447,'0'-8'141,"0"4"1,0 10 0,0 8 860,0 9 1,0 6 0,0 4 0,0 6-441,0 2 0,0 7 1,0 2-1,-2-1-541,-2 1 0,2-2 1,-4-7-1,1-4-1516,0-8 0,0-2 1,7-9-1101,3-6 2595,3-4 0,0-84 0,-5 28 0,0 0 0</inkml:trace>
  <inkml:trace contextRef="#ctx0" brushRef="#br0" timeOffset="3">6316 9554 7720,'-10'-5'-1055,"0"0"1055,7 0 0,-2 5 0,10 0 0,-3 0 0,17 7 0,-3 1 0</inkml:trace>
  <inkml:trace contextRef="#ctx0" brushRef="#br0" timeOffset="4">6488 9165 7728,'-6'-8'871,"6"2"1,1 8 136,12 2 1,2 1 0,5 8 0,1 3-63,3 0 1,-1 1 0,1 3 0,1 4-145,2 3 1,4 3 0,1 4 0,1 4-167,-1 4 1,0 2-1,0 3 1,2 2-119,-2 3 0,-7-1 0,-2 3 0,-3-3-233,-2-1 0,-2-1 1,-3-2-1,-4 2-182,-4 2 0,-3-4 0,-2 2 1,-2 2-116,-3 7 1,-3-5 0,-8 3 0,-1-4-300,-2 0 1,-7 0 0,2 6 0,-2-2-304,2-3 1,-1-4 0,4-6-1,0-1-325,1-4 0,-3-4 1,7-10-2017,3-5 0,9-13 2955,-1-10 0,10-36 0,3-21 0</inkml:trace>
  <inkml:trace contextRef="#ctx0" brushRef="#br0" timeOffset="5">7553 10086 7684,'6'-8'1042,"4"2"0,7 4 0,4-1 456,2-2 0,2-4 0,7 2-803,2-1 1,4 0-1,-4-1 1,-2 2 0,-2 2-1,-3 1 1,-1-1 0,-4 0-1,1 0-38,-1 2 1,-5 1 0,3 2 0,-4 0-948,-2 0 0,-4 0-2516,-1 0 0,-6 2 0,1 1 376,-8 2 0,0 6 0,-9-1 2430,-3 3 0,-20 5 0,-10 4 0,-1 1 0,0 0 0</inkml:trace>
  <inkml:trace contextRef="#ctx0" brushRef="#br0" timeOffset="6">7538 10360 7684,'0'9'467,"0"1"1,2-7 0,3 2-70,4-4 1,11-1 0,4 0 0,3 0 1717,2 0 0,1 0 0,2-1 1,3-3-790,2 0 0,-4-6 0,4 4 0,-2-1-779,-3 1 0,-1-4 0,-3 6 0,0-1-499,-4-2 1,1 6 0,-6-6-1169,-1 1 0,-2 4-5267,-2-2-548,-6 2 6934,-1 2 0,-7-6 0,0-2 0</inkml:trace>
  <inkml:trace contextRef="#ctx0" brushRef="#br0" timeOffset="7">21580 11295 7704,'-21'-13'642,"-3"3"1,4-2 0,0 2 0,6-3 0,6-1 531,8-1 1,6 6 0,10-1 0,2 1-570,1 1 1,7 0 0,-4 4-1,2 0-19,0 0 0,-2 3 0,4 1 0,-4 1-16,-1 4 1,-2 3-1,-4 8 1,-3 2-22,-2 1 0,-4 7 0,-6-2 1,-1 3-118,-4 2 0,-5 4 0,-7 1 1,-4-2-242,-1-2 0,-2-1 0,-7 0 0,-1-2-187,-1-3 0,-1-5 1,7-9-1,2-6-262,1-2 1,1-5-1,-1-7 1,7-9-224,5-7 0,6-9 0,6-5 0,2-6-9,2-7 1,4-1 0,8 1 0,4 5 310,4 3 0,3 10 0,0 6 1,-2 10 539,-1 8 1,-1 5 0,2 6 0,-1 1 275,2 4 1,-5 9-1,-2 10 1,-3 3-32,-2 2 1,-6 0 0,-3 0-1,-3 0-481,-2-1 1,-2 6-1,-1 0 1,-5-3-126,-5 0 0,2-4 0,-10-1 0,2-4 0,0-1 0,-5 3 0,3-7 0,0-2 0,0-4 0,1-8 0,2 2 0,-1-5-71,1-5 1,7-4 0,3-12 0,2-6-794,3-5 0,1-13 0,2 2 0,2-2 445,2 0 1,9 4 0,6 1 0,1 4 312,0 6 1,-2 4-1,4 14 1,1 2 435,-1 5 0,-3 4 1,4 4-1,-3 5 263,-2 6 1,-7 10-1,-3 0 1,-1 3-60,-4 2 0,-2 5 0,-1 1 1,-1 2-535,-4 3 0,-5-4 0,-7 1 0,-4-2 0,-1-3 0,-1-1 0,-2-2 0,1-2 0,-2-3 0,5-5 0,2-8 0,3-3 0,2-2 0,-1-2 0,1-11 0,0-6 0,-1-4 0,7-15 0,2-2 0,1-6-367,0-3 0,0-5 0,5-1 0,2-1-207,3 1 1,4-3-1,9 9 1,3 8 315,1 8 1,1 6 0,2 8-1,-1 4 380,2 4 0,-4 10 1,0 6-1,1 6 816,-1 7 1,-6 4 0,0 0-1,-6 1-801,-4 0 0,-1 0 0,-5 0 1,0-1-138,0 1 0,-6-5 0,-4-2 0,-3 1 0,-1-1 0,-1-4 0,1 1 0,0-5 0,-1-4 0,1 1 0,-1-6 0,1-2 0,0-1 0,4-4 0,2-3 0,0-4 0,0-4 0,5-8 0,-2-3 0,4-3-686,1-2 1,6 0 0,4 2 0,2 2 355,3 1 0,-1 6 0,-1-1 0,-2 3 402,-1 2 1,-1 1-1,6 3 234,-1 5 1,-4 5-1,-2 5 73,-2 5 0,-1 9 0,-4 7 0,3 4-141,0 4 1,3 1 0,-4-3 0,2 1-252,-2-1 1,3-6 0,-1-4 0,-2-1-193,-1-3 0,-2-2-1197,0-2 51,0 0 1,0-12 0,-2-7 0,-1-6 0,-2-3 1,-4-2 0,2-2-1,-1-3 1350,-3-1 0,-21-28 0,-6-11 0</inkml:trace>
  <inkml:trace contextRef="#ctx0" brushRef="#br0" timeOffset="8">20055 11223 7826,'0'-15'0,"0"1"112,0 0 1,-2 4 0,-1 0 1144,-2-1-680,1 5 0,4-4 0,0 10 1,0 7-1,0 5 0,0 6 453,0 1 0,0 8 1,0 1-1,0 5-477,0 4 0,-5-3 1,-2 4-1,1 2-228,0 1 1,-4-2-1,4-2 1,-2-2-506,-3-3 0,3 3 0,0-3 1,1-3-262,4-4 0,0-9 0,0 0-2548,-2-5 855,0-7 1,10-4 0,0-12 2133,-2-5 0,5-38 0,0-13 0</inkml:trace>
  <inkml:trace contextRef="#ctx0" brushRef="#br0" timeOffset="9">20444 11223 7826,'0'-15'273,"0"1"0,0 0 852,0-1 1,-2 2-628,-3 4 0,-3 2 0,-6 9 387,-1 3 1,6 4 0,-1 9 0,-1 4-243,-2 6 1,-1-1-1,1 11 1,2 2-355,1 2 0,5 6 0,-3 1 1,2 2-229,3 4 1,3-6 0,6-2 0,9-7 27,7-7 0,7-4 0,3-7 1,3-7-109,2-9 0,1-6 1,5-6-1,-1-9-224,-4-7 1,-3-7 0,-6-3 0,-2-3 601,-3-2 0,-3-1 1,-8-5-1,-4 1-92,-4 4 0,-3-4 1,-2 4-1,-3-2-262,-7 2 1,-1-2-1,-13 6 1,-2 4-725,-1 4 0,-2 2 0,2 8 0,2 5-667,1 3 0,6 3 0,-1 5 0,4 2-848,6 2 0,2 0 2234,7 5 0,0 1 0,0 4 0</inkml:trace>
  <inkml:trace contextRef="#ctx0" brushRef="#br0" timeOffset="10">21710 11050 7135,'0'10'2020,"0"-1"-13,-7-5-1161,6 2 0,-4-6-221,10 0 0,3-2 0,6-2 0,2-6 384,3-3 0,3-8 1,9-3-1,2-4-345,6-6 0,9-9 0,6-10 0,-24 25 0,1-1-286,2-3 0,1 1 0,2 1 0,0-1 0,1-2 0,1-1 0,0 1 0,-1-1-3,-1 1 1,-1 1 0,-2-1-1,1 2 1,25-25 0,-2 3-206,-6 5 1,-6 3-1,-5 4 1,-3 2-171,-2 6 0,-3 4 0,-6 3 0,-4 4 0,-1 1 0,-2 2 0,-5 6 0,1 2 0,-1 1 0,1 2 0,-3-3 0,0 2-1383,-3-3 0,-1 5-3378,2-3-781,3 7 5542,-12-4 0,-48 15 0,-27 10 0,-6-2 0,0 0 0</inkml:trace>
  <inkml:trace contextRef="#ctx0" brushRef="#br0" timeOffset="11">21753 11482 7725,'-15'0'764,"1"0"1,0 0 1604,-1 0 0,2 1-1726,4 4 0,4-2 0,10 5 0,6 0 167,7 0 1,-1 2-1,7 4 1,2 2 63,1 4 1,8 2-1,3 7 1,4-1-218,1 1 0,2 2 0,1 1 0,5 3-44,5 2 0,-6-1 0,6 4 0,-3-3-542,-2-2 1,-3 0 0,1-3 0,-2 0-72,-6-5 0,-1 2 0,3-6 0,0 1 0,1 0 0,-1-7 0,-2 2 0,-1-3 0,-1-1 0,-6-6 0,4 1 0,-3 0 0,-7-2 0,-5 3 0,-7-5 0,-1 2 0,-1 2 0,-4 4-185,4-6-2788,-11-2-1383,4-6 3817,-6 0 0,0-1 1,0-4-1379,0-5 0,-2 2 1,-2-1-2224,-6-2 4140,4 4 0,-65-18 0,31 13 0,0 0 0</inkml:trace>
  <inkml:trace contextRef="#ctx0" brushRef="#br0" timeOffset="12">21537 9755 7938,'9'-5'382,"1"1"1,-7-3-1,2 2 2280,-3-4-2020,-2 2 350,0 1 0,-2 8 158,-3 2 1,4 6-1,-6 8 1,2 1-751,1-2 0,-6 6 0,4-1 1,-1 2-223,1 0 0,0-5 0,2 5 1,0 0 19,0-1 1,-2-3-1,1-5 1,2-1-377,1 1 0,2-6 93,0 1 0,2-2 228,3 1 0,3-2 0,6-7-46,1 0 0,-1-5 0,0 0 0,1 2-5,-1 1 0,0 2 1,1 0-68,-1 0 1,1 0 0,-1 0 200,0 0 1,-4 2 0,-2 3 48,-2 4 1,-1 4 0,-5 2-100,0-1 0,0 0 1,-1 1-1,-4-1-193,-5 0 1,-3 1 0,-3-1 0,-1-1-533,-2-3 1,-7 2 0,2-2-1,-3 3-85,-2 1 1,0 1 0,2-3 0,2-2-319,1-5 1,-4 1-1,-2-1 1,5-2-935,2-1 0,4-4 1,5-3 1885,-1-4 0,14-42 0,2-12 0</inkml:trace>
  <inkml:trace contextRef="#ctx0" brushRef="#br0" timeOffset="13">21465 9726 7938,'0'-14'589,"0"0"1,0-1 0,2 2 668,2 4 0,4 2 1,7 6-1,-1-2-830,1-2 0,-1 0 0,2 5 1,1 0-825,3 0 0,5 0 1,-1 0-1,2 2-1018,-2 3 1,3 1 0,-5 5 1413,1-1 0,-3 12 0,-5 8 0</inkml:trace>
  <inkml:trace contextRef="#ctx0" brushRef="#br0" timeOffset="14">21997 9755 7938,'-14'5'517,"0"0"0,4 4 0,0-2 1,-1 1 396,-2 3 1,4 2 0,1 1 0,0 2-233,0 3 1,0 4 0,-3 5 0,1 3-155,-1 2 1,4-1 0,1 7 0,1-1-119,0-1 0,1-2 0,4-8 0,1-3-294,4-5 0,3-4 0,6-6 1,1-4 59,-1-3 0,5-9 0,1-2 0,-3-6 82,-1-4 1,-3-2 0,-2-4 0,-3 1-18,-2-2 0,4-6 0,-5-1 0,-2 1-136,-1 1 1,-4 3 0,-3-1 0,-4 0-804,-4 0 1,-1 2-1,-1 3 1,1 5-1790,-1 3 1,6 8 0,-1 3-370,-1 4 0,5 9 2856,1 6 0,10 45 0,3 18 0</inkml:trace>
  <inkml:trace contextRef="#ctx0" brushRef="#br0" timeOffset="15">22314 9640 7925,'9'8'61,"1"-3"0,-5-4 459,4-1 0,-5 2 1,2 1 185,0 2 1,-4 1-1,3-1-41,-4 5 0,-2 3 0,-2 1 0,-4 0-164,-1 1 0,-3 6 1,-7 3-1,-1 4-382,2 6 1,-1-4-1,0 4 1,-1-4-474,2-1 0,1-2 0,3-1 0,2-4-651,1-1 1,5-7 0,-3-4 1004,2 1 0,-18-75 0,12 23 0,0 1 0</inkml:trace>
  <inkml:trace contextRef="#ctx0" brushRef="#br0" timeOffset="16">22299 9396 7925,'-6'-13'209,"-4"3"0,2-1 1,-1 6 884,-2 2 0,-2 1 0,-2 4 1,1 3-471,0 4 1,-1 11 0,1 3 0,0 5-264,-1 0 0,-4 3 0,0 1 0,1 1 16,2-1 0,7-1 0,1-3 0,1 1-28,4 0 0,5-7 1,6-4-383,6-7 0,8-4 0,-1-7 0,2-4 40,2-5 1,1-2 0,-1-12 0,-1 1-50,2-1 1,-5 4 0,-1-5-1,0 0-317,-1 2 1,-5-4 0,-4 7 0,-1 2-3223,-1 1 1764,-1 1 1,-7 9-1,0 7-801,0 12 2618,0 8 0,-3 18 0,-1 8 0,0 4 0,0-1 0</inkml:trace>
  <inkml:trace contextRef="#ctx0" brushRef="#br0" timeOffset="17">22371 9784 7925,'0'14'0,"0"1"427,0-1 0,0 1 1,0-1 399,0 0 0,0 1 1,-1-1-1,-2 0-24,-2 1 1,0-1-1,5 1 1,-2-1-291,-2 0 0,2 1 1,-3-1-1,4 1-121,1-1 0,1-1 0,2-2 0,4-3-151,1-2 1,1-1 0,6-5 0,-1 0 37,1 0 1,-1-6 0,0-5 0,1-5 12,-1-4 1,-6 0 0,-3 2 0,-4-1-331,-1 1 0,0-3 0,0 2 0,-1 3-1896,-4 5 0,-3-2 0,-6 4-3318,-1-4 5252,1 5 0,-64 14 0,30 2 0,1 0 0</inkml:trace>
  <inkml:trace contextRef="#ctx0" brushRef="#br0" timeOffset="18">21580 12216 7847,'8'-15'115,"-3"1"1,-4 4-1,-1 1 1,0-3-1,2 1 1,1 0-1,2 1 1615,-2-1 1,-1 3-389,-2-1 0,0 7-705,0 2 0,-5 6 1,-1 10-252,-2 4 0,-2 0 0,-4 6 0,-1-2-171,1 2 0,1 1 1,2 2-1,1-1-109,-1 1 1,3-5-1,0 0 1,2 0-147,3-2 1,1-1-1,2-6 1,2-1-82,2 0 1,0-1 0,5-2 0,2-3 172,2-1 0,2-1 0,-1-1 153,0 5 0,-6-2 1,-1 0-1,-3-1 10,1 1 1,0-3-1,-7 3 1,-1 0-369,-2 0 0,-6 0 1,2 3-1,-4-1-710,-1 1 1,-1-3 0,1 0-1,-1-1-393,1-4 0,0-2 1,-1-1-1,1 0 1256,-1 0 0,-12-38 0,-3-10 0</inkml:trace>
  <inkml:trace contextRef="#ctx0" brushRef="#br0" timeOffset="19">21652 12129 7847,'10'-14'814,"-2"-1"-23,-2 1 1,4 5-1,-4 1 1,2 1-249,3 4 0,2 1 1,1 2-920,1 0 1,-1 0 0,0 2-1,1 3-26,-1 4 0,1 3 0,-3-1 0,0-2-738,-3 2 1,-4 2 0,3 2 1139,-2-1 0,-1 0 0,-5 1 0,0-1-79,0 1 1,-1-1 0,-3 0 0,-2 1 116,-2-1 0,3 1 1,-4 1-1,-1 1 608,2 2 0,-3 5 0,4-3 1,1 1 155,0 4 1,-4-4-1,5 1 1,2-1-155,1 1 1,2-4 0,0 3-182,0-1 1,7-7-1,2-6 1,4-3-63,2-7 0,4-6 0,2-11 0,-1-5-136,1-3 1,3-8 0,-5-2 0,-3-1-259,-4-1 0,0 1 0,-4-3 0,0 2-620,-3 6 0,-5 2 1,-3 2-1,-4 1-1501,-1-1 0,-1 8 0,-5 7-1044,-1 7 3154,1 12 0,-1 33 0,3 15 0,-4 6 0,1 1 0</inkml:trace>
  <inkml:trace contextRef="#ctx0" brushRef="#br0" timeOffset="20">22501 12431 7847,'-7'-14'49,"4"4"0,-6 2 1,-3 2-1,0 3 1142,-3 1 1,1 4 0,0 3-1,-1 6-208,1 6 1,-7 1 0,-1 6 0,-2 2-874,0 1 0,4 2 0,-4-1 1,-1 3-142,-2 2 0,4-4 0,3 1 0,2-6-1447,4-3 0,-4-2-2344,8-4 3822,4-7 0,0-59 0,6-21 0</inkml:trace>
  <inkml:trace contextRef="#ctx0" brushRef="#br0" timeOffset="21">22256 12331 7847,'-13'-15'530,"4"1"1,-2 4-1,4 2 1031,-1 2 1,3 1-768,-4 5 0,4 5 0,-3 3 0,2 3-318,3 5 0,-4 2 1,2-2-1,1 1 19,-3 2 1,6 1-1,-4-6-40,3 0 0,4-6-184,3-3 1,3-5 0,6-6-149,0-9 1,1-1 0,-1-8 0,-1 0-112,-4 2 1,3-5 0,-8 5 0,0-2-144,-3 0 0,-1 6 0,-1 0-682,-4 7 0,-3 5 0,-7 6 0,3 1-164,2 4 1,-3 8-1,5 8 1,0 1-550,4 4 1,2 1 0,2 2 1525,0-1 0,0 52 0,0-33 0,0-1 0</inkml:trace>
  <inkml:trace contextRef="#ctx0" brushRef="#br0" timeOffset="22">22343 12676 15559,'-2'14'595,"-3"1"1,4 6 0,-4 1 0,3 2-324,2 0 0,-5 0 0,1 3 0,0-3-162,3-5 0,7-3 0,4-3 1,3-2-50,1-1 1,0-7-1,1 0 1,-2-8 42,-4-9 0,4-2 0,-5-6 0,0-1-71,-3 1 1,-4 0 0,-1-4 0,0 4-376,0 1 0,-6 0 0,-4 5 0,-2 0-1061,-3 3 1,1 4-1,1-3 1,2 4-3340,1 2 4742,1 1 0,-12 5 0,-2 0 0</inkml:trace>
  <inkml:trace contextRef="#ctx0" brushRef="#br0" timeOffset="23">23278 9583 7763,'-15'-2'420,"3"-3"1,0-3 2757,3 0-1957,6-5-1006,-4 12 0,14-4 0,1 10 0,0 4 0,-2 3 0,-1-1 87,0-2 0,-1 3 0,-4 5 0,0 2-72,0-1 0,-1-2 0,-4-2 1,-5 1-41,-2-1 0,-8 0 0,1 1 0,0-1-54,-2 1 1,5-7 0,-5-2 0,2-1-3,0 0 1,2-2 0,7-8-211,5-5 0,4-2 1,1-4-1,3-2-159,6-1 0,3-5 1,10 5-1,0 1 114,1 2 0,-4-1 0,3 1 0,-1 4 301,-3 4 0,-2 4 1,-2 4 151,0 0 0,-6 8 0,-3 6 0,-3 10 90,-2 8 1,-7 0-1,-2 5 1,-4-2-12,-1-3 1,-1-2 0,1-1-1,-1-2-297,1-3 0,0-3 0,-1-8 0,1-2-178,-1-2 1,6-5-1,-1 0-89,-1-2 1,0-8 0,0-6 0,3-4-21,1-3 0,3-2 1,4 2-1,0-5-154,0-3 0,0 3 0,1 2 0,2 1 26,2 3 0,6 7 0,-1 3 0,4 2 223,5 3 0,-3 7 0,4 6 1,-4 4 167,-2 6 1,0-3 0,1 7 0,-1 2 149,1 1 0,-3-3 0,-2-2 1,-4 1-874,1-1 1,-6-4-1837,4 1 1,3-6 2468,2-9 0,2-82 0,-4 23 0,-1 0 0</inkml:trace>
  <inkml:trace contextRef="#ctx0" brushRef="#br0" timeOffset="24">23868 9036 7763,'8'-7'647,"0"6"618,-4-4 1,-2 11-1,3 9 1,-4 9-514,-1 8 0,0 5 0,-1 7 1,-4 4-528,-5 5 1,-2 3 0,-4 2-1,-2-3-280,-1-2 1,0-8-1,6-10 1,3-3-2355,5-5 1,1-9-2291,4-4 4699,-4-12 0,21-32 0,11-18 0,-4-4 0,0 1 0</inkml:trace>
  <inkml:trace contextRef="#ctx0" brushRef="#br0" timeOffset="25">24127 9065 7964,'14'0'615,"-1"1"1,-4 6 0,-4 7 380,-3 8 0,-4 12 0,-3 7 1,-4 9-349,-4 8 0,-1 4 1,-1-1-1,-1 1-391,-3-1 0,5-4 1,-1-4-1,7-7-1343,2-6 0,4-4 1,-3-9 1085,4-3 0,-12-10 0,-3-7 0</inkml:trace>
  <inkml:trace contextRef="#ctx0" brushRef="#br0" timeOffset="26">23177 12547 7758,'-6'-15'366,"-2"2"1,-5 2-1,3 2 1,5-3 0,5 0 646,5-3 0,3 6 0,8-1 0,2-1-559,1-2 1,2 3-1,-4 2 1,3 2-8,-3 3 0,-1 1 1,0 2-1,2 2-98,1 3 1,-2 3 0,-5 6-1,-4 2-107,-2 3 1,-1-1 0,-5 4 0,0 1 7,0-1 1,-2-4 0,-3 1 0,-4-3-110,-4-2 1,-1 0 0,-1-1 0,1-3-226,-1-5 1,-4-4 0,0-1-1,2-1-178,1-4 1,1-5 0,2-9 0,4-5-143,4-3 1,3-8 0,2-2-1,2-1 42,3-1 1,4 1 0,11-4 0,2 4 113,0 4 1,4 10 0,-7 7 0,-1 6 619,-2 6 0,-2 5 0,0 6 0,-1 9 288,-3 7 0,-4 5 1,-6 2-1,0 0-179,0-1 0,-1 3 0,-4 1 0,-5 1-209,-3-1 1,4-3-1,-2-3 1,-4-4-138,-2-1 1,-3-2 0,5-5 0,-3 1-93,-1-1 0,0-6 0,4-3 0,1-3-307,-1-2 0,6-4 1,1-4-1,1-8-38,4-4 1,2-6-1,1-7 1,0-4-89,0 0 1,6-3-1,4 6 1,4 2 131,5 2 0,-3 1 0,5 2 0,-2 5 250,0 7 0,5 3 0,-5 7 1,1 3 551,0 5 1,-5 12 0,1 9 0,-7 3 29,-2 2 1,-2 1 0,-5 2 0,0 2-63,0-2 1,-2-4 0,-3 0 0,-4-3-296,-4 1 1,-2 2-1,-1-8 1,-1-3-132,-2-1 0,1-1 0,7-3 0,1-2-1438,-1-5 1,3-4-960,-1-1 0,5-6 0,1-5 0,5-5 2311,3-3 0,8-19 0,4-7 0,-1-3 0,0 1 0</inkml:trace>
  <inkml:trace contextRef="#ctx0" brushRef="#br0" timeOffset="27">24170 12503 7758,'8'-22'0,"-4"3"484,-2 3 0,-2 1 0,0 1 39,0 0 1,-2 4 0,-1 0 0,-3 1 0,-2 1 0,-3 3 58,-2 3 0,-1 2 0,-1 0 0,-1 2-304,-3 3 0,1 4 0,-6 11 0,-1 4 24,-2 3 0,3 3 1,1 2-1,3 2-50,2-2 1,2 3 0,3-3 0,4-3-184,4-4 0,5-2 0,5 1 0,6-7-39,6-6 0,1-3 0,6-4 0,1 0-21,3 0 0,0-9 1,1-5-1,0-1 164,0 1 0,-7-7 0,-3 2 0,-3-2 60,-1-4 1,-1 5 0,0-5 0,-1 2-101,-3 0 0,1-5 1,-5 5-1,1 0-174,-1-2 0,-1 5 384,-5-3-207,0 9 0,-2 15 1,-1 11-1,-3 6 81,-2 9 0,0 4 1,-3 8-1,3 0 486,1 0 1,2 8 0,5 4 0,0 2-417,0-1 1,0-1 0,0 2 0,2 1-243,3-1 0,1-6 0,5-3 0,-1-3-734,1-2 0,-3-4 0,2-3 0,-1 0-1319,-1-4 1,4-8 0,-6-5-3395,2-3 5402,-5-8 0,-73-27 0,22 3 0,0 0 0</inkml:trace>
  <inkml:trace contextRef="#ctx0" brushRef="#br0" timeOffset="28">2719 13381 7748,'-7'14'264,"1"-2"1,-5 0 0,3 4-1,2 2 1,2 3 0,3 3-1,-1 3 572,-3 2 1,4 4 0,-4 2 0,3 2-162,2 3 1,-1 2-356,-4 1 0,-1-2 1,-6-1-1,3-1 1,-4 1-1,-3 3 70,-3 5 1,-7-3 0,2 3 0,-3-4-119,-2 0 1,-1-1 0,-2 0 0,-3 0-93,-2 0 0,3-6 0,-2-3 0,-1-4 23,0-1 0,5-12 1,-1-4-1,2-5-31,2-5 0,1-3 0,-1-5 0,2-6-83,3-6 0,3-6 0,7-7 1,-1-4-86,1-4 0,6-2 1,3 0-1,3 2 131,2-2 0,2 3 0,3 0 0,4 2 420,4 3 0,3 8 1,3 5-1,7 3 108,6 2 1,5 6-1,6 3 1,0 5-218,0 5 1,2-4 0,1 6 0,2-1-447,-1 3 0,-1-1 0,0 2 0,2 3 0,-1 4 0,-9-1 0,-4 4 0,-4-3 0,-1 2 0,-2 2 0,-3 5 0,-5-4 0,-3-1 0,-3 5 0,-2-3 0,-3 5 0,-2 0 0,-1-4 0,-5-1 0,0-1 0,0 1 0,0-6 0,0 2 0,0-3-1336,0-1 1,0-6 0,0 1-7813,0 1 3611,0-5 5537,-6 1 0,-53-52 0,20 17 0,-1 0 0</inkml:trace>
  <inkml:trace contextRef="#ctx0" brushRef="#br0" timeOffset="29">3510 13352 7752,'0'-27'-112,"0"2"0,0 2 97,0 2 0,0 2 1,0 3 443,0-3 0,0 3 0,0-3 0,0 3 0,-1 3 0,-3 2 0,-2 3 0,0 0 0,-2 1 558,0 1 0,-2 3 0,-6 8 0,-2 6-421,-1 6 1,-6 14 0,1 12 0,-3 8-156,-2 5 1,5 10 0,0 6 0,11-33 0,0 2-140,-1 1 0,1 0 0,1 2 1,2 0-1,0 1 0,0 0 1,3 1-1,0 0 14,2 2 0,1-1 1,0-1-1,1 0 0,2 0 1,2-2-1,2 33-185,7-12 0,1-7 0,13-5 0,2-7-217,1-6 0,2-10 0,-1-7 1,3-3-451,2-2 1,-2 1-1,2-3 1,-2-5-1270,-3-3 0,1-3 0,0-5 0,-2 0-1271,-3 0 3106,3 0 0,-11-45 0,5-11 0</inkml:trace>
  <inkml:trace contextRef="#ctx0" brushRef="#br0" timeOffset="30">3870 13985 7752,'-7'29'557,"6"1"0,-4 2 0,3 4 380,2 0 1,2 1 0,1 3 0,4-1-78,1 0 1,-4-3-1,4-3 1,0-4-1145,0-5 1,-4-3-1,2-8 1,0-4-4158,4-4 4441,-4-3 0,7-9 0,-5-1 0</inkml:trace>
  <inkml:trace contextRef="#ctx0" brushRef="#br0" timeOffset="31">3899 13237 7722,'-7'-8'3227,"-1"-3"-1472,-6 6 1,7 2-1963,7 8 0,7 1 0,7 5 1,1-1-1621,-1 1 0,0-3 1827,1 2 0,6-13 0,1 1 0</inkml:trace>
  <inkml:trace contextRef="#ctx0" brushRef="#br0" timeOffset="32">4129 13122 10619,'14'6'0,"2"6"1260,3 5 1,10 12 0,9 11 0,4 8-353,1 9 0,-4 7 1,-21-27-1,0 0 1,0 0-1,-2 1-221,11 39 1,-15-34 0,-3 0 0,-3-2 0,-3 0 0,2 37-221,-3-3 0,-9 2 1,-4 0-1,-5-4-167,-3-4 1,-6 0-1,1-7 1,-4-1-353,0-2 1,-4-5 0,1-6 0,6-11-874,2-10 0,-1-6 0,5-8 925,2-4 0,-19-21 0,-2-12 0</inkml:trace>
  <inkml:trace contextRef="#ctx0" brushRef="#br0" timeOffset="33">5150 13899 7642,'-14'0'742,"1"2"1,5 1-1,8 2 1,11-2 862,12-2 0,2-1 1,14-1-1,1-2-472,1-2 0,2-5 0,2 4 0,1-1 1759,2 1-2757,0-5 1,-5 8 0,-1-5 0,-2 0 0,-3 1 0,-2-1 0,-5 2-1400,-4-1 1,-1 1 0,-4 1 0,0-3-979,0 0 1,3-3 2241,-5 6 0,0-6 0,-4 3 0</inkml:trace>
  <inkml:trace contextRef="#ctx0" brushRef="#br0" timeOffset="34">7179 13381 7641,'-21'0'305,"-1"0"1,-7 0 0,2 0 0,1 0 0,2 2 0,-1 2 0,-3 6 587,0 3 1,-1 3 0,0 3 0,-1 7-176,-4 6 0,4 4 0,-4 9 0,4 1 155,1 2 0,8 5 0,7-3 1,7-1-113,6 1 1,4-2-1,7-7 1,9-2-484,6-6 1,6-6-1,1-6 1,3-8-330,2-5 0,1-3 1,5-5-1,2-2-371,3-3 0,-8-3 1,3-8-1,-1-3-1226,-1-5 0,-4-4 1,-3-4-1,-6-4-4006,-4 0 5654,-3-9 0,-15-2 0,-5-12 0,0-1 0,1-8 0,0 1 0,0 0 0</inkml:trace>
  <inkml:trace contextRef="#ctx0" brushRef="#br0" timeOffset="35">7639 13050 7710,'-5'11'283,"-1"2"1,0 5 364,-1 2 0,-2 11 1,4 7-1,2 4 513,1 1 0,-3 10 1,-1 1-1,-1 0-238,1 2 1,-4 0 0,4 2 0,0-2-282,-1-3 1,1-9 0,3-7-1,-2-3 43,2-7 0,1 0-618,2-8 1,2-6-1,2-8-75,6-4 1,3-12 0,3-5 0,3-5-186,5-4 1,3-7 0,2-3 0,0 0 75,0-1 0,-1 4 0,1 7 0,0 2 308,0 3 0,-5 7 0,-2 8 0,-1 3 303,-4 2 1,-2 8 0,-6 7-1,-4 7-169,-3 5 0,-2 9 0,-2 0 1,-1 3-804,-2-1 1,-4-4 0,2 2 0,1 0-1332,-1-4 0,3-2 0,4-3 1,1-3-1282,4-5 1,3-4 3089,6-6 0,26-41 0,7-16 0</inkml:trace>
  <inkml:trace contextRef="#ctx0" brushRef="#br0" timeOffset="36">8416 13568 7719,'-6'-8'0,"-4"3"733,-3 4 1,-1 1-1,0 0 315,-1 0 0,-4 8 1,-2 4-1,0 8-125,1 2 1,-4 7-1,3 6 1,0 2-396,0 3 1,2 0 0,6-2-1,4-4-404,4-4 0,3-8 0,6-4-107,5-7 0,1-6 1,11-10-1,-2-6-55,0-7 0,5-4 1,-5-7-1,-1 0-197,-2 1 1,-2 1 0,0 1-1,-1 4 258,-3 1 1,3-3-1,-5 5 1,1 1 166,1 2 1,-5 8-223,4 3 0,-6 7 1,4 6-1,-3 6 20,1 2 1,0 7-1,-5-1 1,0 2 26,0 0 1,0-5-1,0 3 1,0-1-54,0-3 0,0-2 0,0-2 0,0 1-242,0-1 0,0-4 142,0-1 0,5-7 0,1-4 42,2-11 0,2-9 0,4-10 0,1-3 90,-1-2 0,0-1 1,1-5-1,1-1 311,3 1 1,-3 2-1,5 2 1,-2 7 598,0 7 0,2 4 1,-4 8-1,3 4 73,-3 4 1,-1 10-1,-1 6 1,-1 6-524,0 7 1,-1 4 0,-2 0 0,-3 3-455,-1 2 0,2-1 0,-4 5 0,-2-2 0,-1-3 0,-2-1 0,0-3 0,0 1-1599,0 0 0,0-2 0,0-3 1,0-5-2861,0-3 0,2-1 4459,2-1 0,11-49 0,4-24 0,4-2 0,0 0 0</inkml:trace>
  <inkml:trace contextRef="#ctx0" brushRef="#br0" timeOffset="37">9236 13381 7719,'-14'-6'1138,"4"4"1,1-3 463,-3 4 0,6 7 0,0 4 0,1 4-185,0 5 1,-6 4 0,3 7 0,-2 2-528,1 2 0,4 5 1,-3 0-1,1 4-678,4 5 0,0-8 0,0 2 0,-2-6-730,2-4 0,3-6 0,5-5 0,4-4-294,4-4 0,1-8 0,2-2 0,2-6-1646,1-7 0,5-7 1,-5-4-1,1-2 1317,0-2 1,-4-2 0,3 0-1,-3 1 1141,-1 2 0,-2 6 0,-2-1 0,-2 3-38,3 2 0,-4 1 0,0 2 1,0 3 941,0 1 1,-4 3 0,6 4 736,1 0 1,2 0 0,1 0 0,2 0-582,3 0 0,-1-2 0,6-3 0,2-4-428,1-4 0,-3-2 0,0 1 0,0 0-287,-2-1 1,-1-1 0,-8-1 0,-4-2-514,-4 1 1,-5 7-1,-5 3 1,-6 1-200,-6 4 0,-11 3 0,-7 5 1,0 6-86,0 7 1,-4 4 0,6 9-1,1 2 348,2 5 0,2 4 0,4 1 0,7 0 325,6 1 1,6-1-1,13-2 1,11-2-419,13-6 1,10-9-1,5-5 1,8-4-647,6-6 1,-1-2 0,6-10 0,-1-5-668,1-7 0,-5-14 0,-2 1 1510,-10-3 0,-33-31 0,-19-7 0</inkml:trace>
  <inkml:trace contextRef="#ctx0" brushRef="#br0" timeOffset="38">7265 14460 7669,'-6'-13'0,"-4"4"471,-3 4 1,-1 2 0,0 0 224,-1-2 0,1 6 0,-1 9 0,1 4 1,0 7-1,1 6 0,2 9 0,1 3 278,-1 6 1,3 8-1,0 0 1,2 1-606,2-1 0,9-5 0,5-11 0,4-7-40,5-4 1,-1-15 0,6-2 0,1-7-95,3-7 0,5-9 0,-1-12 1,-3-4-43,-4-4 1,-12-4 0,0 3 0,-5-2-62,-5-3 0,-3-2 0,-6 1 1,-9 1-237,-7 1 0,-10 7 1,-3-1-1,-2 4-732,-3 5 1,5 5-1,3 9 1,5 6-589,3 2 1,13 4-1,1 2 1,9 6-454,5 3 0,16 6 1877,8 0 0,8 5 0,5 3 0,1 0 0,1 1 0</inkml:trace>
  <inkml:trace contextRef="#ctx0" brushRef="#br0" timeOffset="39">7927 14216 7674,'-29'-15'479,"5"6"0,2 1 0,-1 1 535,1 4 1,3 3 0,-4 6-1,3 7-321,2 5 1,-3 9-1,2 0 1,2 7-279,1 2 0,6 3 0,2 4 0,2 2-170,2 3 0,3 1 0,2 4 0,3-3 62,0-1 1,3-2-1,-4 4 1,2-3-22,-2-7 0,-3 2 0,-5-6 0,-4 2-297,-4-1 1,-2-11-1,1 0-1171,0-4 0,1-12 0,3-13-20,5-11 1202,-3-7 0,-12-28 0,-6-10 0,-5-4 0,0-1 0</inkml:trace>
  <inkml:trace contextRef="#ctx0" brushRef="#br0" timeOffset="40">7452 14662 7674,'15'0'1036,"-1"-5"0,2-2 0,3 1-146,5 0 0,10-6 0,6 3 0,6-4 200,7-1 0,1 1 0,0 2 1,-1 1-1275,2-1 0,-1 4 0,-1 3 0,-5 2-5006,-4 2 5190,-7 0 0,5 13 0,-6 3 0</inkml:trace>
  <inkml:trace contextRef="#ctx0" brushRef="#br0" timeOffset="41">9107 14532 7654,'-7'-8'843,"4"-3"1,-5 5 0,3-1 604,7 1 0,4 1 0,9 5 0,1 2-536,3 2 1,-2-2 0,7 3 0,2-4-338,1-1 1,-3 0-1,0-1 1,0-4-423,-2-5 1,4 2 0,-7 0-1,-3 0-349,-5 0 1,-4-1-1,-7-6 1,0 1-294,0 0 1,-13 4 0,-6 2-1,-8 2-58,-7 2 0,-4 6 0,-10 6 0,-3 8 516,-1 5 1,-4 6-1,4 10 1,-3 6 423,3 2 1,8 1 0,13 0 0,5 2-35,7-1 1,11-9 0,9-6 0,14-6-313,12-7 1,5-5-1,9-3 1,4-3-857,0-1 1,5-4 0,-1-8 0,2-4-797,4-4 0,-6-2 1,-1 1-1,-3-2-2124,-2-3 3729,-6 3 0,-2-30 0,-6-1 0</inkml:trace>
  <inkml:trace contextRef="#ctx0" brushRef="#br0" timeOffset="42">9912 14431 7674,'-16'-4'362,"-3"-1"0,-3-5 0,-5 5 0,1 2 680,2 2 0,2 1 0,-4 1 0,2 4-336,-1 5 1,-1-1 0,2 4 0,5 3-448,3 0 1,1 5 0,3 0 0,2 1-285,5 3 1,4-2 0,2 1 0,2 1 109,2 3 0,5 0 1,-4 1-1,2 0 208,3 0 1,-4-1 0,-1 1 0,-1 0 260,0 0 0,0-7 1,-5-3-1,0-1-162,0 1 0,-5-8 0,-2 2 0,-1-3-482,-3-2 1,-2-5 0,-1 2 0,0-4-509,-1-1 0,6-6 0,-1-4 1,0-4-952,2-5 1,-3-2-1,7-5 1,0 4 1548,3 1 0,7-11 0,2 2 0</inkml:trace>
  <inkml:trace contextRef="#ctx0" brushRef="#br0" timeOffset="43">10099 14590 7692,'5'-15'435,"0"1"1,6-1 0,-3 1 1595,0 0 1,-5 6-1170,-12 3 0,-1 7 0,-11 6 1,1 8-375,-4 4 1,-4 4-1,0 5 1,-1 0 112,0 0 1,5 4-1,2 2 1,-1 2-147,1 3 1,9-5-1,0-1 1,5-4-971,5-1 0,13-7 0,7-2 1,7-6-812,7-4 1,7-6-1,0-10 1,4-7 294,1-4 0,-6-7 0,-2 3 0,-1-2 30,-1-2 0,-4-4 0,-7-1 0,-1-1 1001,-3 4 0,-7 8 0,-1 1 0,1 7 0,-5 6 0,-1 10 0,-3 6 115,-2 7 1,-7 4-1,-2 7 1,-4 0 822,-2 0 1,1 4 0,0 1 0,-1-1-75,1 3 1,-1-11 0,1 4 0,1-2-307,4 0 1,-3-3 0,6-1 0,0-3 343,-1-2 1,3-2-635,4-2 1,1-6 0,4-4-173,4-8 0,4-10 1,2-10-1,-3-5-63,-2-4 0,1-4 0,-6-5 1,0 2-73,1 2 0,-4 1 0,3-1 0,-4 4 73,-1 4 1,0 6 0,0 2-81,0 1 1,-5 5-1,1 11 49,0 10 1,4 12 0,4 7-1,2 5 67,2 5 0,-3 2 0,3 8 0,0-1 137,0 0 1,-3 2-1,3 1 1,-2 2-247,-3-2 1,4-2 0,-1-6-1,2-5-698,3-2 0,2-4 1,1-3-1,1-6-296,-1-7 1,0 0 0,1-6 0,-1-2 278,1-1 1,-3-4-1,0-1 485,-3-2 1,-6 2 856,2 8 1,-10-2-1,-4 5 901,-4-2 0,3 4-904,1-5 0,6-2 0,-2-8 0,3-5-236,2-2 0,0-11 0,0-6 0,0-7 1,0-6 0,7-9 1,1-5-1,1-8-203,1-6 1,4-5-1,-3 31 1,1 0-1,0 0 1,1 0 103,2 0 0,1 1 0,-1 5 0,2 1 0,11-19 0,3 13 159,2 13 0,-4 9 0,0 15 1,-7 12-345,-1 16 1,-10 13 0,2 13 0,-5 5 14,-5 3 0,-3-3 0,-5 0 0,-4-1-22,-4 0 0,-6 2 0,-2-6 1,-1-2-617,-4-1 1,-1-8 0,-2-4 0,2-5-826,3-9 0,-2-6 1,7-15-1,2-4-348,1-9 0,8-7 1,3-12 1729,3-4 0,7-3 0,3-5 0,0-3 0,0-1 0</inkml:trace>
  <inkml:trace contextRef="#ctx0" brushRef="#br0" timeOffset="44">10876 14734 7692,'13'19'0,"-2"0"0,-3-2 827,-1-1 0,2-1 0,-2 1 0,-1 1 197,0 3 0,-1 0 1,-5 0-1,0 4-347,0 3 1,0 2-1,-1-1 1,-4-1-601,-5-3 0,2 2 0,-1-7-1423,-3-1 0,6-10-119,1-8 0,5-11 0,3-10 0,4-2 626,1-2 1,0 2-1,3 0 1,-1-3 838,1-1 0,0 3 0,0 1 0,-1 1 0,1 0 0,-3 2 0,2-2 0,-1 1 686,-1 4 1,3 1-1,-4 1 671,1 1 1,1 1-1,4 2 1696,-3 1 1,2 7-2100,-2-2 0,-2 4 0,2 1-522,1 0 0,2 0 0,1 0 0,0 0-271,1 0 1,-1 1-1,-1 4-149,-3 5 0,1 3 1,-6 3-1,-2 1-130,-2 2 0,-1 5 1,0-3-1,0 1-168,0 4 1,-4 0 0,-3-1 0,1-2-155,-1-3 1,3 0-1,2-6 1,-1 0-1282,-2 1 0,2-7 1107,8-4 1,1-4 0,5-4-1,-3-6 290,-1-3 1,2-1 0,-3-2 0,1-2 347,-1-1 1,4-5 0,-4 5 0,1 0 218,-1-2 1,5 5-1,-3-3 1,2 3 366,-1 1 1,-1 1-1,4 0 1,-4-1 982,-2 1 1,5 6-911,-1 3 1,-4 5-614,-1 5 1,-3-2 0,-2 7 0,0 1-13,0 2 0,0 1 0,0 0 0,0 1-53,0-1 1,0 1-1,0-1-104,0 0 1,0 1 0,1-2 252,4-4 0,-2 2 201,7-6 0,-1-2 0,4-7-69,-3-6 0,1-3 0,-5-3 0,1-1-3,-1-3 1,-1 0-1,-5 2 1,1-1-153,4 1 0,-3 2 1,3 2-1,-4 0-556,-1-1 1,0 6-208,0-1 0,5 8 533,0 2 1,4 8-1,-2 12 1,1 4 81,3 3 1,2 8 0,1 3 0,1 4 195,-1 1 1,-4 2 0,-1 1 0,1 2 424,-2-2 1,-2 4 0,-7-2 0,-4-3-96,-5-5 0,-4 1 1,-5-4-1,-5 0-607,-4-4 0,-5-2 1,-1-4-1,1-5-425,-2-7 1,-1-7 0,-4-8-1,4-2-1754,0-3 1,3-4 0,3-11 2276,-4-3 0,-18-19 0,-10-8 0,16 14 0,0 0 0,-1 0 0</inkml:trace>
  <inkml:trace contextRef="#ctx0" brushRef="#br0" timeOffset="45">2446 18705 7821,'-5'9'2909,"2"1"-1869,4 1 1,6-5 0,7-1 0,0-3 672,1-2-1256,5 0 0,-2 0 1,4-2-1,-1-1 1,-2-3-1,2-2 1,3-4 271,3 0 1,-3 2-1,0 1 1,2-3-512,1 0 1,2-8-1,0 0 1,-2-3-187,-3-2 0,1 2 1,-5-1-1,-3-1-322,-1-3 1,-8 1 0,-5 2 0,-8 2-123,-9 3 0,-8 2 0,-12 8 1,-6 6 84,-6 2 0,-1 4 1,-4 4-1,0 8 180,0 9 0,5 4 1,-2 3-1,5 4 335,4 4 1,9 4 0,9 1 0,5 0 22,8 0 0,6-1 0,9-4 1,9-3 130,11 1 0,8-11 0,8 2 0,0-4-935,1-6 1,0-6 0,3-3 0,2 0-849,2 0 0,-4-4 0,1-1 0,-3-6-1472,-2-7 2913,-7-3 0,6-46 0,-5-11 0</inkml:trace>
  <inkml:trace contextRef="#ctx0" brushRef="#br0" timeOffset="46">3323 18546 7878,'-14'0'622,"-1"0"0,1 0 572,0 0 1,-1 0 0,1 0 0,-1 0-144,1 0 0,-2 7 1,-2 2-1,-1 6-250,2 4 1,-1 3 0,2 7 0,0 0-473,3 0 1,4-1 0,-1 1-1,5-2-361,4-3 1,2-3-1,4-6 1,5-3-231,3-2 1,3-4 0,1-6 0,2-1-102,-1-4 1,3-3 0,-2-8 0,-2-2 132,-1-1 1,-1-6 0,-1 1 0,2-4 252,3 0 1,-3 1 0,4 1 0,-6 4 206,-4 1 0,2-3 0,-2 6 97,3 5 0,-5 7 1,-4 12-129,-2 9 1,-2 6 0,0 7 0,0 1-411,0 0 0,-5 4 0,0-1 0,2-3-531,2-3 1,1-9 0,0 3 0,0-4-1348,0-2 1,6-6 2088,4-3 0,2-4 0,3-1 0</inkml:trace>
  <inkml:trace contextRef="#ctx0" brushRef="#br0" timeOffset="47">3712 18072 8372,'-15'1'1225,"1"4"0,-1 6 1,3 12-1,0 9-119,3 8 1,1 6 0,-3 13 0,1 3-477,-1 6 1,3 2-1,0 0 1,2-1-670,2-2 0,3-6 0,1-2 1,1-8-1396,4-8 0,3-9 0,6-2 0,-1-7 1434,-3-5 0,-29-62 0,-13-15 0</inkml:trace>
  <inkml:trace contextRef="#ctx0" brushRef="#br0" timeOffset="48">3510 18518 8966,'2'12'1029,"3"-2"0,3-2 1,6-5-1,2 4 159,3 1 1,10-5-1,9 2 1,5-4 204,5-1 1,4 0 0,5-1 0,1-4-865,-1-5 0,1 1 0,-2-4 0,-4-3-966,-4 0 0,-16 0 0,-8 1-113,-6 1 1,-18 1 0,-10 4 0,-14 4-133,-12 3 1,-6 10 0,-14 7 0,-3 9 13,0 8 0,0 0 0,1 6 1,1 2 354,-1 2 0,13 1 1,7 0-1,9-2-200,10-2 1,8-4-1,17-8 1,10-3-220,11-5 0,10-9 1,9-5-1,4-4-71,1-1 1,-6-1 0,0-4 0,-9-3 194,-5 0 0,-1-5 1436,-11 4 0,-8-3 0,-11 1 702,-8 2 0,-3-1 0,2-4 1,4-1-479,3 1 0,4-7 0,4-5 1,9-4-321,7-4 0,5 1 0,4 4 0,2 0 310,6 1 1,1 7 0,-1 6-1,-3 9-345,-6 4 0,0 4 0,-10 4 0,-4 9-697,-5 7 0,0 7 0,-6 3 0,-2 3 0,-1 2 0,-2-5 0,0 1 0,0-4-2209,0-5 0,4 3 2209,1-3 0,-13 4 0,-8 0 0</inkml:trace>
  <inkml:trace contextRef="#ctx0" brushRef="#br0" timeOffset="49">30399 15136 7837,'-6'-8'1337,"-1"-4"1,-4 4 108,2 0 1,12 1 0,2 7 0,6 0-506,3 0 1,2 0-1,3 2 1,5 1-151,4 2 0,2 1 0,3-3 1,6 4-278,2 1 1,3-5 0,-1 2-1,1-4-317,4-1 1,2 0 0,3 0-1,-5-1-350,-4-4 1,-7-3-1,-5-6 1,-8-2-134,-9-4 1,-7 3 0,-12-6 0,-5 1-264,-10 0 0,-9 4 1,-7 1-1,-8 4 56,-8 3 1,-11 7 0,-4 0 0,-1 8 550,0 9 1,4 7-1,-2 8 1,-1 1 644,1 3 0,12 4 0,5 6 0,11 1-221,7-1 1,14-5 0,6-1 0,9-2-207,6-3 1,9-6 0,12-4-1,6-1-588,6-4 0,3-2 0,4-4 0,3-3-1253,5-2 0,0-1 1,1-5-1,2 0-1059,-2 0 1,-6-5 2623,0 1 0,-22-8 0,-7 4 0</inkml:trace>
  <inkml:trace contextRef="#ctx0" brushRef="#br0" timeOffset="50">31622 15021 7886,'-16'-27'534,"-3"3"0,-2 2 0,-3 6 1,3 1 740,1 7 1,2 5-1,-4 3 1,-1 0-186,1 0 1,4 7 0,-1 4 0,5 6-850,4 7 0,-1-1 1,6 1-1,2 1-226,1 2 0,2 2 0,0 0 1,0 0 74,0 0 0,7-1 0,2 0 0,3-3 153,-3-1 0,2-2 0,-4 4 1,-1-4 269,0-1 0,-1 0 0,-6-3 0,-4 1 39,-5-2 1,-9-2-1,-5-4 1,-5-3-256,-4-2 1,-4 4-1,-6-4 1,0 1-477,0-1 1,-1-1-1,3-5 1,2 1-2060,6 4 1,9-3 0,5 3-3702,3-4 5939,8 6 0,59 1 0,21 6 0</inkml:trace>
  <inkml:trace contextRef="#ctx0" brushRef="#br0" timeOffset="51">32255 15208 7886,'-29'-19'0,"2"0"0,2 3 1157,1 5 1,0 0 0,-7 6 0,-2 2 13,-6 1 0,-2 4 0,-4 4 0,-1 7-296,-2 4 1,0 9 0,6-2 0,5 2-380,9-2 1,2 3 0,10-3 0,5 1-404,3-1 1,5 2 0,7-5 0,6-1-582,3 1 0,8 3 0,3-5 1,3-1-1311,2-2 0,4-2 0,2 1 1,0-3 1797,1-2 0,9-11 0,7-4 0,3-3 0,-1 0 0</inkml:trace>
  <inkml:trace contextRef="#ctx0" brushRef="#br0" timeOffset="52">32241 15482 8696,'-7'-13'0,"-2"2"681,-4 1 0,-1 2 0,-1-3 0,1 3 93,-1 2 1,-5 1 0,-4 5 0,-4 0-2,0 0 0,-6 8 0,-1 5 0,0 4-103,0 1 1,1-1 0,7 1 0,3 1-30,5-1 1,9-2 0,7-2-653,6 0 0,13-6 0,11-3 0,7-5 59,3-5 1,1-3-1,5-6 1,0 0-428,0-1 1,-6-4 0,-5 0 0,-5 3-356,-3 5 0,-6 0 448,1 6 0,-9 2 0,-7 9-118,-6 8 1,-5 7 0,-7 8 0,1 0-119,0-1 0,-1 1 1,2 0-1,2 0 182,2 0 0,1-1 0,-4 1 0,3-2 268,-2-3 0,-4 2 1,-2-7-1,-4-1 739,-1-2 0,2-2 1,-2-1-1,1-4 2675,4-4-2927,1-3 1,9-9 0,9-4 0,11-6-377,9-7 1,5-4 0,4-2-1,2-2-85,5-1 1,4-3 0,3 3 0,1-4-168,2 0 1,5-3-1,-4 7 1,1 2 89,0 6 0,-6 1 1,-10 9-1,-10 7 413,-7 5 0,-9 5 0,-3 3 1,-5 4 4,-5 4 1,-9 6 0,-10 2 0,-5 0 2,-4-1 1,-4 4 0,-6-4 0,0-3-507,-1-1 0,1-1 0,0-1 0,2 0-1058,2 1 1,4-2 0,8-2-1,3-3-4683,5-2 5949,3 5 0,59-22 0,14 2 0</inkml:trace>
  <inkml:trace contextRef="#ctx0" brushRef="#br0" timeOffset="53">32658 15597 7886,'14'-2'551,"1"-3"1,4 4-1,0-6 1,0 3 918,2-1 0,-3-2 0,6 4 0,0-3-491,-2-2 0,4 0 1,-6-3-1,1 1-979,0-1 1,-4 3-1,-7-2 1,-5-1-590,-4-2 0,-2 4 0,-6-1 0,-7 1-76,-8 1 1,-13 1-1,-9 7 1,-5 0-85,-2 0 0,-8 2 0,4 3 1,1 6 949,-2 6 1,6 1-1,2 6 1,7 3 647,7 5 0,7-2 0,14 6 1,4-3-304,4 1 0,16-1 0,8-4 0,7-2-351,3-3 1,3 2 0,-2-7-1,-3-1-596,0-2 1,-6-7-1,-2 1-1464,-3 1 0,-6-5 1865,-1-1 0,-5-10 0,2-3 0</inkml:trace>
  <inkml:trace contextRef="#ctx0" brushRef="#br0" timeOffset="54">13049 14604 7733,'-2'-10'2676,"-1"4"-1484,-2 4 1,0 7 0,5 13 0,0 3-620,0 1 0,0 0 0,0 4 1,0-2-350,0 2 1,0 1 0,0 0-1,0-2-468,0-1 0,0-6 1,0 1-1762,0-3 1,0-9 0,0-7 2004,0-8 0,0-69 0,0 30 0,0 0 0</inkml:trace>
  <inkml:trace contextRef="#ctx0" brushRef="#br0" timeOffset="55">13121 14187 8786,'-7'-13'1176,"-2"3"1,1 4-1,-2 6-424,-1 0 0,3 6 0,0 4 1,1 4-532,4 6 1,-3-4 0,1 4-1,2 0-924,1-1 0,9 0 0,2-5 0,4 1-4026,1-1 4729,1 0 0,25 20 0,6 4 0</inkml:trace>
  <inkml:trace contextRef="#ctx0" brushRef="#br0" timeOffset="56">13509 14921 7748,'-14'27'0,"-1"-2"0,1-1 0,-1 2 0,1-5 0,0-2 0,-1-3 1752,1-2 1,0-1-531,-1-3 1,2-6 0,4-8-1,4-8-691,3-5 0,-2-6 0,-1-7 0,2-3 128,1-6 0,2-9 1,0-5-1,0-1-317,0 1 1,5-3 0,1 4-1,2-4 32,3-2 1,4 5-1,2 4 1,4 2-61,2 6 1,0 7 0,6 2 0,-2 7-502,-3 6 0,-1 9 0,-6 5 0,3 4-628,-3 1 0,-2 1 1,-4 6-1,-3 5-400,-2 6 0,4 8 0,-6-3 0,0 3-302,-3-2 1,-2 3-1,-4-3 1517,-5 3 0,-24 3 0,-18 4 0,-2 2 0,-4 2 0,-1 1 0,1 0 0</inkml:trace>
  <inkml:trace contextRef="#ctx0" brushRef="#br0" timeOffset="57">13106 14805 7748,'-13'-6'1469,"4"-4"0,4-2 0,11-1 0,9 2 85,7 1 0,7 2 1,3-3-1,3 3-376,2 2 0,-4 1 0,6 5 1,1 0-1092,1 0 0,1 1 0,-2 3 0,-3 2-1496,-2 2 0,5 2 1,-2 4-1,2 0 1409,-2 1 0,-9 25 0,-8 6 0</inkml:trace>
  <inkml:trace contextRef="#ctx0" brushRef="#br0" timeOffset="58">14991 14676 7684,'-7'-14'0,"-2"-1"-336,-4 1 1,-3 4 0,-1 2 0,-3 2 527,3 3 1,-1 1 284,-1 2 0,3 2 0,-5 2 0,0 8 1,-1 4-1,0 6 0,3 4 0,3 6 0,1 3 1,1 6 441,-1 6 0,7-4 0,4 2 1,2-7-794,2-3 0,8-8 0,6-8 0,9-4-225,4-6 1,2-10 0,1-14 0,2-9 43,2-7 0,-1-6 0,-4-6 1,-2-1-65,-3 1 1,-3 0 0,-7 0 0,-1 1 279,-3 4 0,-4 3 1,-6 8-1,0 3 272,0 4 1,-6 11-1,-4 6 1,-1 6-19,1 6 1,-3 15 0,5 7 0,-1 4-249,-1 5 1,7 2-1,-2 1 1,4 0-194,1 0 0,0-1 1,0-4-1,1-4-697,4-4 1,3-3-1,6-3 1,2-6-1158,4-7 0,-3-5 1,7-7-1,0-4 1880,-1-5 0,3-38 0,0-19 0,2-4 0,-1 0 0</inkml:trace>
  <inkml:trace contextRef="#ctx0" brushRef="#br0" timeOffset="59">15422 14359 7743,'-14'2'0,"1"3"278,4 4 0,-2 6 0,6 4 0,2 7 348,1 6 0,-3 6 0,0 10 0,2 5 20,2 3 0,1 1 1,-2 2-1,-1 2-736,-2 1 0,0-6 1,5-9-1,0-7-1041,0-7 1,0-4 0,-1-7-1,-4-6 1131,-5-4 0,-23-24 0,-11-12 0,-3 4 0,0-1 0</inkml:trace>
  <inkml:trace contextRef="#ctx0" brushRef="#br0" timeOffset="60">15164 14762 10147,'16'0'0,"3"0"812,5 0 1,4 0 0,6-1-1,4-2-404,4-2 1,7 0 0,4 3 0,3-1-1488,2-2 0,-6-1 1,1 3-1,0-2 1079,-2 2 0,-20 27 0,-12 8 0</inkml:trace>
  <inkml:trace contextRef="#ctx0" brushRef="#br0" timeOffset="61">16545 14834 7695,'0'-14'553,"0"-1"1,0 15 0,-2 8-1,-1 10-188,-2 4 0,-8 2 0,0 5 0,-4 0-638,-1 0 0,2-7 0,4-3 0,0-4 273,3-6 0,10-45 0,7-24 0,-3-4 0,0 0 0</inkml:trace>
  <inkml:trace contextRef="#ctx0" brushRef="#br0" timeOffset="62">16617 14316 7695,'-15'-14'563,"1"6"2115,-1 3-2913,7 4 0,8 5 1,10 3-1,4 1 235,6 3 0,21 8 0,12 3 0</inkml:trace>
  <inkml:trace contextRef="#ctx0" brushRef="#br0" timeOffset="63">24875 7942 7854,'-36'0'599,"8"0"0,20-1 0,21-2 1,18-2-1,22 0 0,16 0 1,-29 2-1,1 0 0,4-1 1,2 1 7,2 0 0,2 0 1,3 0-1,1 0 1,5 1-1,2 0 0,1 0 1,1 0-309,2 0 0,1 0 1,1 1-1,0 1 0,-2 0 1,-1 0-1,0 0 1,0 0-222,-3 0 0,-1 0 0,-6 0 0,0 0 1,-4 0-1,0 0 0,-2 0 0,0 0 39,0 0 1,-1 0 0,32 0 0,-10 1 0,-14 3 76,-12 0 0,-9 1 0,-13-3-343,-7 3 0,-14-4 0,-14 4 0,-9-3 486,-12-2 1,-12 0-1,-10 0 1,-9-2-277,-12-3 1,33 4-1,-2 1 1,-1-3-1,-2-1 1,0 1-1,-1 0-60,0-2 0,0 0 0,-1 1 1,1 0-1,-1-1 0,0 1 1,-3-1-1,-1 0-223,-5 1 1,0 0 0,4 0 0,0 2 0,-4 1 0,0 2 0,4-1 0,0 0-18,4-1 1,0 2 0,5 1 0,2 2 0,-27 4 0,16 2 278,22-1 0,20-4 1,25 3-1,15 0 160,14 0 1,23-5 0,-23 0 0,2-1 0,5-1-1,2 0 112,5-1 0,1 0 1,3 0-1,2 0 0,6-1 1,1 0-1,0 0 0,0-1-99,-1 0 1,1-1 0,0 0 0,1 0-1,0 0 1,0 1 0,2-2 0,-1 0-110,4 0 1,0 0 0,-5-1 0,0 2-1,-1 1 1,0 1 0,-6-2 0,-1 1-105,-3 0 0,-2 1 0,-3 0 0,-3 0 0,-5 1 0,-2 0 0,32-2 0,-17-2 0,-21 2 0,-12-3-3025,-7 4 1,-10 1 0,-15 0 3024,-5 6 0,-2 2 0</inkml:trace>
  <inkml:trace contextRef="#ctx0" brushRef="#br0" timeOffset="64">892 8993 7917,'-51'0'321,"3"0"1,11 0 0,10-2-1,11-3 1,9-4 1067,6-4 0,7 5 0,5 3 0,7 3-609,6 2 1,5 0 0,6 0 0,8 0-115,8 0 0,7 0 0,6 0 1,8 0-214,7 0 0,-36 0 1,1 0-1,2 0 1,1 0-1,2 0 1,2 0-175,3 1 1,1-2-1,6-1 1,1-2-1,0 0 1,-1-2-1,-1 0 1,-2 0-212,0-1 0,-2-1 1,-5 1-1,0 0 0,0 0 1,-1 0-1,-5 0 1,-1 1-21,35-4 0,-15-1 1,-16 6-1,-5 2-175,-5 1 0,-9-2-48,-10-1 0,-16 0 0,-9 5 0,-12 0 26,-10 0 0,-14 2 0,-14 1 0,-9 3-82,-12 2 1,33-3-1,-2 0 1,-1 2 0,-2 0-1,-1 0 1,0-1-57,-3-1 1,0 0 0,-1 1-1,-1 0 1,-3-1 0,-2 0-1,-1 1 1,-1 1-45,-2 0 0,-1 0 0,-2 0 0,1-1 0,2-1 0,0-1 1,3 0-1,1-1 111,4 0 0,1 0 0,4-2 0,2 0 0,-27 4 1,20-4 405,16-1 1,26 0 34,14 0 1,19 0 0,21 0-1,8 2 133,10 3 1,17-4 0,-32 2-1,0-1 1,2-1 0,1 0-42,3-1 0,0 0 1,-1-2-1,1-1 0,7 0 1,0-1-1,2 1 0,-1-2-101,2 0 0,1-1 0,3-2 0,0-1 0,-1-1 0,-1 0 0,1 1 0,1-1-95,-1 0 1,0 0 0,-1 1 0,-2 2 0,-1-2 0,-1 0 0,-6 2 0,-1 1 43,-4 1 0,-1 1 0,34-1 0,-8-3 0,-10 0-295,-11 0 0,-10 5 0,-16-2 0,-7 2-1290,-6-2 1057,-4 3 1,-9-4 0,-3 4-1,-4-1-109,-4-2 0,-1-4 476,-1 4 0,-57-26 0,29 15 0,0 0 0</inkml:trace>
  <inkml:trace contextRef="#ctx0" brushRef="#br0" timeOffset="65">9438 9108 7896,'-15'-15'0,"1"1"829,-1 0 1,6-1 0,1 1 1738,1-1 0,3 9-1542,4 6 0,0 8 1,0 11-1,0 5 635,0 3 0,1 9-1146,4 2 1,-3 3 0,2 4-1,-2 3 1,-2 3 0,0 2 141,0 0 0,-2 0 0,-1 4 1,-2 1-658,2-1 0,0-6 0,0-3 0,-2-4-18,2-6 1,1-8-1,4-9-1610,3-5 0,3-5 0,6-11-217,0 0 1,-6-6 0,-3-4 0,-3-3-769,-2-1 0,0-5 2613,0 0 0,-58-13 0,-14 1 0</inkml:trace>
  <inkml:trace contextRef="#ctx0" brushRef="#br0" timeOffset="66">8876 10115 7896,'-22'6'0,"3"2"1115,3 0 0,8 5 0,6-5 588,10 0 0,8-2 0,13-6 0,1 0-804,4 0 0,4 0 0,9-1 0,2-4 124,2-5 1,-3-2 0,4-3-1,-1-1-322,0-3 0,2 2 0,3-6 1,-4 1-673,-4-1 1,-3 6 0,-3-2-1,-4 3-2432,-4 1 1,-10 2 544,-5 4 1,-10 4 0,-4 11 0,-5 7 1857,-5 5 0,-35 25 0,-17 10 0,15-16 0,0-1 0,-1 1 0</inkml:trace>
  <inkml:trace contextRef="#ctx0" brushRef="#br0" timeOffset="67">9251 10331 7896,'-23'-13'489,"4"2"1,5 0 504,4-5 1,4 1-1,6-4 1,1 3 475,4 2 1,8-1 0,8 2 0,1 4-462,4 4 0,1 3 0,3 2 0,2 0-466,2 0 1,-1 7 0,-4 4 0,-2 7-364,-3 6 1,2 4 0,-7 6-1,-3 4-151,-5 4 1,-5 1 0,-7 0-1,-4 2-165,-5 3 0,-4-3 0,-5 3 0,-5-5-110,-3-5 1,-2-3-1,0-7 1,0-6-176,1-8 1,5-6 0,4-11 0,1-6 172,-1-11 1,10-7 0,-2-5-1,4-1 527,2 1 1,2-4 0,6 5 0,5 3 458,5 8 0,-2 4 0,8 3 0,-1 2-13,1 1 1,4 7 0,5 0 0,1 6-700,0 6 1,-3 4 0,-1 2 0,2 1-99,-1 3 1,-2-3-1,1 3 1,-1-3-2137,2-2 0,-4-4 0,1-2 1,-3-2-4422,-2-3 6629,-2 5 0,-40-25 0,-9-1 0</inkml:trace>
  <inkml:trace contextRef="#ctx0" brushRef="#br0" timeOffset="68">10919 9424 7838,'-6'-9'1328,"-2"1"1309</inkml:trace>
  <inkml:trace contextRef="#ctx0" brushRef="#br0" timeOffset="69">10876 9295 7876,'-22'-8'27,"-4"1"0,7 9 0,2 1 243,1 2 1,6 6 0,2-1-1,2 3 1395,2 1 1,3 0-1291,1 1 0,0 6 1,-2 4-1,-1 5 0,-3 7 1,-1 3 945,1 5-1147,-5 8 0,-2-7 0,-8 7 0,-1 3 0,-4 3 0,-1 2 0,-3-4 133,-4-2 0,-4-7 0,-9 4 0,-2-1-153,-2-4 0,4-6 0,-1-13 1,3-4 13,2-5 0,7-10 1,2-4-1,5-5-137,5-5 1,5-9 0,8-12 0,3-6-92,1-6 0,4-4 1,8-2-1,5-3 63,2-1 0,8 0 0,0 7 0,3 2 205,2 6 0,3 3 0,2 2 1,2 4 318,1 5 0,7 10 1,-3 4-1,2 5 200,-1 5 0,-1 4 1,3 10-1,-4 7-193,0 6 1,-8 0-1,-4 6 1,0 1-260,-1-3 1,-3 4 0,-7-6 0,-3-2-276,-5-2 0,-4 2 0,-1-3 0,0-7 0,0-4 0,2-4-4133,3 1 1,-2-7-2779,6-3 6911,1-4 0,-8-39 0,-4-10 0</inkml:trace>
  <inkml:trace contextRef="#ctx0" brushRef="#br0" timeOffset="70">11581 9108 7866,'-11'-23'0,"-3"4"480,-2 3 0,4 3 0,3 4 0,-2 4 1735,-2 3-1835,-2 2 0,1 2 1,-2 4-1,-1 9 0,-4 9 1,-2 8-1,-2 8 610,-2 6 0,-2 2 0,0 8 0,0 5-214,1 3 0,-1 4 1,2 6-1,3 0-210,4-4 0,4-8 0,4-1 0,2-5-327,5-3 1,5-7-1,5 2 1,6-5-207,7-4 1,4-4 0,7-8 0,0-3-640,0-5 0,-1-3 0,-1-3 0,-1-4-1184,-2-4 0,-2-3 1,2-2-1,-4 0-2560,-4 0 4350,-2-7 0,-25-33 0,-7-14 0</inkml:trace>
  <inkml:trace contextRef="#ctx0" brushRef="#br0" timeOffset="71">11596 9827 7866,'-15'0'0,"1"0"0,6 7 0,3 2 0,3 4 1848,2 1 1,5 1 0,2 1 0,1 1-968,3 2 0,2 5 0,1-4 0,-1-1-899,-4 2 1,3-5 0,-8 3 0,1-3-1710,2-2 0,-6-4-615,4-1 2342,-3-5 0,-41-62 0,15 18 0,0 0 0</inkml:trace>
  <inkml:trace contextRef="#ctx0" brushRef="#br0" timeOffset="72">11711 9324 7866,'-15'0'535,"1"0"1337,0 0 0,6 1-1699,3 4 0,10 3 0,3 6 0,1 1-805,1-1 1,1 1-1,6-1 632,3 0 0,-8 58 0,-8-29 0,-1 1 0</inkml:trace>
  <inkml:trace contextRef="#ctx0" brushRef="#br0" timeOffset="73">11898 9755 10237,'6'8'2204,"2"-1"1,8-7 0,3 0-1065,5 0 0,3-2 1,2-1-1,2-2-447,2 2 0,4-4 0,4 3 1,-1 0-475,-1 3 1,-7-1 0,1-1 0,-4-2-1101,-5 2 1,-3 1-1,-7 2 1,1 0-883,-1 0 0,-4 0 0,-2-1 1,-2-4 1762,-3-5 0,-8-22 0,-3-6 0</inkml:trace>
  <inkml:trace contextRef="#ctx0" brushRef="#br0" timeOffset="74">12617 9108 7864,'-5'14'0,"-1"2"793,-2 3 0,5-1 0,-1 6 0,6 3 429,3 5 1,4 2-1,-2 7 1,-1 6-301,1 2 1,-3-1 0,-4 5 0,0 1-653,0 2 0,-1-3 1,-4-2-1,-3-1-629,0-4 1,-3-3 0,6-5-1,0-6-1743,-1-6 0,4-5 2102,-3-7 0,-9-25 0,-2-7 0</inkml:trace>
  <inkml:trace contextRef="#ctx0" brushRef="#br0" timeOffset="75">12732 8892 12168,'3'21'0,"5"4"1060,7 7 0,9 11 1,0 10-1,3 5-19,2 4 0,-1 0 0,1 7 0,-2 0-202,-3-5 1,-9-3 0,-10-4 0,-4 1-583,-1-1 0,-6-4 0,-4-2 0,-4-1-373,-5-4 1,1-1 0,-4-4 0,-1-2-1431,1-6 1,3-9 0,-7-4 1545,-4-4 0,-40-23 0,-17-10 0,22 5 0,0 1 0,0 0 0</inkml:trace>
  <inkml:trace contextRef="#ctx0" brushRef="#br0" timeOffset="76">13826 9108 8077,'-15'-10'635,"1"1"1,4 5 0,2 1 0,2 8 0,3 8 0,1 8 0,4 4 438,2 5 1,-2 9-1,4-1 1,-1 4-794,0 1 1,5 7-1,-6 1 1,0 1 78,-3 1 0,4-6 0,0 1 0,-2-4-1068,-1-1 0,-2-6 0,0-5 0,0-6-2384,0-7 0,0-3 3092,0-2 0,-31-33 0,-15-18 0,-2 1 0,0-1 0</inkml:trace>
  <inkml:trace contextRef="#ctx0" brushRef="#br0" timeOffset="77">13451 9568 7846,'-14'0'1365,"8"-1"1,7-4-309,12-5 0,8 2 1,9-1-1,4-3-26,4 0 1,9-1 0,2 2-1,1 1-763,-1-1 1,4 4 0,-3 1 0,-1 1-617,1 0 1,-4 1-1,-6 4 1,-3 0-160,-2 0 0,-2 0 507,-4 0 0,-6-13 0,-3-3 0</inkml:trace>
  <inkml:trace contextRef="#ctx0" brushRef="#br0" timeOffset="78">15048 8532 7839,'-4'-19'864,"-1"0"0,0 4 0,7 7 431,2 2 0,4 3 0,5 9 0,-2 7-428,-1 5 0,-7 12 1,2 0-1,-3 6-313,-2 4 0,0 1 0,0 2 0,0 2-372,0 3 1,-7 2-1,-1 4 1,-1-3-542,-1-1 1,2-1 0,-3-4 0,3-2-930,1-6 0,3 0 0,4-5 1,0-4 1287,0-2 0,-77-2 0,29-10 0,0 1 0</inkml:trace>
  <inkml:trace contextRef="#ctx0" brushRef="#br0" timeOffset="79">14502 9453 8046,'21'-5'1718,"4"0"0,5 1-130,4-3 0,8 6 0,-1-4 0,7 3-787,3 2 0,-3-5 0,5-1 0,0 0-873,-2-1 0,-3 1 0,-8 3 1,-3-2-1447,-2 2 0,-3 1 0,-8 2-474,-5 0 0,-10 2 1992,-4 3 0,-10-4 0,-3 6 0</inkml:trace>
  <inkml:trace contextRef="#ctx0" brushRef="#br0" timeOffset="80">14804 9726 7816,'-27'0'0,"3"0"1324,5 0 1,12-6-1,10-2-342,10 0 1,11-3 0,0 6-1,3 2-111,2 1 1,1 4 0,1 3 0,-1 4-283,-3 4 1,-3 1 0,0 2 0,-5 4-552,-3 4 1,-8 8 0,-4 3 0,-8 3-432,-5 7 1,-12-2 0,-6 5 0,-7-3-148,-2-2 0,4-6 0,-2-5 0,4-7 240,1-6 1,2-4 0,3-7 0,6-8 264,7-8 1,6-13 0,12-6 0,5-5 222,6 0 1,7-2 0,-1 4-1,4 3 454,0 0 0,4 6 0,-1 3 0,-4 5-224,0 4 1,-5 6 0,2-2 0,0 5-850,-1 5 1,-2 3 0,-7 6 0,-1 2-780,-4 3 0,4-3 1,-3 5-1,1-2 1210,-1 0 0,-36 13 0,-14-1 0</inkml:trace>
  <inkml:trace contextRef="#ctx0" brushRef="#br0" timeOffset="81">16127 8489 7773,'-22'-13'301,"3"4"0,4 1 1,4 4-1,2 0 1,-2 2-1,-2 4 1,-2 6-1,-1 4 683,-3 9 0,-3 6 0,-7 7 0,0 6-521,0 6 1,1 12 0,-1 11 0,0 6-147,15-35 1,-1 1 0,1 1 0,1 1 0,1 0 0,0 0 0,2 0-1,1 1 144,1-1 1,0 0 0,-5 37-1,4-7 1,5-7-273,8-8 0,5-10 0,9 0 0,3-5-332,1-5 0,-3-8 0,5-6 1,0 0-215,-1-1 0,2-2 0,-6-7 1,-1-1-665,-2-4 1,-2 3-1,1-6-3000,-1 2 4021,-6-5 0,-21-22 0,-11-13 0</inkml:trace>
  <inkml:trace contextRef="#ctx0" brushRef="#br0" timeOffset="82">16214 9280 7793,'-15'2'309,"1"3"0,4 3 1,2 6-1,2 1 1,3-1-1,1 2 0,2 2 1,2 2 824,3 3 0,1-4 1,5 3-1,-1 1-818,1-1 1,2-4-1,0 1 1,-2-3 66,-2-2 0,-4 1-2635,5-1 2252,-7 0 0,-9-44 0,-10-12 0</inkml:trace>
  <inkml:trace contextRef="#ctx0" brushRef="#br0" timeOffset="83">16199 8921 7793,'-1'-13'979,"-4"3"0,5-1-351,0 6 1,6-4 0,9 4-968,-1 2 0,1 3 0,-1 3 0,0 3-2352,1 2 2691,-1-4 0,-6 47 0,-2 5 0</inkml:trace>
  <inkml:trace contextRef="#ctx0" brushRef="#br0" timeOffset="84">16430 8806 7793,'0'-15'-1459,"0"6"2590,0-1-34,0 0 0,0-4 1,0 3 143,0 6 1,0 11 0,0 14-777,0-3 0,-5 6 1,0 1-1,2 3 14,1 2 1,2 1-1,-1 3 1,-3 4-179,0 0 0,-8 9 1,3-1-1,-4 5-57,-1 4 0,-6 2 0,0 2 0,-1-2-1,0-4 0,-4 3 1,1-7-1,-2-2 2,2-1 0,-3-9 0,3-2 0,-2-4-47,2-1 0,-1-2 0,4-3 0,0-4-7,0-4 1,2-4 0,3-2-154,-3-5 0,1-4 1,-4-1-1,1-1-26,4-4 0,1-3 1,1-6-1,-1-2-15,-3-4 1,3 3-1,-3-6 1,3 1 109,2 0 0,1-2 0,2-5 0,3 0 23,1 0 1,2-4-1,5-2 1,2-1-16,3 1 0,4-6 0,11-1 1,4-6 176,3-3 1,6 3 0,3-3-1,-1 0 105,0 0 1,3-1 0,-4-2 0,-2 3-262,-2 1 0,-3 7 0,-3 6 1,-5 2-137,-3 3 0,-6 13 0,0 5 0,-6 9 0,6 0 0,0 5 0,-2 5 0,4-2 0,-2 7 0,4 2 0,6 6 0,-3 0 0,6 6 0,-1 1 0,0 2 0,1 4 0,2 2 0,-2 6 0,-3 2 0,4 2 0,-3 1 0,0-1 0,0 0 0,-2 0 0,-5 0 0,1 0 0,-1 1 0,0-1 0,1-2 0,-2-2 0,-4-6 0,2-2 0,-4-3 0,-1 1 0,1 0 0,-3-2 0,-4-3 0,0-5-611,0-3 0,0-1 0,0-1-1515,0 0 0,0-4-4978,0 0 4013,0-7 3091,0 3 0,-10-36 0,-5-23 0,-1 1 0,0 0 0</inkml:trace>
  <inkml:trace contextRef="#ctx0" brushRef="#br0" timeOffset="85">16487 8834 7751,'0'-20'31,"0"2"0,0-6 1,2 0-1,1 2 1,2 2-1,-2 4 0,0 2 1193,2 0 1,-4 4 0,6 2-591,-1 2 0,-4 3 0,3 7 1,-4 6-173,-1 3 0,0 7 1,0 4-1,0 4-114,0 0 0,-1 3 0,-3 2 0,-2 4 14,-2 0 1,-1 6 0,-4-1 0,2 4 72,1 0 0,0 4 0,-6-1 0,-1 3-217,-2 2 1,-2 0-1,3 1 1,-1-4-49,1-2 1,-4-4-1,0-5 1,-2 0-100,0-5 0,5-8 0,-5-4 1,-2-2-84,-1-4 1,3-1 0,1-3 0,1-2-30,0-1 0,-2-5 0,-3 3 0,1-2 24,2-3 1,5-1-1,-4-2 1,1 0-63,0 0 1,4-2 0,-3-3 0,2-4-74,0-4 0,-2-8 0,5-3 0,0-3 49,3-2 0,4 0 0,-2-1 1,3-2 55,1-1 1,1-3 0,3 4 0,-2-3 107,2-2 1,3 4-1,4-5 1,6-1 197,3 2 0,3-3 0,3 5 0,5-3 95,3-7 0,4 4 0,1-4 0,1 6 215,-1 4 0,0 0 0,-2 5 0,1 1-203,-4 7 0,-3 6 0,0 6 0,-3 5-140,-1 4 0,-4 1 0,5 0 0,-2 0-78,1 0 1,5 1 0,-2 2 0,1 2-131,-1-2 0,1 5 0,5 0 0,2 2-18,2 0 0,-7 4 0,1 7 0,-3 1 0,-2 4 0,-4 1 0,1 2 0,-3 1 0,-2 4 0,1-2 0,-1 4 0,1 1 0,-1 0 0,-4 0 0,-2 1 0,0-3 0,0 0 0,0-3 0,1 5 0,-2 0-144,-1 0 0,-4-5 0,2 3 0,-2 0-150,-2 3 0,0-3 1,-2-1-1,-1-4-32,-2-1 1,-4-5 0,2-1 155,-1-3 1,4-7 119,-6-8 1,7-5 0,-2-5 0,3-4-46,2-4 0,0-8 1,-1-3-1,-2-3-152,-2-2 1,-2-5 0,4-1-1,-3-1-84,-2-4 0,3 0 0,-3 0 0,0 1-79,0-1 1,0 2-1,-3-2 1,1-2 188,-1 2 0,-2 2 0,-1-2 1,-2 2 100,-3-2 1,3 0-1,-3 1 1,1 6 86,-1 2 1,1 3 0,-4 1 0,1 1 79,3 2 1,-2 6 0,0-1 0,1 3 46,-1 2 1,2 6 0,-4 3 0,1 3 31,3 2 0,-4 2 0,-1 3 1,-1 4-58,0 4 1,1 3 0,-6 2 0,0 3 90,0 1 0,2 0 1,1 4-1,2-2-34,-1 1 1,3 3 0,-2 0 0,-2 3-31,-1 2 0,3-1 0,1 7 0,1 1 15,0 1 0,-1 2 1,-1 2-1,5 3-26,3 5 1,7-2 0,1 0 0,1-1-92,4-4 0,3-8 0,5-4 0,4-4 49,4-1 1,8-6-1,3-6 1,3-4-58,2-3 0,6-7 1,3 2-1,4-4 61,1-1 1,-1-1 0,-2-4 0,0-5 8,4-3 0,-5 1 0,2-1 0,-2 0-38,-3-3 1,-2-8 0,3 0 0,0-3 66,-1-2 0,-4-6 0,3-3 0,-1-4 135,0-1 1,-1 0 0,-4 0 0,0-2 103,-1-3 0,0 3 0,-4-3 0,-4 3-273,1 2 1,-10-2 0,4-1 0,-4-4-78,-3-1 0,3 3 0,-5-3 0,1 0-34,-1 0 0,4 4 0,-4 0 0,1 3 61,-1 6 1,-1 4 0,-4 9 0,3 2 834,0 3-8,1 7-1037,-5 6 1,0 9-547,0 3 0,0-2-2440,0 7 1,0-6-183,0 6 1,0 0 3376,0 4 0,0-6 0,0-2 0</inkml:trace>
  <inkml:trace contextRef="#ctx0" brushRef="#br0" timeOffset="86">17480 8446 7751,'-8'-22'362,"-5"2"1,-5 4 326,1 2 1,6 0-242,1-1 0,0 2 0,-2 2 1,1 3-1,1 2 0,-3 4 895,-4 5 1,-1 7-828,-6 9 0,5 10 0,-5 11 0,-3 6 0,-2 7 0,-1 5 144,2 4 1,4 5 0,-1 10-1,13-37 1,0 1-400,-1 2 0,0-1 0,2 0 1,1 1-1,1-2 0,1-1 0,-5 37 40,3-3 1,7-7 0,-2-3-1,5-5-263,5-8 1,0-9-1,8-6 1,3 0-290,0-4 1,1-9 0,1-3-1,3-4-392,1-2 0,-3 0 0,4-1 0,-2-3-310,-4-5 1,4-4 0,-2-1 0,0-1-1064,2-4 1,0-3 0,4-8 2015,-1-3 0,-5-17 0,-1-8 0,4-7 0,1 1 0</inkml:trace>
  <inkml:trace contextRef="#ctx0" brushRef="#br0" timeOffset="87">17581 9194 7751,'0'-8'2490,"-2"3"-1240,-3 10 0,4 3 1,-4 8-1,3 5-337,2 8 1,0 1 0,0 7 0,0 0-1070,0-1 1,5-4 0,0 2 0,-2-4-4329,-1-1 4484,4-7 0,-4-97 0,1 22 0,0 1 0</inkml:trace>
  <inkml:trace contextRef="#ctx0" brushRef="#br0" timeOffset="88">17652 8647 7751,'-6'-8'3065,"-2"-4"0,2 12-2627,6 0 0,4 6 0,8 8 0,-3 1-1867,2-1 1,2 0-1,2 1 1429,-1-1 0,7 20 0,1 4 0</inkml:trace>
  <inkml:trace contextRef="#ctx0" brushRef="#br0" timeOffset="89">18113 8561 7751,'0'-8'2121,"1"2"0,3 7 1,0 6-732,0 7 1,-3 13 0,-1 12 0,0 4-355,0 5 0,0 4 0,-1 11 0,-4 4-877,-5 3 1,2 2 0,0-1-1,0-6-674,0-7 1,5-2 0,-2-8 0,4-5-849,1-8 1,0-3 0,0-13-4083,0-1 5445,0-9 0,-58-22 0,-14-11 0</inkml:trace>
  <inkml:trace contextRef="#ctx0" brushRef="#br0" timeOffset="90">17796 9108 10093,'15'0'1988,"5"0"0,6 0 0,4 0-676,4 0 0,11 0 0,-2 0 0,3 0-263,4 0 1,-5 0 0,4 0-1,-2 0-1279,-4 0 1,-3 0-1,-12 0 1,0 0-2132,-4 0 0,-4-2-1463,-5-3 0,-9 4 3824,-6-4 0,-38-3 0,-17 0 0</inkml:trace>
  <inkml:trace contextRef="#ctx0" brushRef="#br0" timeOffset="91">18717 8561 7718,'0'-14'621,"0"-1"0,6 6 0,2-1 0,2 0 1618,0 2 0,-1 5-1336,6 13 1,-7 6 0,-4 14 0,-2 4 18,-2 4 0,-2 10 0,-1 5 0,-3 3-347,-2 1 0,3 1 0,-5-1 0,-1 1-395,-2 0 0,-1 2 1,1-1-1,2-4-354,2-4 1,1-8 0,-2-4-1,4-3-1405,-1-4 0,6-5 0,-4-12-4996,3-1 6575,2-6 0,-13-40 0,-3-16 0</inkml:trace>
  <inkml:trace contextRef="#ctx0" brushRef="#br0" timeOffset="92">18818 8158 7718,'8'-14'0,"-2"-1"491,1 1 0,-4 1 0,6 4 1,3 4 1005,0 3 1,1 5 0,-2 7 0,1 9-106,3 7 1,1 11-1,7 4 1,-1 7-280,1 3 1,-1 7 0,4 7 0,-2 4-520,1 5 0,-2 2 1,-1 1-1,-11-36 1,-1 0-595,-1 1 0,-1 0 0,0 1 0,-1-1 0,-2-1 0,-1 0 0,1 35 0,-3-2 0,-7-2 0,-3 0 0,-3-2 0,-5-3 0,-8-3 0,-2-6 0,-4-2 0,-4-4 0,-6 3 0,2-9 0,-2-4-839,2-7 1,-4-6-1,4-4 1,-2-4-5959,1-5 6797,4-5 0,-16-20 0,-10-7 0,-5 0 0,0 0 0</inkml:trace>
  <inkml:trace contextRef="#ctx0" brushRef="#br0" timeOffset="93">16717 16618 7819,'-24'-4'0,"2"-3"0,0 1 0,1-1 0,0 4 0,2 2 0,0 1 120,-1 0 1,-4 0 0,5 0 0,2 0-176,1 0 0,3 6 1,2 2-1,1 2 318,-1-1 0,5-4 0,-1 5 268,1 1 1,-2 0 0,-5 0 0,2-1 365,1 1 0,1 2 0,-6 1 1,1 0-144,-1 1 1,1 7-1,-2 5 1,-3 9-136,-5 5 1,2 1 0,-1 12-1,1 7-378,-1 9 1,12-30-1,0 0 1,-2 4 0,0 2-1,2 0 1,0 0-110,0 1 0,1 1 1,1 2-1,1 0 1,2 3-1,2 0 0,1-2 1,1 0-3,1-2 0,1 0 1,1-3-1,1-1 1,2-3-1,3-1 1,4-1-1,2 0 210,3 0 1,3-2 0,3 1 0,1-3 0,2-2 0,1-2 0,3-2 0,3-2-86,2-2 1,1-3 0,37 15 0,-30-20 0,2-4 0,1 0 0,1-4-256,0-1 0,1-3 0,0-2 0,0-2 0,-2-3 0,0-3 0,0 0 0,1-3 0,-1-1 0,-1-1 0,2-4 0,-1-3 0,-1-2 0,-1-3 0,-3 1 0,0-1 0,-2 0 0,-1-1 0,-2 0 0,0-1 0,0 0 0,-1 0 0,30-27 0,-5-1 0,-6 3 0,-15-6 0,-4-6 0,-4-5 0,-4-10 0,-6-4 0,-7-1 0,-8 39 0,-2-1 0,-3-1 0,-3 0 0,-4-2 0,-4-1 0,-3-1 0,-4 0 0,-3-1 0,-4 1 0,-4-2 0,-3 1 0,-2 1 0,-2 1 0,-3-1 0,0 0-68,-4-2 0,-1 0 1,-2 2-1,0 1 0,0 2 1,0 1-1,1 4 0,-1 2 68,5 7 0,-1 3 0,4 6 0,-1 5 0,-33 2 0,1 10 0,-1 12 0,1 15 0,6 15 0,6 5-1000,4 5 1,14-3-1,1 0 1,8-8-904,9-9 1,12-8 0,10-1-1079,9-3 2981,1-8 0,12-8 0,-7-8 0</inkml:trace>
  <inkml:trace contextRef="#ctx0" brushRef="#br0" timeOffset="94">12948 18676 7827,'-14'-14'187,"-1"-1"0,1 1 0,-1-1 349,1 1 0,4 4 1,1 2-1,-2 2 135,-2 3 0,-2 1 0,1 2 60,0 0 0,1 7 0,2 4 0,1 6 87,-1 7 1,3 5 0,0 5-1,0 4-400,0 4 0,5 1 0,-2 0 1,3 0-211,2 0 0,2-4 0,3-3 0,2-11-115</inkml:trace>
  <inkml:trace contextRef="#ctx0" brushRef="#br0" timeOffset="95">12888 19049 22584,'10'-17'234,"10"-29"301,-4-5 0,-4-7 0,-2 1 8,-5-1 1,-5-4 0,-5 0 0,-5 1-148,-2 2 1,-9 7 0,-3 5 0,-3 2-367,-2 2 0,5 3 0,1 4 0,3 11-682,2 7 1,4 5 0,4 12-1162,5 1 1,4 3-1,2 13 1,4 3 57,5 5 0,7 8 1,4 2-1,1-1-1983,4 3 3738,-5-6 0,1 18 0,2 9 0,-1 2 0,1-1 0</inkml:trace>
  <inkml:trace contextRef="#ctx0" brushRef="#br0" timeOffset="96">13207 18719 8280,'-14'0'759,"-1"0"1,1 0-1,-1 2 231,1 2 0,6 4 1,3 7-1,4 1-300,1 3 0,0 0 0,0 8 0,1 4-228,4-1 0,3 5 0,6-1 0,1-1-62,-1 3 1,2-15-65</inkml:trace>
  <inkml:trace contextRef="#ctx0" brushRef="#br0" timeOffset="97">13348 19049 23167,'3'-13'160,"5"-26"131,-3-6 0,-4-2 0,-2 0 0,-4-1-318,-5 2 1,-9 3-1,-5 4 1,-3 7-442,-2 7 0,2 4 1,1 8-1,2 4-894,-1 4 1,4 11-1,3 9 1,7 7-39,6 5 1,10 4-1,6 0 1,7 3-7,6-2 1,-2-3 0,2-4 1405,2-1 0,33-6 0,10 3 0</inkml:trace>
  <inkml:trace contextRef="#ctx0" brushRef="#br0" timeOffset="98">13437 18849 7849,'5'-15'0,"0"1"742,-2-1 1,0 3 1150,2 2 1,-4 5-1137,4 10 1,-3 3 0,-2 8 0,0 3-205,0 5 0,0-1 1,1 1-1,3 0 2,0-2 1,8 0 0,-3-6-1,2 0-201,-1-3 1,3-8 0,-4 0 0,4-4 66,2-1 0,-1-8 0,-1-8 1,-2-9-109,-1-7 1,-7-8 0,2 3-1,-4-1-164,-1-1 0,-11 2 0,-3-1 0,-4 6-831,-3 7 0,4 5 1,-6 11-1,2 4-1101,4 3 0,2 6 0,6 5 1,4 10-733,3 7 1,10 4 2514,7 4 0,16 4 0,10 5 0,5 7 0,1 0 0</inkml:trace>
  <inkml:trace contextRef="#ctx0" brushRef="#br0" timeOffset="99">13754 18992 9644,'-10'-8'1225,"0"-6"1,7-8 0,-2-13-1,4-9 101,1-7 0,1-10 1,4-3-1,5-1-392,3-4 1,6 13 0,2 8 0,1 13-438,4 10 0,-4 5 1,2 11-1,1 4-1502,3 3 0,0 10 1,1 5-1,0 5-3436,0-1 4441,0-1 0,18 43 0,-20-23 0,-1-1 0</inkml:trace>
  <inkml:trace contextRef="#ctx0" brushRef="#br0" timeOffset="100">14602 18604 7857,'-14'0'468,"4"0"1,1-2 0,-2-1 197,-2-2 1,-1 1-1,-1 4 29,1 0 1,4 1 0,1 4 0,-1 5-143,2 2 0,-5 8 1,5 0-1,-1 3-143,-1 2 0,7-4 0,-4 0-364,1 0 1,6-7-1,0 0 1,8-9-51,5-8 0,1-11 0,1-10 0,-1-5-150,0-5 1,1 2 0,-2-4-1,-2-1 233,-2 0 1,-4 10 0,3 0 603,-2 4 0,6 12 0,-3 14-70,4 15 1,-3 11 0,-1 14-1,2 2-140,2 3 1,2 1 0,-1 4-1,2-5-261,3-3 0,-3-7 0,3-1 0,-3-2-835,-1-3 1,1-8 0,1-5 0,1-4-1131</inkml:trace>
  <inkml:trace contextRef="#ctx0" brushRef="#br0" timeOffset="101">20069 18604 7795,'-16'0'152,"-1"0"1,-2 0-1,1 0 1,4 2-1,3 1 1,1 3 906,-1 2 0,0-3 1,-1 5-1,4 1-626,2 2 0,1 6 1,4 1-1,-3 1-56,0 0 1,-1 5 0,5-4-1,0 0-19,0-2 1,1-4 0,3-2 0,2 0-54,2 1 0,-3-7 0,4-3-36,3-4 1,0-2-1,1-6 1,-2-7 59,-1-9 0,-2-5 0,3-6 1,-3-6-9,-2-6 0,4 1 0,-5-3 1,-2 2-172,-1-2 1,-2 3 0,0-5-1,-2 2-818,-3 0 0,2 2 1,-5 6-1,2 5-1884,2 5 1,0 6 1367,4 14 0,-2 18 0,12 14 1184,1 9 0,0 13 0,2 14 0,1 1 0,2 4 0,-1 0 0,1 0 0</inkml:trace>
  <inkml:trace contextRef="#ctx0" brushRef="#br0" timeOffset="102">20300 18690 7872,'-7'-14'902,"-1"6"0,-6 3 418,-1 4 1,1 2 0,0 4-558,-1 5 0,6 9 0,1 5 0,1 3-304,4 2 0,-3 1 0,1 2 0,2 2-215,1-2 0,4-2 1,1-3-1,3-3-70,2-5 1,2-9-1,6-5 1,1-5 50,3-5 0,-1-10 0,-5-10 0,-1-7-48,-3-6 1,1 1 0,-6-2 0,-2-1-186,-2-1 1,-2-1 0,-4 4 0,-5 4-599,-2 4 0,-3 8 0,1 4 0,-1 7-739,1 6 0,4 7 0,3 6 0,0 8 49,4 4 0,3 4 0,5 7 0,4 1-1232,4 1 2528,1 1 0,16-5 0,6 3 0,3 2 0,0 0 0</inkml:trace>
  <inkml:trace contextRef="#ctx0" brushRef="#br0" timeOffset="103">20487 18892 8087,'-15'0'1453,"6"0"0,-1 0 494,-1 0 1,3 0-1035,-2 0 0,2 1 0,-1 4-561,4 5 0,5-2 1,3 1-1,4 2-136,1 2 1,3 0-1,6-2 1,2-3-8,-1-1 0,0-3 1,-1-5-1,1-4 186,-5-5 1,-1-2 0,-5-4-1,-1-2-193,1-1 1,-3-7-1,-5 4 1,-4-2-302,-5 0 0,-2 2 0,-4-4 1,-2 4-1095,-1 1 0,-5 2 0,5 6-2967,1 3 1,10 4 3291,8 6 0,8 6 0,10 4 0,2 4 868,3 5 0,1-3 0,7 19 0,5 9 0,2-1 0,1 0 0</inkml:trace>
  <inkml:trace contextRef="#ctx0" brushRef="#br0" timeOffset="104">20674 18906 7873,'0'15'165,"0"-1"0,0 0 3177,0 1-2351,0-1 1,0-12-1,0-9 1,1-9-128,4-8 0,-2-8 0,7-1 1,1-1-197,2-1 1,1 5 0,1-2 0,-1 4-432,0 5 0,1 5 1,-2-1-1,-1 4-811,3 6 1,-9 2 0,10 7 0,0 0-1263,2 0 1,-1 2 0,-6 3 0,-1 3 141,1 0 1,2 5-1,0-4 1694,-4 4 0,17 14 0,-2 3 0</inkml:trace>
  <inkml:trace contextRef="#ctx0" brushRef="#br0" timeOffset="105">21307 18403 7873,'-15'6'1812,"7"-3"0,4 7 0,2 3-640,2 4 0,0 2 1,0 10-1,0 6-588,0 5 0,0 5 0,0 1 0,0 4-534,0 1 0,0-5 0,0 1 1,0-7-875,0-7 0,0-9 1,2-5-1,2-4-3621,6-6 4445,3-2 0,1-44 0,-1-22 0,2-1 0,0 0 0</inkml:trace>
  <inkml:trace contextRef="#ctx0" brushRef="#br0" timeOffset="106">21609 18287 7873,'-8'21'777,"-3"2"1,6 7-1,2 4 674,1 4 1,-3 11 0,0 7 0,2 7-794,2 2 1,5 1 0,3-1 0,-1-5-598,1-6 0,2-3 0,-2 3 0,-2-21-1110</inkml:trace>
  <inkml:trace contextRef="#ctx0" brushRef="#br0" timeOffset="107">13034 18158 7851,'27'43'-206,"-1"0"1,0 1 0,1-1-1,-2-9 1,3-3 0,31 22 0,5-16-1,8-13 206,7-10 0,-21-22 0,9-9 0,2-1 0,5-3 0,0-1 0,0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13840 7539 7820,'-14'0'470,"-1"0"1,1 0-1,-1 2 1,3 4 0,0 9-1,3 7 1,-2 5 501,-2 2 1,-2 6 0,1 4 0,-2 4 847,-3 5-1446,3-3 0,-5 6 0,7-5 0,1 0 1,3-2-1,4-4 0,1-2 260,0-1 1,7-7-1,8-8 1,2 1-325,3-1 0,6-3 0,4 4 1,5-2-19,4-4 0,12-1 0,1-1 0,6-1-138,4 0 0,7-1 1,-24-7-1,2-1 0,4 0 1,2-2-73,5 1 0,1-1 0,1-1 0,2 0 0,5-1 0,2-2 0,1 1 0,1 0-272,2 1 0,2-2 0,2-1 0,1 0 0,2-1 0,0 1 1,3 0-1,-1-1 44,1 0 1,0 0-1,-1 2 1,1 0 0,0-2-1,0 0 1,1 0 0,-1 1 47,1 0 1,0-1 0,-4-2 0,0 1 0,4 1 0,1 1-1,-2-1 1,0 1 85,1-1 1,-1 0-1,2 2 1,1 0-1,-26-1 1,0 0-1,0 0 1,1 0 0,0 0-1,0 1 112,-1-1 1,0 1 0,0-1 0,0 0-1,0 0 1,1 1 0,-1 1 0,0 0 0,-1 0-1,2 0 1,0 0 0,0 0-102,2 0 0,1 0 0,-1 0 0,-3 0 0,-1 0 1,1 0-1,1 0 0,-1 0 0,0 0 0,26 1 1,-2 0 17,1 1 0,0 1 0,-26-1 0,1 0 0,-1 2 0,26 2 0,0 2 0,-1 0 0,0 0-11,-2 1 1,-2 1-1,-1-2 1,-1 0 0,0 2-1,0-1 1,1 0 0,0-2-46,3 1 1,0-1 0,-4 0-1,-1 0 1,1 0 0,0 0-1,-1 1 1,1-1 44,0 0 0,1 0 1,4-2-1,1-2 1,-2 1-1,1-1 1,1-1-1,0 0 28,0 1 1,-1-1-1,2 1 1,0-1 0,1-2-1,1-2 1,-27 1-1,-1 0 1,2-1 2,0-1 0,1 0 0,-1-1 0,22-1 0,1-1 0,-25 2 0,0 0 0,1 1 0,25-2 0,0 0-28,0 0 1,1-1-1,0 0 1,-1 1-1,-25 1 1,0 0 0,0 0-1,26 0 1,0 0-47,-3 1 1,0 0 0,-1-2 0,0 0-1,-1 3 1,1 0 0,-2 0 0,0 0-154,1 2 1,-1-1-1,-6-1 1,1-1 0,-1 1-1,1-1 1,-4 2-1,0-1 140,-1 1 1,0 0 0,0 1-1,-1 0 1,0 0 0,0 0 0,-1 0-1,-1 0-3,-2 0 1,0 0 0,-4 1 0,0-2 0,-1 1 0,0-1 0,1-1-1,0 1 87,1-1 0,-1-1 0,-1-2 0,-1 0 0,0 2 1,-1 0-1,0-1 0,0 0-9,-1-2 1,1 1-1,3 1 1,0 0-1,-1-1 1,-1 0 0,0 0-1,-1-1-20,-2 0 1,-1-1 0,-1 0 0,-1 0 0,-3 0 0,-2-1 0,-1 1-1,-1 0 197,39-7 1,-16-1-1,-13 2 1,-9 2 37,-9 2 0,-13 5 949,-6 0 0,-9 0-730,0 0 0,-9-4 0,-2-7-239,-2 1 0,3 0 0,-3-1 1,0 1-305,0-1 0,3-1 0,-3-1 0,2-4 185,3-1 0,-4-4 1,3-6-1,2-2 13,5 3 0,7-6 0,9-2 1,5-2-115,3-2 0,5-2 0,5-1 0,8-6 0,4-4 0,-1 7 0,3-7 0,-3 5-953,-6 4 0,-5 4 0,-10 8 953,-3 11 0,-29 42 0,-13 22 0</inkml:trace>
  <inkml:trace contextRef="#ctx0" brushRef="#br0" timeOffset="1">14559 8000 7838,'0'-19'0,"0"-2"322,0-1 1,0 4 0,0-1 845,0 3 1,2 3-1,1 2 1497,2 1-2382,0 7 1,-1-2 0,1 10 0,-2 6 0,-1 7 0,-4 7 0,-2 6 0,-6 5 0,-3 4 436,-1 5 1,0 8 0,-1-2 0,1 2-517,-1 0 1,1 1 0,-2 8 0,-2 4-149,-1-1 1,0 4 0,5-6 0,-1-3-33,1-1 1,1 4-1,3-2 1,4-7-91,0-9 1,4-5 0,-3-10 0,5-4-7,5-4 1,3-9-1,6-8 1,2-5 405,4-5 0,2-5 0,7-9 0,1-7-51,4-6 0,-2-6 1,6-10-1,0-3-214,-1 0 1,-2-4-1,-7 7 1,-3 4 377,-1 4 0,-8 6-949,-2 10 1,-14 24 0,-14 21 0,-8 17 501,-5 13 0,-10 11 0,-6 9 0,12-20 0,0 0 0,0 1 0</inkml:trace>
  <inkml:trace contextRef="#ctx0" brushRef="#br0" timeOffset="2">14358 9137 7838,'-53'0'486,"0"0"0,9-7 1,0-2-1,9-6 431,5-4 0,1-3 0,2-9 0,3-1-895,5-1 1,9 1 0,5 6 0,4 4-23,1 1 0,13 8 0,3 7 0</inkml:trace>
  <inkml:trace contextRef="#ctx0" brushRef="#br0" timeOffset="3">16444 7856 8107,'0'-14'151,"0"-1"0,2 6 0,1-1 0,2-1 0,-1-4 0,1-2 0,2-2 0,-1 1 648,0 2 1,1 3 0,-4 2 0,2 2 1425,-2-3-1833,-1 6 0,-2 1 0,0 10 1,0 5-1,-2 4 53,-3 5 0,2-1 0,-5 6 1,2 1-181,2 2 1,1 1 0,0-3-1,-2-2-83,2-3 1,1 4 0,2-5 0,0-1-14,0-2 1,2-3 0,3-2 0,4-1 72,4 1 1,3-5-1,2-1 1,4-3-16,5-2 0,0 0 0,10 0 0,0 0 27,0 0 0,1-5 1,7 0-1,1 0-102,2-1 0,2 4 1,-4-3-1,4 4-62,1 1 0,0 0 0,3 0 0,-3 0-63,-1 0 0,3 0 0,-4 1 0,1 4 41,-1 5 1,4-2 0,-3 0 0,-1 0 81,1 0 0,7-5 0,-2 2 1,-1-4-13,2-1 0,2 0 0,4 0 0,5 0-54,3 0 0,4 0 0,1 0 0,2 0-107,-2 0 0,-34-2 0,1 0 0,-1-1 0,0 1 0,37-1-5,-3 1 1,-8 0-1,2-1 1,1-2-30,1 2 0,2 2 0,-9 1 0,0 0 26,0 0 0,3 0 0,-6 0 0,-4 0-53,-2 0 0,-3 0 0,8 0 0,0 0-5,3 0 0,-1 0 0,-4 1 1,-1 2-13,1 2 1,2 0 0,0-3 0,-4 1 35,-1 2 0,0-1 1,-1-4-1,-3 0 1,-1 0 0,-2 0 0,-7 0 0,-1 0-36,-1 0 1,-7 2 0,0 1-1,-7 2 70,-6-2 0,-3-1 0,-1-2 77,-1 0 345,-6 0 30,-1 0 1,-7-2-183,0-3 0,1 2 1,2-6 244,2-3 1,5-5-1,-4-2 1,2 1-304,3 2 1,-3-5-1,2-3 1,1-3-183,2-2 0,1-1 0,1-2 0,-3-2-63,-2 2 0,1-3 0,-4 2 1,-1 1-583,0 1 1,-1 9-1,-5 1 1,0 2-2502,0 0 1,-1 6 3145,-4 8 0,-48 36 0,-17 9 0</inkml:trace>
  <inkml:trace contextRef="#ctx0" brushRef="#br0" timeOffset="4">22731 7683 7989,'0'-9'52,"-2"1"0,-1 0 1332,-2 0-125,-6 5-149,10-4-164,-6 7 1,7 2-565,0 3 0,0 3 1,0 6-1,0 0-165,0 1 0,-1 1 1,-3 1-1,-2 4-35,-2 1 0,3 1 0,-3 2 0,2-1-96,3 2 0,-4-5 1,2 0-1,2-2-161,2 0 1,1 0 0,0-5 147,0 1 1,0-1 584,0 1-419,6-7 0,2-2 0,6-4-55,1 2 1,-1-2 0,2 3 0,2-4 84,1-1 1,11 0 0,1 0-1,6 0 13,7 0 0,1-4 0,8-1 1,3 0-66,4-1 0,4 4 1,4-3-1,-6 4-24,-3 1 1,-1 0 0,-1 0 0,-1 0-50,-3 0 0,-4 0 1,-5 0-1,-1 0-93,0 0 0,0 0 0,-1 0 0,-4 0-85,-4 0 1,2 4-1,3 1 1,1 0 60,-2 1 0,4-4 1,-4 3-1,3-4-65,3-1 0,4 5 0,1 0 0,1-2 46,-1-1 1,6-2-1,-3-2 1,3-1 31,-3-2 1,0-4-1,-6 4 1,2 0 23,-2-1 1,4 4 0,-2-3-1,-2 4 12,-1 1 0,-2 0 0,2 0 0,0 0-60,-2 0 1,2 0 0,-12 0 0,1 0-38,1 0 1,-5 0 0,4 0 0,-4 0-34,-1 0 0,-5 0 0,0 0 0,1 0 20,3 0 0,-6 0 1,-1 0-1,-2 0-1,0 0 1,5 0-1,-5 0 1,-1 0-50,-2 0 0,3 0 0,0 0 0,-1 0-18,-2 0 1,-2 0 28,1 0 621,-7 0 293,-2 0-930,-6 0-20,0 0 1,0-7 146,0-2 1,0 1 0,0-2 0,0-1 157,0-2 0,0-3 1,0-1-1,0-4-144,0-2 0,0 1 0,0-4 1,0 1-243,0-6 0,0 3 1,0-6-1,0 4-430,0 1 0,0 5 0,0 2 0,0 1-1010,0 3 1,0 2-1,0 2-3741,0-1 5371,0 1 0,6-13 0,2-4 0</inkml:trace>
  <inkml:trace contextRef="#ctx0" brushRef="#br0" timeOffset="5">24846 8878 12338,'-7'9'461,"-1"1"1,-1-1 0,1 2 0,0 2 129,0 3 1,-2 2 0,-2-2 0,0 3 371,3 5-781,-1-3 0,-4 11 1,-1-3-1,1 1 1,0 0-1,-1-1 1,-1 1 186,-3 4 1,3-4-1,-5 2 1,2-4-130,0-4 1,-7 0 0,4 4-1,0-1-7,2-3 0,-2-1 0,0-7 0,-2 1-127,0 1 0,5-10 0,-4 5 0,1-5-118,-1-5 0,4 3 0,-5-1 0,0-2-71,2-1 1,-4-2 0,6 0-1,-1 0-107,0 0 0,2-6 0,4-2 0,1-4 176,0-2 1,-1 3-1,2-8 1,4 3 286,4 1 0,-1-4 0,1-2 0,2 0 199,1 1 1,4-4 0,1 3-1,3 0-40,2 0 0,7-4 0,5 2 0,1-1 14,0 0 0,5 7 0,-2-2 0,3 1-251,1-1 0,1 8 0,0-2 1,0 5-196,0 5 0,-1 1 0,1 2 0,0 0 0,0 0 0,-1 8 0,0 5 0,-3 4 0,-1 1 0,-1 3 0,1 0 0,-5-1 0,-3 1 0,-2 3 0,0-3 0,1 0 0,-1 0 0,-1-1 0,-2-2 0,-3 1 0,-1-1 0,2-1 0,-4 1 0,-2 1 0,4 0 0,-3-4 0,1-3 0,2-2 0,-6-2 0,6-5 0,-3 4-3066,1 1 0,2-5 3066,-3 2 0,-8-10 0,2-3 0</inkml:trace>
  <inkml:trace contextRef="#ctx0" brushRef="#br0" timeOffset="6">25263 8921 7992,'-5'-15'208,"1"1"1,-8 0 0,3 1 0,-2 2 0,-1 3 0,3 1 632,-2 4 0,3 3 0,-2 5 0,-1 4 610,-2 4-1140,-1 8 0,-1-2 0,1 8 0,-1 4 0,1 1 0,1 3 1,2 2 510,1-1 0,1 6 1,-5-4-1,1 5-371,3 5 0,-1-3 1,5 3-1,-1-5-113,1-4 0,1 1 1,5-7-1,0-2-317,0-6 0,2 1 0,1-7 0,2-1-170,-2-3 0,5-5 0,0 0 0,1-1-635,1-1 0,0-1 0,4-7-898,0 0 1,1 4-1,-1 1 1,0-2-1210,1-1 2891,-1-2 0,1-19 0,-1-5 0</inkml:trace>
  <inkml:trace contextRef="#ctx0" brushRef="#br0" timeOffset="7">25493 9165 7981,'-5'-14'0,"-1"0"974,-2-1 0,3 1 382,-4-1 0,1 6 0,-3 1-773,1 1 1,5 4-1,-4 8 1,-3 5-64,0 2 1,-3 9-1,-1 3 1,-1 5-86,-3 4 1,1 4 0,5 5 0,-1-2-79,1-2 0,0 4 1,1 2-1,3-4-2,6-3 0,4-3 1,4-7-1,6-3-315,3-5 0,7-9 1,4-5-1,4-4 129,0-1 0,1-6 1,0-4-1,-2-4 56,-3-5 0,2-4 1,-7-6-1,-2 1-16,-1-1 0,-3-2 0,-3-1 0,-5-1-408,-4 1 1,-1-3-1,-1 1 1,-6 2-638,-7 2 0,-7 6 0,-8 1 0,1 3-528,-1 2 0,5 9 1,0 4-1,0 3 273,1 2 0,3 5 1,5 1-1,2 2 1091,4 4 0,15 0 0,10 3 0</inkml:trace>
  <inkml:trace contextRef="#ctx0" brushRef="#br0" timeOffset="8">25623 8820 7981,'0'-14'443,"1"-1"779,4 1 0,-2 1 1,7 3-381,1 6 0,2 8 1,0 8-1,-2 5 80,-1 7 1,-1 3 0,5 4 0,1 1-109,-1 1 0,1 7 0,-1-1 1,0 1-85,1-2 1,-6 4 0,-1-4 0,-1 5-196,-4 5 0,-1-5 1,-4 2-1,-4-5-262,-9 0 0,-1 1 1,-6 1-1,-1-4-247,1-4 1,-2-2-1,-6 0 1,-2 1-739,-2-1 0,5-3 0,7-5 0,1-5-3487,4-3 1,1-1 1574,1-1 1,12-7 2623,3-7 0,10 0 0,-2-7 0</inkml:trace>
  <inkml:trace contextRef="#ctx0" brushRef="#br0" timeOffset="9">26198 9280 7822,'-6'-9'2118,"-4"-1"-764,4 7 0,-1-5 0,9 5 0,4-2-295,9 2 0,1 1 0,6 2 1,1 0-241,-1 0 0,2 0 0,5 0 0,0 0-388,-1 0 0,1 0 0,1-1 0,2-3-506,2 0 0,-5-1 0,-5 3 0,1-1-239,2-2 0,-4-1 0,-4 3-6467,-3-2 3769,-8 0 0,-14 7 3012,-14 2 0,-22 8 0,-11 4 0,-6 3 0,1 0 0</inkml:trace>
  <inkml:trace contextRef="#ctx0" brushRef="#br0" timeOffset="10">26169 9410 7822,'-14'0'0,"0"0"3566,-1 0-2008,7 0 0,8 5 0,10-1 0,4 0-253,5-3 0,4-1 0,6 0 0,-1 2-774,1 3 1,0-4-1,0 4 1,0-3-347,-1-2 1,1 1 0,0 2-1,0 2-863,-1-2 0,-4-1 1,0-2-1,0 0-842,-1 0 1,-3 0 0,-5 0 0,1 0-1441,3 0 1,-3 0 2959,3 0 0,-16-19 0,-4-5 0</inkml:trace>
  <inkml:trace contextRef="#ctx0" brushRef="#br0" timeOffset="11">27292 9093 7822,'-10'-9'1943,"0"-1"1,6 2-1143,-6-1 1,2 4-1,-3 10 1,3 4-249,2 4 0,-6 8 0,3 3 0,-4 5 156,-1 4 1,-1 2-1,2 5 1,2-1-163,2 1 0,5 0 0,0-2 0,4-5-163,4-2 1,4-4 0,8-3 0,4-6-48,4-7 1,3-5 0,1-6 0,1 0-20,0 0 0,0-1 0,0-4 1,-1-6-28,1-7 0,-5 0 0,-2-4 0,-1 0-100,-3-1 0,-4-1 0,-3-4 1,-3-3-165,-1-2 1,-2 2-1,-5-4 1,-2 1-362,-3 1 0,-3-2 0,-8 4 1,-3 3-310,-5 5 0,-3 10 0,-2 5 0,0 2-562,1 3 1,0 3 0,4 3 0,5 3 320,3 2 0,3 2 884,4 4 0,15-6 0,10-1 0</inkml:trace>
  <inkml:trace contextRef="#ctx0" brushRef="#br0" timeOffset="12">24573 10043 7838,'-2'-14'585,"-1"-1"0,-2 1 3704,2-1-1856,1 1-1896,2 6 1,-1 8 0,-3 10 0,-2 2-313,-2 3 0,-2 4 0,-4 2 0,0 1 485,-1 4 0,1 1 1,-2 2-1,-2-1-318,-1 1 0,-5 0 0,3 0 1,1 0-296,-1-1 0,-5 1 0,4-2 0,-2-1-153,0-2 1,1-7 0,-2 3 0,1-4-68,-2-2 0,1-4 0,-1-2 0,4-2 15,1-3 0,-3-1 1,3-4-1,0-3-87,1-4 0,1-6 0,6-2 0,2-4 41,1-1 0,5 2 1,-3-2-1,2 1 259,3 4 0,3-4 0,3 2 0,3 3 276,2 5 0,3-1 0,7 8 1,3 0 98,1 3 1,2 1 0,5 0 0,0 1 179,-1 4 1,6-2-1,0 7 1,-3 1-381,0 2 0,-2-3 0,-2-1 1,-2 2-281,-1 2 0,-4 0 0,0-2 0,-2-1 0,-5 1 0,-2 0 0,2 0 0,-4-1-113,-4 1 1,-3-3-1,-2 2-6961,0 1 157,0-5 6917,0 7 0,0-43 0,0-4 0</inkml:trace>
  <inkml:trace contextRef="#ctx0" brushRef="#br0" timeOffset="13">25033 10014 7726,'-14'-14'329,"4"4"1,0 2 0,-1 2 1500,-2 3 0,4 1-1217,-1 2 1,5 2-1,-3 2 1,0 6-45,0 3 0,-1 1 1,-6 2-1,1 2 48,0 1 1,-2 7 0,-4-1 0,-2 5-43,0 4 0,-4 4 1,5-2-1,1 0-134,-1 4 0,2 0 1,6-1-1,3-4-282,5 0 1,4-6-1,2 1 1,6-6-263,7-3 0,2 1 0,7-6 0,-1-3-149,0 0 0,-2-5 0,2 0 0,-1-2-953,-4-3 1,4 1 0,-2-1 0,-1 2-822,-2-2 0,-2-2 0,1-1 2026,-1 0 0,-6-12 0,-2-4 0</inkml:trace>
  <inkml:trace contextRef="#ctx0" brushRef="#br0" timeOffset="14">25364 10129 7726,'0'-8'4745,"0"5"-3645,0 13 0,-5 1 0,-1 13 0,-2 1-524,-4 3 1,4 0 0,-1 3 0,-2 1-290,-2 1 0,0 6 1,2-4-1,1 0-299,-1 0 0,3-3 1,0-6-1,0-4-1478,0-1 1,5-2-622,-2-4 0,4-9 0,2-6 80,4-8 0,-3-5 2031,2-1 0,4-52 0,0-12 0</inkml:trace>
  <inkml:trace contextRef="#ctx0" brushRef="#br0" timeOffset="15">25378 10014 7726,'0'-14'1512,"0"-1"0,2 7 0,1 5 1,3 6-320,2 7 1,2 3-1,4 3 1,1 3-346,-1 5 0,1 3 0,-1 2 0,0 1-256,1 4 0,-3-4 0,0 5 1,-4 1 14,-2 2 1,4-1-1,-6-1 1,0 0-303,-3-4 1,-2 4-1,-3 1 1,-4 0-304,-4-3 0,0-4 0,-8-1 0,0-1-699,1 1 1,-5-5 0,4-1 0,-1-3-561,0-2 0,-3 1 0,3-4 0,0-6-4503,1-1 5760,0-6 0,-19-28 0,-8-14 0</inkml:trace>
  <inkml:trace contextRef="#ctx0" brushRef="#br0" timeOffset="16">25954 10288 8521,'-8'0'2408,"3"0"0,10 0 0,4 0-1395,4 0 0,6 0 0,2 0 0,1 0-172,4 0 0,1 0 0,2 0 0,0 0 113,-1 0-906,1 0 1,0 0 0,0 0 0,-2 1 0,-1 2 0,-4 2 0,-1-2-697,-4-1 0,-1-2 0,-3 2-771,-3 2 1,-4 0 0,-8 4-1,-2 0 401,-6 0 0,-9 1 0,-5 6 1018,-3-1 0,-17 3 0,-15 4 0,-1 0 0,-6 3 0,1-1 0,-1 0 0</inkml:trace>
  <inkml:trace contextRef="#ctx0" brushRef="#br0" timeOffset="17">25882 10619 10305,'3'0'3200,"8"0"-2053,8 0 1,5 0 0,7 0 0,1 0-203,1 0 0,2-2 1,-3-1-1,2-2-851,-2 2 1,-2 1-1,-1 2 1,-2 0-2141,-3 0 0,2 0 1,-7 2 2045,-1 3 0,-22 9 0,-5 8 0</inkml:trace>
  <inkml:trace contextRef="#ctx0" brushRef="#br0" timeOffset="18">27694 9885 8489,'0'-8'4996,"2"1"-4125,3 7 0,-4 2-455,4 3 0,-3-2 0,-2 7 0,0 1-127,0 1 0,-5 3 1,-1 1-1,-2 1-114,-4 3 1,4 4 0,-1-4 0,-2 3-66,-2 2 1,-6-2 0,-2 1-1,0 0-115,0-2 1,1 4-1,0-7 1,-2-2-124,0-1 1,-4-1 0,5-2 0,1-4 66,-1-4 1,-3 1 0,5-1 0,1-3 41,2-5 0,2-5 0,-1-7 0,2 1 2,4-1 0,-2 1 1,6-2-1,2-2 254,1-1 0,2 0 1,2 5 211,2-1 1,3 1 0,4 1 0,-1 2 10,1 1 1,2 6-1,1-4 1,0 1-47,1 4 0,1 1 1,1 2-1,3 0 7,-3 0 0,4 2 0,-2 3 0,0 3 46,2 0 1,-5 5-1,3-5 1,-3 1-193,-1 1 0,-1-1 0,0 6-548,1-1 1,-6-4 0,-1-1-571,-1 2 0,2-3-2266,-4 2 1,0-5-2981,-5 4 6089,0-5 0,-26-4 0,-6-8 0</inkml:trace>
  <inkml:trace contextRef="#ctx0" brushRef="#br0" timeOffset="19">28083 9784 7812,'-14'0'117,"-1"0"0,6 0 0,-1 0 0,-1 0 0,-2 0 0,-1 2 395,-1 2 1,1 4-1,-1 8 1,1 4 137,0 4 1,-1 3 0,1 3 0,1 4 158,4 4 0,-4-1 1,5 0-1,0-2-368,3-3 0,3 0 1,2-2-1,0-1-350,0-7 0,0-4 0,2-4 1,3 1-756,4-1 0,4-6 0,2-3 0,-1-4-558,0-1 0,1 0 0,1-1 1,1-4-2052,2-5 3273,1-2 0,-6-48 0,0-10 0</inkml:trace>
  <inkml:trace contextRef="#ctx0" brushRef="#br0" timeOffset="20">28184 9842 7812,'-2'-10'1082,"-3"0"1,5 2 0,0-1-132,8 4 0,5-1 0,1 1 0,1 2-364,-1 1 1,1 4 0,-1 1 0,0 3-69,1 2 1,-6 3 0,1 7 0,-1 3-244,-1 1 0,-1 0 0,-7 4 0,0-2-354,0 2 1,0 1 0,-2 2-1,-3-2-152,-4-3 0,-10 3 0,-4-3 0,-1 1-192,0-1 1,2 2 0,-4-7 0,4-1-131,1-2 0,2-8 0,5-3 0,-1-4 346,1-1 0,6-1 0,3-4 0,4-5 301,1-3 0,0-1 1,1 0-1,4-1 297,5 1 0,1-1 0,0 3 0,-2 2 77,3 5 0,0 4 0,3 1 1,-1 0 70,1 0 1,-1 0 0,0 0 0,1 0-621,-1 0 1,-1 6 0,-2 2 0,-1 2-333,1-1 1,-5-4 0,1 3-830,-1-2 0,-3 4 1241,7-5 0,-13-58 0,1-19 0</inkml:trace>
  <inkml:trace contextRef="#ctx0" brushRef="#br0" timeOffset="21">28457 9669 9993,'8'6'1523,"5"-3"1,-5 7 0,1 1-364,1 2 1,0 1 0,4 1-1,0 1-582,1 3 0,-1 3 0,-1 6 0,-2-3-146,-1-1 0,-7 0 1,2 5-1,-4 0-201,-1-1 0,-6 1 0,-2 0 0,-3-2-258,-4-3 1,2 3-1,-9-3 1,0 2-557,-1-2 0,4-2 0,-5-4 1,0 1-823,2-1 1,-4-2-1,5-4 1,1-2 122,-1-5 0,2-2 0,4 0 0,-1 2 1282,-3-2 0,-20-9 0,-8-5 0,-8-1 0,1 0 0</inkml:trace>
  <inkml:trace contextRef="#ctx0" brushRef="#br0" timeOffset="22">27177 10460 7810,'-29'7'-148,"6"-4"1,4 5-83,3-2 945,8 5 0,3-7 1,12 5-1,7 1 1,9-1-1,5 1 1,8 1 1276,7 2 1,6 1 0,9-1 0,1-2-931,3-1 0,5-7 0,10 2 1,3-5-464,0-5 0,-38 3 0,1-1 0,37-9 0,-40 4 0,1 0-487,0 0 1,0 0 0,32-8 0,-1 0 0,-8 0-113,-5 1 0,-6-2 0,-3 7 0,-6-1-172,-7 1 1,-11 4-1,-7 6-3834,-3 0-4662,-8 0 2248,-8 0 6420,-8 0 0,-51 6 0,-12 2 0</inkml:trace>
  <inkml:trace contextRef="#ctx0" brushRef="#br0" timeOffset="23">27781 10906 6816,'8'-1'5385,"-3"-4"-3540,-4 3-1146,-1-11 1,2 7 241,3-4-659,-4 4 0,12 1 0,-3-1 1,2 0-1,4-1 0,2 2 308,1-1 0,7 4 0,-4-4 0,2 1-243,0 0 0,0 1 1,3 4-1,-1 0-144,-2 0 1,-7 0-1,4 0 1,-3 1-111,-4 4 0,4-2 0,-10 7 0,1 1-136,1 2 1,-7 1 0,2 0-1,-4 1 74,-1-1 0,-1 5 0,-4 2 0,-5 2-210,-2 2 1,-3-2-1,-1-1 1,-1 0-155,-3 1 0,-3-6 0,2 4 0,-2-2-111,-2 0 0,2 1 0,-1-6 0,0-1 82,2-4 0,-5 3 1,5-8-1,-1 0 323,4-3 0,3-1 0,2-1 0,-1-3 85,1 0 0,6-12 0,3 1 0,3-2 94,2-4 1,2 5-1,3-3 1,3 3 250,0 1 1,5 3 0,-4 0-1,4 4 173,1 2 1,2-4-1,2 6 1,1 0 10,-1 3 0,4 1 0,0 0 1,2 0-136,0 0 0,-4 6 0,4 2 0,0 2-221,-2-1 0,3-1 0,-5 4 0,-3-3-106,-1 2 0,-1-3 1,-1 0-1,-1 0-251,-4 0 1,3-3-1810,-8 5-555,1-7 1,-6 3 495,-4-6 1,2 0-1,-5-1 2006,1-4 0,-49-48 0,24 18 0,0 0 0</inkml:trace>
  <inkml:trace contextRef="#ctx0" brushRef="#br0" timeOffset="24">29435 10014 7704,'-17'2'295,"1"3"1,3 4 0,2 4 0,3 3 0,1 2-1,3 2 1163,-1 3 0,0 7 0,5 7 0,0 1 765,0 1-1862,0-1 0,0 4 1,0-3-1,0-2 0,0-2 1,0-1-1,0-2-8,0-3 1,-2 3-1,-1-10 1,-3 2-554,-2 0 0,3-6 0,-3 1 0,-2-3-495,-2-2 0,5-4 1,-7-2-1,1 0-1682,0 0 0,-3-5 2377,-3 2 0,-35-29 0,-15-8 0</inkml:trace>
  <inkml:trace contextRef="#ctx0" brushRef="#br0" timeOffset="25">28946 10475 8091,'-6'-8'1188,"6"-4"1,0 8-1,9 0-222,9 3 0,6-4 0,9 0 1,6 0-326,2-1 0,9 4 0,3-2 0,3 0-683,1 0 0,-6 2 1,-3-4-1,-3 1-907,-2 0 0,-8 0 0,-6 5 0,-8 0-3612,-5 0 4561,-2 0 0,1 0 0</inkml:trace>
  <inkml:trace contextRef="#ctx0" brushRef="#br0" timeOffset="26">30860 9798 7740,'-15'0'1219,"1"2"0,-1 3-218,1 4 1,6-1 0,2 2 0,1 1-493,0 2 1,0 6 0,4 0 0,-4 0-187,-5 2 1,2 2 0,-1 4 0,-2-2-97,-2-1 1,-6 0 0,-2 5 0,-2-2-101,-2-3 1,-2 2 0,-4-7 0,-1 0-141,-1 2 0,-6-10 0,6 2 0,1-5-109,1-5 0,7-1 0,2-2 0,1-2 8,4-3 1,7-3 0,5-6 0,4-2 150,1-3 0,0 1 1,1-4-1,6 0 86,7-1 0,2 4 0,6-3 1,1 1 138,-1 3 0,1 4 0,2 3 0,-1 3 252,2 1 1,-4 2 0,2 5-1,0 0-65,-2 0 1,4 7 0,-5 2 0,0 6-142,-1 4 0,0-1 1,-6 4-1,0 0-201,1 1 1,-7-6 0,-2 4 0,-1-2-766,0 0 1,-1 1-1,-4-6-3177,0 0 1,-4 1 3834,-1-1 0,0-31 0,5-9 0</inkml:trace>
  <inkml:trace contextRef="#ctx0" brushRef="#br0" timeOffset="27">31104 9913 7740,'-6'-8'2746,"-4"4"1,2 2-1555,-1 2 1,-1 6-1,-4 4 1,1 4-658,3 6 0,-3-3 0,2 7 0,-3 2-283,-1 1 1,-2 2-1,9 0 1,0-2-101,3-3 0,5 1 1,5-6-1,5-1-3,2-2 1,9-8 0,3-3 0,5-4-27,4-1 0,-2-1 0,4-4 0,-1-5-155,-1-2 1,1-8 0,-7 1 0,-3 0 63,-5-2 1,-3 4 0,-3-6-1,-4 1-144,-4 0 1,-3-1-1,-4-2 1,-3 2-339,-4 2 1,-6-3 0,-4 5 0,-6 2-381,-7 1 1,1 3-1,-2 2 1,2 3-266,3 1 1,-1 3-1,0 5 1,0 4-2593,0 5 3687,7 2 0,-17 15 0,-7 5 0,-1 4 0,0-1 0</inkml:trace>
  <inkml:trace contextRef="#ctx0" brushRef="#br0" timeOffset="28">30241 10446 7740,'10'-8'1216,"-1"3"1,4 3 8,5 2 0,4 0 0,8 0 1,4 0 1202,4 0-1981,4 0 0,7 2 1,4 1-1,3 2 0,3-2 1,2-1-1,0-2 488,-5 0 1,-5 0 0,-8 0 0,0 0-959,0 0 0,-8 0 0,-4 0 0,-6 0-850,1 0 1,-4 0-1,1 0-1797,-3 0 0,0 0 653,-6 0 1,-4 1 2016,-1 4 0,-38 10 0,-4 7 0</inkml:trace>
  <inkml:trace contextRef="#ctx0" brushRef="#br0" timeOffset="29">30557 10777 7758,'-4'-10'735,"0"1"1,8-1 0,7 2 317,6 3 0,7-1 0,-1 1 0,2 2-278,6 1 1,1 2 0,-4 0 0,1 2-186,0 3 0,0 3 1,0 4-1,-2 1-229,-3 2 0,-5-4 0,-8 10 1,-3-2-235,-2 0 0,-2 5 1,-9-3-1,-6-1-143,-7 1 0,-6 5 1,-8-4-1,-3 2-614,-2 0 1,5-6-1,-3 1 1,2-3-280,-1-2 1,5-6 0,7-1 670,1-1 0,3-6 0,9 0 0,4-8 184,3-5 0,9-1 1,2 0-1,4-1 346,2 1 1,-1 6 0,0 3 0,1 3 423,-1 2 1,1 0 0,-1 0-1,0 0-432,1 0 1,-6 7 0,1 1 0,1 1-966,2 1 0,-4-5 0,1 4-1083,1 3 0,-3-6 1764,2-1 0,-7-4 0,3-1 0</inkml:trace>
  <inkml:trace contextRef="#ctx0" brushRef="#br0" timeOffset="30">31032 9726 7798,'-9'0'207,"-1"0"1,-1 0 0,-2 0 0,-1 0 0,-1 0 0,1 2 739,0 3 1,-1-2-1,1 8 1,-2 4 1054,-3 2-1613,9 9 1,-9-2 0,11 9 0,0 6-1,3 4 1,3 3 0,4 2 51,3-1 1,-2-3-1,7 1 1,1 0-383,2-2 0,1-3 1,0-11-1,-1 0 233,-3-1 1,1-5 0,-6-4-4276,-2-3 3983,-1-8 0,-15-27 0,-3-13 0</inkml:trace>
  <inkml:trace contextRef="#ctx0" brushRef="#br0" timeOffset="31">31349 9698 7790,'14'0'497,"1"0"0,-1 1 0,0 4 0,2 5 681,3 2 0,-3 4 0,4 4 1,-4 5 91,-2 7 1,4 5 0,-2 6 0,-4 0-326,1 0 1,-6 2-1,-3 2 1,-2 1-413,-2-2 1,-6-3 0,-4-3 0,-4-3-409,-6-2 1,3 3-1,-7-4 1,-2-4-916,-1-4 0,-2-1 0,-1-4 0,-2 0-1497,-2 0 2287,7 4 0,-14-15 0,-9-4 0,-1 5 0,0-1 0</inkml:trace>
  <inkml:trace contextRef="#ctx0" brushRef="#br0" timeOffset="32">24558 11784 7820,'-5'-10'469,"-1"1"1323,-2-2-383,5 4-1051,-4 1 0,6 7 0,-2 4 0,-2 6 37,2 7 0,-1 0 0,1 6 0,-3 1-7,-2 2 1,-2 8 0,-6 2 0,-1 2-85,-3-1 1,-5 0-1,1 5 1,-3 1-59,-2-1 1,0-5 0,2-3 0,1-3-87,2-4 1,0-9-1,-4 0 1,-1-5-34,0-4 0,2-4 0,1-6 0,2 0-29,-1 0 1,-1-6-1,1-4 1,2-3-8,3-1 0,0-2 0,8-3 0,0-5-140,3-3 1,6-2 0,-2 2 0,5 1-17,5 2 0,3 2 0,6-4 0,2 4 326,3 1 0,4 2 0,5 5 1,1 1 138,0 3 0,4 4 1,3 6-1,0 0 223,4 0 0,-3 0 1,0 1-1,-2 4-94,-3 5 1,3 9-1,-1 3 1,-4 2-157,-4 0 0,-6 0 0,-5 5 0,-1 0-322,1 0 0,-3-5 0,-2-2 1,-4-1-108,1-4 1,-6-1 0,4-1-210,-3-1 0,-1-6 1,4-5-4652,5-6 1,1-7 4617,-1-9 1,-4 10 0,-6-4 0</inkml:trace>
  <inkml:trace contextRef="#ctx0" brushRef="#br0" timeOffset="33">25306 11525 7885,'-1'-8'668,"-4"3"0,2 4 0,-7 1 1,-1 1-1,-2 4 0,-1 5 0,-1 9 0,-1 6-133,-3 7 0,-2 2 0,-4 7 1,1 6 943,-2 2-1187,-1 11 0,-2 0 1,1 6-1,0-1 1,4-1-1,5 2 0,3-4 318,2-3 1,6-4 0,3-12-1,3-2-559,2-2 1,2-4-1,4-8 1,7-3-197,5-5 0,7-4 1,-1-4-1,4-3-467,0-2 0,1-1 0,0-7 0,0-2-817,-1-6 1,4-4-1,-1-4 1,-6-3 1428,-2-1 0,-4-47 0,-12 27 0,0-1 0</inkml:trace>
  <inkml:trace contextRef="#ctx0" brushRef="#br0" timeOffset="34">25479 11899 7885,'0'-14'260,"-5"-1"1,0 1 2171,2 0-1933,2-1 0,7 6 0,4 1 0,2 0 0,3 1 0,-1 1 1,0 1 598,1-1 1,4 4 0,2-3 0,0 5-572,-1 5 0,4 0 0,-3 8 0,0 4-2,0 4 0,-2 8 0,-5 6 0,-1 0-103,-3 0 1,1 5 0,-6-1 0,-2 2-285,-2 2 1,-7 0 0,-5 1 0,-7-3-246,-6-2 1,-3 0 0,-2-5 0,1-2-224,-1-2 1,0-6 0,0-1 0,2-4-82,3-6 1,3-5-1,7-10 1,1-3-67,4-4 0,-3-10 1,8-7-1,0-4 311,3-4 1,7-1 0,4 3 0,3 0 328,1 5 1,-1 4-1,-2 9 1,-2 0 186,3-1 1,0 2-1,3 4 1,-1 4 374,1 3 1,-1 4 0,2 3 0,2 4-262,1 4 0,-5 3 0,-4 2 0,-1 1-558,-1-1 1,4 2 0,-8 0 0,-1-1-251,-1 1 0,0-8 1,1 2-1,3-3-1754,2-3 1,-3 3-1,5-6 1,1-2-3460,2-1 5557,-5-8 0,-6-30 0,-4-13 0,-2-6 0,0 0 0</inkml:trace>
  <inkml:trace contextRef="#ctx0" brushRef="#br0" timeOffset="35">25968 11539 13741,'14'2'0,"1"3"876,-1 4 1,1 11-1,-1 5 1,2 7 142,3 6 0,-3 6 0,5 4 1,-2 4-224,0 4 0,-4 2 0,-7-1 1,-2-1-351,-3-3 1,-3 6-1,-5-6 1,-6-3-739,-6-4 1,-6-5-1,-5 1 1,-1-2-440,0 0 0,2-2 0,1-10 0,4-3-1008,1-1 1,-1-6-1,6-1-2655,3-6 4394,2-4 0,-10-39 0,-1-8 0</inkml:trace>
  <inkml:trace contextRef="#ctx0" brushRef="#br0" timeOffset="36">26457 12158 7837,'-8'0'4915,"15"0"0,10 0-4073,4 0 0,6 0 0,-4 0 0,1 0-502,-1 0 0,1 0 0,4 0 0,-3 0-554,-1 0 1,-6 0-1,1-2 1,-3-1-3014,-2-2 1693,1 1 0,-9 4 0,-6 0 0,-8 0-2604,-5 0 4138,-14 0 0,-21 18 0,-11 8 0,-10 2 0,-1 0 0</inkml:trace>
  <inkml:trace contextRef="#ctx0" brushRef="#br0" timeOffset="37">26428 12345 7958,'-12'2'589,"2"2"1,-1 0 761,6 5 1,2-4-463,8 5 1,7-7 0,9 2 0,2-4-237,2-1 0,1 0 0,-1 0 1,-2 0-1168,-2 0 1,4 0 0,-1 0 0,2 0-1180,-2 0 0,1 0 1693,-6 0 0,7 7 0,-4 1 0</inkml:trace>
  <inkml:trace contextRef="#ctx0" brushRef="#br0" timeOffset="38">27781 11842 7998,'0'-15'-367,"-2"7"0,-1 2 1,-2-1 366,2-2 0,0 2 0,0 4 1009,-2 6 1,0 1 0,5 5 0,0 2-381,0 2 1,-5 6 0,-1 2-1,-2 0-323,-3 0 1,-2 4-1,-2-1 1,-1 2-63,-3-2 0,-1 1 0,-8-4 1,1 0-256,-3 0 0,-2 3 0,1-5 0,-1-3-228,-1-5 0,-1-5 0,7-6 0,2 0-70,1 0 0,8-1 0,0-6 1,6-5-18,4-6 1,1-3 0,5 4 0,1-2 216,4 1 0,3 2 0,7 2 1,-1 1 521,0 3 1,6 4 0,-1 6-1,0 0 306,2 0 0,-4 0 0,6 0 0,-3 0-25,-2 0 1,3 1 0,0 3 0,-1 2-170,1 2 0,-2-3 1,-4 3-1,-1 0-325,1 0 1,-1 1 0,0 6-288,1-1 0,-7 0 0,-2 1 0,-1-1-1238,0 1 1,-1-1-1,-4 0 1,0 1-1474,0-1 0,0-4 2798,0-1 0,7-5 0,1 2 0</inkml:trace>
  <inkml:trace contextRef="#ctx0" brushRef="#br0" timeOffset="39">28140 11712 8228,'-8'-14'816,"0"-1"1,5 1 1518,-2-1-1852,1 7 0,2 0 0,-3 5 0,-4-2 0,-4 4 0,-1 4 659,-1 7 1,-1 9 0,-3 5-1,-3 5-414,-1 4 1,-4 4 0,5 6 0,-1 0-439,4 0 1,5 1-1,3-1 1,3 0-459,1 0 0,4-6 1,8-4-1,4-4-391,4-5 0,2 0 1,-1-8-1,2-5-1335,3-3 1,-3 2-1,3-5 1,-3-2 1893,-1-1 0,-1-54 0,0-12 0</inkml:trace>
  <inkml:trace contextRef="#ctx0" brushRef="#br0" timeOffset="40">28284 11770 8138,'-8'-10'632,"2"2"1,1 0 3353,0 0-2883,1 5 1,5-4 39,4 7 0,-2 0 551,7 0-1254,-7 0 0,5 0 351,-3 0-687,-4 0-754,6 0-277,-7 0 170,0 0 601,-7 0 209,6 0 887,-12 0-282,11 0 0,-4 2 1,4 1 848,-2 2-1132,2 0 0,-4 1 0,4 5-161,-3 7 1,4 0 0,-4 4-1,3 2-84,2 3 1,0-1 0,0 9 0,0-2-116,0 1 0,-1 4 1,-3-4-1,0-2-53,0-2 1,-2-6 0,0-1-1,-1-3-38,1-2 1,1-7 49,5-1 1,-5-9 0,0-1 0,2-9-100,2-9 0,5-4 0,3-7 0,-1 0-18,1 0 1,2-4 0,-2-2 0,-1-2-85,0-3 0,4 5 0,-5 0 1,-2 1-120,-1 1 1,-2 1 0,0 8 0,0 4-748,0 4 0,0 7-519,0-1 0,0 13 0,0 2-2211,0 6 3823,0 4 0,0 25 0,0 6 0</inkml:trace>
  <inkml:trace contextRef="#ctx0" brushRef="#br0" timeOffset="41">28428 11611 8218,'7'-9'882,"2"1"15,4 1 0,-3 3 0,-1 4 1,2 0 199,2 0 0,2 1 0,-1 4 0,0 6-69,1 7 1,-1-1 0,-1 7-1,-2 2-319,-1 1 1,-6 3 0,4 2 0,-1 2-350,-4-2 1,-1 3 0,-4 0 0,-3 0-71,-4 1 0,-4-3 0,-3-4 0,-2 0-636,-1-1 0,-5 1 1,3-2-1,1-3-1112,-1-4 1,-5-4 0,4-2 0,-2 0-1111,0 1 1,0-7 0,-6-3 2567,-4-4 0,-34-6 0,-16-3 0,22 3 0,-1 0 0,1-1 0</inkml:trace>
  <inkml:trace contextRef="#ctx0" brushRef="#br0" timeOffset="42">27320 12273 7971,'-36'8'676,"7"5"0,11-3 150,7 2 1,11 3 0,11-1 0,8-1 191,10-4 1,13-2 0,12-7 0,9 0 165,8 0 1,3 0 0,8-2 0,-41 0 0,1-1-744,0-1 0,0-1 0,4 1 1,-1 0-1,0-1 0,0 0 1,-2 0-1,-1 1 41,36-4 0,-16 1 0,-7 7 1,-9 0-561,-9 0 0,-12 0 1,-7 2-728,-7 3 0,-4-2 1,-7 6-1,0 3-1103,0 0 0,-2 3 0,-1 1 0,-4 1-3285,-1 3 5193,-1 5 0,-44 10 0,-9 10 0</inkml:trace>
  <inkml:trace contextRef="#ctx0" brushRef="#br0" timeOffset="43">27982 12547 7971,'0'-15'282,"0"1"0,2-1 754,3 1 1,3 0 0,6-1 0,2 1 77,3-1 0,-1 7 0,6 4 0,1 2-90,2 2 1,2 6-1,0 4 1,-2 3-416,-3 1 1,2 5-1,-7 2 1,-1 0-405,-3 0 0,-7 4 0,-3-2 0,-3 1-74,-2 0 0,-7 0 0,-4 4 0,-6 1-490,-7 0 1,-3-5-1,-4 0 1,-1 2-299,-1 1 0,-1-5 0,7-4 0,3-6-1,5-2 1,3-7 0,3 0 481,3-6 1,4-5 0,9-8 0,5-3 180,7-5 0,7 2 0,-1-1 0,1 3 81,4 2 0,-4 7 0,0 3 0,1 1 53,-1 4 1,-4 2-1,1 2 1,-3 4-821,-2 5 1,1 7 0,-2 2 0,-2 1 680,-2 0 0,-6 3 0,4 5 0</inkml:trace>
  <inkml:trace contextRef="#ctx0" brushRef="#br0" timeOffset="44">29378 11928 7797,'-10'0'687,"1"1"1,-1 6 747,2 7 0,2 2 1,6 8-1,0 2-693,0 1 0,0 5 0,0 5 1,0 6-241,0 2 1,-2-1 0,-1 0-1,-4-1-500,-1 0 0,5-2 0,-2-2 0,2-6-212,-2-2 0,4-7 1,-4-2-4154,3-1 4363,2-8 0,-23-36 0,-11-18 0,-2-3 0,0 0 0</inkml:trace>
  <inkml:trace contextRef="#ctx0" brushRef="#br0" timeOffset="45">29119 12259 7797,'6'-15'192,"-3"7"1,7 4 0,1 0 1484,2 0 1,3 2 0,2-3 0,4 4-892,5 1 0,-1 0 1,9 0-1,-2 0-763,1 0 0,4 0 0,-3 0 0,1 0-1005,-1 0 0,0 0 0,-3 1 0,0 2 982,-5 2 0,15 6 0,-4-3 0</inkml:trace>
  <inkml:trace contextRef="#ctx0" brushRef="#br0" timeOffset="46">30557 11798 7797,'0'-14'346,"0"0"0,0-1 1137,0 1-551,0-1 0,0 1 0,2 1 260,3 4 1,-4 4-1,4 11-637,-3 9 0,-4 1 0,-3 8 0,-6 3-257,-6 5 0,-1 0 0,-6 6 0,-1 0-250,-3-1 0,0 3 0,-3-5 0,-1 1-261,-1-1 1,-6-2 0,6-6 0,1-3-72,1-4 1,7-6 0,2-4 0,1-6 74,4-2 1,5-5 0,5-5 156,0-7 1,2-9-1,7-1 1,3-6 112,4-2 1,4-1 0,1 6 0,1 0 112,-1 4 1,2-1-1,2 7 1,1 4 88,-1 3 0,-2 7 1,-2 0-1,0 2 22,1 2 0,-1 6 0,1 4 1,-1 4-108,0 6 0,-1-3 1,-2 6-1,-1-3-375,1-2 0,2 3 0,0-2 1,-2-1-1610,-2-3 1,1 0-2628,4-1 4433,1-6 0,-7-27 0,-2-13 0</inkml:trace>
  <inkml:trace contextRef="#ctx0" brushRef="#br0" timeOffset="47">31003 11554 7797,'0'-15'159,"0"1"1,0 0 835,0-1 1,-1 7 1559,-4 3-1991,-9 10 1,-4 10-1,-4 10 1,-1 7-1,-1 7 1,-4 4-1,-4 3 240,0 2 0,-4 6 1,5-2-1,2 0-596,3 1 0,10-3 0,0-1 0,7-7-551,2-6 1,4-2 0,8-5 0,4-2-1172,4-3 0,6-10 1,2-9-1,0-3 1514,0-2 0,36-58 0,-26 22 0,1 0 0</inkml:trace>
  <inkml:trace contextRef="#ctx0" brushRef="#br0" timeOffset="48">31119 11683 7797,'0'-9'774,"0"-1"1,1 2 0,4-2 0,5 4 287,2 0 0,3 4 1,-1-3-1,0 4-217,1 1 1,4 0 0,0 1-1,-1 4-288,-2 5 0,-2 1 0,1 2 1,-3-1-219,-2 4 1,-4 2 0,-6-4 0,0 1-141,0-1 0,-11 5 1,-5 1-1,-5-3-456,-4-1 1,-4-1 0,-3-1 0,-1 0-713,1 1 1,1-6 0,4-1-523,3-1 0,6-4 1198,14-8 0,12 2 1,16-5-1,3 1 164,2 4 1,-2 0 0,-2 0 0,-1-2 3,2 2 0,-5 1 0,-2 4 0,-3 1 470,-2 2 0,-6 6 0,-3 0 1,-5 5 683,-5 3 1,-8 7 0,-7-2 0,-3 3-411,-2 2 0,-3 0 1,0-1-1,-1 0-412,0-4 0,7 1 1,3-6-1,3-1-633,1-2 1,1-8-2178,-1-3 1,7-5-2805,4-5 5407,2-3 0,-4-64 0,2 29 0,0 0 0</inkml:trace>
  <inkml:trace contextRef="#ctx0" brushRef="#br0" timeOffset="49">31392 11453 7797,'14'0'0,"1"-2"0,-1-1 0,2-2 967,3 2 0,-3 2 0,5 2 0,-2 4 319,0 5 1,1 4-1,-6 5 1,0 5-248,1 3 1,-3 7 0,0 1 0,-4 2-393,-2 3 0,-1 6 0,-5 2 0,0-1-355,0-3 0,-2-1 0,-4 1 0,-7-3-172,-5-2 0,-7-3 0,1-4 0,-3 0-502,-2-5 1,-6 5-1,-4-6 1,-1-2-1208,2-2 1,-3 2-1,2-3 1,-1 0-1017,2 0 0,1-2 2605,4-5 0,15-6 0,-1-1 0</inkml:trace>
  <inkml:trace contextRef="#ctx0" brushRef="#br0" timeOffset="50">30327 12475 7776,'-14'14'721,"7"-4"1,9-2-1,11-2 627,9-3 0,17-1 1,5-4-1,8-1-257,7-2 1,9-6 0,12 1 0,-39 4 0,0 0-604,0-2 0,1 1 0,1 0 0,0 0 0,32-6 0,-4 2-92,-7 1 0,-8 2 0,-8-1 0,-12 4-717,-8 3 0,-8 2 1,-5 0-1,-1 0-1799,1 0 0,-6 0 1,-1 2 2119,-2 3 0,-7 3 0,-7 6 0</inkml:trace>
  <inkml:trace contextRef="#ctx0" brushRef="#br0" timeOffset="51">31018 12690 7776,'-15'0'1233,"1"0"0,3 0-252,6 0 1,16 0 0,15 0 1229,-1 0-1868,-5 0 0,7-4 0,-5-1 0,2 2 1,-1 1-1,-1 4 0,-1 1-41,-1 2 0,-5 1 1,-7-1-1,-2 6-229,-3 7 1,-1-1-1,-5 7 1,-7 2-325,-9 1 1,-13 2 0,-6 1 0,-4 2-387,-1 2 0,0-1 0,1-6 0,4-3-140,4-4 1,6-6 622,4-5 0,9-10 0,12-12 0,8-6 235,9-3 0,7-2 0,6-5 0,-1 2 307,-2 3 0,0-2 0,3 7 1,-3 1 1,-5 2 0,2 7 1,-2 1-1,0 1-311,2 4 0,-10 2 0,4 2 1,-3 4-1720,1 5 0,-3 7 1640,-1 2 0,1 32 0,4 4 0</inkml:trace>
  <inkml:trace contextRef="#ctx0" brushRef="#br0" timeOffset="52">24529 13021 7812,'-4'-14'1134,"-1"0"0,-6 1-6,1 3 0,4 10 0,1 10-748,3 3 0,2 3 0,0 1 0,0 2-977,0-1 1,5-2 0,0 0 0,-2 1 596,-1 3 0,-2 12 0,0-2 0</inkml:trace>
  <inkml:trace contextRef="#ctx0" brushRef="#br0" timeOffset="53">24486 13367 7812,'-1'14'177,"-4"-1"1,-3-2 566,0-1-708,1-1 602,7 6 1,2-7 0,3-4-1245,4-2 0,4-7 606,2 0 0,-1 7 0,0 6 0</inkml:trace>
  <inkml:trace contextRef="#ctx0" brushRef="#br0" timeOffset="54">24529 13626 6976,'0'14'-112,"0"-4"0,0-1 1131,0 2 0,0-3-895,0 2-124,0-7 0,7-9 0,1-10 0</inkml:trace>
  <inkml:trace contextRef="#ctx0" brushRef="#br0" timeOffset="55">24314 14532 7680,'0'-9'967,"0"-1"1,0 5-548,0-4 0,-2 5 1,-1-2 1115,-2 0-868,0 4 1,4-3 0,-3 10-328,0 5 1,-6 4-1,4 5 1,-2 5-79,-4 3 0,0 7 1,-4 1-1,-2 3-46,-1 7 1,-5-5 0,3 6 0,-1-1-17,-4-5 0,-1 3 1,-2-6-1,0 0-223,1-4 0,0-4 0,3-5 1,1-5 68,-2-3 1,-1-8 0,0-3 0,1-3-170,2-2 1,7-5 0,-2-1 0,3-4-103,1-6 0,3 2 0,2-7 0,4 0 91,-1-3 1,6 2-1,-3-1 1,8 1 160,5 0 1,9 2 0,1 0-1,0 2 217,2 5 0,1 4 0,7-3 0,1 4 201,4 2 1,-4 1 0,4 5 0,-4 2-3,-1 3 0,0 3 1,-2 6-1,-1 0-31,-2 1 0,-7 6 0,2 1 0,-3 2-178,-1 0 0,-6-2 0,-1 4 0,-1-4-380,-4-1 1,-2-2 0,1-4 0,1-1-1453,2 0 1,0-4 0,-4-2-180,4-2 1,-2-1 0,7-5 0,0-1-757,-2-4 2532,4 3 0,-23-49 0,2-5 0</inkml:trace>
  <inkml:trace contextRef="#ctx0" brushRef="#br0" timeOffset="56">24803 14388 7812,'-7'-8'0,"-2"3"0,-4 4 568,-1 1 1,-1 1 0,1 3 0,-1 2 303,1 2 0,-2 6 0,-3 7 0,-4 2-137,1 2 1,-5 9-1,3 4 1,-3 5-248,-2 5 1,0-1 0,2 4 0,1-2-267,2-2 0,8-3 0,1 0 0,5-3-288,4-2 0,7-9 1,9-8-1,4 1-764,5-1 1,2-4 0,5-1 0,-2-6-499,1-6 0,-2 2 0,-1-3 1,-1 0-1655,-4-3 2982,-1-1 0,-14-6 0,-4-2 0</inkml:trace>
  <inkml:trace contextRef="#ctx0" brushRef="#br0" timeOffset="57">24932 14705 7812,'0'-15'250,"0"1"1,0 0 655,0-1 0,2 6 903,3-1-1102,-4 7 1,-1 8 0,-9 11-161,-4 4 1,-3 4 0,-2 5 0,-3 2-10,-1 2 0,3 4 0,-3 6 1,1 0-237,3 0 1,-3 1 0,4-3 0,4-3-242,7-4 1,4-5-1,2-5 1,3-7-185,7-5 1,6-6-1,13-9 1,1-7-195,4-9 1,-3-7 0,5-2 0,-4-3 131,-5-2 1,-6 2 0,-1-4-1,-2 2 216,-5-1 0,-4 2 0,1 6 0,-7 4-47,-6 1 0,-5 2 0,-6 5 1,-1 1-292,1 3 0,-5 4 0,-1 6 0,3 0-3658,1 0 2034,1 0 0,9 0 1931,6 0 0,58 19 0,-19-7 0,0 0 0</inkml:trace>
  <inkml:trace contextRef="#ctx0" brushRef="#br0" timeOffset="58">25148 14777 7812,'-6'14'1683,"-1"0"1,-4 2 0,1 4-916,-1 4 0,3 4 0,-1 4 0,-1 4-130,2 0 0,2-2 0,6 1 0,1-3-290,4-5 0,5-8 1,9-1-1,6-7-183,7-6 1,-1-5 0,2-5 0,-2-4-21,-3-4 0,0-8 0,-4-1 0,-5-2-132,-3 0 0,-8 1 0,-3-2 0,-4 1-187,-1-2 1,-11 4-1,-5-1 1,-5 3-841,-4 2 0,-4 2 0,-3 2 1,0-1-866,5 1 0,0 6 0,7 1-1576,3 1 3455,7 4 0,23 41 0,11 17 0</inkml:trace>
  <inkml:trace contextRef="#ctx0" brushRef="#br0" timeOffset="59">24702 14719 7812,'-5'-9'0,"-1"1"608,-2 1 0,-2-2 45,-4 4 1,1 2 0,2 7-217,1 6 0,2 4 0,-3 6 0,2 4 1,-1 4-1,0 4 0,1 3 0,-1 2 1,1 3 295,-1 2 0,7 1 0,-4 0 1,3-1-957,-1-4 1,0-3 0,5-6-1,2-2-934,2-3 0,0-3 1,5-8-1,2-4-1638,2-4 2795,2-3 0,-1-34 0,0-8 0</inkml:trace>
  <inkml:trace contextRef="#ctx0" brushRef="#br0" timeOffset="60">25378 14288 7812,'15'-10'0,"-1"2"0,0 2 376,1 2 1,1 4 0,1 5 0,4 6 2521,1 7-2273,2 11 0,0 7 0,0 8 0,2 0 1,1 3-1,2 2 0,-2 2 265,-3 4 1,2-1 0,-7 1-1,-3-4-694,-5-2 0,-5-1 0,-6-5 0,-1 1 66,-4-1 1,-9-5 0,-10-1 0,-4 0-274,0-1 0,-7-4 0,-2 2 0,0-4-1023,3-1 0,-1-7 0,2-2 1,2-6-715,6-4 1,4-6 0,7-8 1747,-1-6 0,14-28 0,7-14 0,-1-3 0,0 0 0</inkml:trace>
  <inkml:trace contextRef="#ctx0" brushRef="#br0" timeOffset="61">26256 14777 7899,'-7'0'2185,"7"0"-628,8 0 0,10 0 0,3 0 0,1 0-952,4 0 1,1 0 0,2 0 0,1 0-78,4 0 0,-2 0 0,4 0 0,0 1-792,-5 4 1,-2-2 0,-3 5-1,-5 0-744,-5 0 1,0-3-1,-12 5 1,-4 1-3774,-8 2 4781,-8 1 0,-40 13 0,-19 5 0,23-8 0,0-1 0,0 1 0</inkml:trace>
  <inkml:trace contextRef="#ctx0" brushRef="#br0" timeOffset="62">26227 15108 7899,'10'-5'0,"-1"0"0,2 0 654,2-1 0,3 4 0,3-3 0,5 2 364,4-2 1,2 4-1,2-4 1,1 3-298,-1 2 0,-1 0 0,-4 0 0,-3 0-1097,-5 0 1,3 5 0,-1 2-807,-3 1 1182,1-5 0,-24-16 0,4-11 0</inkml:trace>
  <inkml:trace contextRef="#ctx0" brushRef="#br0" timeOffset="63">27119 14662 8510,'-2'14'1030,"-2"0"1,2 2 0,-3 4 0,4 4-273,1 3 0,0 9 1,-2 8-1,-3 5 239,-4 2 1,1 5-1,-2-5 1,-1 1-1533,-2-4 1,0 0-1,2-5 535,1-7 0,-21-1 0,-11 1 0,-5 2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13710 14532 7705,'-6'-9'0,"-4"1"372,-2 1 0,-3-4 0,1 3 1,0-2-1,-1 2 0,1 0 589,-1 0 1,3 4-1,0-4 1,3 1 424,-2 4-1103,-2 1 1,-2-2-1,-1-1 1,-1 2-1,-4 1 1,0 4-1,-3 1 299,-3 2 0,2 6 0,-9-2 0,2 4-339,-2 2 1,-2 5-1,-6 4 1,2 5 101,2 5 1,6-2 0,-2 4 0,5 3-180,6 2 1,2-5-1,8 5 1,3-3 4,6-1 1,2 2-1,4 4 1,2 0-44,6 0 0,4 2 0,4 1 0,1 5-138,-1 5 0,-2-6 0,-2 7 0,0 1-20,1 3 0,-6-1 0,-1 6 0,-1 0 181,-4-1 1,-1-4 0,-4 1 0,-1-1-4,-2 1 1,-6-7 0,1 1 0,-1-7 128,1-7 0,-1-4 0,6-8 0,2-1 236,2-6 1,2-7-1,4-5-194,5-2 1,2-5-1,4 0 1,4-4-320,4-4 0,3-4 0,3-7 0,2 1 0,2-1 0,1-4 0,-3 0 0,3 0 0,2-2 0,-4 5 0,4-3 0,-2 1 0,-3-1 0,-1 3 0,-3-3 0,0 3 0,-4 2 0,-2 6 0,-6 1 0,1 2-464,1 1 0,-10-1 1,6 5-1,-1 1-1932,0 4 0,6 3 2396,0 7 0,-6 44 0,-6 11 0</inkml:trace>
  <inkml:trace contextRef="#ctx0" brushRef="#br0" timeOffset="1">30557 14374 7769,'-14'-8'669,"1"-5"0,5 5 0,8 0 0,8 2 392,5-1 1,8 6-1,3-4 1,3 3-128,2 2 0,1-5 0,2 1 0,3 0 112,2 3 0,1 1 0,6 0 0,0 0-325,4 0 0,-1 0 1,4 0-1,0 0-98,0 0 1,2-5 0,3-1 0,-3-1-454,-5 1 0,-4-5 0,-2 3 0,-2-2-170,-2 1 0,-11 1 0,1-4 0,-6 3 0,-3 1 0,-5-2 0,-6-3 0,-1 13 0,-7 0 0,5 7 0,-1 7 0,0 2 0,-3 3 0,-1-1 0,0 6 0,0 3 0,0 5 0,0 5 0,-1 8 0,-3 3-81,0 4 0,-8 6 0,3 4 0,-2 5 9,1 4 0,-1-4 0,5-2 1,-1 3 50,1 2 1,1-13 0,3 4 0,-1-8 3,-2-7 0,1 1 1,4-3-1,0 0 16,0-8 0,0-8 0,0-6 0,0 0 21,0 1 1,1-11-1,2 3 195,2-2 237,6-7-444,-9 0 1,3-6 0,-10-1 0,-5-2-9,-2-2 0,-3-2 0,-1 4 0,-3-2 0,-5 2 0,-3 2 0,-2-1 0,-1-1-10,-4-2 1,-3 0 0,-6 5 0,0 0-2525,0 0 1,1 5-1,4 0 2534,4-2 0,30-21 0,7-6 0</inkml:trace>
  <inkml:trace contextRef="#ctx0" brushRef="#br0" timeOffset="2">13883 13755 7667,'-2'-13'-232,"-2"4"0,2-4 0,-3 3 0,4-2 502,1-3 0,0 6 1,0-1 60,0-1-119,0 4 0,0-5 0,0 2 0,-2-1 1337,-3 1 585,4 4-1733,-6-1 0,7 12 1,-1 0-1,-2 6-120,-2 4 1,0 1-1,5 1 1,0 4 64,0 1 0,-5 2 0,-1 5 1,-1 0-69,1 0 0,-5-1 0,1 3 1,-3 1-103,-1 1 0,-2 1 0,-3-5 1,-5 1-118,-3 4 1,-8-4 0,-4 2 0,-2-5-151,-3-3 0,-4-6 0,-1 1 1,-1-3 45,1-2 1,7-6 0,9-3 0,4-5-43,5-5 0,5-3 0,9-8 1,7-3 81,6-5 1,8-5 0,12-4 0,7-4 9,5 0 0,5 1 1,7 5-1,2 1 195,2 3 0,-3 3 1,3 1-1,-1 7 235,-4 5 1,-6 8-1,-3 0 1,-3 6 83,-7 6 0,-5 11 0,-9 5 1,-2 6-92,-1 2 0,-7 7 0,2-3 0,-5 1-205,-5 1 0,2-7 0,-7 3 0,1-3-304,1-3 0,0 1 0,4-11 0,0-1-1282,0-2 1,3-2-1,2-1-265,4-4 0,-2-2 1,7-7-1,1-2-2751,2-3 4379,-5-3 0,-2-51 0,-6-11 0</inkml:trace>
  <inkml:trace contextRef="#ctx0" brushRef="#br0" timeOffset="3">14430 13712 7841,'-7'-22'758,"-2"2"0,-4 6 0,-1 4-261,-1 6 0,1 4 1,-1 4-1,-1 6 325,-3 3 1,3 8-1,-4 4 1,0 6 85,1 2 1,0 2 0,5-1 0,-1 3-550,1-1 1,4 4-1,2-6 1,2-2-512,3-2 1,1-1-1,2 0 1,2-2-625,2-3 1,4-3 0,7-7 0,-1 1-886,1-1 1,-1-1 0,0-2-1,2-3 302,4-2 1,-4-1 1358,3-5 0,3-25 0,0-7 0</inkml:trace>
  <inkml:trace contextRef="#ctx0" brushRef="#br0" timeOffset="4">14588 13913 7841,'0'-14'1163,"0"0"0,-6 1-63,-4 3 1,-3 5 0,-1 10-446,0 5 0,4 9 1,0 5-1,-1 3-126,-2 2 0,5 0 0,2 0 1,1-1-165,0 1 0,1 0 0,4-2 0,0-3-182,0-5 0,6-3 1,4-3-1,2-3-30,3-6 0,4-4 0,0-4 1,-1-6 64,-2-3 1,-2-8 0,-1-3 0,-2-3-199,-1-2 0,-7 1 0,2-1 0,-4 0-42,-1 0 0,-5 5 0,-1 0 0,-2 0-1423,-3 2 1,3-2 0,0 8 0,0 3-1472,0 0 0,5 1-49,-2-3 2965,3 7 0,28 2 0,6 6 0</inkml:trace>
  <inkml:trace contextRef="#ctx0" brushRef="#br0" timeOffset="5">14718 13669 7841,'0'-15'222,"0"1"0,1 4 0,2 1 0,4-1 662,1 2 0,1-3 0,6 6 0,-1 2-166,0 1 0,2 2 0,2 4 0,3 4 146,1 6 0,-4 15 1,1 3-1,-5 5-105,-4 3 0,-4 9 0,-6-6 0,0 4-494,0 2 0,-11 1 0,-5 3 0,-5-4-402,-4 1 0,-1-7 0,1 2 0,2-5 413,2-1-1,2-3-275,5-3 0,-32-15 0,-9-5 0</inkml:trace>
  <inkml:trace contextRef="#ctx0" brushRef="#br0" timeOffset="6">30543 13395 8766,'0'-14'2739,"0"8"0,-2 4-2279,-2 5 1,0 10 0,-4 0 0,0 6 49,1 3 0,-8-2 1,-6 4-1,-1 1-176,-4 2 1,-1 7-1,-3 1 1,-2 0-150,-2 0-122,-6 5 0,4-9 0,-8 2-176,1-2 0,2-7 0,1-4 0,3-2-89,2-5 1,3-8-1,8-1-35,5-2 0,9-13 0,5-5 0,4-5 42,1-5 1,8-5 0,4-5 0,8 1 96,2 0 0,2 1 1,5 6-1,0 0 134,-1 4 1,1 4-1,0 5 1,0 3 441,-1 2 0,0 5 0,-3 10 0,-2 5 356,-3 2 1,0 9 0,-6 3 0,-1 3-356,-4 2 0,4 0 1,-5 0-1,0-2-616,-3-3 0,-4 1 0,-1-5 0,0-1 298,0 1 0,0-4-161,0 4 0,-25-4 0,-7-2 0</inkml:trace>
  <inkml:trace contextRef="#ctx0" brushRef="#br0" timeOffset="7">30932 13309 7800,'-20'-1'0,"1"-3"381,2 0 0,1-1 0,0 5 0,-4 3 695,-4 7 0,-3 1 1,-2 13-1,1 3-181,-1 5 0,0 5 1,2 7-1,1 3-279,2 1 1,7 4-1,-2-4 1,4-3-352,6-5 0,2-3 0,7-7 0,0-1-392,0-7 0,2-2 0,1-3 0,3 2-1027,2-1 1,0-7 0,4-3 0,-3 0 1153,2 0 0,15-30 0,4-4 0</inkml:trace>
  <inkml:trace contextRef="#ctx0" brushRef="#br0" timeOffset="8">31075 13395 7853,'-4'10'0,"-1"0"0,-5-6 0,4 6 0,-1 3 214,1 4 0,-5 1 1,1 6-1,-3 2 1348,-1 1 1,0 3 0,-1 2 0,1 2-1169,0-2 0,-1-2 0,2-1 0,2-2-1044,2-3 1,4 1-1,-3-5 1,1-3-1135,4-1 1784,8-8 0,35-27 0,14-13 0</inkml:trace>
  <inkml:trace contextRef="#ctx0" brushRef="#br0" timeOffset="9">31162 13683 8008,'0'-8'1826,"-8"8"1,-5 10 0,-5 4-1119,1 5 0,-4 2 0,2 5 0,3-4 143,5-1 1,-1 0 0,6-4-328,-2 2 0,6-1 1,2-8-1,8-6-77,5-2 1,6-2 0,2-2-1,0-2-383,0-6 0,-2-4 0,-5-4 1,1-1 106,-1 1 0,-4 2 0,-2 2 0,-2-2-3439,-3-3 1,-1 3 893,-2-3 0,-2 9-1510,-3 5 3884,4 10 0,7 41 0,10 17 0</inkml:trace>
  <inkml:trace contextRef="#ctx0" brushRef="#br0" timeOffset="10">31262 13827 7832,'-4'-10'2236,"-3"2"-278,-1 2 0,3 1-710,-4 5 1,1 7 0,-3 2-519,1 4 1,7 1 0,-2 1 0,5-1-342,5 1 0,3-1 1,6 0-1,2-1-184,3-3 0,4-4 0,4-6 1,-1 0-103,-2 0 1,-2-1 0,2-4 0,-7-5-262,-5-3 0,-6-3 0,-6-1 0,0-2-947,0 1 0,-6-3 0,-6 2 0,-4 2-1082,-3 1 0,0 1 1,5 1 2186,-1-1 0,7 1 0,2 0 0</inkml:trace>
  <inkml:trace contextRef="#ctx0" brushRef="#br0" timeOffset="11">31622 13367 7883,'14'8'266,"1"0"1,-1-4 0,2 6 712,3 3 0,-1 1 1,4 2-1,-1 3 362,-3 5 1,-2 5-1,-3 5 1,-4 2-482,-4 1 1,-3 10 0,-4-4 0,-4 2-471,-9-1 1,-7-2-1,-10-2 1,-5-3-367,-5-2 1,2-2 0,-7-4 0,0-2-1378,-1-3 0,2-1 1353,-7-4 0,-4-10 0,-9-2 0,-7 3 0,1 1 0</inkml:trace>
  <inkml:trace contextRef="#ctx0" brushRef="#br0" timeOffset="12">13653 14892 7746,'-19'0'316,"0"0"0,1 0 0,4 1 0,2 4 0,4 6 0,0 9 940,0 8 0,0 4 0,-1 10 1,4 4-568,3 4 0,2 3 1,0 4-1,0-1-126,0-3 0,7-5 0,4-10 0,7-4-198,6-4 0,4-9 1,4-7-1,3-7-196,2-6 1,-3-1 0,3-1 0,-1-6 42,1-7 1,-7-7 0,1-8 0,-7-1-25,-3-4 1,-9-2 0,-12 35-185</inkml:trace>
  <inkml:trace contextRef="#ctx0" brushRef="#br0" timeOffset="13">13868 15030 22750,'-42'-33'-353,"-2"0"-1304,1-2 0,6 6 0,5-2 1657,7 6 0,11-31 0,7-13 0</inkml:trace>
  <inkml:trace contextRef="#ctx0" brushRef="#br0" timeOffset="14">30543 14633 7861,'0'-15'550,"5"1"1,0 0 0,-1 1 0,1 5 0,0 8 997,-2 8 0,-1 6 1,-2 7-1,-2 8-1025,-3 8 0,2 4 0,-5 4 0,0 1 279,0 2 0,3 5 1,-3-3-1,2-1-404,3 1 1,-3-2 0,1-5-1,2-2-179,1-2 1,0-4-1,-1-8 1,-2-3-220,2-5 0,-24-22 0,-5-7 0</inkml:trace>
  <inkml:trace contextRef="#ctx0" brushRef="#br0" timeOffset="15">16214 13597 7788,'-10'0'3598,"1"0"-2286,5 0 0,-2 1-489,6 4 1,-2 3 0,-1 8-454,-2 3 1,-4-1 0,2 6 0,-1 3-126,-3 5 1,-2 0-1,-3 6 1,-3 2-132,-5 2 0,-3 0 1,-2-2-1,1-4-6,-1-1 1,0-1-1,0-7 1,0-3-14,1-5 0,1-9 0,1-5 0,4-4-11,1-1 0,6-6 0,7-5 1,2-7-219,3-6 0,3-3 0,5-2 0,4 1 84,4-1 0,3 0 1,2 0-1,1 2 305,-2 3 0,4 3 0,-2 8 0,0 4 605,2 4 0,0-1 0,3 1 1,-3 2-255,0 1 1,-1 8 0,6 4 0,-4 3-116,-1 1 0,3 1 0,-5 1 0,-1 1-491,-2 2 0,-3 1 0,-2-6 0,-3 0-943,-2 1 0,1-1 1,-4 1 387,2-1 0,4 0 0,-2-1-3403,1-3 1,-4-4 3957,6-6 0,0 6 0,4 2 0</inkml:trace>
  <inkml:trace contextRef="#ctx0" brushRef="#br0" timeOffset="16">16717 13554 7754,'-6'-10'0,"-4"2"0,-2 0 737,-3 0 0,6 5 0,-1-2 0,-1 4 68,-2 1 0,-1 0 1,-2 1-1,-2 4-104,-1 5 0,-5 7 0,3 4 1,-1 3-16,-4 6 1,1 1-1,-1 9 1,4 3-42,1 3 1,3 4-1,9-4 1,4 4-223,3 1 1,4 0-1,4 0 1,7-6-358,5-5 0,7-13 0,-1 2 1,2-4-558,-2-2 0,1-7 0,-6-8 1,-1-2-1501,-2-3 1,-2 4 0,1-3-772,-1 0 1,-1-9 2761,-3-5 0,-10-54 0,-8-14 0</inkml:trace>
  <inkml:trace contextRef="#ctx0" brushRef="#br0" timeOffset="17">16947 13482 8362,'-7'6'1523,"0"-3"1,7 9 0,0 2-237,0 4 0,0 9 1,0 1-1,0 9-548,0 5 0,-1 1 0,-3 0 0,0 0-492,0 0 1,1 1 0,0-1 0,-3-2-676,-2-2 0,4-6 0,-2-7 0,1-4-6776,0-1 2548,1-2 4656,4-11 0,-7-59 0,-1-21 0</inkml:trace>
  <inkml:trace contextRef="#ctx0" brushRef="#br0" timeOffset="18">17158 13409 18600,'5'10'542,"11"30"921,2 4-571,1 2 1,-1 8 0,-9-1 0,-4 3-412,-3 2 0,-2-1 1,-2-1-1,-3-3-443,-4-5 1,-9-10 0,-3-3 0,0-3-791,1-3 1,1-3 0,4-14 0,-1 0-2652,-3-3 1,3-6 3402,-3 2 0,-42-29 0,-9-8 0</inkml:trace>
  <inkml:trace contextRef="#ctx0" brushRef="#br0" timeOffset="19">17019 13409 21511,'-17'38'-47,"-4"2"-4,-5-7 0,3-10-1,-3-3-1661,2-2 1,-3-2-1,4-3 1713,1-4 0,-31-28 0,-1-13 0</inkml:trace>
  <inkml:trace contextRef="#ctx0" brushRef="#br0" timeOffset="20">13725 14978 7773,'-15'0'-40,"1"0"0,0 0 0,-1 0 42,1 0 1,4 0 253,1 0 1,4 0 67,-5 0 1,7-1 0,0-3 0,5-2 0,4-2 0,2-2 517,3 2 1,2-4-606,1 2 0,1-3 1,-1-1-1,2 1 1,2 2-1,1 3 191,-2 1 1,-1 3 0,0 4 0,2 0-178,1 0 0,0 1 1,-4 4-1,-1 5-54,0 2 0,-1 4 0,-2 4 1,-3 4-36,-1 3 0,2 2 0,-2-1 0,-1 3 25,1 2 0,-3-2 1,-4 4-1,0-2-53,0 1 0,-1 4 0,-4-6 0,-3-3-109,0-3 0,-5-4 0,2 4 0,-5-2-218,-3 1 0,-2-4 0,4-2 0,-4-3 126,-2-2 1,1 1 0,-2-2 0,5-2-2410,3-2 1,1-4 2475,1 5 0,38-71 0,10-12 0</inkml:trace>
  <inkml:trace contextRef="#ctx0" brushRef="#br0" timeOffset="21">15955 12374 7826,'9'-15'0,"-1"1"80,-1 0 1,2 4 0,-4 1 158,-2-3 1,-1 4 0,-4 0 0,-2 0 218,-6 0 0,-3 5-157,-1-2 1,4 4 0,1 1-1,-3 0 1,0 0 0,-3 0 163,1 0 1,-1 0-1,-1 0 1,-1 1-153,-2 4 0,0-2 0,3 7 0,-2 1-94,-1 2 1,-5 6 0,5 0 0,-1 0 93,0 2 0,4 2 0,-5 5 0,3 1-144,4 0 0,-2-5 0,11 0 0,2 0-173,1-2 1,4-1 0,3-8 0,6-2-2,7-1 1,4-7 0,7 0 0,-2-6 62,-3-7 1,5-7 0,-2-6 0,3-2-53,-3-6 1,5-5-1,-6 0 1,-2 0-36,-2-4 0,2-2 1,-5-1-1,-1 0-48,-2 0 1,-3 6-1,-4 5 1,-4 6 246,-3 7 70,-2 3 0,0 15 1,0 7-1,0 10 131,0 8 0,-5 8 0,0 3 1,2 0 139,1 0 0,2 4 0,0-6 0,0-1-279,0-1 1,0-3 0,0 1 0,0 0-327,0 0 0,0-7 0,2-3 0,1-3-593,2-1 0,1-3 0,-1-2-665,5-5 0,-2-4 1,1-1-620,2 0 1,2-6-1,2-4 198,-1-2 0,-4-3 1773,-1 1 0,-6-26 0,4-6 0</inkml:trace>
  <inkml:trace contextRef="#ctx0" brushRef="#br0" timeOffset="22">16401 12230 7845,'-7'8'553,"-2"-3"0,-4-4 532,-1-1 1,4 0 1117,0 0-1603,7 0 1,-3 2 0,6 3-140,0 4 1,0 4-1,0 2 1,0 1-128,0 3 0,5-2 0,-1 6 0,0-1-139,-3 0 0,-1 2 0,0 5 1,0-2-48,0-3 0,0 2 0,0-7 0,0-1-92,0-2 1,0-2-57,0 0 1,7-6-84,2-3 1,9-14 0,1-7-1,-1-5 143,-2-5 0,3-1 0,0-2 1,0 1-51,2-1 0,-5 0 1,5 0-1,-2 2-40,0 3 1,-5-1-1,-4 5-2803,1 3 1652,-4 1 0,-1 9 0,-6 7 203,0 8 1,0 5 977,0 2 0,-6 31 0,-2 8 0</inkml:trace>
  <inkml:trace contextRef="#ctx0" brushRef="#br0" timeOffset="23">16876 12359 7845,'0'-20'561,"0"-1"0,0-3 1205,0 5 0,0 8-746,0 1 0,-2 2 1,-3-2-364,-4 6 1,-4 8 0,-2 8-386,1 5 0,0 1 1,-1 4-1,1 1-148,-1-1 1,6-3 0,1 3-1,1-1-132,4-3 1,2-2-123,1-2 0,1-6 1,4-3 144,5-3 1,2-9-1,3-4 1,-1-5 43,1-3 0,-6-2 0,-1 3 1,0-1-122,0 2 1,-3 1 0,3 1 0,0-1-208,0-3 1,-3 8 0,3-3 0,0 2-230,0 4 0,-3 0 0,4 5 278,2-2 0,-3 7 1,0 8-1,0 4 355,0 5 1,-3 5 0,3 8 0,-2 3 593,-2 2 1,-3 1 0,-1 4 0,0-2-47,0-2 0,-6 1 0,-4 2 0,-4-1-260,-5-1 0,-2-6 1,-5 4-1,2-3-311,-1-7 1,-4 1-1,-3-5 1,-2-2-542,3-7 0,0-1 0,2-8 1,-1-2-1062,-4-2 0,9-1 0,-4 0 1,4-1 1489,2-4 0,-10-16 0,2-9 0</inkml:trace>
  <inkml:trace contextRef="#ctx0" brushRef="#br0" timeOffset="24">15566 13856 7793,'0'-15'322,"-1"1"647,-4 0 0,2 4 462,-7 1-1044,7 5 1,-5 0-245,3 8 0,4 0 1,-6 5-1,2 2 60,1 2 1,-6 1 0,4 1 0,-2 1 22,-4 3 1,0-1-1,-3 4 1,1 0-26,-1 1 1,1 1 0,-2 5 0,-1-1-28,-3 1 0,-5 0 0,1 0 0,-2-1-91,2 1 1,-3 0 0,3 0 0,-3-2-26,-2-3 0,5-3 0,0-7 0,-1 0-62,-3 1 0,4-1 0,0 1 0,0-1 42,2 0 0,-5-1 1,5-2-1,-1-1-42,4 1 1,1 0 0,1 1 0,-2-3-39,1 2 1,2-3 0,2 2-1,-1-1 49,1-1 0,-5 5 1,0-5-1,1 2-6,2-1 1,2-1 0,-1 4 0,1-3-3,-1 2 1,1-3 0,0 2 0,-1 0 10,1-2 1,-5 4 0,0-4 0,1 2 61,2 0 1,2-2 0,1 3 0,2-3 121,1-2 1,0 4 0,-4-4 208,0 2 1,4-5 154,0 2-274,7-3-469,-3-2 183,6 0 0,-2-2 145,-3-3-91,4 4-46,-6-6-88,7 7 19,0 0 103,-6 0 1,4-1-16,-2-4 0,0 3-120,0-2 45,2 2 0,-6 2 21,3 0 27,4 0 117,-12 0 158,5 0-229,-6 0 0,-1 0-76,1 0 0,4 0-69,1 0 1,4 0-247,-5 0 1,5 0 8,-4 0 0,-1 0-167,-4 0 1,4 5-1091,1 0-788,5-1 1201,-8-4 1,12 0-119,0 0 0,6-4 1300,8-1 0,19-14 0,6-5 0,5 0 0,-1 0 0</inkml:trace>
  <inkml:trace contextRef="#ctx0" brushRef="#br0" timeOffset="25">14473 14475 7766,'-6'-15'-87,"2"2"0,-5 4 1016,-2 4 1,3 2 0,-2 0-298,-1-2 1,-2 2 0,-1 6-277,-1 2 0,1 1 0,-1-1 0,1 4 128,0 4 0,-2 2 1,-2 1-1,-1 1-129,1 2 0,1 2 0,-1-3 0,-3 2-152,-1 3 1,4-1 0,-1 4 0,3-4-68,2-1 1,0 0-1,1-4 1,3 3-92,5-3 1,4-6-1,1-1-63,0 1 0,6-3 0,4 0 75,3-2 0,2-1 0,3-3 0,1 1 76,-1 2 0,3 4 0,-1-4 0,1 0 27,0 1 1,3 2 0,-3 5 0,0-2 61,-1-1 1,1 1-1,-3 7 1,1 1 71,-2-1 0,-1-2 0,-1 0 0,-1 1 11,1 2 1,-7 0 0,-2-3-181,0 4 1,-4-4-2927,3 3 1244,-4-10 1,1-2 0,3-9 0,3-4 1556,0-9 0,-1-27 0,-1-13 0,-2-7 0,0-1 0</inkml:trace>
  <inkml:trace contextRef="#ctx0" brushRef="#br0" timeOffset="26">17595 13741 7745,'-14'-10'0,"-1"1"0,1 4 118,-1-5 0,6 7 3807,-1-2-2775,7 4 0,-2 1 0,10 0-672,5 0 1,2 0 0,3 0 0,1-2 8,3-3 0,-2 4 0,7-4 0,0 2-138,-1-2 1,4 3 0,-3-3 0,3 4-79,2 1 0,0 0 1,-1 0-1,1 1-10,0 4 0,0-2 1,0 7-1,-2 1-6,-3 2 0,3 1 1,-3 2-1,1 2-143,-1 1 0,2 2 0,-7-4 0,-1 3-147,-2-3 1,3 4-1,-1 0 1,-4 0-25,-3-1 0,-1 6 0,2-2 0,0 2 23,-3-2 0,-6 3 1,2-3-1,-3 3-20,-2 2 0,0-1 0,1 1 0,3 0-137,0 0 1,1-5 0,-5 0 0,0 0-10,0-2 0,0 4 0,0-7 0,0 0 65,0 2 1,0-5 0,0 3 0,0-3 61,0-2 1,-1-4-1,-3 0 280,0 1-312,-1-5 456,5 0-40,0-6 1,0-1-195,0-4 1,0 2 0,0-7 43,0-1 0,1 3 0,4-1-67,5-3 1,-2 4 0,1-1-185,3-2 0,-4-1 0,1 1-1090,2 2 0,2-1-389,2-4 1,-7 4-3707,-4 0 3100,4 7 0,-8-2 2177,0 10 0,-51 48 0,16-18 0,0 0 0</inkml:trace>
  <inkml:trace contextRef="#ctx0" brushRef="#br0" timeOffset="27">18271 14546 7745,'-14'0'384,"4"0"1,1 0 360,-3 0 0,0-4 1,-3-1-1,1 0 159,-1-1 0,1 3 1,0-7-1,-1-1-632,1-2 1,-1 3-1,1 1 1,0-2-620,-1-2 1,1-2-1,0 1 1,-1 1-3143,1 4 3489,-1-4 0,-44-14 0,-11-12 0</inkml:trace>
  <inkml:trace contextRef="#ctx0" brushRef="#br0" timeOffset="28">15581 13928 7538,'-8'0'4827,"1"0"-3345,7 0-1004,0 0 1,-6 0 20,-4 0-439,-2 0 0,2 0 0,0 0 1,-1 0-1,-2 0 0,-1 1 0,0 3 44,-1 0 1,-1 3 0,-1-2 0,-2 3-77,1 0 0,-3 4 0,2-4 0,0 2-3,-2 0 1,5-1 0,-5 6 0,2-1 48,0 0 1,-5 5-1,3 1 1,0-3 37,1-1 1,-1-1-1,3-1 1,-1 2 60,1 3 1,-2-3 0,0 3-1,3-3-68,1-1 0,0-2 0,-2-1 0,-1-1-52,2 1 1,-4 4 0,2-7-1,-1 4-54,0 1 1,2 1 0,-4-1-1,-1 1 34,1-1 0,0 0 0,-4 1 0,4 1-42,1 3 1,-3-3 0,5 3 0,1-3-3,2-2 1,2 6-1,-1-1 1,1-2-10,0-1 0,1 0 0,2 2 0,1 1-18,-1-1 0,3-1 1,-2 1-1,1 1 29,1-1 1,-5 2 0,3 0-1,-1-3 53,1-1 1,-2 3-1,2 2 1,-3 0 65,-1 0 1,1 3 0,2-5 0,1-1 198,-1-2 1,0-2-221,1 0-245,4-6 0,8-1 0,1-9 113,2-3 1,6 2-1,-2-6 1,4-3 147,1 0 0,1 2 0,-1 0 0,1-1-35,-1-2 1,0-1 0,2 0 0,2-1 62,1 1 0,5 4 0,-3 1 0,1-3 33,4 0 1,1-3 0,3 1 0,4-1-36,4 1 1,-1 0-1,1-1 1,2 3-117,2 2 0,4-3 0,-1 4 0,-5-3-45,-3 3 0,-4-2 0,-5 6 0,-4 0-13,-5-1 1,-3 4 0,-3-4 68,-4-1 0,-2 4-80,-7-7-747,0 7 0,0-10-484,0 4 1,-2 1 0,-1-2-769,-2-1 0,0 3 0,4 0 2053,-4 2 0,-40 19 0,-21 14 0,-5 1 0,0 0 0</inkml:trace>
  <inkml:trace contextRef="#ctx0" brushRef="#br0" timeOffset="29">14588 14964 7752,'0'-15'596,"0"1"-181,0 0 1,-5 4-1,-1 2 1,-2 0 44,-3 0 0,-2 0 0,-1-3 0,-1 3 251,1 1 0,-1-2 1,1 2-1,0-1-271,-1-3 1,2 3 0,2-1-534,2-3 0,1 0 0,-2-3-431,5 1 0,4 0 0,2 1 0,6 2 64,7 1 460,0 0 0,16-13 0,6-6 0,-1-3 0,0 1 0</inkml:trace>
  <inkml:trace contextRef="#ctx0" brushRef="#br0" timeOffset="30">4273 17913 8523,'-15'-6'103,"1"3"0,0-5 1,-1 1-1,-1 4 1,-3 2-1,-5 2 1,-5 6 1593,-4 7-1411,-4 7 0,-8 7 1,-1 1-1,-2 2 1,0 1-1,0 1 1,2-1 1360,4-1-920,-1-9 0,14-1-440,0-7 0,24-12 1,17-9-1,8-7-342,11-5 0,4-7 0,8 1 1,2-6-119,3-2 1,3-6 0,8 2 0,2-1 28,1-2 1,1-5-1,-6 7 1,-1-2 102,-3 2 1,-7 4 0,-12 10 268,-10 5 0,-21 13 0,-13 10 0,-12 14 239,-10 8 1,-11 9 0,-12 3 0,-4 5-80,-3 5 1,-5-3 0,6 3 0,4-2-110,2 2 1,4-8-1,-2 3 1,7-4 16,6-7 1,11-2 0,10-14-158,3-3 0,11-8 0,8-2-237,10-6 1,6-10 0,2-8 0,6-1-14,5-4 1,4-3 0,-3-3 0,4-3-173,0-2 1,9 1-1,-3-4 1,3 1-95,4-1 1,-4 0-1,7 0 1,-2 5 225,-4 5 0,-3 6 0,-15 14 1,-6 5 120,-6 4 0,-9 12 0,-5 7 0,-7 6 300,-11 6 1,-12 8-1,-11 1 1,-4 2 48,-1 2 0,-5 1 0,0-3 0,2-1-6,1-1 1,3-3-1,4 1 1,4-7 289,4-4 1,12-13 0,7 0-672,8-5 0,13-5 1,15-8-1,7-6-79,7-7 0,8-6 1,6-8-1,5-3-135,4-2 1,-1 1-1,8-6 1,-34 21-1,2 0 28,0-1 1,1 0 0,0 1 0,0 0 0,33-17 0,-4-1-27,-5 3 1,-6 7-1,-9 11 338,-14 7 0,-15 13 0,-17 10 0,-9 8 383,-11 2 0,-8 7 0,-7 4 0,-4 1 92,-4 1 1,-6 0 0,1 4 0,0-6 63,2-2 1,7-3-1,1 1 1,2-2-87,3-3 0,13-3-709,5-7 1,17-6-1,6-4 1,12-8-64,6-5 0,8-10 0,5-5 1,5-2-111,3 2 0,0-3 1,-5 3-1,0-3-158,1-2 0,-1-5 0,0 1 0,0 1 92,0 2 1,-4 2-1,-3 4 1,-2 5-72,-7 3 539,-11 8 1,-24 10 0,-16 12 0,-13 9 176,-9 4 1,-10 3 0,-9 2-1,-4 3 6,32-16 0,0-1 1,-1-1-1,0 0 1,-1 1-1,1 0 1,-3 1-1,-1-1 111,-3 1 1,0-1 0,-3 0-1,-1 1 1,-1 0 0,1 0 0,3-2-1,2-2 126,3-2 0,2 0 1,-15 6-547,11-10 0,25-4 1,16-10-1,15-6-169,8-6 1,9-6 0,9-7-1,4-4-364,5-4 0,-2-4 0,7-2 0,1-3 85,2-1 0,-5-1 1,-3 2-1,-5-1 301,-4 2 0,-12 8 0,-13 6 0,-9 8 257,-8 9 0,-19 7 0,-17 12 0,-12 5 37,-10 10 1,-11 8-1,32-10 1,-1 0 0,-1 2-1,-1 2 121,0 2 1,0 0 0,0 0-1,0 1 1,0 1 0,1 1-1,1-1 1,0-1 87,3 0 0,0-1 1,1-1-1,2-1 0,-33 19 1,8-3 461,5-2 1,20-8-1008,16-8 0,21-9 0,15-5 1,9-7 66,9-8 0,7-1 0,5-14 0,5-4-47,-1-3 1,-2-3 0,-7 3 0,-4-2 208,-4 2 0,-5 2 0,-7 3 0,-8 1 293,-7 2 1,-15 8 0,-10 2 0,-11 7-119,-6 6 1,-8 2-1,-5 6 1,3 6-314,5 4 1,2 7 0,9-3 0,9 1-705,7 4 1,8 7-1,11 6 1,10 2 896,11 3 0,25-17 0,22 0 0,2 0 0,-13-4 0,-1 0 0,1-1 0,0 1 0</inkml:trace>
  <inkml:trace contextRef="#ctx0" brushRef="#br0" timeOffset="31">29076 17165 14599,'0'-22'-67,"1"-1"1,2 6-1,4-2 1,-1 1-1,2 4 1,-1 2 4503,-1 3-3048,-1 6-1131,-12-4 1,-1 14-1,-8 1 1,-1 1-1,-4 1 1,-1 1 0,-6 2 323,-3 1 0,-1 1 1,-7-1-1,1 0-356,1 1 1,-5-1 0,6-1 0,1-2-298,6-1 1,6-5-1,9 3-245,0-2 1,9-1 0,10-5 260,12 0 1,10-2 0,9-3 0,8-4-39,12-4 1,8-3-1,8-2 1,3-2 18,-34 8 1,0 1 0,36-6 0,-35 6 0,0 1 0,-1 0 0,0 1 76,-1-1 0,0 0 0,28-7 0,-2 6 0,-13 3 35,-15 1 1,-16 4 0,-20 8 27,-10 4 0,-10 4 0,-15 3 0,-9 2 318,-9 1 1,-8 7-1,-13-4 1,0 2 36,0 0 1,0-5 0,-1 4 0,-2-1-98,-2 0 1,3-4 0,12-1 0,11-4-213,9-3 0,18-7 0,12 3 0,7-1-248,11 0 0,10 0 1,19-5-1,8-2-143,9-3 0,10-3 0,5-6 0,3 0 113,2-1 0,7-4 1,-39 9-1,1-1 1,1 1-1,1-1 82,0 1 0,0 0 0,-2-1 0,0 1 0,-1 1 0,0 0 0,0 0 0,0-1 1,0 1 0,0 1 0,22-7 1,-8 6-1,-15 4-47,-15 3 1,-18 4 0,-16 3 209,-17 4 0,-18 4 0,-10 3 0,-11 2 119,-11 1 0,35-9 0,0 1 0,-3-3 0,0 1 0,-1 1 0,-1 1-17,0 0 1,0 0-1,-1-1 1,0-1-1,-2 3 1,-1-1-1,2-1 1,1 1 30,2-2 1,1-1 0,2 0-1,3 0 1,-24 5 0,13-2-33,15-1 1,22-7 0,19 2-525,12-4 1,22-1 0,9 0 0,9 0 129,10 0 1,2-6-1,-28 1 1,1-1-1,2-2 1,0 0 64,3-2 1,0 1-1,1-1 1,-1 0-1,0 2 1,0 0-1,0 0 1,0-1 32,1 0 0,-1-1 0,-2-2 0,1 0 1,0 2-1,1 0 0,-4 2 0,0-1-136,32-7 0,-21 8 312,-15 3 1,-23 4-1,-16 2 1,-18 4 394,-12 5 0,-17 4 1,-13 3-1,-12 3-246,-7-3 1,38-6 0,-1-1-1,-3 0 1,-1-1 0,-2 1 0,-1-1-33,-3 2 0,0-1 0,3-1 0,2 0 0,-1 2 0,2 0 1,3 0-1,2-1 192,-31 8 0,15-2-473,14-2 0,33-1 1,25-4-1,20-4-256,16-3 1,10-2-1,15-2 1,-35 0-1,0-1 125,1-1 0,1-1 0,3-1 0,0-1 1,2 0-1,0 0 0,1-1 0,0 1 85,-1 0 1,0 0 0,-2-2 0,0-1 0,-2 0 0,-1 0 0,0 1 0,0 1 63,1 0 0,-2 0 0,30-7 0,-11 3 0,-16 2 261,-15 5 0,-17 4-33,-18 1 1,-17 1-1,-23 4 1,-11 5 147,-10 2 0,-5 3 0,-5-1 1,-2 1-83,-2-1 1,39-7 0,-1 0-1,-2 1 1,0-1 0,0 0-1,0 0 46,1 0 0,1 1 1,-31 4-1,6 0 0,14-5-133,11 0 1,22 2 0,17-4 0,15-2-477,15-1 0,21 3 0,15 0 1,9-4 159,-32-2 0,1-1 1,0-1-1,0 0 1,4-3-1,1 0 0,-1 2 1,-1-1 14,2 0 1,0-1 0,-2 0 0,-1-1 0,2 0 0,0 0 0,-3-1-1,-1 1 105,36-7 0,-4-5 1,-2-1-1,-6 4-19,-7 5 0,-15 0 61,-14 6 0,-17 0 0,-18 7 0,-16 1 221,-13 2 0,-17 6 0,-10-3 0,-13 2 33,34-5 0,-1-1 0,-4-2 0,-1 0 0,-1 1 0,0 0 0,-3-1 0,0 1 28,-4-1 0,0 1 0,-1-1 0,0 0 0,-6-1 0,1-2 0,0 1 0,0 0-55,2 0 1,0 0-1,1 0 1,1 0 0,4 0-1,2 0 1,6 0 0,3-1-57,-21-4 0,27 2 0,17-7-359,11-1 0,15 0 1,7 0-1,12 1 93,10-1 1,9-2-1,14-1 1,4-2-571,4-4 0,9 4 0,-36 6 1,0 0-1,2 0 0,-1 1 320,3-1 1,-1 0-1,34-10 1,-37 11 0,-1 0-1,32-10 249,-9 1 1,-9 2 0,-8 3 360,-10 4 0,-22 2 0,-26 7 0,-18 0 104,-15 0 1,-16 2-1,-12 3 1,32 0-1,-1 1-153,-3 3 1,-2 0 0,-2-1-1,-1 0 1,0 1 0,-1 1-1,-1-1 1,0-1 6,1 2 0,0 0 0,3-3 0,1 2 0,0 0 1,1 1-1,1-2 0,1 0-123,2-1 0,1 0 0,-29 7 0,16-1 1,15-2-456,15-1 0,13-5 1,9 4-1014,6 3 1,12 0-1,10 3 1,7 1 78,7 3 0,-2 5 1321,1 10 0,-3-1 0,8 10 0,4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14502 10719 7659,'-7'-8'-578,"4"2"2249,-6 6 245,5 0 568,-8-7-1407,10 6 1,-4-4-532,6 10 0,4 3 0,1 6 0,-2 1-221,-1-1 1,0 2 0,1 3-1,2 4-151,-2-1 0,3 10 0,-1-3 0,0 3-100,1 3 0,-3-3 0,5 5 0,-1-2-110,-4-3 1,0 3 0,0-2 0,2-2-52,-2-6 0,0 3 0,1-6 0,0 2 128,0 0 0,-3-6 0,-1 1 0,0-3 65,0-2 1,0 0 0,2 1-15,3-1 1,-4 1-96,4-1 1,-3-4-37,-2-1-87,6-6-25,-4 4 179,4-7 0,-6-2 1,2-3 143,2-4 0,0-4 1,4-1-119,-2-1 1,4 1 0,-4-1 0,0 1-156,1 0 0,-1 1 1,-3 2-1,2 1-685,-2-1 0,4-2-1232,-2-1 0,1 4 1194,-1 1 0,-4 7 2,4 2 0,-8 2 0,-2 7 0,0 2 71,-1 2 0,3-3 1,-5-1-1,0 1 806,0-2 1,3 5-1,-5-4 604,-1 4 0,-2-3 1,-1-2 617,0-2 1,4-1-1,0-4-442,-1 4 0,-1-3 1,-3 3-1,1-4-499,-1-1 0,1 0 0,0-1 0,-1-3-404,1 0 0,-1-1 0,1 5 0,1-2-1308,4-3 1,-4 2 1375,3-6 0,10-33 0,2-12 0</inkml:trace>
  <inkml:trace contextRef="#ctx0" brushRef="#br0" timeOffset="1">8920 13669 7994,'-7'-15'294,"4"3"1,-5 0 0,2 3 1281,2-2 0,3 3-1123,1-2 0,1 2 0,4-2 147,5 6-396,-4 2 0,7 2 0,-3 0 315,2 0-472,-4 0 0,-1 2 1,-9 1-56,-3 2 0,-3 1 0,-6-3 26,0 2 0,4 0 0,0-5-309,-1 0 1,0-7 0,1-2-154,6-4 1,2-1 0,4-1 267,2 1 1,0 1 0,5 2 0,2 3 226,2 2 1,-3 1 0,-1 5 488,3 0 1,0 0 1112,3 0-598,-1 0 1,-6 1-455,-3 4 1,-5-3-1278,-5 3 0,2-2-601,-7 2 0,7-2 1,-3 6 1276,-1 3 0,-7 19 0,-8 8 0</inkml:trace>
  <inkml:trace contextRef="#ctx0" brushRef="#br0" timeOffset="2">8143 15021 7983,'-15'-14'474,"1"0"1,0-1 0,-1 2 625,1 4 1,-1 2 0,1 7-724,0 0 1,4 8 0,0 5 0,-1 6 45,-2 4 0,-1 5 0,1 8 0,2-1-194,2 0 1,5-1 0,0-6 0,2 1-162,2 0 0,8-5 0,5-3 0,6-5 45,3-8 1,2 0 0,5-5-1,0-5 42,0-6 0,-1-6 0,0-5 1,-3-5-5,-1-3 0,-8-4 0,0-2 0,-6-4-243,-4 0 1,-1-5 0,-7 4 0,-3-2-411,-4 2 1,-9 3 0,-3 7 0,1 4-325,-1 5 1,-3 10 0,5 4-1,3 6-205,5 9 1,3 12 0,4 17 0,0 2 1030,0 3 0,22 17 0,8 10 0,-8-19 0,1 0 0,0-1 0</inkml:trace>
  <inkml:trace contextRef="#ctx0" brushRef="#br0" timeOffset="3">8430 15510 7983,'-4'10'1024,"-3"-2"7,-1-2 1,3 1-1,-4-2-514,-2 4 1,-2-1 0,-1 0 0,-1 0-515,1 0 0,-1 2 1,1 4-1,0 1-394,-1-1 1,2-4 0,2-1 0,3 2 390,2 2 0,1 2 0,5-1 0</inkml:trace>
  <inkml:trace contextRef="#ctx0" brushRef="#br0" timeOffset="4">8977 15093 7975,'-14'-8'383,"-5"2"0,-1 6 0,1 0 87,-2 0 0,-1 8 0,-5 5 0,1 6-221,2 3 1,0 4 0,-1 4 0,4 1 461,7-4 1,9-8 0,0 0 0,3-3-384,2-2 0,8-6 0,7-3 0,7-3-131,5-2 1,2-7 0,0-2 0,0-6-81,-1-4 0,0-3 0,-4-7 0,-5 0-218,-3 1 1,-3-1 0,-4 2 0,-4 1-359,-3 2 1,-2 0 0,-4-5-1,-4 2-680,-6 3 1,-10 5 0,2 9 0,-2 6-762,0 2 1,6 8 1899,-1 4 0,3 3 0,2 1 0</inkml:trace>
  <inkml:trace contextRef="#ctx0" brushRef="#br0" timeOffset="5">9164 15453 8778,'-6'14'862,"-4"1"1,-3 1-482,-1 3 1,-2 3-1,-3 9 1,-7 2-135,-6 6 1,0 2 0,-4 1 0,2-2 94,7-2 0,0-6-342,7 2 0,20-17 0,10-4 0</inkml:trace>
  <inkml:trace contextRef="#ctx0" brushRef="#br0" timeOffset="6">25364 14618 7772,'-10'0'1943,"1"0"-1515,5 0 1,-7 2 0,6 3 0,2 4 0,2 4 0,1 2 0,-2 1 381,-3 3 0,-3-2 0,-6 9 1,-1 3 382,1 3-1171,-7 8 1,-1-4 0,-5 8 0,1-1 0,4-2 0,-1-2 0,4-6-789,3-2 1,5-9 0,11-3 0,2-4-969,2-6 0,11-6 1,7-12 1733,1-10 0,5-10 0,3-6 0,0-4 0,0 1 0</inkml:trace>
  <inkml:trace contextRef="#ctx0" brushRef="#br0" timeOffset="7">25493 14777 7772,'-14'0'891,"0"1"-172,-1 4 0,2 5 0,2 7 0,2 4-191,-3 1 0,4 7 0,-1 6 0,-1 1-202,2-1 0,2-2 0,6-4 0,1-2-173,4-3 1,5-3 0,7-8 0,4-4 16,2-4 1,-4-5 0,3-6 0,-1-7-29,-4-5 0,-1-7 1,-3-1-1,-3-4-233,-5-4 1,-4-4-1,-1 4 1,0 2-244,0 2 0,-1 3 1,-3 3-1,-2 5-1749,-2 3 1,5 5 683,-2 6 1,3 6 0,2 14 1398,0-1 0,45 39 0,-17-22 0,0 0 0</inkml:trace>
  <inkml:trace contextRef="#ctx0" brushRef="#br0" timeOffset="8">25680 14892 7772,'-19'0'227,"0"0"0,0 0 0,4 0 0,1 1 458,0 4 1,1-2 0,2 7 0,3 1-179,1 2 1,2 1 0,5 1-1,0 1-192,0 3 0,4-3 0,4 1 0,8-4-192,4-3 1,6-7 0,6 2 0,2-5-92,-3-5 0,0-3 1,-2-8-1,-1-3 8,1-5 0,-11-2 0,-5 1 0,-5 1-105,-5-2 1,-3-1-1,-7 0 1,-7 3-305,-8 5 0,-10 4 1,-4 6-1,1 4-382,0 3 1,6 10-1,9 5 1,4 6-200,8 4 0,4 5 0,6 6 950,3-2 0,17-2 0,9 2 0,4 3 0,0-1 0</inkml:trace>
  <inkml:trace contextRef="#ctx0" brushRef="#br0" timeOffset="9">25925 15151 7772,'0'9'0,"-2"1"0,-2 1 586,-6 2 1,2-3-1,-2-1 1,-1 2 57,-2 2 0,-1 6 0,0 0 0,-2 1-233,-4 0 1,3-2 0,-7 6 0,-2 2-324,-1 1 0,-2-3 1,2 0-1,2 0-740,1-2 1,8-1-1719,1-7 2370,14-19 0,25-35 0,17-19 0,-12 12 0,0 1 0,-1-1 0</inkml:trace>
  <inkml:trace contextRef="#ctx0" brushRef="#br0" timeOffset="10">26371 14762 9177,'-7'-8'1248,"6"4"1,-4 8 0,2 9-729,-2 9 1,2 9 0,-7 14-1,-1 3-324,-2 4 1,-1 9-1,0 5 1,-1-1-588,1-1 1,6 0-1,3-16 391,3-2 0,-36-1 0,-10-2 0</inkml:trace>
  <inkml:trace contextRef="#ctx0" brushRef="#br0" timeOffset="11">2705 9842 7923,'0'-29'347,"-5"0"1,0-1-1,2-2 1,3-2 0,5 4-1,4 6 1,5 9 710,6 9 1,-4 8 0,1 9-561,-6 13 0,-4 12 0,-7 17 1,-2 11-240,-3 10 0,2-30 0,-2 3 0,-1 4 0,-2 0 1,0 2-1,0 1-175,-1 2 1,-1 0-1,1 2 1,0 1 0,-2 3-1,-2 1 1,1 5 0,-1 1-228,-1 6 1,1 0 0,-2-4 0,1-1-1,-1 2 1,1 0 0,0-5 0,-1-1 80,1-4 0,-1 0 0,1 2 0,0-1 0,0-4 0,1 0 0,0-3 0,0 0-49,0-4 0,2-2 0,4-3 0,1-1 0,-7 34 0,5-8 106,5-8 1,8-12 0,6-5 0,7-7-18,6-7 1,5-7 0,4-5 0,5-5 47,4-8 0,14-5 1,6-3-1,9 0 34,5 0 0,-35-3 0,0-1 1,4 0-1,1-1 0,2-1 1,0-1-22,1 0 0,1 0 0,5-1 0,0 0 0,3-1 1,1 0-1,3-1 0,1 1-127,0 0 0,0 0 0,0 1 1,0 0-1,1 0 0,0 0 1,-1 0-1,0-1 37,1-1 1,-3 1-1,-8-1 1,-2 0-1,-2 3 1,-2 0-1,33-7-210,-11-1 0,-10 6 0,-10 1 0,-4 0 258,-8 0 0,-12 4 1,-5 0-207,-4 2 644,-8 2 0,-8 0 0,-10-1-38,-3-4 0,-1-3 0,-1-7 0,3-1-41,2-3 0,-1-5 1,6-9-1,2-7-285,1-7 1,4-12 0,3-13-1,-1 32 1,1-1-90,1-3 1,1-2 0,1-4 0,0-2-1,1-5 1,0-1 0,0-5 0,1-1-52,-1-4 1,-1-1 0,0 0 0,-1 0 0,-2-3 0,-1 1 0,-1 4-1,-1 1 110,-1 4 1,0 2 0,-1 3 0,0 2 0,-1 8 0,0 2 0,0 3 0,-1 2 302,-3-29 1,-6 10-1,3 5 1,0 3-177,3 1 1,4 2 0,-1 5 0,-1 2-249,-2 2 0,-1-1 1,2 7-1,-2 1 35,-2 1 1,3 4 0,-4 3 0,-4 3 26,-5 1 0,1 5 0,-7-1 0,-3 5 119,-5 0 1,-8 3-1,-12 0 1,-7 1-65,-5 4 0,-12 3 0,31 3 0,-1 1 1,-6 2-1,-2 2-37,-4 2 0,-1 2 1,-2 2-1,-1 0 0,-2 0 1,-1 2-1,1 0 1,0 2-131,1 0 1,1 2 0,-1-2 0,0 1 0,5 0 0,1 0-1,4 0 1,2 0-510,5-1 1,4 1 0,-19 16 0,18-6 0,17 0 638,14 0 0,4-1 0,13 1 0,6 0 0</inkml:trace>
  <inkml:trace contextRef="#ctx0" brushRef="#br0" timeOffset="12">17724 5021 7909,'-8'-14'-39,"2"5"1,8 1-1,2 1 1,6 4-1,3 3 769,1 5 1,-1-2-1,-2 7 1,-3 1 929,-1 1-1447,-3-4 1,-4 10 0,0-4 0,0 4 0,0 3-1,0 1 1,0 2 169,0 0 1,-4 0-1,-3 3 1,1-1-242,-1-2 1,3-2-1,4 4 1,1-4-173,4-1 1,3 0 0,8-4-1,3 1 14,5-5 0,5 0 0,6-7 0,8 0 130,8 1 1,10-2 0,5-5-1,2 0-42,6 0 1,-33 0 0,1 0-1,1 0 1,0 0 0,3 0 0,1 0-63,0 0 0,0 0 0,3 0 0,-1 0 0,0 0 0,0 0 0,3 0 1,0 0-98,3 0 1,0 0 0,4 0 0,0 0 0,1 0 0,0 0 0,0-1 0,0 0 79,1-1 1,0-1 0,0 0 0,1 0 0,3-3 0,1 1 0,-1 0 0,1 2-7,-1-1 1,-1 1-1,0-2 1,-1 1 0,-5 1-1,-1 1 1,0 0 0,-1 1-26,0 0 1,-1 0 0,0-1 0,0-1-1,-5 1 1,-1-1 0,-4 2 0,0-1-226,35 1 0,-7 2 0,-3 2 0,-2 4-7,-6 1 0,-9-3 0,-5 3 0,-4 0 115,-1 0 0,1-5 1,-3 2-1,-4-2 26,-8 2 1,-2-4 0,-6 4 349,1-3 487,-4-2 1,1-2 83,-10-3 1,-1 2-188,-3-7 0,3 2 0,7-3-361,-1 2 1,5-1 0,0-6 0,-1-2 52,-2-1 0,0-2 0,2 4 0,2-4 42,3-1 0,-6-2 1,4-3-1,-3 1-1010,-4 2 0,4 0 0,-10-3 0,0 1 671,-4 2 0,-44 2 0,-20 1 0,-4-5 0,0-1 0</inkml:trace>
  <inkml:trace contextRef="#ctx0" brushRef="#br0" timeOffset="13">29004 17885 9269,'1'-15'-166,"4"1"0,-3-1 0,2 1 1405,-2 0-1092,-2 6 1,-6 1 0,-4 9 186,-3 3-160,-1-4 0,0 6 0,-1-6 0,-1 2 0,-1 4 0,-3-1 0,1 2 46,-2 0 0,5 0 0,-4 3-121,-1-1 0,5-2 1,-3 3-1,3-3-337,1-1-334,7-3 187,-4 3 0,16-6 162,1 4 1,2-3-1,1-4-358,-2-3-258,-1 4-38,1-6 432,-4 7 1,4 2 66,-6 3 1,-1-2 377,-4 7 0,-16-1 0,-9 5 0</inkml:trace>
  <inkml:trace contextRef="#ctx0" brushRef="#br0" timeOffset="14">29191 17136 8558,'-10'-12'-325,"1"0"615,-3 3 1,0 6-1,-3-2 109,1 3 1,-7 2 0,-3 0 0,-3 0 0,-4 0 0,0 2 0,-5 1 0,1 3 0,-2 1 293,1-1 0,8 1 0,1-4-290,5 2 1,6-1-475,11-4 1,13-1 0,18-2 0,6-2-133,6 2 0,4-4 1,1 1-1,2-1 85,2 1 0,-2-4 1,2 6-1,-6 0 61,-2 3 1,-12 1 0,0 0 141,-5 0 0,-11 0 1,-14 1-1,-14 4 109,-15 5 1,-15 7 0,-7 3 0,-5-1 15,-4 2 1,1-5 0,5 3 0,1-3-141,3-2 1,11-1-1,14-4 1,8-2-123,9-1 1,8-4-1,13 3-132,9-4 0,14-6 1,10-1-1,10-2 75,8-3 1,3-2 0,5-1 0,-2-1-15,2 1 1,-1 0 0,-1 1 0,-4 2 41,-4 1 0,-11 2 0,-8-2 253,-10 6 0,-20 2 0,-12 2 0,-20 2 2,-18 2 0,-16 6 0,-11 8 0,-5 2-37,-5 3 1,4-1-1,-4 4 1,5-2-102,5 1 0,4-2 0,12-1 0,11-1-102,15-4 1,12-2 0,21-4 0,13-3-165,15-2 0,25-2 0,18-9 0,-35 0 0,1 0 164,5-1 0,1-1 1,2 0-1,1-2 0,4 0 1,1-1-1,0-1 0,1-2-26,3 0 0,-1-1 0,3 0 0,0-1 1,-2 2-1,-2-1 0,-5 1 0,-1 0 94,-6 1 1,-2 1 0,28-2 0,-24-2-1,-19 4 300,-19 3 1,-28 2-1,-25 6 1,-17 0-11,-18 0 1,30 2-1,-2 2 1,-6 1 0,-2 0-1,-2 1 1,0 2-203,-3 1 0,-1 1 1,-2 0-1,-1 1 1,0 2-1,-1 1 1,2-1-1,0 0-17,2-1 1,2 1 0,5 3 0,2-1 0,10-4 0,1 0 0,-26 12-277,17-4 1,28-3 0,24-3-326,18-4 0,22-2 1,17-9-1,13-3 484,-30 1 1,1-1 0,3-2 0,1-1 0,3 0 0,2-1 0,0-2 0,0 1 53,0-2 1,1 1 0,5 2 0,-1 1 0,-2-2-1,-1-1 1,-2 1 0,-2 1-10,-1-1 1,-3 1-1,27-6 1,-10 7 119,-12 2 1,-29 1 0,-17 5 0,-21 2 482,-14 2 1,-15 4 0,-13 7 0,-7-1-296,-6 1 0,-1-1 0,0 0 0,1 2-312,-1 4 1,12-4 0,8 3 0,9-5-221,9-4 1,13 1-1,26-6-359,19-2 1,26-3-1,15-5 1,12-6 482,-35 2 0,2 0 0,4 1 0,0 0 0,0-2 0,0 0 0,2 0 0,1 0 84,1 1 0,1-1 1,-1-2-1,0 0 0,-1 2 1,-1 1-1,-8 0 1,-3 0 154,24-7 1,-23 7 0,-29 1 0,-18 0 138,-20 0 1,-24 5-1,-27-2 1,31 4 0,-2 0-147,-6 1 0,-2 0 1,-8 1-1,-3 0 0,-3 1 1,-2 1-1,1 1 0,-1 1-128,0 1 1,0 1-1,1 0 1,1 0 0,-2 1-1,2-1 1,1 0 0,1 0-57,3 0 0,2 1 0,10-2 0,3 0 0,-23 4 1,18-5-364,16-4 0,23-1 0,13-1 128,16-4 0,16-3 0,16-8 0,10-2-60,11-1 1,4 0 0,-28 11-1,1 2 1,1-2 0,1 1-193,0 0 0,1 0 0,4 2 0,0 2 538,-1 0 0,0 1 0,0 1 0,1 1 0,-1-1 0,0 2 0,-2-1 0,1 0 0</inkml:trace>
  <inkml:trace contextRef="#ctx0" brushRef="#br0" timeOffset="15">4201 17798 8281,'-7'-27'0,"-1"3"-179,0 5 1,-3-2 0,5 2 666,-2 1 0,3 9 0,-5 4-275,-1 3 0,-6 2 0,-4 2 0,-3 4 0,-7 9 0,-5 7 0,-6 5 0,-1 2 0,-2 1 189,-3 4 1,4-4 0,-6 6 0,2-3-231,0 1 0,0-6 1,7-5-1,2-1-89,6 1 1,4-7-125,5-2 0,11-6 0,15-8 0,10-2-292,11-2 1,10-6 0,7-9 0,7-7 235,5-6 0,16 0 0,4-4 0,-35 17 1,1 1 96,1-1 0,0 1 0,-2 1 1,1 0-1,3-2 0,1 0 0,1 0 1,1 0 15,0 0 1,1 1-1,-3 1 1,-1 0-1,30-7 1,-12 5 40,-10 3 1,-14 10-1,-11 6 0,-17 3 0,-22 10 1,-7 4 143,-5 4 1,-13-2-1,-5 5 1,-4 3 34,-6 5 0,1-1 0,1 1 0,5-5-219,3-3 1,7-6-1,1 2 1,4-2-137,6-4 1,12 2-209,15-11 0,8-2 1,13-8-1,8-4 157,7-4 1,8-6 0,5-2 0,7-1 165,5-4 0,1-1 0,-4 0 0,-1 1-34,1 2 0,3 7 0,-4-3 0,-7 6 350,-9 5 0,-12 2-213,-10 7 0,-17 8 0,-12 5 0,-12 6 64,-10 3 0,-10 2 0,-6 5 0,2 0 70,1 0 0,2 0 0,0-2 1,1-2-218,4-1 1,9-6 0,12 1-115,5-3 1,9-8 0,14-3-1,15-5-132,14-5 1,11-5-1,13-9 1,6-5 175,6-3 0,-35 13 1,1-1-1,-2 1 0,1 0 1,1 0-1,-1 0 44,0 2 0,0 0 0,-1-1 0,0 1 0,27-6 0,-14 5 33,-15 7 1,-12 6-1,-17 5 1,-7 6-5,-10 7 0,-15 4 0,-17 8 0,-6 2 190,-7 2 0,-3 9 0,0-3 0,2-2 74,1-1 1,13-3 0,2-5 0,8-2-374,6-3 1,11-10 0,14-9-289,12-4 1,14-1 0,12 0 0,2 0 377,3 0 0,19-2 0,13-2 0,-22 1 0,0 1 0,1-1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2474 11640 7810,'-14'-6'1278,"12"4"1,6-1-941,2 6 1,7 5 0,-5 6 0,1 1 0,-1 1 0,0 1 0,0 4 0,5 0 140,5 0 0,-2 0 1,4-4-1,1 2 129,3-1-592,10-2 1,3-3-1,6-2 1,1-3-1,6-2 1,4-3-1,4-3-121,-2-4 0,-8 0 0,0-5 1,-4-1 39,0 2 0,-12-3 1,-5 6-1,-5 1 56,-4-3 1,-2 6-1,-3-3-10,-4 8 0,-1-1 0,-5 6 14,2 2 1,5 2 0,-4 0 0,4-3 22,6-6 0,4-2 0,9-2 0,2 0 40,2 0 1,4-6 0,8-2 0,1-2 79,2 0 0,0 6 1,-5-4-1,0 0 81,0 0 1,1 3 0,-3-3 0,-1 2-21,-1 2 1,-6 1-1,4 0 1,0-3-218,-1-2 0,-4 0 0,2-4 1,-2 3-26,1-2 1,-1 3 0,5-2 0,2 0 42,2 2 0,24-20 0,12-8 0,-17 12 0,-1 0 0,0 1 0</inkml:trace>
  <inkml:trace contextRef="#ctx0" brushRef="#br0" timeOffset="1">21954 7899 7823,'-1'-13'0,"-3"2"663,0 2 0,-3 4 0,4-5 745,-2-1 0,0 6 0,5 7-809,0 11 1,2 3 0,1 9 0,4 4-4,1 3 1,-4 8 0,4-2 0,0 5-69,0 5 1,-3 2 0,3 4 0,0-1-240,0 1 1,2 1 0,4-1 0,0-3-6,1-1 0,-6-4 0,1-7 0,1-7-93,2-7 0,1 1 0,1-7-6,-1-2 0,1-7-173,-1-5 1,-1-10 0,-2-6-1,-3-5 169,-2-3 0,5-7 0,-3 2 0,2-3-270,0-2 1,-7 0 0,2 2-1,-4 2-334,-1 1 0,0 6 1,0-1-851,0 3 0,-1 8 0,-4 3 1,-3 5-347,0 5 0,-5 4 0,5 11 0,-2 4 472,1 3 1,1 2 0,-3-2 0,1-2 990,-1-1 1,3-6 0,-2 3 0,-1-4 553,-2-2 0,-3 2 1,-1-9-1,-4 0 318,-1-3 0,-1-3 0,-2-2 1,2 0 656,3 0 0,-4-8 1,4-5-1,3-6-1582,1-4 0,1-1 1,3-4-1,2-1-3778,5 0 3987,4 0 0,-7-19 0,-4-9 0,0-6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15624 16172 7764,'-10'0'513,"2"2"1340,2 3 1417,1-4-1555,-1 6 0,-2-7-1079,-7 0 1,6-5 0,-1 0-167,-1 2 1,-2 0 0,-1 0 0,-2-2-101,-3 2 1,-4-1-1,-6 1 1,-1-2-108,-3 2 0,-4 2 0,-8 1 1,-1 0 8,-2 0 1,-7-5 0,3 0 0,-4 2 41,-2 1 1,5 2 0,1 0 0,-1 2-64,2 3 1,-5-2-1,5 6 1,-1 3-119,4 0 0,2 3 1,0-1-1,-2 1-165,1-1 0,1 0 1,0 1-1,-2-1 57,1 0 0,3 1 1,2-1-1,2 1-45,2-1 0,6-1 0,-2-2 0,4-1-123,1 1 1,7-3-1,3 0 1,3-2-1974,1-3-150,1-1 1,6-4 976,3-2 1,5 0-1,5-4 1,6 2-1207,7 3 2495,-2-5 0,24-7 0,-2-7 0</inkml:trace>
  <inkml:trace contextRef="#ctx0" brushRef="#br0" timeOffset="1">14358 15885 7840,'-13'-2'22,"2"-1"1,1-2 118,-1 2 1,3-4 255,-1 3 1,-1-1-1,-4 5 1,-1 0-1,1 1 1,-1 3 1368,1 0-1558,0 1 0,-7 2 1,-2 4-1,-2 5 1,-2 3-1,-4 0 0,-1 2 431,-3 3 1,-2 8 0,-6 3 0,0 2-260,0 3 1,-5 1-1,0 3 1,3-1-195,5 0 0,5-6 0,8-4 0,3-2 6,5-3 1,4 0-1,6-4 1,4-5 31,3-3 1,4-4-1,3 0 1,4-3-11,4 2 0,3 1 0,2-1 0,1-2 3,-1 3 1,-1-4 0,1 1 0,1 1-59,-2-2 1,-1 3 0,-1-5 0,-2 2-346,-4 4 0,4-4 1,-5 1-1,2 1-178,-1-2 1,-4 5-1,3-4 1,-2 4-969,-2 1 1,2 5 0,0 1 0,2-1 1331,4 2 0,-32 46 0,8-25 0,-1 0 0</inkml:trace>
  <inkml:trace contextRef="#ctx0" brushRef="#br0" timeOffset="2">9495 11640 7815,'-14'0'456,"-1"-2"0,1-1 0,0-2 567,-1 2 1,7 8 0,3 6 0,4 7-524,1 6 0,0 5 0,0 4 0,0 6-83,0 2 0,-5 4 0,-1 1 0,-2 5-117,-4 5 0,-5-6 0,-4 7 1,-3-2-127,-6-4 1,-2 0 0,-8-5 0,-3 1-106,-2-6 1,3-4 0,-6-10-1,4-4-109,0-9 0,12-6 0,5-11 0,6-7 72,9-9 0,4-14 0,9-11 0,4-7-141,5-5 0,14-1 0,6-1 0,5 1 174,5-1 0,0 7 1,0 5-1,-2 7 466,2 10 1,2 7 0,0 9 0,-2 5 195,-2 8 0,-6 13 0,0 13 0,-5 4-366,-3 4 0,-6 4 0,-1-3 1,-4 0-115,-3 0 0,-6 1 0,4-4 1,-1 1-918,-4-1 0,0-6 1,0-2-1,4 1-1394,1 2 1,1-4 0,6-6 0,1-4-99,3-3 1,-2-7 2161,7 2 0,-12 3 0,0 0 0</inkml:trace>
  <inkml:trace contextRef="#ctx0" brushRef="#br0" timeOffset="3">10200 11525 7866,'-14'-10'0,"-1"2"1110,1 2 1,0 1-1,-1 5 1665,1 0-2270,-1 7 1,1 2 0,0 10-1,-1 7 1,2 4 0,2 5 0,2 4 446,-3 6 1,0 4-1,-3 9 1,2 1-446,4 3 0,-2 4 0,6 4 1,2-4-304,1-9 1,8-6 0,4-9 0,4-2-638,6-2 1,-3-12 0,7-2 0,0-7-1170,-1-2 1,4-7-1,-5-3 1,2-4-380,0-1 1,-5 0-1,4-1 1981,-3-4 0,0-30 0,-1-15 0,0-5 0,0 0 0</inkml:trace>
  <inkml:trace contextRef="#ctx0" brushRef="#br0" timeOffset="4">10459 12100 8140,'-8'7'985,"-3"-4"1,6 8-120,2 5 0,1-1 0,2 5 1,0 0-230,0-1 0,0 2 0,2-4 0,1 2-1107,2-1 0,4-7 0,-2-3 0,1-1-3132,3-4 3602,-5-2 0,-5-40 0,-8-24 0,-1-1 0,0 0 0</inkml:trace>
  <inkml:trace contextRef="#ctx0" brushRef="#br0" timeOffset="5">10459 11611 7866,'-6'8'1243,"4"5"0,-3-3-775,4 2 0,2-2 0,4 0 0,6 1-308,7 2 0,-1-4 0,7 1 0,2-1-2201,1-1 2041,-5 5 0,12 21 0,-4 12 0</inkml:trace>
  <inkml:trace contextRef="#ctx0" brushRef="#br0" timeOffset="6">10790 12000 7866,'10'-8'2674,"-1"3"1,4 2-1690,4-2 0,6 2 0,6-5 0,1 1 160,4 4 1,-2-3 0,4 1 0,-1 2-759,-3 1 0,-1 2 0,-4 0 0,-3 0-1801,-5 0 1,-3 0-1,-1 0-5409,-1 0 6823,-6 0 0,-27-32 0,-13-8 0</inkml:trace>
  <inkml:trace contextRef="#ctx0" brushRef="#br0" timeOffset="7">11423 11410 8144,'2'-8'1999,"2"3"1,3 10 0,4 6 0,-3 7-917,-2 6 0,1 9 0,-4 7 0,2 5-635,-2 3 1,-3 8 0,-5 0 0,-4 6-703,-4 4 1,-2-6-1,3 1 1,0-6-1739,3-7 1,4-10 0,-3-6-3414,2-7 5405,1-10 0,5-79 0,0 20 0,0 0 0</inkml:trace>
  <inkml:trace contextRef="#ctx0" brushRef="#br0" timeOffset="8">11610 11223 10916,'0'21'1037,"8"3"1,5 11-1,6 10-155,3 10 0,-3 16 0,-7-30 0,-1 1 0,0 2 0,-1 1-270,-1 3 0,-1 0 1,-2-1-1,-2-1 1,-1 0-1,-1-1 0,-1-1 1,-1-1-116,0 38 1,0-3 0,-1-9 0,-4-8-600,-5-13 1,-3-5 0,-1-9 0,0-2 23,-1-2 0,1-9 0,-2-7 0,-2-7 553,-1-6-475,-13-7 0,-25-30 0,-12-13 0,15 12 0,-1 0 0,1 1 0</inkml:trace>
  <inkml:trace contextRef="#ctx0" brushRef="#br0" timeOffset="9">12948 12172 16670,'0'28'-211,"0"10"-121,0-4 0,0-9 0,-2-4-1434,-2-5 0,2-7 1766,-3-13 0,-33-34 0,-15-15 0,-3-7 0,41 44 0</inkml:trace>
  <inkml:trace contextRef="#ctx0" brushRef="#br0" timeOffset="10">17034 11467 7749,'-15'0'-348,"1"0"1,4 0 1276,1 0 0,6 2 1,-2 3-1,3 4-116,2 4 0,0-3 1,-1-1-1,-3 3-458,0 0 0,-3 3 1,4-1-1,-3 2-121,-2 3 1,3-1-1,-3 6 1,0 0-112,0-2 0,3 5 0,-3-3 0,2 2-81,3-2 0,-4 3 0,2-4 0,2 0-70,2 1 1,-4 0 0,-2 4-1,1-4 34,0-5 0,-6 2 0,1-1 1,-5 1 7,-3 0 1,-7-2 0,4-5-1,-2 1 17,0-1 1,0-1 0,-5-2 0,2-3 27,3-1 1,-1-4 0,5-8-1,3-5-3,1-2 0,2-8 0,1 1 0,3 0-17,5-2 1,4 1 0,1-6 0,1 2-41,4-2 1,3 4-1,8 0 1,2-1 66,1 1 1,2 6 0,-4 0 0,4 5 314,1 0 1,2 3 0,4 0-1,-3 1 117,-1 4 0,0 3 0,3 3 0,-1 5-211,-2 5 0,-2-2 1,4 10-1,-4-2-115,-1 0 1,-5 7 0,-5-4 0,0 1-45,-4-4 1,1 2 0,-4-2 0,0 0-794,-3 2 0,-1-5 0,0 3 0,0-3-356,0-2 0,0 1 1,0-1-1,0 0-692,0 1 0,0-1 1713,0 1 0,7-20 0,1-5 0</inkml:trace>
  <inkml:trace contextRef="#ctx0" brushRef="#br0" timeOffset="11">17782 11280 7767,'-2'-19'0,"-1"0"231,-2 1 1,-4 2-1,2 2 580,-1 0 0,4 6-463,-6 3 1,5 3 0,-4 2-1,-3 0 1,0 2 0,-3 4 834,1 9 0,-2 5-822,-3 9 1,-4 2 0,-5 4 0,-1 6 0,2 7 0,1 3 284,2 4 0,2 1 0,-2 1 0,6 2-354,7 4 0,4-4 0,7 2 0,0-7-205,0-6 1,7-3 0,4-4 0,5-2-371,3-6 0,2-4 1,-3-5-1,1-5-911,-2-3 0,-1-6 1,-1-2-1,-1-2-146,1-3 1,-1-1-1,-1-4 1340,-4-2 0,-2-49 0,-7-18 0</inkml:trace>
  <inkml:trace contextRef="#ctx0" brushRef="#br0" timeOffset="12">17768 11971 7767,'-15'6'330,"6"-2"1,1 5 311,1 2 1,2 2 0,5 2 0,0-1 156,0 0 0,0 1 0,2-1-1084,3 0 1,-2-1 0,5-2 0,0-3-667,0-1 0,-3-2 951,4-5 0,-12-71 0,2 27 0,1 0 0</inkml:trace>
  <inkml:trace contextRef="#ctx0" brushRef="#br0" timeOffset="13">17911 11467 7767,'-14'0'2818,"0"0"-2215,6 0 1,3 0 0,8 2-573,2 3 0,4 3 1,-2 6-1,-1 1-826,1-1 1,2 0 0,-4 1 794,-2-1 0,5 20 0,0 4 0</inkml:trace>
  <inkml:trace contextRef="#ctx0" brushRef="#br0" timeOffset="14">18199 11511 7775,'-14'0'1291,"6"1"0,3 4 0,3 5-463,2 2 1,0 4 0,0 4 0,2 4-241,3 3 1,-4 8-1,4 3 1,-3 4-485,-2 1 0,0 0 0,0 0 1,0-1-750,0-4 1,-5-3-1,0-6 1,2-2-1001,1-3 0,-2-3 0,-3-8 1645,-1-4 0,-33-40 0,-14-17 0</inkml:trace>
  <inkml:trace contextRef="#ctx0" brushRef="#br0" timeOffset="15">18027 11856 7775,'0'-10'0,"0"1"496,0-2 1,1 3-1,4 0 1,4 0 566,4 0 0,8 4 1,1-2-1,2 1-460,0 0 1,0-1 0,5 3 0,0-2-829,0 2 0,-1 1 0,0 2 0,-3 0-1135,-1 0 1,-6 0 0,1 0 1359,-3 0 0,-27-6 0,-7-2 0</inkml:trace>
  <inkml:trace contextRef="#ctx0" brushRef="#br0" timeOffset="16">18616 11338 7775,'-14'6'1149,"6"2"1,3 7-1,4 1-156,1 3 1,0 10 0,0 9 0,0 4-359,0 1 1,0 6-1,-2 4 1,-1 3-304,-2 2 1,-1-2 0,2-4-1,-2-5-746,-2-7 1,5-4 0,-2-5 0,2-2-1250,-2-7 0,3-9 0,-4-5 1663,0-2 0,-2-38 0,1-21 0,-4-3 0,0 0 0</inkml:trace>
  <inkml:trace contextRef="#ctx0" brushRef="#br0" timeOffset="17">18703 11237 7775,'1'-9'988,"4"1"-82,5 1 0,2 2 0,3 7 0,-1 1 420,1 2 0,5 13 1,3 1-1,1 8-386,0 7 0,-5 4 1,3 8-1,-1 4-348,-3 1 1,-9 2 0,-4 4 0,-3 1-177,-2-1 1,-2-1 0,-3-1 0,-6-4-380,-7-2 0,-2-1 0,-6-6 0,4-2-1087,1-2 0,-3-7 1,3-1-1,-1-6-939,-4-3 1,5-4 0,2-7 1988,3-5 0,-40-8 0,-17-5 0,-6 0 0,0 0 0</inkml:trace>
  <inkml:trace contextRef="#ctx0" brushRef="#br0" timeOffset="18">15494 14690 24575,'-65'-25'0,"-1"0"0,1 0 0,-10 2 0,-3 1 0,-4 5 0,6 6 0,-2 3 0,-4 2 0,-2 1 0,8-1 0,-2 2 0,-2 0 0,-2 2 0,0 3 0,7 3 0,-2 1 0,0 3 0,-2 0 0,0 2 0,-1 0-656,7-1 1,-2 1-1,0 1 1,0 0 0,-1 2-1,-1 0 1,1 1 0,5 1-1,0 0 1,-1 2 0,0 0-1,0 1 1,-1 0 0,1 2-1,-1 0 612,-2 1 0,-1 1 0,-1 1 0,1 1 0,0 1 1,-1 0-1,1 0 0,0 1 0,0 1 0,-1 1 1,1 0-1,0 0 0,0 1 0,0 1 0,0 1 1,0 0-1,7-2 0,0 1 0,1 1 0,-1 0 1,0 0-1,0 1 0,1 0 0,0 1 0,0 0 0,1-1 1,0 1-1,1 0 0,0 1 0,-1 0 0,2 0 1,-1 0-1,1 1 0,0-1 44,-7 5 0,1 0 0,0 0 0,0 1 0,1-1 0,-1 1 0</inkml:trace>
  <inkml:trace contextRef="#ctx0" brushRef="#br0" timeOffset="19">18070 15525 24575,'-73'-24'0,"0"0"0,0 0 0,1 0 0,0 6 0,1 2 0,-1 3 0,-1 2 0,-6 5 0,0 4 0,-3 2 0,-1 0 0,9 2 0,-2 0 0,-1 1 0,-1 1 0,-1 0 0,9-1 0,-1 1 0,0 1 0,-2-1 0,0 1 0,0-1-757,-5 1 1,0-1 0,-1 1 0,-1 0 0,0 0 0,0 0-1,9 0 1,0 1 0,-1 0 0,1 0 0,-1 1 0,-1-1-1,1 1 703,-2 1 0,0 0 0,-1 0 0,0 0 1,0 1-1,0-1 0,0 1 54,0 0 0,1-1 0,-1 1 0,0 0 0,-1 0 0,1 1 0,-1 0 0,-1 0 0,-1 2 0,-1-1 0,1 1 0,-1 0 0,1 0 0,1 0 0,1 1 0,1 0 0,0 0 0,0 0 0,0 1 0,1 0 0,-1 1 0,3 0 0,0 0 0,0 1 0,0 1 0,0 0 0,1-1 0</inkml:trace>
  <inkml:trace contextRef="#ctx0" brushRef="#br0" timeOffset="20">25810 9957 24575,'0'0'0</inkml:trace>
  <inkml:trace contextRef="#ctx0" brushRef="#br0" timeOffset="21">6531 11525 7976,'-14'0'207,"0"0"1,4 0 0,2-2 0,0-1 288,0-2 0,-2 2 0,-4 6-158,0 2 1,4 6-1,1-1 1,-3 4-1,0 6 1,-3 4-1,1 3 1,-2 3 382,-3 4 1,3 7-1,-4 7 1,4 0-245,2 2 1,1 1 0,4 6 0,2-1-183,1-3 0,4-5 0,-1-8 0,6-3-82,7-2 1,4-3 0,4-8 0,3-6-25,1-7 0,2 0 0,5-6 1,-2-2-31,-3-2 0,3-2 1,-3-6-1,3-7 119,2-8 0,-2-5 0,-3-4 0,-5-2-45,-3-6 1,0-9 0,0-3 0,-1-2-172,-7 1 0,0 4 0,-4-5 0,0-1-31,-3-2 1,-7 4-1,-5 3 1,-5 2-238,-3 4 1,-7 2 0,2 10 0,-2 3-306,2 5 1,-3 12 0,5 6 0,-2 4-237,0 1 1,6 8-1,-1 6 1,5 8 184,4 6 0,-1 0 0,6 1 1,4 0-299,4 0 1,6-1 0,9 1 0,3 0-2710,1 0 3569,-4-7 0,28 12 0,0-4 0</inkml:trace>
  <inkml:trace contextRef="#ctx0" brushRef="#br0" timeOffset="22">7049 12230 7976,'-14'6'0,"0"-4"0,-1 4 0,1 1 0,6-4 838,3 7 1,3-6 3978,2 6-3719,0-7 0,2 4-1597,3-7 0,-2 0 1,7-2 498,1-3 0,8-22 0,3-11 0</inkml:trace>
  <inkml:trace contextRef="#ctx0" brushRef="#br0" timeOffset="23">7510 11683 7976,'0'-22'0,"0"3"0,0 3 807,0 1 1,0 6 0,0-1 1356,0-1-1630,0 5 0,-7-1 1,-1 9-1,-1 3 1,-1 6 98,-1 6 0,-3 1 0,-4 6 1,-1 1-348,1 3 1,4 0 0,3 1 0,3-2-116,1-3 0,2 2 0,5-7 0,0-1-271,0-2 1,2-4-1,3 0 1,4-4-12,4-2 1,3 4-1,2-6 1,1 0 82,-1-3 1,2-1 0,0 0 0,-3 0 105,-1 0 0,-2 5 0,1 0 1,-1-2 255,1-1 1,-1 4 6,0 4 1,-6 2-1,-3 3-164,-3-1 1,-2 2-1,-2 2 1,-3 1-134,-4-1 1,-6 2 0,-2-1 0,-2 1-295,1 0 0,-4-4 0,-1 5 0,-1-2-996,0 1 0,2-1 0,-2-5 0,3-1-844,0-3 0,5 1 2090,-3-6 0,-16-58 0,-3-19 0</inkml:trace>
  <inkml:trace contextRef="#ctx0" brushRef="#br0" timeOffset="24">7395 11640 7976,'0'-19'523,"0"0"0,0 0 0,1 4 0,4 2 83,5 4 0,7-4 0,2 3 0,1-1 458,0 2 0,-2-3 1,4 6-1,1 0-902,-1-1 0,-3 2 0,5 5 0,0 0-1243,-1 0 0,2 2 1,-6 1 1080,-1 2 0,-2 25 0,-2 2 0</inkml:trace>
  <inkml:trace contextRef="#ctx0" brushRef="#br0" timeOffset="25">7927 11611 7976,'13'-9'0,"-2"-1"0,0 1 0,5 1 0,-2-5 0,7 5 0,-2 0 1515,1 3 1,0-1 0,-2 1 0,1 3-488,-1 5 1,1 5 0,-3 8 0,-3 2-583,-1 1 0,-5 11 0,-2 1 0,-4 4-396,-1 5 0,-8 8 0,-6 5 0,-8 3-298,-6 1 1,-7 1 0,-2-1 0,-1 1-438,0-1 1,1-5-1,-1-6 1,4-8-89,4-9 1,7-13 0,4-11-1,5-5 482,4-5 0,4-9 0,7-12 0,4-4 223,5-4 1,9-4 0,3 4-1,2 4 642,0 4 1,-5 1 0,5 6 0,2 1 320,1 2 1,-3 3 0,-2 4 0,1 4-666,-1 3 1,2 5 0,3 5 0,-1 8-2845,-2 5 2614,0 3 0,-6 15 0,-1 8 0,1 4 0,1-1 0</inkml:trace>
  <inkml:trace contextRef="#ctx0" brushRef="#br0" timeOffset="26">14206 11796 19171,'-10'41'160,"-1"21"85,11-8 0,2-4-94,3-7 0,7-9 0,9-2 0,2-8-58,2-10 1,7-6 0,2-8-1,-2 0-74,-2 0 0,4-2 1,-1-4-1,-1-7 43,-1-4 1,-3-9-1,-1 2 1,-3-3-59,-4-2 1,-6-4 0,-3-3 0,-3 1 2,-1 0 1,-3-3 0,-4 3-1,-1-2-245,-2 9 71</inkml:trace>
  <inkml:trace contextRef="#ctx0" brushRef="#br0" timeOffset="27">14318 11796 9454,'49'44'0,"-10"-15"0,-1 1 0</inkml:trace>
  <inkml:trace contextRef="#ctx0" brushRef="#br0" timeOffset="28">14905 12100 7844,'1'8'2402,"4"-3"1,-2-3-253,7-2-1852,-7 0-2268,3 0 1970,-6 0 0,26-64 0,-10 24 0,0 0 0</inkml:trace>
  <inkml:trace contextRef="#ctx0" brushRef="#br0" timeOffset="29">15437 11410 7844,'0'-23'461,"0"4"1,0 3 3129,0 2-2844,0 6 1,0 8-1,-2 10 1,-1 4-181,-2 5 0,-6 3 0,2 7 1,-6 0-244,-4 0 1,5 0 0,-2-1 0,4 1-110,1 0 0,0-5 1,1-2-1,6-1-43,2-3 1,-3-2-1,0-2-56,2 0 0,3-6 0,5-3-2,5-3 1,2 3-1,3-1-26,-1 0 1,5-3-1,1-2 1,-1-3-8,1 0 1,-2-6 0,6 4 0,0-2-71,-2-4 0,6 4 0,-4-1 0,1-1-789,-1 2 0,-3-5 1,-5 5-1661,3 0 1,-8-3 865,4 6 1,-11-1 1571,1 1 0,-29-15 0,-8-11 0</inkml:trace>
  <inkml:trace contextRef="#ctx0" brushRef="#br0" timeOffset="30">15710 11424 7844,'-14'0'544,"-1"2"1,3 3 205,2 4 0,2 4 1,3 1-1,-3 2 274,0 4 0,-3 2 0,5 7 0,-2 0-601,-3-1 1,-2 7 0,-2 4-1,1 1-469,0-2 0,-4 4 1,0-4-1,4 4-607,1 1 0,-3-5 1,8-1 652,0-2 0,2 5 0,6-3 0</inkml:trace>
  <inkml:trace contextRef="#ctx0" brushRef="#br0" timeOffset="31">16127 11295 7844,'-4'-23'338,"-1"4"1,-5 3 0,5 2 737,2-1 1,-5 7-1,-1 4 1029,-4 2-1806,-8 8 1,4 4 0,-7 9 0,0 5 0,0 3 0,1 2 0,2 0 99,4 0 0,2-1 0,4 1 1,3 0-172,2 0 0,1-5 1,7 0-1,1 0-408,2-2 1,11 4 0,-2-7 0,4-2-76,2-1 0,1 4 0,5-1 0,-4-2 302,-1-1 0,-2 0 0,-4 2 0,-3 3 6,-2 1 0,1-3 0,-6 4 0,-2-1 0,-1 0 1,-10 2 0,-5 5 0,-6-2-284,-4-3 1,-1-1 0,-4-6-1,-1 3-164,0-3 1,0-2 0,2-6 0,3-4 249,5-4 0,5-4 0,4-6 0,5-10 139,4-7 1,9-4-1,6-4 1,8-6 161,5-6 1,9 1 0,2-5 0,2 2 238,-2 0 0,6-1 1,-1 1-1,6-3 22,2 0 1,4 1 0,-9 8 0,-4 4-741,-7 5 0,-2 4 1,-4 6-2199,-6 9 2520,-12 6 0,-37 34 0,-14 6 0</inkml:trace>
  <inkml:trace contextRef="#ctx0" brushRef="#br0" timeOffset="32">20285 4719 7906,'0'-14'625,"-5"4"426,1 1 1,-3 6 290,2-2-1079,4 3 0,-4 9 1,8 2-1,2 6 0,0 2 1,0 4-1,-1 1 1,0 4-1,-3 1 0,-1 2 485,0 0 0,0 1 0,0 2 0,0 3-409,0 2 1,0 0-1,-1 3 1,-4-4-129,-5 0 0,-3 4 1,-1-4-1,0 1-75,-1-3 0,-4 1 0,-2-2 0,-1-1-36,-4-1 1,-1-2-1,-3-2 1,-2-2-72,-2-1 0,-4-6 0,4 1 0,2-3 11,2-2 1,1-6 0,-1-3 0,0-3-6,1-2 0,3-2 0,12-3 0,1-4-63,3-4 1,-1-8-1,6-3 1,2-3 25,2-2 0,5 1 0,3-1 1,2 0 310,7 0 1,-1 2 0,6 1 0,-1 4 101,4 1 0,3-3 1,2 7-1,0 2 335,0 4 1,0 8 0,1-2 0,2 4-310,1 1 0,6 1 0,-6 4 0,-1 5-437,-1 2 0,-2 7 0,-1 1 0,-1-3 0,-3-1 0,-3 3 0,-5 1 0,0-3 0,-1-1 0,2-1 0,-9-1 0,0 0 0,-1-6-1812,-7-1 1,-2-7-5491,-3 0 4636,4 0 0,-7 0 2666,3 0 0,-35 6 0,-15 2 0</inkml:trace>
  <inkml:trace contextRef="#ctx0" brushRef="#br0" timeOffset="33">20904 4489 7771,'0'-14'172,"0"-1"1,0 1 0,0 0 0,0-1-1,0 1 949,0-1 0,-2 7 1,-3 4-574,-4 2 0,1 2 1,-2 2-1,-1 4-24,-2 8 1,-3 7 0,-1 10 0,-4 2-187,-1 5 1,-2 6 0,-5 4-1,0 4 574,0 4 0,1 7 0,-3 1 0,-1 3-266,-1 6 1,5-1-1,9 5 1,5-5-221,4-5 0,4-3 1,7-8-1,4-5-284,5-8 0,4-6 0,4-7 0,3 2-73,1 2 0,0-2 1,2-6-1,-3-4-342,0-1 1,-5-1 0,3-2 0,-3 1-1420,-2-1 1,1-7 0,-1-1-697,1 1 1,-1-5-1,0-1 2388,1-3 0,-26-22 0,-7-4 0</inkml:trace>
  <inkml:trace contextRef="#ctx0" brushRef="#br0" timeOffset="34">21033 5036 7771,'-6'-8'1624,"4"5"-229,-2 12 0,0 4 0,1 14 1,-2 5 760,2 3-1865,2 4 0,-1 4 1,-1 0-1,-2 0 0,0-1 1,0-2-1,-1-2-516,-2 2 0,5-6 1,-2-6-1,3-7-1959,2-5 1423,0-8 0,-7-48 0,-5-28 0,0-4 0,0 0 0</inkml:trace>
  <inkml:trace contextRef="#ctx0" brushRef="#br0" timeOffset="35">21033 4604 7771,'-6'-8'0,"-2"2"0,-2 1 1633,1 0 0,7 0-825,2 5 0,2 5 0,7 2 0,3-1-933,0 0 0,3 4 1,-1-4-1,1 1 125,-1-1 0,0-14 0,1-8 0</inkml:trace>
  <inkml:trace contextRef="#ctx0" brushRef="#br0" timeOffset="36">21379 4216 7771,'0'-15'0,"1"3"1353,4 2 0,3 4 0,6 7 0,1 6-201,-1 7 1,5 13 0,2 13 0,2 6-5,2 7 1,-3 11-1,1 7 1,-2 5-696,-12-36 0,-1 0 1,-2 3-1,-2 1 0,-1 1 1,-1 1-1,-1-1 1,-1-1 77,0 0 0,0 0 0,-1 36 0,-4-3 1,-6-4-532,-7-1 0,0-6 0,-4-4 0,0-4-173,-1-6 1,1-2 0,-4-8 0,4-2-1610,1-2 0,-3-13 1,5-1-1,1-8 1782,2-6 0,-34-15 0,-16-9 0,-5-2 0,0 0 0</inkml:trace>
  <inkml:trace contextRef="#ctx0" brushRef="#br0" timeOffset="37">22256 4849 7783,'-8'-15'1708,"-5"7"1,13 2 0,0 8-584,8 2 1,5 4 0,3 5 0,2-2-312,1-1 1,5-5-1,-3 4 1,1 1-419,4-2 1,-4 0 0,2-5 0,0 2-574,-2-2 0,1-1 0,-6-2 1,1 1-1480,-5 4 1,1-3-741,-4 3 0,-5-4 1,-5-1 2395,-8 0 0,-31 8 0,-12 3 0,-4 1 0,0 0 0</inkml:trace>
  <inkml:trace contextRef="#ctx0" brushRef="#br0" timeOffset="38">22170 5180 7783,'0'9'189,"0"1"515,0 1 0,2-4 0,2-3 0,8 0 180,5 0 1,5-2 0,9 3-1,1-4-22,1-1 0,7-1 1,-3-2-1,1-2-443,1 2 0,-6-5 0,4 0 0,-3 0-1523,-7 3 1,0-2-1,-6 1 1104,1-2 0,-36-27 0,-5-12 0</inkml:trace>
  <inkml:trace contextRef="#ctx0" brushRef="#br0" timeOffset="39">23868 3755 7776,'-2'-12'1330,"-3"2"1,4-3 330,-4 4 1,3 4-1,2 5 1,0 9-752,0 9 1,0 4 0,0 7 0,0 1-160,0 4 0,-5 1 1,-1 5-1,0-1-176,-1 1 1,-4 3 0,1 3 0,-2 2-341,-3-2 0,1-1 0,-1-3 0,1-2-411,0-2 0,1-3 0,2 0 0,3-7-1741,1-6 1,3-3 0,4-4-1265,0-1 0,6-6-1144,4-3 4325,-4-4 0,-12-65 0,-10-16 0</inkml:trace>
  <inkml:trace contextRef="#ctx0" brushRef="#br0" timeOffset="40">24040 4201 13671,'15'0'2057,"-1"0"0,2 0 0,3 0-1308,5 0 1,3 0 0,4 0-1,2 0-499,6 0 1,-3 0 0,3 0 0,1 0 715,1 0 0,2 0 0,-1 0 0,-4 0-823,-4 0 1,-10 0 0,-5 0-1,-3 0-8792,-2 0 3778,-6 0 4871,-1 0 0,-38-2 0,-21-2 0,0 0 0,0 0 0</inkml:trace>
  <inkml:trace contextRef="#ctx0" brushRef="#br0" timeOffset="41">25508 3410 7851,'-2'-10'107,"-1"1"0,-4-1 1,1 1 1991,0-1 1,-1 7-572,3-2 0,-4 3-821,-7 2 1,6 5-1,1 2 1,1 2-125,4 7 1,-3 0-1,-1 8 1,1 2-161,-1 1 1,3 3 0,2 2 0,-1 3 54,-2 2 1,0 0 0,5 3 0,2-3-164,3-2 1,-2 3 0,6-4 0,3-2-65,0-2 1,4-6-1,2-1 1,3-3 18,1-2 1,-3-7-1,4-3 1,-1-1 4,0-4 1,2-3 0,7-5 0,1-6-273,1-7 1,2-1 0,-3-8 0,-22 18-4</inkml:trace>
  <inkml:trace contextRef="#ctx0" brushRef="#br0" timeOffset="42">25794 3913 28671,'13'-12'0,"-10"9"0</inkml:trace>
  <inkml:trace contextRef="#ctx0" brushRef="#br0" timeOffset="43">25824 3884 28671,'19'-18'0,"5"-8"0</inkml:trace>
  <inkml:trace contextRef="#ctx0" brushRef="#br0" timeOffset="44">25879 3827 28671,'1'-1'0,"15"-18"0</inkml:trace>
  <inkml:trace contextRef="#ctx0" brushRef="#br0" timeOffset="45">25903 3798 28671,'16'-19'0,"-10"11"0</inkml:trace>
  <inkml:trace contextRef="#ctx0" brushRef="#br0" timeOffset="46">25968 3712 28671,'21'-27'0,"9"-16"0,4 3 0,-5 1 0,-5 0 0,-5 5 0,-10 4 0,-4 4 0,-3 0 0,-2 6 0,0 0 0,-2 4-1854,-3 2 1,-3 0 0,-6-1-347,0 1 1,-1 1 0,1 4-2196,-1 4 4395,1-3 0,-39 6 0,-9-4 0</inkml:trace>
  <inkml:trace contextRef="#ctx0" brushRef="#br0" timeOffset="47">25882 2935 7851,'-15'0'739,"1"0"1,0 2 118,-1 3 1,2 4-1,2 12 1,3 6-44,2 5 1,-4 14 0,5 2 0,1 8-84,-3 7 0,4-3 1,-5 8-1,0-1-45,0-2 0,-2-1 1,-4-6-1,0-1-293,-1 1 0,1-1 0,-2-1 0,-2-1-600,-1-2 1,0-5 0,5 4 0,1 1-388,3-2 0,-3-6 0,5-8 0,-1-2-762,-1-3 0,7-2 0,-3-3-4286,-1-3 5641,6-9 0,-12-28 0,5-11 0</inkml:trace>
  <inkml:trace contextRef="#ctx0" brushRef="#br0" timeOffset="48">23436 4849 7841,'-14'0'718,"-1"0"0,4 0 0,8 0 1,14 0-1,15 0 772,10 0 0,9-2 0,6-1 1,8-3-410,5-2 0,8 4 1,7 0-1,1 2-709,-39 2 1,1 0-1,1 0 1,0 0-1,2 0 1,1 0-1,1 0 1,0 0-192,1 0 1,-1 0 0,0 0 0,0 0-1,-2 0 1,0 0 0,0 0 0,1 0-84,-2 0 0,1 0 0,2 0 1,-1 0-1,-1 0 0,-1 0 1,0 0-1,-1 0-9,-1 0 0,-1 0 0,34 0 0,2 0 0,-4 0 129,-1 0 1,-1 0 0,-3 0-1,-2-2-198,-2-2 0,6 0 0,-6-4 1,-6 2-21,-6 3 0,-4-4 0,-6 3 0,-4 0 0,-4 3 0,-10 1 0,-5 0 0,-3 0 0,-2 0 0,-6 1 0,-3 4-1508,-3-3-224,-2 4 0,-2-7 1,-3-3-317,-4 0 0,0-2 292</inkml:trace>
  <inkml:trace contextRef="#ctx0" brushRef="#br0" timeOffset="49">23839 5583 7761,'-5'-15'0,"-1"1"444,-2-1 1,4 6-1,-2 1 466,0 1 1,4 6 0,-3 9-1,4 9 1,1 7 222,0 7 1,0 7 0,0 1 0,0 4-521,0 5 0,0-4 1,0 6-1,0-2 50,0 0 1,0 6-1,0-3 1,-2 2-177,-3 0 0,2-7 0,-5 1 0,0-6-343,0-2 0,5-7 1,-2 0-1,3-7-1245,2-6 0,0-7 64,0-3 0,0-7 0,0-2-349,0-8 0,0-7 0,0-2 1,0-4-2499,0-1 3884,0-2 0,-44-24 0,-12-5 0</inkml:trace>
  <inkml:trace contextRef="#ctx0" brushRef="#br0" timeOffset="50">24069 5985 8026,'0'8'2136,"6"-1"0,6-7 0,5 0-1251,7 0 0,-1 0 0,0 0 0,3 0 182,1 0 1,2 0 0,0 0 0,0 0-459,-1 0 1,1 0-1,-2 0 1,-1 0-238,-2 0 1,-7-2 0,3-1 0,-4-2-398,-2 2 0,0 1 1,1 2-92,-1 0 0,-6-1 0,-1-2-2974,-1-2 1,-3-1 1435,7 1 1,-5-2 0,3-4-1969,-2 2 3622,-1 5 0,-44-8 0,-9 4 0</inkml:trace>
  <inkml:trace contextRef="#ctx0" brushRef="#br0" timeOffset="51">25076 5453 7673,'-14'0'1182,"-1"0"0,6 5-51,-1 0 0,7 1-318,-2-1 0,-1 3 0,1 6-187,2 1 0,-4 4 1,3 2-1,0 1-150,3 4 1,-1 6 0,-1 3 0,-2 2-153,2 2 0,3-2 0,5 0 0,4-2-70,4-3 0,2-3 0,1-5 0,1-5-25,2-3 1,7-3-1,-4-4 1,2-4 39,0-3 1,-1-4 0,2-3 0,-1-4-82,2-4 1,-4-1 0,0-2 0,1-3-186,-1-5 0,-3 1 1,4-1-1,-2-1-652,-4-3 0,-2 1 0,-4 2 0,-3 2-586,-2 3 0,-1 0 1,-5 6 117,0 0 1,-6 4-1,-4 2 1,-3 2-1041,-1 2 1,-2 3 2156,-3 1 0,-36 19 0,-14 5 0</inkml:trace>
  <inkml:trace contextRef="#ctx0" brushRef="#br0" timeOffset="52">25249 5424 7794,'-10'0'0,"1"0"1295,-3 0 1,4 0-336,-1 0 1,6 7-1,-2 2 1,3 6-110,2 4 0,0 8 0,0 8 0,0 2-56,0 3 1,-1 6 0,-3 4 0,-2 3-255,-2 6 0,-2-6 1,-2 4-1,0-3-267,3-2 1,-1-1-1,-3-5 1,2 1-17,2-6 1,5 1 0,-2-9-1,1-1-938,0-1 0,-4-4 0,4-3 0,0-3-1738,-1-1 0,4-8 0,-4 0-2467,0-4 4885,4-3 0,-4-5 0,6 0 0</inkml:trace>
  <inkml:trace contextRef="#ctx0" brushRef="#br0" timeOffset="53">26587 2950 7939,'0'-15'474,"0"1"1395,0 6-400,0 1-1181,0 7 1,0 7 0,0 2 0,0 4 0,-2 2 0,-1-1 0,-2 2-1,2 3 1,1 5 0,2 2 2225,0-2-2370,-6 3 1,4-5 0,-2 7-1,0-2 1,1-1 0,-2-4-1,2-1-140,2-3 0,1 2 1,0-1-1204,0-1-124,0-8 0,0-7 0,0-11 0,0-8 1323,0-5 0,-7-35 0,-1-13 0</inkml:trace>
  <inkml:trace contextRef="#ctx0" brushRef="#br0" timeOffset="54">26630 2561 7960,'-19'-8'826,"-1"3"1,1 4 1325,5 1 0,6 1-1526,3 4 1,8 3-1,4 6 1,1-1-496,3-3 0,-3 3 1,1-5-1,3 1-1028,0 1 1,-2-5 0,0 3-2468,1-2 3364,-5-1 0,-57-5 0,-21 0 0</inkml:trace>
  <inkml:trace contextRef="#ctx0" brushRef="#br0" timeOffset="55">25795 5439 7692,'-14'0'2566,"0"0"-1732,6 0 0,1-2-232,7-3 1,0 2-350,0-6 1,0 4 0,2-3-1,1 0 1,2 0 0,0-3-1,-1-2 1,3-2 0,-1-1 415,1-3 1,2 3 0,-4-5 0,0 2-471,1 0 0,-3-5 0,5 3 1,0 1-78,0-1 1,-4 2 0,2 4 0,-1 1 41,0-1 1,1 1 0,-3 0-70,2-1 0,0 1 83,-5-1-22,6 7 70,-4 2 1,4 12-180,-6 4 1,0-2-1,2 2 10,3 1 0,-2 2 0,5 1 8,-2 0 0,0 1 1,-2-1-1,0 1-15,0-1 0,2 0 0,-1 1 0,-2-1-31,-1 1 1,2-1-1,1 0 1,-2 1-28,-1-1 0,-2 0 1,2 1-1,1-1 5,2 1 1,-1-6 0,-4 1 0,0 1-50,0 2 0,0-4 31,0 1 0,0-5-42,0 4-81,0-5 1,0-9 10,0-10 0,0-2 0,2 2 0,1 1-2,2 0 0,1-6 0,-2 1 0,0 0 42,0-2 1,2 4 0,-1-6-1,0 3 130,1 2 0,-4-3 0,4 2 1,-1 1 49,0 2 0,4 2 0,-4 0 180,-2-1 0,5 2-119,2 4 0,-2-2 218,1 6 1,1 2 10,4 7 1,-4 4 0,-2 7-22,-2-1 0,-1 5 0,-3 1 0,1-1-78,2 2 0,-1-5 1,-4 4-1,0 0-117,0-1 1,0 5 0,0-5 0,0 0-196,0 2 0,0-5 1,0 5-1,2-2-240,3 0 1,-4 0 0,4-4-700,-3-1 0,3 0-3290,-1 1 1102,1-7 3161,-5-2 0,-45-25 0,-10-5 0</inkml:trace>
  <inkml:trace contextRef="#ctx0" brushRef="#br0" timeOffset="56">28702 4748 7773,'-2'-14'0,"-1"-1"419,-2 1 1,-1 1-1,2 2 1,0 1-1,2 1 1087,5 1 1,0 1-85,7 7-559,-7 0 1,8 2-1,-6 3-130,-2 4 1,-6 9 0,-3 3 0,-2 0-388,-3-1 1,3 6-1,-2-2 1,-1 3-26,-2 2 1,0 0 0,2-1 0,3 1-165,2 0 0,-1 1 0,4 2 0,-2 2-3,2-2 1,1-2-1,2-3 1,2-1 12,3-2 0,1-2 0,5 2 0,-1-3 8,1 0 1,2-5 0,1 3 0,1-3 22,-1-2 1,2-4-1,2 0 1,3 1-16,1 2 0,0-5 1,4-4-1,-1-2-38,6-2 0,-2 0 1,4 0-1,-2 0-27,-3 0 0,6-2 0,-1-1 0,-1-3-28,-1-2 0,-2-2 0,-1-4 1,1-2-54,0-3 1,0 1 0,-2-4 0,-2-1 9,-1 1 1,-4 3-1,2-5 1,0-2-107,1-1 1,-6 0 0,1 1-1,-5 2-225,-4-1 1,-4-4 0,3-1 0,-2-1-211,-2 4 1,-3 0 0,-1-5-1,0-2-471,0 2 1,-5 2 0,-1 1-1,-2 0-279,-3 1 1,-2 5 0,-1 4 0,-1 5-2226,1 4 3469,0 4 0,-58 25 0,28-7 0,1 0 0</inkml:trace>
  <inkml:trace contextRef="#ctx0" brushRef="#br0" timeOffset="57">29076 4561 7773,'-15'0'0,"1"0"2468,-1 0-251,1 0-1778,0 0 0,6 6 1,3 6-1,3 4 1,1 6-1,-2 4 0,-4 6 903,-1 3 1,-1 5 0,-6 8 0,1 4-616,-1 4 0,-1 7 0,-1-1 0,-4-1-289,-1-2 1,4 3 0,-1 1 0,3-4-192,1-5 1,1-3 0,0-4 0,1 1-204,3-2 0,-1-1 0,5-4 0,-2-1 60,-3-1 0,1-1 0,-1 5 0,-4-1-870,-1-4 0,4 2 0,-8-5 1,3 0 145,-2 1 1,3-3 0,-5-4 0,2 0-240,0 0 0,-2-1 0,3-1 0,1-1-1946,4-2 0,0-11 2805,8 1 0,0-86 0,5 28 0,0-1 0</inkml:trace>
  <inkml:trace contextRef="#ctx0" brushRef="#br0" timeOffset="58">30040 5439 7696,'-15'0'253,"6"0"0,-1 0 0,-1 0 1671,-2 0 0,5 1-1316,3 4 0,10-3 0,3 4 1,3-1-46,4 0 0,-4 6 1,10-3-1,-2 0-81,0-3 1,6 1 0,-1-1 0,5 0-48,5 1 1,-4-4-1,5 2 1,-1-2-101,-1-2 1,1 0 0,-5 0 0,-2 0-253,-3 0 1,2-5-1,-7-1 1,-2-1-550,-1 1 1,-8 0-3576,-3 1 2865,-3 3 1,-4-4 0,-3 6 0,-4 0-1828,-4 0 3003,-1 0 0,-27 10 0,-10 5 0,-4 1 0,0 0 0</inkml:trace>
  <inkml:trace contextRef="#ctx0" brushRef="#br0" timeOffset="59">29853 5813 7702,'-8'0'629,"3"0"0,11 0 0,7 1 300,4 4 0,11-3 0,-1 3 0,6-2 311,4 2 1,2-4 0,4 6-1,0-3-634,0 1 0,7 5 1,1-5-1,-2-1-307,-6 3 1,-1-6 0,-8 4 0,-2-3-435,-2-2 0,-3 0-1776,-3 0 174,-10 0 1737,-7 0 0,-7-19 0,0-5 0</inkml:trace>
  <inkml:trace contextRef="#ctx0" brushRef="#br0" timeOffset="60">31608 4590 8094,'-5'-10'1020,"0"1"1,-1 5-11,1 0 1,3 4 0,-2 4-530,2 6 0,2 4 0,0 6 1,-2 4-1,-1 4 0,-3 4 1,-1 4-1,-1 0 0,0 4 2756,-3 2-3064,5 1 0,-7 0 1,2 0-1,-5-1 0,-3-2 1,-1-2-1,1 1-81,0-3 1,-2 0 0,4-8 0,-2 1-316,1 0 1,2-5 0,2-2-1,1-1-1627,3-3 0,-1-7-366,6-2 0,2-1 2216,8 2 0,22-74 0,-8 20 0,0 0 0</inkml:trace>
  <inkml:trace contextRef="#ctx0" brushRef="#br0" timeOffset="61">31737 5180 7702,'10'-5'679,"-2"-1"0,0-1 402,0 1 0,6-1 0,5 4 0,1-2-318,0 2 1,-2 2 0,6 1 0,1 0 43,3 0 0,0 0 0,1 1 0,0 2-193,0 2 1,-1 6 0,1-3-1,0 2-384,0 0 1,0-2-1,-1 3 1,0-3-369,-5-2 0,3 4 0,-5-5 0,0-2-473,-1-2 1,0-1 0,-6 0 0,0 0-3794,1 0 4404,-1 0 0,1-6 0,-1-2 0</inkml:trace>
  <inkml:trace contextRef="#ctx0" brushRef="#br0" timeOffset="62">32773 5165 7734,'0'10'0,"-2"-2"0,-1 0 1004,-2 0 0,-1 2 0,3 4 1316,-2 0-2053,0 1 0,0 4 0,-1 2 0,-2-1 0,-3 3 0,-2-1 0,-1 4 170,-1 1 0,-4 7 0,-2-1 0,1-1 43,-1-2 0,-3 4 0,5-2 0,1-3-317,2-4 1,3-2 0,2 1-1,3-5-328,2-3 1,-4-7-101,5 1 1,2-7 238,8 2 0,3-10 0,8-4 0,1-6 164,3-4 0,0 0 0,0-8 0,4-4 44,3 1 0,0-7 0,-1-3 0,-2-4-133,1-4 0,4-7 1,3-1-1,1-6 34,-1-5 0,0 0 0,-1 11 0,-1 4 110,-3 9 0,-8 8 0,1 13 1,-4 7 287,-2 9 1,0 6-1,1 5-45,-1 4 0,-4 4 1,-1 3-1,1 2-19,-2 1 1,3 5 0,-6-5 0,-2 0-10,-1 2 0,3 0 0,-1 4 0,-1-1-133,-1 2 1,-2-5-1,-2 0 1,-1-2-226,-1 0 0,-8 5 0,1-5 0,-5-1-50,-3-2 0,-7-4 0,2 0 0,-3-4-1164,-2-2 0,2-1 0,2-5 0,1-2-603,-2-3 0,1-3 1,-1-6-1,4 0-463,1-1 1,2-1 2229,4-3 0,1 9 0,-1-2 0</inkml:trace>
  <inkml:trace contextRef="#ctx0" brushRef="#br0" timeOffset="63">31018 5698 7746,'9'-13'892,"1"3"0,-5-1 435,4 6 0,-4 1-736,5 4 1,-1 0-1,6 0 1,2 1-1,7 2 1,10 4 0,9-1-1,11 1 1,15-3 148,-28 0 1,1-1 0,8-2 0,3-1 0,2 3 0,1-1-1,0-1 1,0 0-355,1-1 0,0 0 0,-1 0 0,0 0 0,-1 0 0,0 0 1,-3 0-1,-2 0-28,-3 0 0,-1 0 0,-3 0 0,-3 1 0,27 4 0,-4 5-358,-4 3 0,-3-4 0,-3 1 0,-7 1 0,-6 2 0,-3-4 0,-5-1 0,1 0 0,-1 0 0,-6-5 0,-4 4 0,0-2-120,1-1 1,-4 3 0,3-4 0,-1 2-949,-3-2 1,-7-1 0,-1-2-1,1 0-1659,2 0 1,1-2 600,0-3 0,-6 2 0,-3-7 2126,-3-1 0,-66-8 0,24 8 0,0 0 0</inkml:trace>
  <inkml:trace contextRef="#ctx0" brushRef="#br0" timeOffset="64">31752 6345 9103,'-10'0'1303,"0"0"1,7 2-1,-2 3 1,4 4-833,1 4 0,0 1 0,0 2 1,0 2 537,0 1-903,0 7 1,-2-4-1,-1 8 1,-3 2-1,-1 2 1,-1 0-1,2-1 125,-1 1 0,-4-5 0,3-6 0,-1 1 9,-1-1 0,5-2 1,-3-7 231,2 0-355,1-6 1,7-3 0,2-11 0,8-9 59,5-7 0,1-5 0,6-2 0,0-1-122,-2-4 1,7 1-1,-2-9 1,5-4-125,0-4 1,3 2 0,0-5-1,1-1-32,-1-2 1,3-2-1,-4 4 1,-2 5 156,-2 5 1,-3 12 0,-1 4 0,-4 7 279,-1 5 1,-2 8-1,-5 3-57,1 3 1,-1 2 0,1 0 0,-1 2-103,0 3 0,-1 3 0,-2 6 0,-1 1-53,1-1 0,0 5 0,-1 2 0,-5 1-37,-4 4 1,-1 1 0,0 2-1,0 0 29,0-1 1,-1 1 0,-6 0-1,-5 0-63,-6 0 0,-8-5 0,1-2 0,-6-1-207,-2-4 1,-7 4 0,2-3-1,-4-4-784,-1-3 1,-5-8 0,0 2-1,2-5 44,1-5 0,2-3 0,1-6 0,4-2-2665,4-3 3559,10 3 0,-9-30 0,2-1 0</inkml:trace>
  <inkml:trace contextRef="#ctx0" brushRef="#br0" timeOffset="65">31895 6302 7717,'0'-14'238,"0"4"1,-1 0-1,-4 1 2031,-5 1 1,2 1-1583,-1 7 1,4 2-1,-3 3 1,0 4-55,0 4 1,3 8-1,-3 3 1,0 3 22,0 2 1,-1 6-1,-6 2 1,1 1-75,0 1 1,-1-1 0,1 5-1,-1 0-249,1 1 0,1-1 0,2 0 1,1 0-151,-1 0 0,-2-3 0,1 0 1,0 2-46,3-2 0,6-7 1,-2 1-1,2-2-13,-2 1 0,3-4 0,-4 1 1,1-6 109,0-3 0,-6 5 0,2-4 0,-4 1 78,-2-4 1,1-3 0,0-2 0,-1 1-266,1-1 0,4 0 1,1 1-49,-3-1 0,4-6-199,-1-3-1463,6-4 1008,-4-1 1,7-1-170,0-4 1,0 2-1720,0-7 0,0 6-297,0-6 2839,0 7 0,-6-42 0,-2-3 0</inkml:trace>
  <inkml:trace contextRef="#ctx0" brushRef="#br0" timeOffset="66">25277 8374 7855,'-4'-10'1292,"-1"1"1,-1 6 0,2-1 0,0 8-821,0 5 1,3 6 0,1 4 0,0 5 0,0 3 0,-2 2 0,-1 1 0,-2 2 422,2 2 1,1 1-1,1-3 1,-4 3-297,-5 2 1,2-1 0,-1 3-1,-2-6-154,-2-2 1,-2-2-1,3-2 1,0-5 579,3-8 0,4-1-885,-5-8 1,7-13 0,-2-13 0,4-9-210,1-8 1,6-6 0,4-4-1,3-4-42,1-4 0,0-2 0,1 1 1,1-3 5,3-2 0,2-2 0,4-3 0,-1 6 223,2 7 1,1 4 0,0 10 0,-3 5 303,-5 6 0,-3 17 0,-1 2 0,-1 7-307,1 3 0,-1 6 0,-1 4 1,-2 4-116,-2 5 0,-5 5 0,0 10 0,-2 4 0,-2 4 0,0 1 0,-2 0 0,-1 2 0,-2 3 0,-6 2 0,3 2 0,-1-4 0,-1-3 0,1-2 0,-6-1 0,1-4 0,-1-4 0,3-6 0,0-5 0,4-7 0,2-5 0,1-9 0,5-2 0,2-10 0,3-8 0,7-12 0,9-13 0,2-8 0,2-5 0,2-7 0,2-1 0,0-1-316,0-4 0,4 4 0,1 1 0,-2 3 58,-2 5 1,0 14 0,1 6 0,-2 10 741,-7 12 1,-4 7 0,-4 14 0,0 9-397,1 11 1,-7 3-1,-3 10 1,-4 3-89,-1 4 0,0 7 0,-1-1 0,-3 3 0,0 1 0,-12-4 0,1 0 0,-1 1 0,0 2 0,2 0 0,-1-2 0,1-1 0,0 2 0,4-4 0,2-2 0,2-2-1637,2-6 0,4-7 1,5-2-1,5-7-6321,3-5 7958,1-11 0,0-45 0,-1-24 0,2-4 0,1 0 0</inkml:trace>
  <inkml:trace contextRef="#ctx0" brushRef="#br0" timeOffset="67">26313 8417 8950,'-8'0'4791,"15"0"0,12 0-3387,7 0 0,2 0 0,1 0 0,0 0-296,0 0 1,1 0 0,2 0-1,3 0-1086,2 0 0,-5 0 0,3 0 1,-1 0-23,-1 0 0,-4-5 0,-7 1 0,-1 0-2992,-3 3 579,-2 1 0,-8 1 1,-5 4-1,-8 5 2413,-9 2 0,-50 18 0,-21 6 0,22-10 0,0 0 0,0 0 0</inkml:trace>
  <inkml:trace contextRef="#ctx0" brushRef="#br0" timeOffset="68">26256 8806 11346,'3'-13'1039,"7"3"1,1-1 0,14 6 0,4 2 441,3 1 0,6 2 1,-4 0-1,0 0-427,1 0 0,-3 5 1,5 2-1,-4 1-1600,-6 3 1,0 2 0,-7-1 0,-3 0-1534,-1-3 1,3 1-1,1 3-3723,-3-4 5802,-1-2 0,-21-39 0,-4-8 0</inkml:trace>
  <inkml:trace contextRef="#ctx0" brushRef="#br0" timeOffset="69">27378 8288 7837,'-10'4'962,"2"3"1,2 1 410,3 3 1,-4 2-1,1 3 1,-2 3 1691,-3 5-2659,4 10 0,-7-1 0,1 9 0,-4 2 0,-1 1 0,0 0 0,1-2-122,-2 0 1,-4 0 0,7-1 0,4-4-1287,-1-4 0,2-8 1,1-4-1389,5-1 1,5-4 2389,5-7 0,16-36 0,9-14 0</inkml:trace>
  <inkml:trace contextRef="#ctx0" brushRef="#br0" timeOffset="70">27752 8360 7837,'-14'0'314,"4"0"0,0 0 0,1 1 1381,1 4 0,-5-2 0,3 7 0,-2 3-724,-3 4 1,-4 7 0,0 8 0,0 3-158,-2 2 1,3 6-1,-4 7 1,1-1-320,4 1 0,5 1 1,4-6-1,4-5-243,5-3 1,7-6 0,11-8 0,5-9-173,4-7 0,2-6 0,2-1 0,2-1 12,-3-4 0,5-3 0,-4-7 0,-4-1-191,-2-3 0,-4-1 0,2-6 1,-6 2-249,-7-2 1,-4-2 0,-7-4 0,0-4-408,0 0 1,-5 4-1,-3 0 1,-3 5-245,-5 3 0,-7 1 0,2-1 0,1 7 72,-1 5 1,-3 1 0,5 6 0,-1 2-2188,0 2 3113,10 1 0,-3 6 0,13 2 0</inkml:trace>
  <inkml:trace contextRef="#ctx0" brushRef="#br0" timeOffset="71">28198 8475 7820,'5'9'2184,"1"1"292,2 1 0,-5-3 0,2 2-1422,-3 1 0,-4 6 0,-3 4 1,-6 2-331,-6 2 0,-1 2 0,-4 4 0,1 1-138,3 1 0,-1 6 0,3-4 0,5-2-312,3-2 0,3-1 0,7-11 1,4-1-104,9-2 0,7-8 0,10-3 1,3-4-172,2-1 0,0-6 0,3-4 0,-4-3 0,-1-1 0,-3-5 0,-8-2 0,-4-1 0,-4-4 0,-4 1 0,-2-1 0,-5 2 0,-4-2 0,-7 4 0,-5-2 0,-7 0 0,-6 2 0,-3 1 0,-2 8 0,-1 2-1439,-4 1 0,6 7 0,-3-3 1439,6-1 0,13 6 0,0-6 0</inkml:trace>
  <inkml:trace contextRef="#ctx0" brushRef="#br0" timeOffset="72">28946 10734 7781,'-8'14'0,"-5"0"540,-4 1 1,2 4 0,6 2 0,-2 3 0,-1 6 0,1 7 0,3 4-1,0 1 516,0-4 1,5 4-1,-3-4 1,1 4-650,0 1 1,0-6 0,5-2 0,-1-1-100,-4-1 0,2 1 0,-5-6 0,0 0 28,0-4 1,-2-2 0,-3-4-1,2 1 121,2-2 0,1-5 1,-4-4-193,3-2 0,6-3 0,-2-8-172,3-4 0,2-10 0,0-5 0,2-7-237,3-7 1,3-2 0,6-13-1,0-3-165,1-5 1,4-4-1,2-7 1,1 0 34,4 0 1,1 2 0,2 3 0,1 4 199,4 4 1,1 14 0,3 10 0,-4 13 404,-4 12 0,-1 7 0,0 5 0,-2 4 202,-3 8 0,-4 7 1,-5 8-1,-2 0-98,-4-1 0,-2 1 1,-7 0-1,-2 0-210,-3 0 0,-4-1 1,-9 1-1,-3 0-211,-1 0 1,-2-7 0,-5-1 0,0-2-822,1 0 0,-1-1 1,0-7-1,0-3-2899,1-2 0,4-1 3706,0-5 0,6-32 0,-3-8 0</inkml:trace>
  <inkml:trace contextRef="#ctx0" brushRef="#br0" timeOffset="73">29709 10734 7781,'-2'-8'1276,"-3"3"1,5 3-1,0 2 1,8 0-170,5 0 1,6 0 0,2 0 0,3 0-271,6 0 0,-1 0 1,5 2-1,-2 1-375,1 2 0,-2 1 0,2-3 1,-4 2-555,-5-2 1,1 4 0,-5-2 0,-3-2-542,-1-2 0,-6 4 0,-2 2-1066,-2 1 1,-3-4-1,-7 4 1699,-6-1 0,-49 17 0,-23 8 0,24-11 0,0 0 0,0 1 0</inkml:trace>
  <inkml:trace contextRef="#ctx0" brushRef="#br0" timeOffset="74">29680 11050 7781,'1'8'0,"4"-3"0,5-3 1473,3-2 0,3 0 0,3 0 1,5 0-702,3 0 0,2 0 0,0 0 0,-1 0-712,1 0 0,-2 4 0,-3 1 0,-3 0-1645,0 1 0,-5 2 1585,3 7 0,-16 5 0,-4 3 0</inkml:trace>
  <inkml:trace contextRef="#ctx0" brushRef="#br0" timeOffset="75">31119 10705 7959,'-29'-5'0,"2"0"361,3 2 0,-2 1 0,5 4 1,-1 4-1,-4 9 0,-1 9 1,-2 8-1,1 6 780,-1 4 0,5 1 0,1 0 0,4 0 641,6 0-1430,-1-6 0,14-2 0,0-8 0,10-3 1,7-4-1,7-6 0,5-4 470,5-6 1,2-2-1,8-2 1,-1-2-319,0-2 1,0-4 0,-1-8 0,-4-2-107,-4-1 0,1-2 1,-3 4-1,-5-4-84,-6-2 0,-7-1 0,-3-4 0,-3-1-223,-1 0 0,-9 0 0,-9 0 0,-7-1-194,-6-3 1,-5 1 0,-4-5 0,-5 3-588,-4 7 0,-1 0 0,0 8 0,1 1-381,4 2 1,3 8 0,7 3-1,4 5-182,5 5 0,5 10 0,4 8 0,5 5-160,4 0 0,9 8 0,6 0 1413,9 1 0,1-4 0,4 1 0,3 1 0,-1-1 0</inkml:trace>
  <inkml:trace contextRef="#ctx0" brushRef="#br0" timeOffset="76">31435 11194 7833,'-14'0'906,"-1"0"1,6-5 0,-1 0 0,-1 2 1316,-2 2 1,4 1-1144,-1 0 0,2 1-1661,-2 4-840,4-3 1,8 4 1420,2-6 0,36-19 0,15-5 0</inkml:trace>
  <inkml:trace contextRef="#ctx0" brushRef="#br0" timeOffset="77">31824 10734 7833,'0'-15'647,"0"1"5068,0-1-3235,0 1 1,0 8-1800,0 6 0,-5 6 0,-2 8 0,-1 1-209,-3-1 0,-2 5 0,-1 2 0,0 0-112,-1 0 1,-1 4-1,-1-2 1,-3 1-86,3 0 0,6-5 0,1 3 0,0-1-29,2-3 1,2-2 0,6-2-48,0 0 1,0-4 0,2-2-1,2-2 6,6-2 1,8-3 0,2-1 0,3 0-206,2 0 0,3 0 0,0-1 0,1-3 0,0 0 0,1-6 0,2 5 0,0 0 0,-5-1 0,2 4 0,-6-2 0,-1 0-1783,-3 0 1,-3 2-1794,-2-3 0,-6 5 3576,-3 5 0,-22 3 0,-7 6 0</inkml:trace>
  <inkml:trace contextRef="#ctx0" brushRef="#br0" timeOffset="78">32068 10719 7833,'-10'0'1623,"3"2"-335,0 3 1,2 3-1,4 8 1,-2 3 116,-2 5 1,-2 9-1,3 4 1,-4 1-768,0 1 0,-5-1 0,3 5 1,-3 1-650,-1-1 0,0-7 0,1-2 0,3-4-1100,5-1 1,-1 0 0,1 0-1,2-2-4532,1-3 5643,2-10 0,13-14 0,3-8 0</inkml:trace>
  <inkml:trace contextRef="#ctx0" brushRef="#br0" timeOffset="79">32615 10734 7833,'0'-20'714,"0"1"0,0 0 1,0 5-1,-2 1 457,-3 3 0,-3 4 0,-6 6 0,-2 0-485,-3 0 0,1 1 0,-6 4 1,-3 5-325,-5 3 1,2 3 0,-4 1 0,4 4-349,1 1 0,0-2 0,2 2 0,3 0-12,5 1 0,5-1 0,4 4 0,4-2-79,-1 1 0,6 1 0,-3-1 0,8-1 102,5 2 1,9 1-1,1 2 1,-1 0 351,-3-1 1,5 0-1,-1-3 1,-3-1-112,-5 2 0,0 1 0,-6 0 0,-2-1-137,-1-2 1,-2-5-1,-2 3 1,-3-1-253,-4-3 0,-10-2 1,-5-4-1,-3 0-85,-2-3 1,5-4-1,0 3 1,0-2-101,1-2 1,7-4 0,8-7 0,2-7 152,3-9 1,3-5-1,5-4 1,6-5 109,6-5 0,1 2 0,6-6 0,2 4 158,1 4 0,3 5 0,2-4 1,3 2 78,2 3 1,1 1 0,7 2-1,1 2-479,2 3 0,0 3 0,-4 7 1,-3 0-1362,-3-1 0,-2 6 1,-9 1 1647,-3 1 0,-29-4 0,-13 3 0</inkml:trace>
  <inkml:trace contextRef="#ctx0" brushRef="#br0" timeOffset="80">28212 11669 7836,'31'0'718,"2"0"1,23 1 0,21 6 0,-30-1 0,4 1 973,7 1 1,3 1 0,11 3-1,3 0-1583,-20-5 1,2-1 0,-1 0 0,4 2-1,0 1 1,1-2 0,4 1 0,0-2-1,2 1 1,1 0 0,2 0 0,-1 0-1,3 0 1,1-1 0,0 0 0,2-1-1,0 0 1,0-1 0,0 0 0,0-1-1,-1 0 1,-2 0 0,-1-1 0,-1-1-1,-6 1 1,0-1 0,-2 0 0,-6-1-1,0 1 1,-2-1 105,21 0 0,-3 0 1,-8 2-1,-3 1 0,-7 0 1,-3 0-1,-5 1 0,-4-1-301,25 3 0,-15-1 0,-17-5-10,-7 0 0,-18 0 1,-10 0-89,-16 0 0,-17 0 1,-11-2-1,-8-2 173,-9-6 0,-13 2 0,32 3 0,-2 0 0,-3 0 0,-2-2-278,-3-2 1,0 0-1,0 1 1,0-1 0,-3-2-1,0-1 1,-1 1-1,0 0 27,0-1 0,-1 1 0,-5 2 0,1-1 0,-2-1 0,-1 0 0,0 0 0,-1-1 118,1 1 0,0 0 0,1 2 0,0 0 0,-2 0 0,0-1 0,0 2 0,1 2 108,-2 1 1,2 0 0,8-1-1,2 1 1,4 2 0,2 1 0,7 1-1,1-1 280,-27 1 0,12 2 0,11 2 0,10 4 281,15 1 1,11-4 0,14 4 0,10-1-122,11-4 1,23 3 0,19-1 0,-27-3 0,2-1-138,7 0 1,2 0-1,9 1 1,2 1 0,10-1-1,2 1 1,-21-2 0,0 0-1,0 0-139,2 0 0,1-1 0,0 0 0,1 1 0,1-2 0,1 1 1,4 1-1,1-1 0,0 1 0,3 0 0,1 1 0,0 0 9,4 1 0,1 0 0,-1 0 0,-7 0 1,-1 0-1,-1-1 0,-1 1 0,-1 1 0,-2-1 1,21 2-1,-4 1-137,-8 1 0,-4-1 0,-6-1 0,-3 0 0,-7-1 0,-3 1 0,-4 0 0,-3 1-90,29 7 1,-21-3 0,-9-1-1,-9 1-2550,-6-2 1,-5 5-93,-9-4 1,-6-2 2731,-8-2 0,-4-4 0,-7-1 0</inkml:trace>
  <inkml:trace contextRef="#ctx0" brushRef="#br0" timeOffset="81">25033 9266 7761,'16'-14'0,"5"-1"0,7 2 1383,9 4 0,18 2-1031,7 7 1,-22 3 0,1-1 0,5 1 0,1-1 0,3 0 0,1-1-1,2 1 1,1-1 0,0 1 0,-1 0 194,0 0 1,1 0 0,5 1 0,0-1 0,1-1 0,-1-2-323,1 1 1,1 0-1,0 0 1,0 0 0,-4 0-1,1 0 1,-1 0 0,1 0-1,-1 0 1,1 0 2,0 0 0,-1 0 0,-4 1 1,-2 0-1,-1 0 0,-1 1 1,-2 0-1,-1 1-156,-3-1 0,-1-1 0,33 1 0,-13-1 1,-8 2 183,-12 2 0,-15 0-264,-8-5 1,-11 0 0,-9 0 0,-14 0 360,-12 0 0,-11 2 1,-17 1-1,-12 2-490,-11-2 1,33-2 0,-1 1 0,-3-1 0,-1 1 0,-3 1-1,-1 1 10,-3 0 0,-1 0 1,-6-2-1,0 0 0,0 2 1,1 0-1,0 0 0,0 0-160,-1 1 1,0-2-1,-3 0 1,0-1-1,-3 3 1,-1 0-1,-1 0 1,-1-1 124,-2 0 1,1 0 0,5 2-1,2 0 1,6-4 0,1 0-1,6 1 1,2-1 71,8 1 0,2 1 0,-27-3 445,26 4 0,24-5 0,30-3 0,15-4-243,10-1 1,20 5 0,13-3 0,-28 3 0,3 1 179,4 0 1,3-1-1,5 0 1,1 0 0,6 1-1,1 1 1,2-2-1,0-1-182,3 0 1,1 0 0,3 2-1,0 1 1,4-2 0,1 0-1,-23 1 1,0 0 0,1 1 46,2-1 0,0 1 1,0-1-1,1 0 0,0 0 1,-1 1-1,-1 1 0,-1 0 1,-1 0-1,26 0 0,0 0-62,-3 0 1,-1 0-1,-4 2 1,-1 1 0,-7 0-1,-4 0 1,-7 1 0,-2 0-217,-8 2 0,-2 0 0,24 5 0,-12 0 0,-12-1-450,-10 1 1,-15-3 0,-17 0-225,-8-2 1,-6 5 0,-5-3 0,-5 2 794,-3-1 0,-2 1 0,0 4 0</inkml:trace>
  <inkml:trace contextRef="#ctx0" brushRef="#br0" timeOffset="82">26011 7525 7855,'-6'10'103,"-4"-1"1,-1 2 0,0 1 0,3-1 965,1-2 1,1-4 848,1 5-1245,4-7 0,-1-9 0,8-12 81,2-3 1,-3-6-1,3 1 1,0-4-176,0-3 0,-3-7 1,3 1-1,0-2-192,0-3 0,2-5 0,2-4 1,0-3-198,-3-1 1,-1-3 0,3-2 0,-3-3-5,-1-1 1,2 4 0,-4 7 0,-2 4-31,-1 2 0,-2-3 0,0 9 0,0 7-195,0 4 0,0 9 1,0 4-1,0 3 135,0 2 0,0 4 240,0 0 1,2 7-219,2-2 1,0 4 0,5 1 0,2 1-70,2 4 0,-3-2 0,-1 7 0,2 1 46,2 2 1,6 1 0,1 1 0,-4-1-153,-5 1 0,2-1 0,-4 0 0,4 1-1068,1-1 0,-4-4 1,-2-1-1419,-2 2 0,4 2-2103,-5 2 4646,0-1 0,-44-44 0,-9-12 0</inkml:trace>
  <inkml:trace contextRef="#ctx0" brushRef="#br0" timeOffset="83">26155 6345 7855,'-37'0'0,"4"0"346,2 0 1,-2 0-1,1 0 1,3 2 606,3 3 1,4 3-1,-2 6 1,5 0-323,3 1 0,8-1-631,3 1 0,48-1 0,13 0 0</inkml:trace>
  <inkml:trace contextRef="#ctx0" brushRef="#br0" timeOffset="84">32039 10144 7827,'-14'0'-383,"4"0"0,1 0 0,-1 1 1,1 2 897,-1 2 0,5 2 500,-4-3-559,5-2 1,-2 6-1,6-3 1664,0 4-1228,0-2 1,2-1-473,2-6 0,0 0 0,4-1 0,0-4 53,0-5 0,1-3 0,6-3 1,1-3-8,3-5 0,-2-11 1,7-10-1,2-11-234,1-9 0,-12 24 0,0-3 0,2-4 1,-2-1-1,2-7 0,-2-2-76,-1-5 1,0-2-1,0-7 1,0-1-1,-2-3 1,-1 0 0,1 2-1,0 1-136,0 1 0,0 2 0,-3 5 0,1 2 0,1-2 0,2 2 0,-1 1 0,1 2 43,1 3 1,0 1 0,0 4-1,0 1 1,0 5 0,-1 1-1,0 2 1,0 0 54,-1 2 1,0 0 0,-2-2 0,-1 0-1,14-35 1,-3 4-57,-2 2 1,-2 2 0,0-2-1,2 2 20,1 2 0,0 5 1,-5 5-1,1 0-82,-1 1 1,-4 7 0,-2 7 0,0 8 175,0 5 0,-5 7 1,2 4 168,-4 3-271,-1 8 1,0 3 160,0 10 0,5 5 0,0 9 0,-2 3-212,-1 1 1,2 4-1,3-3 1,-1 3 284,1 2 1,2-1-1,-4 1 1,0 0-133,1 0 0,-3-2 1,5 0-1,0-1-215,0-1 0,-4 4 0,2-8 0,-1 0-819,0-1 0,-1 4 0,-2-4 1,1-3-1874,2-1 1,0-6-173,-5-1 1,-2-5 1061,-3 0 1,4-4 647,-4-4 1,3-9 1192,2-6 0,0-19 0,0-8 0,0-1 0,0 0 0</inkml:trace>
  <inkml:trace contextRef="#ctx0" brushRef="#br0" timeOffset="85">32917 7352 7831,'-19'-24'-82,"-2"2"0,0 1 541,0 4 1,1 2 0,2 4 0,-3 1 242,-1-1 1,3 3 0,-4 0 0,1 2-359,0 3 1,-2 1 0,-4 2 0,3 0 70,1 0 1,1 7-1,-1 2 1,4 5-2381,-1 6 1965,11 2 0,-22 52 0,20-32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10214 15367 8554,'-6'8'851,"4"0"1,-1-5 0,8-2 161,9-7 0,2-5 0,8-18 0,2-6 965,1-5-1733,8-16 0,-3-5 0,-12 23 0,0-2 0,2-3 0,1-2 0,2-4 0,0-1 0,0-3 0,1-1 0,-2-1 0,0 1 202,-1 1 0,-2 0 0,-2 3 1,-1 0-1,-1 1 0,0 0 1,-2 3-1,-1 0-119,-2 1 0,0 2 1,8-36-1,-7 14 1,-3 1-123,-6 3 0,3 3 0,-2 7 1,-2 8 114,-2 8 1,-1 6-1,-1 7-254,-4 7 0,2 7 0,-5 10-65,1 3 0,3 8 0,4 7 1,0 3 155,0 2 0,0 4 0,1 3 0,4 2 27,5-2 0,1 3 0,0-2 1,-1-1-186,1-1 0,2-2 0,-1-2 0,0-2 0,-3-1 0,-1-5 0,3 4 0,-1-1-818,1 1 1,-4-11 0,-1 3-3991,0-2 2376,-4-7 1,4-1 0,-6-12-2734,0-7 5165,0 0 0,0-40 0,0-16 0,0-1 0,0 0 0</inkml:trace>
  <inkml:trace contextRef="#ctx0" brushRef="#br0" timeOffset="1">11049 13798 8072,'-27'5'0,"1"1"326,2 2 1,0-3-1,-5 5 1,1 1 777,-1 2 1,-2 3 0,0 1-1,-5 4-223,0 2 0,-3-1 0,-2 4 0,1-2-726,1 1 1,7 2 0,-1 2 0,4-2-526,5-3 1,10 2-1,9-7 1,3 0-3648,2 2 4017,0 1 0,-32 20 0,-8 3 0</inkml:trace>
  <inkml:trace contextRef="#ctx0" brushRef="#br0" timeOffset="2">9682 16028 8049,'-9'0'226,"-1"0"0,5 0 783,-4 0 0,5 7 0,0 2-502,2 4 0,2 6 0,0 1 0,0-1 378,0 2-599,0-5 0,0 9 0,-2-4 0,-1 0 0,-2 0 0,2-4 619,2-1 0,1-6-783,0-10 0,0-7 1,1-22-1,4-7-144,5-9 1,2-6 0,3-7-1,1-1-25,3-3 1,3-2 0,5-2 0,-1 9 129,-2 7 0,-2 12 1,2 6-1,-4 8 68,-4 9 0,-2 9 1,-1 11-1,-2 6 42,-1 7 0,-3 6 0,3 8 0,-5 3 164,-4 2 0,-1-4 0,0 5 1,-1 1-110,-4-2 1,2 3 0,-5-7 0,0-1-6,0-2 1,0-1 0,-2-2-588,6-3 0,2-6 36,2-13 0,6-10 0,6-17 0,4-9 26,3-4 0,6-8 0,-1-7 0,3 1 46,2-1 1,-2 2 0,-1 4-1,-2-1 404,1 2 0,-4 9 0,-2 16 0,-3 7 320,-1 6 1,-2 5 0,-2 7 0,-3 7 208,-2 9 1,1 9-1,-4 3 1,2 2-7,-2 2 0,-2-3 0,1-3 1,1-1-428,2 2 0,0-5 1,-5 1-1,1-6-465,4-3 0,-2 3 0,5-5 0,0-2-1582,0-1 1,2-6 0,4-2 0,1 0 1782,-1 0 0,-44 8 0,-12 6 0</inkml:trace>
  <inkml:trace contextRef="#ctx0" brushRef="#br0" timeOffset="3">11092 11453 7889,'-10'-8'-56,"2"2"634,2-1 1,0 6 913,1-4 540,3 3-490,-4 2 0,6 2-1060,0 3 0,0 3 1,0 6-1,0 0 0,0 2 1,0 4 57,0 4 1,0 3 0,0 2 0,0 1-350,0 3 1,0-1-1,0 5 1,0 0-51,0 0 1,0-5 0,-2 3-1,-1-3-126,-2-3 1,0 1-1,4-11 33,-4-1 290,4-9 0,-6-15 0,7-13 0,0-7 94,0-3 0,0-6 0,0-3 0,0-4-86,0-1 0,2-3 0,1 1 1,2 3-145,-2 1 1,-2 4 0,1-1-1,1-1-59,2 3 1,1 2 0,-2 8 162,0 3 0,1 5-216,-5-1 1,0 11 0,0 8-91,0 8 0,0 0 0,0 1 0,0 3-1854,0 0 0,-5 3-1886,1-1 0,-1 0-2052,5 1 5792,0-1 0,13 13 0,3 4 0</inkml:trace>
  <inkml:trace contextRef="#ctx0" brushRef="#br0" timeOffset="4">11437 11381 7929,'-4'-10'0,"-3"2"1397,-1 2 1,3 0 79,-4 1 1,1 5 0,-3 2-576,1 10 1,5 4 0,-4 8 0,-3 2-403,0 1 0,2 8 0,0 4 0,1 2-29,1 2 0,-3 5 0,6 2 0,2-1-56,1 1 1,2-9 0,0-7 0,3-4-155,7-1 1,-1-8-1,12-7 1,0-7 91,3-6 1,3-7 0,0-4 0,-1-4 0,-2-5 1,-2-4 0,2-5 0,-3-1-236,0 0 0,-7 0 0,1 1 0,-9-3-119,-4-2 0,-2 2 0,0-2 0,-2 1-139,-3-2 1,-3 4 0,-8-4 0,-3 5-1004,-5 5 0,-3 4 0,0 5 1,1 2-298,2 4 1,11 2 0,-1 7 1438,1 0 0,0 13 0,-1 3 0</inkml:trace>
  <inkml:trace contextRef="#ctx0" brushRef="#br0" timeOffset="5">6085 11640 8050,'-6'-35'118,"3"0"1,-5-4 0,1 6-1,4 4 1,2 5 0,-1 6 652,-3 7 0,0 13 0,-7 12 0,-6 12 213,-3 11-860,-3 7 0,-12 22 0,15-30 0,-2 1 1,-2 4-1,-2 2 0,-2 2 0,-2 2 1,-1 2-1,-1 1 0,-1 4 0,-1 0 142,-1 1 1,-1 1-1,-5 5 1,1 2 0,-2 1-1,1 1 1,-3 3 0,0 0-286,15-22 0,0-1 0,1 1 0,-1 2 0,1-1 1,0 1-1,-14 20 0,1 1 0,0 1 0,1-1 124,-1 1 1,3-1-1,6-6 1,3-1-1,1-2 1,2 0-1,5-6 1,3-1 15,3-4 0,3 0 0,3-1 1,4 1-1,3-4 0,3 0 1,1-3-1,2 0 88,12 37 1,12-6 0,-8-37 0,4-1 0,2-1 0,2 0-90,5 1 1,4-3 0,2-3-1,3-3 1,7 1 0,2-1-1,4-2 1,2-2-127,4 0 1,2-1-1,8-1 1,4-3 0,2-1-1,3-2 1,-24-5-1,1-2 1,1 0-121,0-2 0,1 0 0,1-1 0,0-2 1,0 0-1,2-1 0,3 1 0,0-1 1,1 1-1,3-2 0,0 1 0,1-1 127,3 0 1,2 0-1,-1 0 1,-1 0 0,0-1-1,1 1 1,3-2-1,-1 1 1,1-1 0,-1-1-1,-1 0 1,1-1-94,0 0 0,0 0 0,0-1 1,2 1-1,1 0 0,-1 0 1,1 0-1,1 0 0,-1 0 1,1 1-1,0 0 0,0 0 126,-2-1 1,1 0 0,-1 1 0,-2 0-1,0 0 1,0 1 0,1-1 0,0 0-1,1 1 1,0-1 0,1 1 0,0 0-20,1 1 1,0 0 0,0 0 0,-5-1 0,0 0 0,0 0 0,-1 0 0,0 0 0,0-1 0,-3 1 0,1-1 0,-1 0-26,-2 0 0,0-1 0,0 0 0,0 2 0,0 0 0,-1 0 0,-1 0 0,-1-1 0,-1 1 0,-2 1 0,0-1 0,-2 1-3,-3-1 1,-1 1 0,-1-1 0,24-3 0,-1 0 0,-1 2 0,-1 1-1,-1 0 1,-1 0-4,-1-2 0,-1 1 0,-8 2 0,-3 1 0,-3-3 0,-3-1 0,-4 2 0,-2-1-41,-6 1 1,0 0-1,34-5 1,-15 4-1,-11-2-148,-9 2 611,-14 1 0,-13 1 0,-10-4 0,-5-3 40,-5 0 1,-5-6 0,-7 1 0,-3-6 56,3-4 1,6-1 0,1-5 0,1-1-633,1-3 0,-4-4 1,8-8-1,0-5 291,3-7 0,1-4 0,0-9 0,1-5-88,4-4 1,-2 38-1,1-1 1,1-2-1,1-1 1,-1-2-1,-1-1 113,2-1 1,0-1 0,-1 5 0,1-1 0,0-3-1,-1 1 1,-1 0 0,0 1-100,-1-1 1,0 0 0,3-2 0,1 0 0,-1-2 0,1 1 0,2 0 0,1 0-236,1 1 1,0 1 0,-1 0-1,0 0 1,1-1 0,2 0 0,-1-1-1,1-1-179,1-1 0,-1 1 0,1 4 0,0 0 0,-2 0 0,-1 0 0,0 3 0,-2 0 134,-1 2 1,0 0 0,-1 1 0,0-1 0,6-37 0,-2 9 337,-1 7 1,-6 9-1,4 4 1,-1 1-2,-4 4 1,-1 8 0,-2 4-1,0 4 139,0 1 0,-7 0 0,-2 2 0,-4 3-133,-2 5 1,-5 3 0,-6 2 0,-7-1-277,-11 1 0,-2 1 0,-13 2 1,-11 3 38,29 4 0,-2 1 0,-7 0 0,-4 2 0,-6 1 0,-3 1 0,-7 1 0,-2 1 80,-6 1 0,-2 2 0,20-1 0,-2 2 0,-2 0 0,-6 0 0,-3 1 0,-1 1 0,-5 0 0,-2 1 0,0 0-107,15-2 1,0 0 0,-1 0-1,0 1 1,-1 0 0,-2 0-1,1 0 1,-2 1 0,-4 1-1,-1 0 1,-1 0 0,0 1-1,-2-1 1,0 1 0,-1 0-1,0 1 153,14-3 1,0 0-1,-1 1 1,0 0-1,0-1 1,-2 1-1,-2 1 1,1-1-1,-1 0 1,1 0 0,-2 1-1,1-1 1,-1 0-1,0 0 1,0 0-1,1 0 1,-2 0-1,1 0 1,0 0 0,1 0-97,0-1 0,1 1 0,-1-1 1,1 1-1,0-1 0,1 1 1,0-1-1,1 0 0,-1 0 1,0 1-1,1-1 0,0 1 1,0-1-1,0 1 0,0-1 1,1 0-1,-1 0 0,1 0 1,0 0-1,0 0-84,0 0 1,0 0-1,0 0 1,1 0 0,1-1-1,-12 2 1,2 0 0,0 0-1,1 0 1,2 0-1,0 0 1,1 0 0,0 0-1,3-1 1,0 0 0,1-1-1,0 1-120,2-1 0,0-1 0,1 1 0,1 0 0,-17 3 0,3-1 1,0 1-1,6-1 0,0-1 0,2 1 0,5 0 0,1 1 0,2 0-419,5 0 1,1 0 0,3 1 678,-20 5 0,3 2 0,7 2 0,2 1 0,3 1 0,-1 0 0,1 2 0</inkml:trace>
  <inkml:trace contextRef="#ctx0" brushRef="#br0" timeOffset="6">13092 10748 7881,'13'-37'476,"-2"5"1,0 5-87,5 3 0,-2 13 0,7 1 0,-2 7 0,1 3 0,-5 2 0,-2 4 0,-5 7 416,-1 4 0,-3 11 0,-5-1 1,-2 6-142,-2 4 1,-6 2 0,1 4 0,-3 0-140,-1 0 1,4 0-1,1 2 1,-2 1-238,-2 2 0,3-1 1,2-7-1,2-4-60,3 0 0,-4 2 0,2-6 1,1-5 110,-3-6 0,4-5 0,-7-3 19,-1-4 0,-2-2 1,1-11-1,0-4-50,3-6 1,1-15-1,-2-3 1,5-8-278,4-9 1,4-7-1,5-8 1,8-6-138,5-6 0,-9 35 0,1-1 1,3 1-1,2 1 0,1-3 0,2-1 12,1-1 0,2-1 0,2 1 1,1-1-1,3 0 0,1 1 1,0 4-1,2 2 39,-1 3 1,1 2 0,-2 2 0,1 3 0,0 3 0,1 2-1,30-16 267,-8 8 1,1 9 0,-8 13 0,-1 5 26,-3 4 0,-2 2 0,-5 6 1,-7 5 29,-4 6 1,-10 7 0,-2-1 0,-7 4 101,-6 0 1,-4 6 0,-8 0 0,-13-1-303,-11 2 1,-12 2 0,-2 5 0,-2-4-71,-4-4 0,-6 1 0,-3-2 0,1-1 0,-1-1 0,1-7 0,7-4 0,4-2-1516,4-5 0,0-2 0,4 2 0,9-4-3169,8-4 4685,13 3 0,84-32 0,-22 11 0,0 1 0</inkml:trace>
  <inkml:trace contextRef="#ctx0" brushRef="#br0" timeOffset="7">14459 10144 7941,'0'-23'1824,"0"-4"0,4 26 1,1 5-1,-3 16-788,-5 7 0,-10 9 0,-10 6 0,-2 6-228,-6 3 0,-7 2 1,0 6-1,-4 2-450,-1 1 0,0 7 0,1-4 0,4 1-1117,4-4 1,17-4-1,7-5 1,7-7-736,3-6 0,13-6 0,6-10 1,8-5-1116,7-3 0,4-8 2609,10-4 0,-22-2 0,-1-2 0</inkml:trace>
  <inkml:trace contextRef="#ctx0" brushRef="#br0" timeOffset="8">14833 10590 7951,'-13'-8'613,"2"-3"1,-12 6 0,2 2 611,4 1 1,-1 10 0,-1 8 0,-5 11-208,-3 10 0,-7 1 0,-1 4 0,0 4-72,0 4 0,3 1 0,8 2 0,6-5-336,7-4 1,6-12 0,12-3 0,9-5-372,11-6 0,10-6 1,9-12-1,4-1 11,1-4 1,5-9-1,3-10 1,-5-3-193,-3-2 1,-4-5 0,-7-1-1,-5-2-193,-5-3 1,-6 4 0,-14-1 0,-7 0-478,-6 0 1,-18 7-1,-13-1 1,-9 7-392,-9 4 0,-1 5 0,-11 7 1,3 2-58,4 3 0,9 3 0,16 5 0,8 6 1060,9 6 0,56-10 0,25-4 0,6 3 0,0 1 0</inkml:trace>
  <inkml:trace contextRef="#ctx0" brushRef="#br0" timeOffset="9">15595 10331 9596,'-14'0'0,"-1"0"1047,1 0 0,0 1 1,-1 4-1,1 5-395,-1 3 1,6 7-1,-1 6 1,-1 6-9,-2 6 1,-6 4 0,0 3-1,0 3-269,-2 4 1,3 4-1,-4 2 1,1-1-1313,4 1 1,-4-5-1,0-2 1,0-2 936,0-2 0,-24-23 0,-12-4 0,-2 2 0,0 0 0</inkml:trace>
  <inkml:trace contextRef="#ctx0" brushRef="#br0" timeOffset="10">15063 10820 7951,'35'-37'98,"5"-3"1,13 7 0,7 2 423,4 6 0,2 1 1,-5 8-1,1 5 77,-1 3 0,-2 3 0,-2 8-599,1 7 0,-11-1 0,9 3 0,1 2 0,5 3 0,-1 1 0,1-1 0</inkml:trace>
  <inkml:trace contextRef="#ctx0" brushRef="#br0" timeOffset="11">27220 12029 7826,'-7'16'220,"-2"3"0,1-2 1,0 7-1,0 2 1,1 3-1,-1 4 1,2 7-1,0 7 1360,2 5 1,-2 11-1,0 2 1,-1 2-131,1 0-1227,-5 1 0,7-1 0,-4-2 0,2-1 1,3-5-1,1-6 0,1-10 319,-4-7 1,3-8 0,-3-4-308,4-5 0,2-4 1,3-7-152,0-8 0,6-13 1,-4-14-1,1-8 20,-1-8 1,5-17-1,-3-2 1,2-8-84,0-7 0,-6 2 1,1 34-1,0-1 0,0-1 1,0-1-54,-2 0 0,2-1 1,1-1-1,2 1 1,-2 1-1,1 1 1,2 0-1,1 0 56,1 0 0,0 0 0,1 3 1,2 1-1,18-31 0,1 14 418,-1 16 0,4 11 1,-3 17-1,-3 2 81,-4 5 0,0 16 1,-7 9-1,-3 5-139,-5 4 0,0 6 0,-6 3 1,-3 6-129,-6 4 1,-4-4-1,-8 6 1,-1-4-204,-2-3 1,-7 4-1,2-10 1,-3-1-54,-2-2 0,-4-1 0,-3-4 0,1-6-981,0-6 0,1-9 1,4-3-1,-2-5-560,-1-5 1,4-4-1,6-11 1,4-4 1540,6-3 0,-1-40 0,6-10 0</inkml:trace>
  <inkml:trace contextRef="#ctx0" brushRef="#br0" timeOffset="12">27968 12014 10519,'8'-9'1531,"6"-1"0,7 0 1,9-4-1,4 0-62,4-1 1,10 1-1,5-1 1,3 1 1274,1 0-2541,-5-1 1,0 2-1,-7 4 1,-5 4 0,-3 4-1,-7 1-853,-4 0 1,-7 6 0,-9 3 0,-6 4-932,-2 2 0,-5 4 0,-5 2 0,-8 1-551,-5 4 1,-3 6-1,-6 1 2132,-4-1 0,-6-7 0,-8 0 0,-5 1 0,-1 0 0</inkml:trace>
  <inkml:trace contextRef="#ctx0" brushRef="#br0" timeOffset="13">27925 12359 7826,'-10'0'1594,"10"0"1,5-1-1,20-2 1,6-4-540,6-1 1,4 3 0,4-2 0,3-1 30,5 0 0,4 3 1,2-3-1,-3 1-889,-9 4 1,-4 2-1,-11 1 1,-5 0-3844,-6 0-1664,-5 0 5310,-8 0 0,-34-26 0,-14-6 0</inkml:trace>
  <inkml:trace contextRef="#ctx0" brushRef="#br0" timeOffset="14">28658 11352 7826,'-14'0'0,"0"2"954,-1 3 0,2 11 0,2 12 0,0 9 285,-5 5 0,0 14 1,-8 6-1,-3 7-603,-5 3 1,-5 0 0,16-36-1,-1 0 1,0 0 0,-1 0-139,-1 0 0,0 0 1,-20 31-1,-4-2 0,4-2-820,6-7 0,9-5 0,10-10 0,5-1-2614,4-1 2936,4-7 0,6 16 0,0-4 0</inkml:trace>
  <inkml:trace contextRef="#ctx0" brushRef="#br0" timeOffset="15">29594 11784 7805,'-21'0'232,"5"0"0,-3 0 0,3 0 429,1 0 1,-4 8 296,0 6 1,-8 10 0,-2 13 0,-6 9 0,-4 7 0,3 8 626,0 3 1,3 3 0,7 2-949,7-7 1,6-8 0,17-15 0,5-7 0,10-7 410,7-5-934,9-4 0,7-8 0,7-5 0,4-6 0,4-9 0,4-5 0,0-9 122,-2-6 1,-9 0 0,-7-6 0,-8-4-234,-5-4 1,-14 1 0,-6-3 0,-8 3-195,-7 2 0,-10-1 0,-10-3 0,-7-1-473,-7 2 0,-7 3 0,0 6 0,3 8-453,3 8 0,8 12 1,0 6-1,8 7-276,9 11 0,2 7 0,9 13 1393,0 8 0,22 24 0,8 12 0,-8-20 0,1 0 0,0 0 0</inkml:trace>
  <inkml:trace contextRef="#ctx0" brushRef="#br0" timeOffset="16">30097 12388 7805,'-22'0'0,"1"0"1186,7 0 0,-1 2 0,2 3 152,4 4 1,-4-1 0,5 2 0,-2-1-803,1-1 1,6 5-1,-2-3-449,3 3 0,2 1-5794,0 0 5707,7-6 0,52-33 0,-20 5 0,0 0 0</inkml:trace>
  <inkml:trace contextRef="#ctx0" brushRef="#br0" timeOffset="17">30644 11827 7805,'-7'-9'970,"-2"-1"0,1 5 637,-2-4 1,1 7 0,-6 2-587,1 8 0,-1 5 0,1 3 0,0 1-363,-1 2 1,-1 7 0,0-4-1,0 2-369,4 0 0,2-1 1,-1 2-1,3-1-255,1 2 1,3-5 0,5-1 0,6 0-69,7-1 1,2 0 0,8-5-1,0 1-99,-2-1 1,5-1 0,-4-2 0,1-1 106,0 1 1,-7 2 0,3 1-1,-4 1 162,-2-1 0,-1 0 1,-4 1-1,-4-1 119,-3 0 0,-4 6 0,-3-1 0,-6 0-123,-6 2 0,-6-4 0,-7 7 0,-4 0-380,-4-1 0,-8-1 0,-4-4 1,0 1-701,1-2 0,-1-1 1,4-3-1,-2-2-663,2-1 1,9-7-1,10 0 1611,11-6 0,27-37 0,13-14 0</inkml:trace>
  <inkml:trace contextRef="#ctx0" brushRef="#br0" timeOffset="18">30629 11741 7805,'16'-29'428,"4"0"1,4 5 0,9 2-1,5 3 857,4 6 1,-2-1 0,0 6 0,2 0-312,-3 3 0,1 3 1,4 2-1,0 2-886,4 3 1,-8 1-1,3 7-88,-1 1 0,25 4 0,8 10 0</inkml:trace>
  <inkml:trace contextRef="#ctx0" brushRef="#br0" timeOffset="19">23752 14690 7953,'-9'-8'1265,"-1"4"0,7 8 1,-2 6-1,4 3-823,1 1 1,0 5 0,0 2-1,-2 1-13,-3 4 0,4 6 0,-6 3 0,1 4 14,-4 5 0,-2 1 1,-4 6-1,-4 0-136,-4 1 1,-8-4 0,-3 3 0,-3 0-101,-7 0 0,2-9 0,-5-1 0,3-6-94,2-7 0,5-6 1,1-9-1,3-4-140,7-4 0,5-15 1,9-6-1,2-6-157,1-8 0,9-4 0,1-6 0,8 2 67,4-2 1,9-2-1,3 1 1,3 2 261,2 6 0,5 2 1,-1 3-1,1 0 218,1 4 1,0 5 0,5 10 0,-3 4 361,-2 3 0,5 4 1,-3 3-1,0 6-165,-4 6 1,-9 1 0,-5 6 0,-3 0-158,-1-2 1,-7 4-1,-4-5 1,-2 0-648,-2-1 1,0 4 0,0-5 0,0-1-755,0-2 1,0-2 0,0 1-1411,0-1 1,2-6 0,2-3 2407,6-3 0,6-40 0,0-20 0,3-2 0,0 0 0</inkml:trace>
  <inkml:trace contextRef="#ctx0" brushRef="#br0" timeOffset="20">24371 14417 7669,'-8'-8'291,"-6"3"0,-1 4 0,-4 1 1,3 0 1180,2 0 0,-1 1-929,1 4 0,-7 9 1,-1 10-1,-2 4 0,0 2 1,-2 5 1522,-1 8 0,2 7-1555,-4 7 0,8 6 1,-6 1-1,4 1 1,6 4-1,2 1 229,6 2 1,3-11 0,7-5 0,4-6-578,4-9 1,6-3 0,4-7-1,3-1-626,1-3 1,4-7 0,-5-1 0,2-3-674,0-2 1,-6-1-1,-1-2 1,-4-3-1897,-3-2 1,-1-1-609,6-5 3640,-7 0 0,-15-32 0,-9-8 0</inkml:trace>
  <inkml:trace contextRef="#ctx0" brushRef="#br0" timeOffset="21">24486 15036 10129,'-5'14'845,"1"0"1,-6 7-1,4 3 1,-1 5-449,1 5 1,-4-4 0,5 2 0,1-5-1238,-3-3 0,6-2 1,-4 2-2187,3-4 3026,2-11 0,-6-54 0,-2-18 0</inkml:trace>
  <inkml:trace contextRef="#ctx0" brushRef="#br0" timeOffset="22">24443 14719 7884,'-2'-13'742,"-2"4"0,2 1-629,-3 3 0,5 3-113,5-2 0,16-4 0,9 0 0</inkml:trace>
  <inkml:trace contextRef="#ctx0" brushRef="#br0" timeOffset="23">24688 14359 7669,'0'-8'1813,"1"4"0,4 10 0,5 8-536,2 9 1,4 6 0,2 4 0,3 6-335,1 2 0,2 10 0,5 5 0,0 5-321,-1 0 1,-5-2 0,-6-2 0,-4 3-248,-3 2 1,-9-8 0,1 4 0,-8-4-324,-7-3 1,0 4-1,-9-7 1,-1-2-1023,1-1 1,3-8 0,-4-5 0,1-5-2776,0-3 0,4-7 3745,-1 2 0,3-3 0,1-1 0</inkml:trace>
  <inkml:trace contextRef="#ctx0" brushRef="#br0" timeOffset="24">25335 14949 13991,'24'0'0,"0"0"975,2 0 0,1 0 1,3 0-1,2 2-537,2 3 1,1-4 0,-3 4-1,1-2 1,-1 1 0,-3 2-1,-3 0 1,-4 1-617,-1-4 0,-2 3 1,-6 1-879,-4 1 1,-4-3 0,-10 2 0,-4 1-226,-4 0 0,-8 2 0,-3 4 0,-3 1 1281,-2-1 0,-35 13 0,-16 5 0,23-8 0,-1-1 0,1 1 0</inkml:trace>
  <inkml:trace contextRef="#ctx0" brushRef="#br0" timeOffset="25">25321 15295 7682,'9'8'0,"-1"-2"0,0-1 712,0 0 1,-3 1 0,5-3 0,1 2 350,2-2 0,3-1 1,1-2-1,4 0-38,1 0 0,2-5 0,7-1 1,1-1-748,1 1 1,1-4 0,-5 4 0,-2-1-928,-3 1 0,3 0 0,-5 2 0,1 0-2389,-4 0 3038,-3 3 0,-27 14 0,-7 3 0</inkml:trace>
  <inkml:trace contextRef="#ctx0" brushRef="#br0" timeOffset="26">26472 14503 7682,'-8'7'482,"3"2"1,-2-1-1,3 3 1,0 4 201,3 2 0,1 9 1,0-2-1,0 3 1,0 4-1,0 1 1,0 0-1,0-4-817,0-2 1,0-9-1,1 3-2734,4-4 2867,-3-2 0,-15-38 0,-11-10 0</inkml:trace>
  <inkml:trace contextRef="#ctx0" brushRef="#br0" timeOffset="27">26486 14100 7682,'-13'-9'4901,"4"-1"-3820,2 7 0,14-3 0,1 7-860,0 4 0,4-2 0,-4 7 0,2 1-656,0 2 1,-7-4-1,3 1 1,-1 3-648,0 4 1,0-1 1081,-5 4 0,-7-4 0,-1-2 0</inkml:trace>
  <inkml:trace contextRef="#ctx0" brushRef="#br0" timeOffset="28">25968 15079 7694,'2'8'1798,"4"-3"0,8-4-425,9-1 1,12-1 0,8-4 0,8-5-271,5-3 1,8-6-1,5 0 1,4 2-466,4 1 1,-3 1-1,-10 2 1,-10 4-496,-8 4 0,-2 3 0,-14 4 0,-5 1-438,-2 2 0,-10 6 0,-9-1-1041,-2 3 1,-2 1 0,0 0-1532,0 1 0,0-1 2867,0 0 0,-34-4 0,-15-5 0,-3 2 0,0 0 0</inkml:trace>
  <inkml:trace contextRef="#ctx0" brushRef="#br0" timeOffset="29">26184 15424 7694,'-7'15'322,"1"-1"0,-5 0 0,3 1 473,1-1 0,-2 2-485,4 3 0,-4-3 1,2 5-1,1 0 1,-2 3-1,0 1 1,-2 1-1,1-2 1,1 2-1,0-1 427,0-1 1,0 2 0,-2-7 0,5-2 545,4-1-1108,1-8 0,6-8 0,4-11 1,2-6 68,3-7 0,4-10 0,0-3 0,0-1-18,2 0 0,-5 4 0,5-4 1,-2-1 10,0 3 1,0 0-1,-4 8 1,-1 0 76,1 4 0,2-1 1,-1 6-35,-3 1 0,-3 10 0,-1 8-46,-4 8 0,-3 11 1,-2 7-1,-2 4-162,-3 4 0,2 6 0,-7-3 0,-1 1-130,-2 0 1,-1-6 0,1 3 0,2-1 34,1 0 1,2-6-1,-3-5 1,3-3-13,2-2 1,1-7-151,5-1 1,2-13-1,2-4 1,6-9 97,3-8 1,6-8 0,0-3 0,0-2 150,2-3 1,0 0 0,3 0 0,-3 4 1,-1 1 0,-2 1 0,4 7 0,-1 3 332,-3 5 1,-2 9 0,-2 5 0,1 4 210,-1 1 0,-1 8 0,-2 6 0,-3 8-244,-2 6 0,-1 0 0,-3 1 0,1 0-365,2 0 0,-1-1 0,-4 1 0,-1 0 0,-4 0 0,3-2 0,-2-3 0,0-5 0,0-3 0,2-2 0,-3 1-752,4-1 752,1 1 0,-13-14 0,-3-2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25738 10834 7967,'-16'-14'0,"-2"0"238,-1-1 0,0 6 0,5 1 0,-1 0 367,1 0 1,-1 3 0,1-3 0,-2 1-1,-2 4 1,-2 2 0,-1 2 0,-2 4 765,1 5 0,-2 2 0,-5 4 0,-1 4 307,-4 4-1400,-2 3 0,-6 3 0,2 4 0,2 4 0,-1 5 1,3 4-1,2 2 443,4 2 1,12 0 0,5 2 0,7-3-439,8-1 0,6-10 0,12-1 0,9-8-332,8-6 0,4-4 1,4-9-1,2-3-379,0-2 0,1-3 1,-4-6-1,-1-3-697,0-2 1,-2-2-1,-4-4 1,-6-1 60,-6 1 1,-7-5-1,3 0 1,-2 1-2621,0 2 3684,0 2 0,-5-26 0,1-7 0</inkml:trace>
  <inkml:trace contextRef="#ctx0" brushRef="#br0" timeOffset="1">25968 11194 7832,'-5'-14'1231,"0"-1"0,-4 6 557,4-1 1,-1 5-904,1-4 1,2 7-1,-5 2 1,0 8-231,0 5 0,3 3 0,-5 3 0,1 5-235,1 3 0,0 2 0,5 0 0,-2 0-255,2-1 0,1 1 1,4-2-1,2-3-105,6-5 1,9-3-1,5-3 1,3-3 2,2-5 1,1-5 0,4-5 0,3-6-273,0-7 1,-2-6 0,-7-10 0,0-4-571,-4-3 1,-4-1-1,-5 2 1,-2 3-845,-4 2 1,-2 1-1,-7 7-317,0 3 0,0 12 1,0 13 31,0 12 1908,0 8 0,-3 20 0,-1 10 0,0 4 0,0-1 0</inkml:trace>
  <inkml:trace contextRef="#ctx0" brushRef="#br0" timeOffset="2">26285 11439 8145,'-13'14'0,"2"-1"802,1-4 1,5 4 915,-4-3 0,5-7-526,0-8 1,8-4 0,6-15 0,4-4-323,6-4 1,2-4 0,7-7-1,0 1-307,-1 4 0,1-2 0,0 4 1,0 1-808,-1 0 0,-4 3 0,-1 8 0,-2 7-1176,-4 5 0,-6 6-258,-1 6 1,-2 11 0,1 4 0,-4 2 135,-3 4 1,-2-5-1,0 3 1542,0-3 0,0 5 0,0 1 0</inkml:trace>
  <inkml:trace contextRef="#ctx0" brushRef="#br0" timeOffset="3">26716 11151 7832,'15'-5'515,"-1"0"1,-4 0 1004,-1 5 0,-6 2-498,2 3 1,-3 3-1,-2 6 1,0 2-254,0 3 1,0 4-1,-2 4 1,-1-1-248,-2-2 0,-4 0 0,2 4 0,1 1-44,-1 0 0,3-7 1,4-3-1,0-3-157,0-1 0,1-7 0,4-3 0,5-4-105,2-1 0,4-6 1,2-5-1,3-7 3,1-6 1,2-3 0,3-2 0,-1 0-345,-2 1 1,-5-1 0,3 2 0,-1 3-133,-3 4 0,-2 6 0,-2 4 0,0 4-1835,1 0 1,-6 4 0,-1-1 0,-1 6 111,-4 7 0,0-2 1,0 1-1,2 2 1856,-2 2 0,-1 2 0,0-1 553,2 0 1,4 1 0,7-2-1,-1-4 698,1-4 0,1 1 0,3-1 0,3-2-131,0-1 1,10-4 0,-1-2 0,4-6-430,5-3 0,-5-6 1,-1-2-1,-4 0-521,-1 1 0,-7-4 0,-4 3 1,-7 0-14,-6 0 1,-12 4 0,-9 7 0,-11 5-177,-10 4 1,-4 2 0,-4 6-1,-1 7-91,-2 8 1,5 6 0,6 0-1,2 3 190,3 2 0,13-1 0,6 5 0,6 0-337,9 0 0,19-5 1,17 0-1,13-7-1001,10-6 1,5-7 0,6-3 1381,-1 2 0,-23-12 0,2-4 0,2 0 0,0 0 0</inkml:trace>
  <inkml:trace contextRef="#ctx0" brushRef="#br0" timeOffset="4">21177 15151 7873,'0'-10'976,"0"1"156,0-3 0,0 4 375,0-1-516,0 6 1,2-2-334,3 10 0,-4 3 1,4 8-1,-2 1-280,2 2 1,-3 7-1,2-2 1,0 3-186,0 2 1,-2 1 0,3 2 0,-4 3-87,-1 2 1,0 2-1,0 4 1,0 0-9,0 0 0,0-1 1,0-1-1,0-1-173,0 0 1,0-2-1,0-7 1,0 1 45,0 1 0,0 1 1,0-7-1,0-3 23,0-5 1,2-3-1,1-1 1,2-1-58,-2 0 1,0-6-124,2-3 258,3-3 1,5-4 0,-3-3 0,-4-4 240,0-4 0,-2-1 1,4-2-1,-2-2 22,-3-1 1,4-5-1,-1 3 1,0 0-306,1 1 1,2-1-1,-4 3 1,0-1-772,1 1 0,-4 2-1540,3 2 0,1 3 699,-1 6 1,0 7-1,-5 14 1,-2 3-867,-3 5 2447,4-3 0,-10 17 0,-4 8 0,3 2 0,0-1 0</inkml:trace>
  <inkml:trace contextRef="#ctx0" brushRef="#br0" timeOffset="5">21307 16028 7908,'-19'2'0,"-1"1"360,3 2 1,1 0 0,1-5-1,1 0 531,0 0 0,-6 0 1,1 0-1,2-2-432,1-3 1,1-3-1,1-6 1,0 1-25,-1 4 1,2-4 0,2 3 0,3-2-1043,2-3 0,-4 1-1431,5-1 2038,1 7 0,-3-11 0,-1 3 0</inkml:trace>
  <inkml:trace contextRef="#ctx0" brushRef="#br0" timeOffset="6">23594 2518 8149,'8'-14'129,"-3"-1"0,-3 1 0,-1-1 1,2 1-1,2 0 1437,-2-1 1,-3 6-312,-4-1 1,0 7-927,-5-2 1,-1 3 0,-6 4-1,-1 4 1,-4 7 0,-2 6 173,-2 4 0,-4 2 0,-4 11 1,-6 7-227,-2 8 1,-3 5-1,1 3 1,0 2-95,0 1 1,0 7-1,1-4 1,6 1 136,7-4 0,6-3 0,11-1 0,2 0 85,5-1 1,5-6-1,7-3 1,5-3-87,6-2 1,9-5 0,0-1-1,7-3-190,3-7 1,1 0 0,7-8 0,3-3-31,4-4 1,0-1-1,-1-6 1,0-2-23,0-2 1,-3-7-1,3-2 1,-3-2 9,-6 1 1,-1-6 0,-7-4 0,-1 0 43,3-2 0,-6 4 0,2-6 0,-7 1 7,-5-1 0,-4 4 0,-2-3 0,-1 1 32,-4 4 0,-2 1 0,-7 1 0,0 1 50,0-1 1,0 1 0,-2 0 0,-3-1-221,-4 1 0,-9-1 0,-3 1 0,-1 0 0,-3-1 0,-4 1 0,-3 1 0,-3 2 0,-2 1 0,-2 7 0,-2-2 0,-1 4 0,-1 1 0,3 0 0,-8 0 0,4 1 0,0 4 0,3 3 0,2 7 0,6-1-1813,2 0 1,9 1-67,3-1 1,11-1 0,11-4 0,15-5-2791,14-8 4669,8-4 0,10-22 0,7-11 0,4-3 0,1 1 0</inkml:trace>
  <inkml:trace contextRef="#ctx0" brushRef="#br0" timeOffset="7">24544 3180 7955,'-7'-15'654,"-2"1"-1,-4 0-387,-1-1 0,4 6 186,0-1 0,1 7 1,-6-2-1,1 3 0,0 2 1,-1 2 2573,1 3-2587,-7 3 1,4 13 0,-7 3-1,-2 3 1,0 3 0,1 2-1,1 3 499,-2 2 0,4 1 1,1 6-1,4-3-632,4-2 0,8-4 0,0-6 1,5-1-75,5 1 0,3-13 0,8-6 0,3-7-181,5-3 1,0-2-1,2-4 1,1-9 110,-2-7 0,1-7 1,3-3-1,-2-3-9,-3-2 0,1-1 0,-5-4 1,-3 2-9,-1 2 1,-3 5 0,-3-3-1,-6 6 905,-2 8-806,-2 10 0,-2 20 0,-2 16 0,-4 12-244,0 5 1,-5 2 0,5 0 0,-2-1-524,1-4 1,5 2-1,0-6 1,2-2-855,2-2 0,6-3 0,4-3 1,4-4-141,6-4 0,2-4 1,7-2-1,0-5-353,-1-4 1,-4-2-1,-1-4 1870,-3-5 0,5-20 0,2-10 0,0-3 0,0 0 0</inkml:trace>
  <inkml:trace contextRef="#ctx0" brushRef="#br0" timeOffset="8">24831 3482 7955,'-6'8'341,"-2"0"1151,-6-3 0,-1-4 1135,1 4 0,0-3-1154,-1-2 1,7-2-1,3-3-664,4-4 0,1-1 1,1-3-1,3-3-236,0 0 1,8-6 0,-3-2 0,6-3-256,4-2 1,-2 0 0,7 1 0,2 0-106,1 4 0,-3-3 0,0 5 0,0 1-199,-2 7 1,4 1-1,-7 8 1,-1 2-15,-2 1 0,-8 10 0,-4 7 0,-2 7 0,-2 5 0,-6 2 0,-4 0 0,-3 0 0,-1-1 0,0 1 0,-1 0 0,2-2 0,4-3 0,-4 0 0,5-8 0,-2-5 0,1-3 0,6 0-231,-2-8 0,11-11 1,7-16-1,6-8-91,4-7 0,2 0 0,7-9 0,2 2 202,-2 2 0,3-2 1,0-1-1,2 2 362,3 4 0,-7 5 0,-4 17 0,-8 7 188,-5 9 1,-2 6-1,-1 5 1,-3 6-431,-6 7 0,-2 6 0,-2 9 0,-2 6 0,-2 2 0,-4 2 0,-7 0 0,1 1 0,-1-1 0,1 0 0,0-2 0,-1-1-239,1-1 0,4-9 0,2 1 1,2-7-2042,3-4 0,3-7 1,4-8-1,6-3-2094,3-2 1,6-13 4373,0-6 0,-6 6 0,-7 0 0</inkml:trace>
  <inkml:trace contextRef="#ctx0" brushRef="#br0" timeOffset="9">25810 2360 7885,'0'-15'1521,"0"1"1,5 9-24,-1 10 0,1 11 0,-6 19 1,-4 7-514,-5 4 1,2 13-1,-1 0 1,-4 5-246,-5 5 1,1 1 0,-6 4 0,1 1-294,0 2 1,4-9 0,-3-8 0,2-9-143,0-6 0,1-2 1,9-15-1,2-5 145,1-6-552,4-9 1,-3-8 0,10-11 0,5-5-178,3-3 0,1-11 0,0-1 0,2-4 13,4-5 0,2-1 0,7-3 1,-1 3 104,1 3 1,0 2-1,0 9 1,0 3 276,-1 5 0,0 9 0,-3 7 0,-3 8 194,-1 9 1,-6 9-1,-7 10 1,-2 6 14,-3 2 1,-3-2-1,-5-3 1,-4 1 74,-4 0 0,-8 0 0,-4 1 1,-7-4-401,-7-4 0,3-8 0,-3-2 0,-1-4-221,-1-2 0,4-6 1,3-5-1,6-6-2091,4-7 1,0-9 0,8-6 0,4-7-850,4-7 1,10-4 3160,8-5 0,12 8 0,7-3 0,2-6 0,0 1 0</inkml:trace>
  <inkml:trace contextRef="#ctx0" brushRef="#br0" timeOffset="10">26083 3079 9836,'-6'0'7473,"6"0"-6003,8 0 0,5 0 1,1 0-1,2 0-523,3 0 0,2 0 1,4-2-1,-1-2-524,2-6 0,0-3 0,-1-1 0,-1-2-423,2-3 0,-6 1 0,0-4 0,-6-1-212,-4 1 1,-4 3 0,-6-4 0,-3 3-457,-7 2 0,-6 4 1,-14 4-1,-4 5 187,-4 4 1,-2 9 0,0 6 0,3 10 256,2 8 1,-2 5-1,7 6 1,6 2 160,6 3 1,2-2 0,12 5 0,2 0-223,5 1 0,12-8 0,9 1 0,3-7-507,2-2 1,-1-4 0,1-8 0,0-5-427,0-3 0,-1-3 1,1-4-1,-2-4 250,-3-3 0,-1-4 0,-6-1 0,2-4 246,-1-1 1,-7-1-1,-3-6 1,0 1 721,0 0 0,-5 4 0,2 0 0,-3-1 228,-2-2 1,0 4 0,0-1 0,1-1 577,4-2 1,-3-1 0,4-2-1,1-2 738,2-1 0,-1 0 0,2 3 0,3-2-382,4-1 0,-1-2 1,5 4-1,-2-2-663,0 1 1,7 4-1,-4 2 1,1 4-1450,-4 2 1,2-4-1,-2 6 1,-2 0-1583,-1 3 1,-1 9-1,-2 5 2532,-4 4 0,-22 41 0,-11 4 0</inkml:trace>
  <inkml:trace contextRef="#ctx0" brushRef="#br0" timeOffset="11">26141 2345 7864,'-7'-14'135,"6"0"0,-6-1 1,3 1-1,-1-1 1,2 1-1,1 0 1,0-1 1656,-2 1 1,2 4-1181,-3 1 1,4 7-1,1 4 754,0 10 1,0 9 0,-2 10 0,-1 4-235,-2 8 0,-5 6 0,4 11 1,-2 0-371,-3 3 0,-2 5 1,-1 0-1,-1 2-414,1 2 0,-2 3 0,-2-1 0,-3-6-348,-1-2 0,3-4 0,-5-6 0,0-3 0,2-5 0,1-10 0,8-6 0,3-6-812,6-7 1,2-3 0,4-3-1117,2-4 1,4-2 0,7-9 0,1-3 1927,3-4 0,-16-68 0,0 30 0,-1 0 0</inkml:trace>
  <inkml:trace contextRef="#ctx0" brushRef="#br0" timeOffset="12">27220 3022 8182,'-15'0'459,"1"0"0,0 0 0,-1 0 1,1 0-1,-1 0 0,-1 0 1,-1 1 792,-2 4 1,-7 5 0,4 7-1,-2 4 746,0 1-1715,6-4 0,-3 9 0,9-3 0,2 3 0,5 2 0,7-2 0,6-3-99,6-5 0,10 2 0,0-2 0,3-1 18,2-2 0,-2-2 1,-1 1-1,-4-1 46,-1 0 0,-7-1 1,-6-2-1,-1-1 198,-4 1 1,-1 7-1,-4 1 1,-4-1-90,-9-2 1,-6-2 0,-9 0 0,-4 2-340,-4 3 0,1-7 0,-1 2 0,0-3-3,1-3 1,2 3-1,7-6 1,5-2-933,3-1 1,11-10 0,4-6 916,3-9 0,34-49 0,-12 30 0,0 0 0</inkml:trace>
  <inkml:trace contextRef="#ctx0" brushRef="#br0" timeOffset="13">27220 2446 7874,'-15'0'0,"1"2"731,0 2 0,-1 4 0,1 8 1,-2 5 1508,-3 8 1,-4 1 0,-6 10 0,1 3-1276,-1 4 0,-5 2 0,1-4 1,2 0-1864,6-4 0,4-7 0,7-2 1,-1-5-5374,1-3 6271,-1 0 0,-24-5 0,-13-3 0,-3 3 0,0-1 0</inkml:trace>
  <inkml:trace contextRef="#ctx0" brushRef="#br0" timeOffset="14">25033 4633 7814,'-14'0'0,"-1"0"0,7 2 596,3 2 1,-1 9 0,1 8 0,2 1 0,1 6 0,1 4 0,-2 6-1,-4 3 986,-1 3 1,-1-1-1,-4 0 1,0 0-168,-1 0-1144,9-6 1,-14-3 0,11-10 0,-2-7 0,2-4 0,2-7 281,2-4 1,3-13-1,1-18 1,1-9-157,4-9 1,3-5-1,7-11 1,1-4 13,3-3 0,-2-2 0,7 0 1,2 0-98,1 0 1,7 6-1,1 4 1,2 3-315,3 1 0,1 14 0,1 7 0,-4 11 0,-4 12 0,-4 6 0,-3 8 0,-3 1 0,-5 4 0,-7 3 0,-4 7 0,-2 1 0,-3 3 0,4-3 0,-3 5 0,0-1-1544,-3 4 0,1 3 0,1 2 1,2 0-169,-2 0 1,3 4 1711,-1 1 0,-19 38 0,-10 5 0</inkml:trace>
  <inkml:trace contextRef="#ctx0" brushRef="#br0" timeOffset="15">25810 4561 7811,'-7'-8'915,"-2"3"0,-4-1 0,-1 1 550,-1 2 1,1 3-1,-1 6-299,1 9 1,-2 5-1,-1 11 1,-3 2-377,3 6 1,2 4-1,4 5 1,3 5-165,2 3 0,1 0 0,5-4 0,2-5-258,2-7 1,4-4-1,8-5 1,4-2-228,4-7 0,4-6 1,4-6-1,3-6 36,2-2 1,-5-2-1,2-2 1,-2-4-19,1-8 1,-1-7-1,5-8 1,-2 0-160,-3 0 0,-6-4 0,-4-2 0,-1-2 0,-4-3 0,-2 5 0,-6 1 0,-4 4-1180,-3 1 0,-2 2 1,0 3-1,0 5-2202,0 3 1,-2 6 302,-3 1 1,2 5 3078,-6 0 0,-20 34 0,-9 10 0</inkml:trace>
  <inkml:trace contextRef="#ctx0" brushRef="#br0" timeOffset="16">26385 4777 7811,'0'14'1821,"0"1"1,0-1-1017,0 0 1,2 6 0,1 0-1,2 3-92,-2 2 1,-1 4-1,-2 3 1,0 3-448,0 2 1,0-3 0,-2 2 0,-1 0-1203,-2-4 1,-1-8-1,2-5-3390,0-3 4326,-1-8 0,5-79 0,0 23 0,0 0 0</inkml:trace>
  <inkml:trace contextRef="#ctx0" brushRef="#br0" timeOffset="17">26486 4388 7811,'0'-8'2390,"2"13"0,1 11 1,3 5-2756,2 5 0,2-2 0,4 3 1,1 3-1563,-1 0 1,0 2 1926,1 2 0,-1 41 0,-7-29 0,0-1 0</inkml:trace>
  <inkml:trace contextRef="#ctx0" brushRef="#br0" timeOffset="18">26687 4993 7811,'0'14'0,"0"0"0,-1 1 1252,-4-1 1,3-4-1,-2-1 3376,2 3-3881,2-6 0,2-6 0,2-11 0,6-7 92,3-6 0,6-3 0,2-2 0,0 1-167,-1-1 0,6 5 1,-4 1-1,2 3-28,0 2 1,-5 2-1,5 3 1,0 4-429,-1 4 0,-1 5 0,-4 6 0,1 9-216,-2 7 0,-5 5 0,-4 4 0,0 1-172,0 1 1,-5 2 0,2-3 0,-4 2-2819,-1-2 1,0-3-1,0-4 2990,0-1 0,-46 9 0,-23 3 0,21-8 0,0 0 0,0 1 0</inkml:trace>
  <inkml:trace contextRef="#ctx0" brushRef="#br0" timeOffset="19">25508 6503 7776,'-5'-17'613,"0"3"0,0 12 0,5 8 0,2 17 0,1 15 0,2 13 0,-2 13 526,-1 10 1,-2-33-1,0 1 1,0 5-1,0 2 1,0 4 0,0 1-775,0 4 1,0 1 0,-1 3 0,0 2-1,-1 3 1,-1 0 0,-1 1 0,0 0-418,1-2 0,-2-1 1,-1-3-1,0-1 1,1 1-1,2 1 1,-2 0-1,0 0 45,0 1 1,0 0-1,1-5 1,0-1 0,-1-3-1,1-1 1,0-5 0,1-1-71,0-4 0,0-2 0,1 38 0,-2-9 0,2-6 42,2-7 0,5-12 0,1-8 0,2 1-68,3-2 0,-4-2 1,-1-6-1,-1-2 221,0-3 0,1-3 1,-1-9 102,5-2 1,-3-4 0,3-6 22,1 0 1,2-1 0,3-4 0,2-5 130,1-2 0,2-9 0,-4-3 0,4-5 190,1-5 1,-2-2 0,4-8 0,1 0-232,2-4 1,2 3 0,-2-3 0,-1 3-335,-2 2 0,-5 5 0,3 3 0,-1 3-6424,-3 4 3738,-2 16 0,-8 13 1,-5 23 2685,-6 11 0,-17 17 0,-7 8 0,-4 6 0,0-1 0</inkml:trace>
  <inkml:trace contextRef="#ctx0" brushRef="#br0" timeOffset="20">25580 9180 7776,'-44'12'628,"1"-2"1,2-5 875,2-4 1,9-13 0,6-8 0,-2-7-288,-1-6 1,3-4 0,0-8 0,0-4-773,2-9 1,1 1 0,7-4 0,1 6-2233,3 7 0,4 10 1787,6 5 0,-26 15 0,-6 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19724 8705 7893,'-56'6'0,"3"4"735,5 3 0,12-1 1,7-2-1,8-5-194,5-4 1,3-7 0,2-5 0,3-7-251,2-6 0,1-9 0,7-7 0,2-7 1,6-7-1,4-5 0,6-5 0,5-2 131,7-2 1,-16 30 0,2 0 0,3-1 0,1 0 0,1 0 0,2 0-150,-1-1 0,1 1 0,3 1 0,0 0 0,-1 2 0,1 1 0,1 1 0,1 0-137,0 0 1,2 1 0,5-3-1,0 1 1,-1-1 0,0 0 0,1 2-1,1 1 25,1 0 0,0 1 0,1 2 0,2 0 0,3-1 0,1 0 0,1 2 0,0 0-6,0 2 1,0 2 0,2 2 0,0 3 0,-4 3 0,1 3 0,-1 3 0,0 1-14,-2 4 0,1 3 1,0 1-1,-1 2 1,-1 3-1,0 2 0,0 3 1,-2 2-131,37 17 0,-40-6 0,1 1 1,0 0-1,1-1 0,0 2 1,2-1-112,-1 0 1,-1 1-1,1-1 1,-1 1-1,-2 0 1,-1 0 0,2 1-1,-1 0 15,1-1 1,1 0-1,4-1 1,0-1-1,-1-1 1,0-1-1,-1-2 1,1-2 98,0-2 0,0-1 0,3 0 0,0-3 0,2-2 0,0-1 1,2-1-1,0 0 117,2-2 1,0-2 0,3-3 0,1-2 0,-2-3 0,1-2-1,0-3 1,1-3-93,0-3 1,2-1 0,1-3 0,0-2 0,0-1 0,-1 0 0,-1 0 0,-1-1-122,-1-1 1,0 0-1,0-2 1,1 0-1,3-2 1,1 0 0,-1-2-1,0 0 55,0 0 0,-1 1 0,3 0 1,-1 1-1,-5 4 0,0 1 1,1 3-1,1 0 65,-1 2 0,0 2 0,-1 1 0,1 3 0,1 2 0,0 2 1,-2 1-1,0 0-25,0 2 0,-1 0 1,3 2-1,0 0 1,0 0-1,-1 2 1,1 1-1,0 1-103,-1 1 1,0 1 0,-1 3 0,-1 2-1,-2 0 1,-1 2 0,0 2 0,0 0-21,1 0 1,-1 0 0,3 1 0,0 0 0,-1 0 0,1 0 0,-1-1 0,0 1-43,-1 0 0,0 1 0,0-3 0,1 0 0,0 2 0,1 0 1,1 0-1,1-1 78,-1 1 0,1 0 0,-1-3 0,0 0 0,-1-2 0,0 0 0,2 0 0,0-1 52,1 0 0,2 0 1,3 0-1,2-1 1,0-3-1,-1 0 1,-1 0-1,1 0 60,0 0 0,-1 0 0,0-3 1,1-1-1,4 0 0,1-1 1,0-2-1,0-1-126,0-1 1,0-1 0,5 2 0,0-2 0,-4-1 0,-1-2-1,3 1 1,0-1 19,2-1 1,0 1-1,4-1 1,0 1-1,-1 0 1,0 2-1,-2 1 1,0 2 25,-1 2 0,0 1 0,-4 1 0,1 1 0,1 2 0,-1 1 0,0-2 0,0 1 0,-3-2 0,0 1 0,2-1 0,-1 1 1,-5 2-1,0 0 0,2 0 0,0 0-20,1 0 1,0 0 0,1 0 0,0 0-1,-1 1 1,0 0 0,-3 0 0,-1 2 42,-2 2 0,0 0 0,-2 1 0,0 2 1,-1 2-1,-1 1 0,-1 2 0,0 1 120,-3 1 0,0 2 0,-2 5 0,-1 1 0,-5-1 0,-1 1 0,-1 1 0,0 1 5,-2 2 1,-2 1 0,0 1 0,-2 1 0,-1 0-1,-1 1 1,-1-2 0,-1 1 104,-1 0 0,-1 1 0,0-1 0,0 0 0,28 28 0,1-1-32,-1 1 1,-4-5 0,0-2 0,1 0-224,2 0 1,-3 7 0,-27-27-1,-1 2 1,0-1 0,-1 1-8,0 1 1,-1 1 0,0 3-1,-1 1 1,-1 2 0,1 1-1,-1 2 1,1 0-71,0 1 0,-1 1 0,1 5 1,-1 0-1,1 0 0,1 1 0,1 1 1,0 2-408,2 3 0,1 1 1,3 3-1,2 1 527,1 1 0,1 1 0,4 3 0,1 0 0,1-4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19566 3367 7799,'-10'14'0,"1"-1"395,-2-3 0,3 1 1,0-5-1,0 1 1,1 1-1,-1-2 2199,0 0-773,5-1-1267,-3-5 0,6-1 0,0-4 0,1-5 0,2-4 264,2-5 1,6 3 0,-3-5 0,2 2-358,0-1 1,-1-5 0,6 1-1,-1-2-76,0 2 1,1-1 0,-1 4 0,0 0-148,1 0 0,-1 2 0,1 5 0,-1 1-70,0 3 1,1 4 0,-1 6 2,1 0 0,-1 6 1,-1 6-1,-2 5-53,-1 7 1,-1 3 0,5 4 0,1 1-103,-1 1 1,1 1 0,1-5 0,1-2 61,2-3 0,7-3 1,-2-7-1,3-1 83,2-4 1,4 3-1,1-8 1,-2-2 20,-2-5 1,4-5 0,0-7 0,-3 1-410,0 0 0,-7-2 1,-2-2-1,-3-1-1065,-6 1 1,0 2-1,-8 2 101,-2 0 1,-3 1 0,-5 3 0,-4 5-1110,-4 4 1,-8 2-1,-3 4 2300,-3 5 0,-37 18 0,-16 8 0,22-10 0,1 0 0,-1 0 0</inkml:trace>
  <inkml:trace contextRef="#ctx0" brushRef="#br0" timeOffset="1">19782 3367 7799,'0'-10'1580,"0"1"-631,0-1 0,0 8 1,0 7-1,0 6-126,0 4 1,0 4-1,0 2 1,0 1-119,0 4 1,0 6 0,-2 1 0,-1-1-119,-2-1 0,-4 2 1,2 2-1,-1 1-202,-3-1 0,3-2 0,0-4 0,0-2-559,0-3 1,5 2-2459,-2-7 1,5-1 995,5-9 1,3-7 0,5-9 0,-2-1 1635,-2-3 0,7-46 0,7-14 0</inkml:trace>
  <inkml:trace contextRef="#ctx0" brushRef="#br0" timeOffset="2">20012 3496 6732,'-6'-14'2128,"4"0"3379,-3-1-4501,4 7 0,2 8 0,2 10 0,2 3-219,-2 1 0,-1 2 1,-2 3-1,0 5-192,0 3 1,-2 2-1,-1 1 1,-3 2-244,-2 2 1,-2 1-1,-4-3 1,1 2-375,3-2 0,-2 0 1,2-2-1,-1 0-726,1-2 1,-1-9 0,6 0-1287,2-3 0,3-3 1,5-4 49,4-4 1,4-10 0,3-3 1983,3 0 0,4-24 0,6 0 0</inkml:trace>
  <inkml:trace contextRef="#ctx0" brushRef="#br0" timeOffset="3">20328 3928 7749,'-1'-8'-13,"-2"2"1366,-2-1 1,-2 6-109,3-4 0,0-2-884,-5 3 0,6 0 0,-4 8 0,2 2 712,1 2 1,-6 6 0,4 7-1,-1 2-337,1 2 0,-4 2 0,5 0 0,1-1-417,-3-2 0,6 0 0,-4 3 0,3-1-16,2-2 1,7-8 0,2 0 0,6-7-51,4-2 0,2-2 1,4-5-1,-1-2 48,2-3 1,1 0-1,0-7 1,-3-4 139,-5 0 0,-3-5 0,-3 0 0,-2 0-296,-1 0 1,-7-3-1,2 5 1,-4 2-146,-1 1 0,-6 1 0,-4 1 0,-2 1-174,-3 4 1,-1 2-1,-1 6 1,-2-3-1961,1 0 1,-3-1 0,2 5-1437,1 0 0,2 0 3570,2 0 0,-7-13 0,-1-3 0</inkml:trace>
  <inkml:trace contextRef="#ctx0" brushRef="#br0" timeOffset="4">21048 3424 7750,'-15'0'656,"3"2"0,4 1 0,8 2 0,9-2 1041,9-1 0,4-2 0,7 0 1,1 0 1276,4 0-2517,-4 0 0,10 5 1,-6-1-1,-1 0 1,1-3-1,1-1 0,2 0 19,3 0 0,-5 0 0,-1 0 0,-4 0-604,-1 0 1,-7 0-1,-3 0 1,-3 0-5112,-1 0 3190,-7 7 1,-4-1-1,-10 5 1,-8-1 2048,-9 1 0,-49 8 0,30-8 0,0 1 0</inkml:trace>
  <inkml:trace contextRef="#ctx0" brushRef="#br0" timeOffset="5">21105 3770 8439,'-14'5'1378,"0"-1"1,6 7-677,3-1 0,11-4 1,9-1-1,7-3 287,5-2 0,7 0 1,1 0-1,3 0-416,7 0 0,-7-5 0,5 0 0,-1 2-395,0 1 1,-4 2-1,-1 0 1,-4 0-681,-6 0 1,1 0 0,-9 0 501,-2 0 0,-20 7 0,-6 1 0</inkml:trace>
  <inkml:trace contextRef="#ctx0" brushRef="#br0" timeOffset="6">22688 2863 7750,'-15'-14'353,"1"4"0,1 1 0,2-1 1735,2 2-1499,5 2 1,-8 1-1,2 0 1,-3 2-1,-1 1 267,-1 2 1,1 2-1,0 3 1,-1 3-461,1 0 1,-1 4 0,1-2 0,-2 4-141,-3 6 0,3-4 0,-3 3 0,3-3-37,1-2 0,6 1 0,-1-1 0,1 0-111,1 1 0,0 1 1,4 1-1,-2 3-96,-2-3 0,5 4 0,-4 0 0,3 1-55,-1 4 0,-6 1 0,3 3 0,-2 2 39,0 2 0,1 6 1,-6-2-1,1 5 2,0 5 0,-2-1 0,-2 5 0,-1 1 89,1-2 1,-2 5 0,0-5-1,3 0 88,1-3 0,8-4 1,3-6-1,3-4 111,2-4 1,0-3 0,0-3 0,2-5 100,3-3 1,3-1-1,6-1 1,1 0-114,-1 1 1,2-6-1,2-1 1,2-1 92,3-4 0,1 3 1,4 1-1,1-1-285,0 1 1,-3-3 0,-1-4 0,2 0-410,-1 0 0,-7 0 0,2 0 0,-2 0-912,0 0 0,0 0 0,-4-1 0,-1-4-294,1-5 1,-1-2 0,0-3-1,-1-1 1533,-3-3 0,-23-55 0,1 28 0,0 0 0</inkml:trace>
  <inkml:trace contextRef="#ctx0" brushRef="#br0" timeOffset="7">22702 3093 7704,'-8'2'2345,"3"3"0,4 6-1194,1 7 1,0 10 0,0 11-1,-2 4-316,-3 5 0,2 3 1,-5 7-1,0-1-398,0 1 0,-1-2 0,-6-4 1,3-4-530,2-3 1,-1-8-1,4-5 1,1-7-675,0-5 0,1-4 0,3-4 0,-1 0-4766,-2-3 5532,0-6 0,-14-22 0,-5-13 0</inkml:trace>
  <inkml:trace contextRef="#ctx0" brushRef="#br0" timeOffset="8">23119 3870 7664,'-6'8'1431,"3"-1"0,-5-6-219,1 4-837,3 3 0,-3 2 0,-1 1 0,-1 3 0,-1 6 0,-3 2 0,-3 4 611,-3 1 1,-2 1 0,2 3 0,-3 1-998,-1 1 0,1 1 0,4-7 1,1-3-1615,4-5 0,0-3-623,9-1 0,0-7 2248,9-4 0,35-59 0,-13 19 0,0 0 0</inkml:trace>
  <inkml:trace contextRef="#ctx0" brushRef="#br0" timeOffset="9">23681 3540 7657,'-2'-8'311,"-1"1"1183,-2 1 0,-1 6-749,1 0 1,-3 13-1,-7 10 1,1 5-129,0 0 0,-1 6 0,1 1 0,-1 0-92,1 1 1,6 2 0,3-5 0,4-2-214,1-6 0,6-5 0,5-9 0,7-3-29,6-2 0,3-3 1,2-7-1,0-6 6,-1-3 1,-1-6-1,-3-2 1,-3 0-57,0 1 1,-5-6 0,3 2 0,-4-3-178,-6-2 1,-2 0 0,-7 1 0,0-3-541,0-2 1,0-3-1,-2-2 1,-3 6-970,-4 7 1,-4-1-1,-3 8 1,-2 6 468,-1 5 0,-7 7 1,2 5-1,-1 6-875,1 7 1,-3 3 1858,3 3 0,9-4 0,3-5 0</inkml:trace>
  <inkml:trace contextRef="#ctx0" brushRef="#br0" timeOffset="10">24314 3511 7631,'0'-8'3601,"-2"3"0,-1 10-2764,-2 4 0,-6 11 0,1 3 0,-3 5-245,-1 0 0,1 8 0,2 2 0,3 4-262,2 1 1,1-7-1,6 0 1,6-4-137,7-4 0,4-2 0,9-13 0,5-4 46,3-4 0,4-3 0,4-4 0,0-4-46,0-9 1,0-1-1,-1-8 1,-4-1-99,-4-2 1,-10-2 0,-5 0-1,-5 0-321,-4 1 0,-4-6 1,-6 0-1,-1 1-603,-4-2 0,-10 4 0,-9-2 0,-3 4-68,-2 5 1,1 5 0,-1 9 0,0 5-248,0 4 1,1 1-1,0 1 1,3 4-2146,1 5 3288,6 9 0,-20 19 0,-8 10 0,-2 7 0,1-1 0</inkml:trace>
  <inkml:trace contextRef="#ctx0" brushRef="#br0" timeOffset="11">23940 3971 7631,'-10'7'209,"0"2"1,-2 9 0,-4 1-1,3 0 790,0 2 1,0-4 0,-1 7 0,-2 2 2344,-3 1-3063,3 2 0,-12 0 1,4 0-1,-1-1 1,-1 1-1,4-2 1,1-3 337,4-5 1,5-3-5331,3-1 4711,12-7 0,24-79 0,-4 23 0,1 1 0</inkml:trace>
  <inkml:trace contextRef="#ctx0" brushRef="#br0" timeOffset="12">24558 2993 8513,'7'-15'1202,"1"7"1,8 4-1,3 2 95,5 2 0,3 0 0,3 0 1,4 0 760,4 0-1578,4 0 1,1 5 0,0 1 0,0 1-1,-1-1 1,-2-1 0,-4 0 278,0-1 1,-3 3 0,-4-4-1,-2 3-431,-3 2 0,-3 0 1,-7 4-1,1-3-207,-1 2 0,-6 2 0,-3 3 1,-4 2-103,-1 1 1,0 6 0,0-1-1,0 4-136,0 0 0,0 6 1,-1 1-1,-2 2-166,-2 3 1,-5 1-1,4 4 1,0 2-34,-1 0 1,1 3 0,3-4 0,-2 4-35,2 1 0,-1-3 1,1 2-1,-2-2 104,2-2 0,2-9 0,1 4 0,0-4 158,0-5 0,0-2 1,0-2-1,0-4 170,0-5 0,0-3 0,0-2 0,0 1 704,0-1 1,0-4 0,-2-1-304,-3 2 1,-3-4 0,-6-1 0,-2-1-399,-3 0 0,-4-1 0,-6-4 0,-1 0-677,-3 0 1,1 5 0,-7 0 0,-1-2-1024,-1-1 0,4-2 0,3 0 1615,4 0 0,-13-11 0,-7-4 0,-4-1 0,0 0 0</inkml:trace>
  <inkml:trace contextRef="#ctx0" brushRef="#br0" timeOffset="13">19465 5597 7744,'0'-14'442,"-5"4"0,-1 0 454,-2-1 1,5 3 751,-2-1-1274,3-1 1,2 0-1,2 2 1,3 0 504,4 1 0,-1 2-304,2-5 0,-5 7 0,3-3 0,0-1 138,0-2 1,1-4-1,4-2 1,-2 1-306,-1 0 1,0-1 0,4 1 0,0-1-44,1 1 1,1 0 0,1-1-1,2 1-64,-1-1 1,0 6 0,-1 1-1,2 1-39,-1 4 1,3 3 0,-2 5 0,-2 6 82,-1 7 1,-1 4 0,-1 9 0,1 1-61,-1 1 1,0 2-1,2-4 1,2-1-208,1-3 0,7-3 0,-1 0 1,7-6-79,7-7 0,2 0 0,2-8 0,1-4 0,-1-7 0,5-7 0,0-2 0,-2-4 0,-1-1 0,-9 2 0,-2-3 0,-4-1-314,-1 1 0,-11-2 0,-5 5 0,-5 3-597,-5 1 1,-3 1-1,-7 3 1,-5 2-573,-6 5 1,-8 4-1,2 1 1,-3 1-1537,-1 4 1,-6 3 3018,0 6 0,-11 5 0,-7 2 0,-2 3 0,-1-1 0</inkml:trace>
  <inkml:trace contextRef="#ctx0" brushRef="#br0" timeOffset="14">19868 5482 7744,'-8'-10'1239,"2"2"711,-1 2 0,6 3-1050,-4 8 0,3 4 0,2 9 0,0 2-145,0 3 0,0 6 0,0 6 0,0 2-97,0 3 0,0 0 1,-1 1-1,-3 1-212,0 2 0,-8 3 0,4-6 1,0-2-361,4-6 1,-3-2 0,3-4 0,-1-2-1388,-2-1 0,6-11-873,-4 2 0,10-11 1,4 0 193,4-8 1,1-5-1,1-10 1980,-1-5 0,13-29 0,4-8 0</inkml:trace>
  <inkml:trace contextRef="#ctx0" brushRef="#br0" timeOffset="15">20127 5727 7875,'5'-15'655,"0"1"1,1 4 458,-1 1 1,3 5 0,5 1 129,-4 6 0,2 5 0,-6 8 0,-2 4 40,-1 3 0,3 11 1,0 4-1,-2 2-675,-2-1 1,-1 2-1,0-2 1,-1 4-235,-4 5 1,2-5 0,-5 2-1,0-7-631,0-3 0,5 0 0,-2-4 0,3-2-3214,2-7 0,2-4-2427,3-4 5897,-4-6 0,-1-46 0,-8-18 0</inkml:trace>
  <inkml:trace contextRef="#ctx0" brushRef="#br0" timeOffset="16">20717 6187 9121,'-8'6'1314,"1"2"1,6 7 0,-2 1-533,-2 3 1,0 5-1,5 9 1,-2 6 1361,-2 2-1660,2 3 1,-4-1-1,6 1 1,-2 1 0,-1-2-1,-2-6 1,0-5-368,-1-3 0,4-2 0,-2-3 0,2-5-4816,2-3 162,0-8 4537,6-1 0,-30-59 0,-1-11 0</inkml:trace>
  <inkml:trace contextRef="#ctx0" brushRef="#br0" timeOffset="17">21551 5583 7700,'-14'0'601,"0"0"1,2 0 0,9 0 653,13 0 1,6 0 0,11 0-1,5 0-309,3 0 0,2 0 1,3 0-1,-3 0 3,-2 0 0,3 0 0,-3 0 0,0 0-517,1 0 0,-4 1 0,-7 2 0,-1 2-379,2-2 0,-6-1 0,0-2 1,-4 2-1083,-2 2 1,-4-2 0,-2 4-582,-2 1 0,-3-4 0,-8 7-7,-4 1 1,-6 2-1,-4-1 1,-5 0 1616,-3-3 0,-34 7 0,-7 7 0</inkml:trace>
  <inkml:trace contextRef="#ctx0" brushRef="#br0" timeOffset="18">21580 5856 7700,'-14'0'432,"1"2"1193,3 2 1,6 0-861,8 5 1,6-6 0,7 4 0,4-2 310,2-1 0,5 3 0,6-4 0,0 2-44,1-2 1,-3 3 0,4-1 0,0-2-442,-4-1 0,3 3 0,-2 0 1,-1-1-380,-1 3 1,-3-6-1,1 4 1,-2-3-592,-3-2 0,0 1 1,-8 3-1,-3 0 96,0 0-4379,-7-3 1,-1-1 4661,-10 0 0,-30-7 0,-14-5 0,-7 0 0,1 0 0</inkml:trace>
  <inkml:trace contextRef="#ctx0" brushRef="#br0" timeOffset="19">23321 5180 7892,'0'-10'1930,"0"1"1475,0-3-1954,0 0-842,0 4 0,0 0 0,-2 4 0,-3 0 30,-4 0 0,1 3 0,-3 1 0,-4 1-253,-2 4 0,-4-2 1,2 5-1,-5 0-220,-3 0 1,-2 2 0,0 4 0,2-1 50,3-3 0,-2 3 0,7-5 0,2 1 19,1 1 1,1-5 0,1 3-166,-1-2 1,1 5-8,0-1 1,4 1-1,2 0 1,2-1-105,2 1 0,-2 2 0,1 1 111,2 0 1,1 1-1,2-1 66,0 1 1,0-1 0,-1 0 0,-2 1-30,-2-1 0,0 5 0,5 1 1,-1-1-24,-4 1 0,3 3 0,-4 6 1,1-1 12,0 1 1,-4 5 0,2-1 0,1 1-195,-1 1 0,-2 0 0,4 4 1,0-4-38,-1 0 0,3-5 0,-5 5 1,1-3 111,4-3 1,-3 3 0,1-9 0,2-1 20,1-3 0,2 2 0,0-2 117,0-1 1,0-7-66,0-1 1,2-7-1,2 1 111,6-2 1,3 3-1,1 0-18,1-2 1,-6-2-1,1-1 1,1 0 179,2 0 1,1 0 0,0 0-100,1 0 1,4 0 0,0 0 0,-1 0-67,-2 0 1,3 0 0,0 0 0,0 0-161,2 0 0,-5 0 0,5 0 0,-2 0 0,0 0 0,0 0 0,-4 0 0,-1 0 0,1 0 0,-1 0 0,0 0 0,1 0 0,-2 2 0,-2 1-1059,-2 2 0,-4 0-4041,5-5 1360,-7 0-556,10 0 4296,-12-7 0,-20-20 0,-13-11 0</inkml:trace>
  <inkml:trace contextRef="#ctx0" brushRef="#br0" timeOffset="20">23637 5396 7854,'-14'-8'886,"0"3"0,1 2 0,2-1 232,1 0 1,2 0 0,-3 8-1,1 2-477,-1 2 1,-2 3-1,-1 8 1,0 5 847,-1 4-1206,1 7 1,-5 3 0,-1 8 0,3 6 0,2 2 0,4 7 0,3 1 285,2 2 1,-4-3 0,7-9 0,3-4-296,3-3 1,10-10 0,0-6 0,6-8 3,3-5 1,-2-8-1,4-3 1,0-4 95,-2-1 1,5-1 0,-5-4 0,2-5 11,0-2 0,-1-4 0,1-4 0,-5-4-359,-3-3 0,-2-2 0,1-1 0,-3-2-27,-2-1 0,-4-3 0,-6 4 0,0-3 0,0-2 0,-6-6 0,-4-5 0,-2 2-123,-3 1 1,-5 8 0,-4 2 0,-4 3-648,0 3 1,0 6-1,3 13 1,2 5-212,3 4 0,1 1 1,4 1-1,2 6-559,4 7 0,2 0 1,7 7-1,0 0-2993,0 3 4533,7 3 0,20 34 0,11 8 0</inkml:trace>
  <inkml:trace contextRef="#ctx0" brushRef="#br0" timeOffset="21">24918 5683 7745,'0'-14'209,"-2"6"1,-1 2 0,-2-1 0,0-1 851,-1 0 0,4 0 0,-4 5 29,0-2 0,2 0-431,-5 5 1,-1 2-1,-4 3 1,-1 6-59,1 7 1,0 4 0,-1 8 0,-1 4-288,-3 4 0,5 5 1,-2 4-1,5 2 42,-1 3 0,6-6 1,3 0-1,6-6-178,7-6 1,9-4 0,5-3 0,3-4 54,2-9 1,4-6 0,1-8-1,-1 0 61,3 0 0,-6-6 0,4-4 0,-6-4 11,-4-5 1,2-4 0,-7-6 0,-3 1-111,-5-1 0,0-2 0,-6-1 0,-2-3-340,-1-1 1,-8-3-1,-6-4 1,-5 1-112,-7 4 0,-5-2 0,-3 7 0,-3 2-399,-2 6 0,5 5 0,-3 11 1,1 4-346,1 3 1,1 4 0,8 4 0,5 9-474,3 7 1,3 7 0,3 3-1,6 1-561,2-1 1,2-1 2033,0-2 0,32 12 0,8 4 0</inkml:trace>
  <inkml:trace contextRef="#ctx0" brushRef="#br0" timeOffset="22">25393 6144 8743,'-15'6'3253,"7"-4"1,2 11-2182,6-4 1,1-2-1067,4-3 1,-2 0-1518,7 0 1,-5-2-3593,4 3 5103,-5-10 0,2-48 0,-6-17 0</inkml:trace>
  <inkml:trace contextRef="#ctx0" brushRef="#br0" timeOffset="23">25795 5511 7745,'-14'0'0,"0"0"1410,-1 0 0,1 0 1,-1 1-774,1 4 1,5 3 0,1 6 0,1 1 17,4-1 0,0 2 0,0 3 1,-2 4-157,2-1 0,1 5 0,2-4 0,0 1-126,0 0 0,0-7 0,0 2 0,0-3-172,0-1 0,6-1 0,4-1 0,3-2-85,1-1 0,0-5 0,1 3 0,1 0-24,3 0 1,-1-4 0,4 4 0,0 0 33,1 0 1,-6 2-1,3 3 1,-4-2 17,-2-1 1,-5-1 0,-1 7 0,0 2-193,0 1 1,-4 5 0,-1-3-1,-6-1 57,-7 1 1,-4 5 0,-4-4 0,-3 2-410,-1 0 0,-2-2 0,-6 4 0,-2-2-446,-2 2 0,-4-1 0,4-1 0,1-5-859,-3-3 0,6-6 1,-4-2 1704,4-2 0,-3-57 0,-1-27 0,8 22 0,1 0 0,-1 0 0</inkml:trace>
  <inkml:trace contextRef="#ctx0" brushRef="#br0" timeOffset="24">25709 5539 7726,'0'-9'797,"2"-1"0,2 1 445,6 1 0,4-3 1,6 4-1,4 1-165,3-1 1,8 3-1,3 4 1,5 0-678,5 0 1,-3 0-1,3-2 1,-1-1-894,0-2 1,-8 0 0,-1 4 0,-7-3-5558,-7 0 6050,3-1 0,-62-2 0,-9-1 0</inkml:trace>
  <inkml:trace contextRef="#ctx0" brushRef="#br0" timeOffset="25">27177 5727 7678,'-7'-13'273,"-1"2"0,-1 3 1,-1 0-1,-1 1 1,-2 1 685,-1 3 1,-1 1-1,-1 4 1,-1 2-150,-3 6 1,-3 9 0,3 5 0,1 5-232,-2 4 0,5 9 0,-1 8 0,4-1-221,3 1 0,7-2 1,2-7-1,7-2-130,8-6 1,12-4 0,1-7 0,7-7-7,2-9 1,4-4 0,7-4-1,1-3 17,-2-4 1,-3-10 0,-4-5 0,-4-5-56,0-5 0,-11-3 0,-2-4 1,-9 1-40,-8 2 1,-3-6 0,-6-4-1,-5 2-182,-10 1 0,-12 4 0,-4 2 0,-3 6-376,-7 2 1,3 9 0,-2 4-1,5 7-346,4 6 0,1 10 0,7 6 1,3 7-328,5 6 1,5 5 0,4 3 0,7 3 343,6 2 1,5-5 741,7 1 0,18 23 0,5 5 0</inkml:trace>
  <inkml:trace contextRef="#ctx0" brushRef="#br0" timeOffset="26">27551 6201 7678,'-7'10'2703,"-2"0"1540,-4-1-3323,5-1-1462,1-2 0,12-7 0,2-2 1,-1-4-2439,0-1 2980,6-1 0,-4-63 0,-1 29 0,0-1 0</inkml:trace>
  <inkml:trace contextRef="#ctx0" brushRef="#br0" timeOffset="27">27795 5698 8041,'-14'0'3442,"1"1"1,2 4-2858,1 5 0,7 3 1,-2 1-1,2 2-100,-2 3 0,4-1 0,-6 6 0,2 1-275,1 2 0,-1 1 0,5-3 0,0-1-100,0 2 1,0-6-1,0 0 1,1-4-26,4-2 0,3-4 0,7-2 0,-1 0-24,0 0 1,2-5-1,2 2 1,1-2 80,-1 2 0,-2-4 0,-2 4 0,1-2 94,-1 2 0,-1-2 0,-2 5 0,-3 0-42,-2 0 1,-1 2-1,-5 4 1,0 1-56,0-1 1,-6 0 0,-6 2-1,-4 2-120,-3 1 0,-1 0 0,0-4 0,-2-1-669,0 0 1,-4 1 0,5-1-1,-1 1-822,-4-1 1,4-6-1,0-3 1,1-4-4782,3-1 6253,-4 0 0,-4-31 0,-3-14 0,-5-3 0,0 0 0</inkml:trace>
  <inkml:trace contextRef="#ctx0" brushRef="#br0" timeOffset="28">27694 5784 8928,'15'-14'519,"-1"-1"1,1 6-1,1-1 1,3 1-69,5 1 1,-2 0-1,1 4 1,-1-2-166,0-2 0,-3 3 1,4-3-287,-2 2 0,-28-31 0,-10-3 0</inkml:trace>
  <inkml:trace contextRef="#ctx0" brushRef="#br0" timeOffset="29">27882 5482 7678,'0'-10'476,"0"1"318,0-2 1,1 3 0,4 0 0,4 0-29,4 0 1,6 0-1,2-4 1,2 4 406,2 2 1,2 0 0,2 2 0,0 0-72,0 0 1,-2 3 0,-2 2 0,-2 3-110,-2 0 0,-2 8 1,-5-3-782,1 4 0,-3 3 1,0 2-1,-4 1-124,-2-2 0,-1 4 0,-5-2 1,0 0-103,0 2 0,0 2 0,0 4 0,0-2-293,0-1 1,0 2-1,-2 6 1,-1 1-40,-2-1 0,-6 4 1,1-1-1,-1 0 35,2 0 1,-4 5 0,3-2 0,-3 4 47,-1 1 0,0-4 1,-1 1-1,1 1 164,-1 1 0,1 4 0,1-9 0,2 1-45,2 1 0,1-7 0,-4 0 0,4-7 246,2-6 0,-4-3 0,4-1 302,-2-1 1,3-6-1,-4-3-495,-3-4 0,0-1 1,-3 0-1,1 0-685,-1 0 1,-1-6 0,-1-4-1,-4-2-3059,-1-3 3835,-2-6 0,-21-4 0,-9-4 0,-5-5 0,1-1 0</inkml:trace>
  <inkml:trace contextRef="#ctx0" brushRef="#br0" timeOffset="30">14444 6129 7914,'-13'-14'-47,"4"0"0,-2-1 1,6 1-1,2-1 1,1 1-1,4 1 1,1 2 738,2 1 1,6 2-1,0-3 1,5 3 913,3 2-1248,0-5 1,-4 9-1,-1-3 1,1 5-1,-3 7 1,-2 7 390,-5 8 1,-10 12-1,-5 6 1,-4 6-389,-5 7 0,-4 9 0,-5 6 0,-1 4-229,15-34 1,-1 0 0,-2 5 0,-1 1 0,-1 3 0,1 2 0,-1 0 0,1 1-88,1 0 1,1 0-1,0 1 1,1-1 0,1 1-1,0 0 1,0 1 0,0-1-25,2-1 1,0 0 0,0 2 0,-1-1 0,2-5 0,1-1 0,0 0 0,-1-1-31,1 0 0,0 0 0,0 1 0,0 0 1,3-2-1,0 0 0,-7 37 31,-1-5 0,6-4 0,1-3 0,0-2-53,0-2 0,4-8 0,0-8 0,0-3 68,0-2 1,2-3 0,-3-7 0,4-9 584,1-6 0,1-10-147,4-3 0,-2-10 0,8-6 0,4-9 77,2-8 0,9-9 0,-2-11 1,5-5-332,4-3 0,-1-3 1,7-3-1,-1-4-47,-1 1 1,3 2-1,-7 11 1,-1 4 41,-1 3 0,-4 3 1,-5 5-1,-6 10-2805,-5 11 1,-9 12 0,-2 13 988,-8 10 0,-5 13 0,-3 8 0,-1 8 1600,-3 10 0,2-9 0,-2 4 0,1 7 0,0 0 0</inkml:trace>
  <inkml:trace contextRef="#ctx0" brushRef="#br0" timeOffset="31">14113 8503 7914,'-33'5'634,"-1"0"0,2-3 218,2-6 0,1-5 0,0-10 0,0-5 18,1-4 1,-1-5 0,0-2 0,0 0-214,1-1 1,0-4 0,4 2 0,5-3-2073,3-3 1,8 1 1414,4 0 0,18-2 0,8-4 0,2-5 0,0 1 0</inkml:trace>
  <inkml:trace contextRef="#ctx0" brushRef="#br0" timeOffset="32">17811 5266 7944,'-15'8'73,"1"-2"1,0-6 0,-1 0 0,1 0 0,-1 0 0,1 0 2107,0 0-137,6 0-1324,1 0 1,9 0-1,3 2-143,4 3 1,4 3-1,1 6 1,2 1-40,4-1 0,-4 0 0,4 1 1,1 1 108,3 3 0,3-1 0,2 4 0,0 2-119,0 3 1,4-5-1,2 10 1,4 2-79,5 1 1,1 4 0,8 5 0,1 3-157,2 1 0,-3 4 1,-2-2-1,-1 1-89,-4 3 1,-3 2-1,-4 2 1,-6 0-61,-2-1 1,-3 2 0,1 2 0,-2 0-187,-3-5 1,3 1-1,-3-4 1,4 3-102,0 2 0,-5-3 0,-4 0 1,-2-2 66,3 1 0,-8-3 1,4 2-1,-1 0-2,-4-2 0,0-2 0,4-6 1,-1 1-108,0-1 1,1-8 0,-1-5 0,1-4 1,-1 0 1,0-4 0,1 0 0,-1 1 166,0-1 1,-4-4-1,-2 1 493,-2-3-499,-1-2-64,-5-6 0,0-8 1,0-9-1,0-4-7,0-2 0,0-1 0,0-1 0,2-4-105,3-1 1,-4 3 0,4-4 0,-3 1-728,-2-1 1,4 6 0,1-2-1,-2 3-618,-1 1 1,3 1 279,0-1 1262,-1 7 0,-10 72 0,2-20 0,0 0 0</inkml:trace>
  <inkml:trace contextRef="#ctx0" brushRef="#br0" timeOffset="33">19177 7597 7948,'-28'14'0,"-1"1"0,0-2 504,0-4 0,1 2 0,-1-6 0,0-2 1442,0-1 1,0-2-1,1 0 1,-1 0-1200,0 0 0,0-2 1,1-1-1,-1-3-1416,0-2 0,7 0 0,4-3 669,7 1 0,-10-32 0,-3-15 0,0-6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14272 11683 7909,'-7'-14'0,"-1"4"0,-6 2 1151,-1 2 0,1-4 1,0 5 1504,-1 2-2083,7-5 1,-5 7 0,4-4 0,-4 3-1,-1 2 655,-1 0 1,1 0-1007,0 0 0,-1 2 0,1 3 0,-2 4 0,-2 4 0,-3 1 204,-1 1 1,3 1 0,-5 1 0,0 4-98,1 2 1,-4-4-1,3 5 1,-3 1-106,-2 3 0,7-1 1,3-2-1,3-2-27,1-3 1,7 0-1,4-6 1,2 0-71,2 1 0,5-1 0,1 1 0,2-1-53,3 0 0,-3 1 0,0 1 0,-1 3 80,-4 5 0,-1-2 0,-2 2 0,0 2 56,0 1 1,0 2-1,0 0 1,0-1 44,0 1 0,0-5 0,0 0 1,0 2-256,0 1 0,0-5 0,0-3 0,0-3 0,1-3 0,4-2 0,5-1 0,7-7 0,2 2 0,1-3 0,0-2 0,3-2 0,5-1 0,1-4 0,0-1 0,-2 0 0,-1-3 0,-2 2 0,1-3 0,-4 4 0,-2 0 0,-3 2-1961,-8 1 1,0 5-2601,-3 0 1,3 0 4560,6 0 0,-6 0 0,-1 0 0</inkml:trace>
  <inkml:trace contextRef="#ctx0" brushRef="#br0" timeOffset="1">14473 11842 7830,'-21'-8'849,"5"-4"0,-3 8-456,3 0 0,2 3 0,-1 2 550,1 4 1,1 5 0,2 9 0,1 5-75,-1 3 0,3 8 1,0 4-1,2 2-117,3 2 0,-4 0 0,2 1 0,4-4-257,4-7 0,5-2 1,8-15-1,1-5-231,3-3 1,5-5-1,-1-8 1,3-6-37,2-7 1,-2 1-1,-3-7 1,-4-2-1,-4-1 1,-4-2 0,-2 0 0,-5 1-146,-4-1 0,-1-5 0,0 1 0,-3-1-818,-7-1 1,-1 3 0,-13-5 0,-1 2-467,-2 3 1,3 8-1,1 5 1,2 5-757,4 4 1,7 7 0,5 12-1272,4 11 3228,7 12 0,6 25 0,3 12 0,5 8 0,-1 1 0</inkml:trace>
  <inkml:trace contextRef="#ctx0" brushRef="#br0" timeOffset="2">15048 12388 10633,'-9'7'1370,"-1"2"0,2-1 0,-3 3 0,1 4-603,-1 2 0,-2 4 0,-1-2 0,0 5-728,-1 4 0,-1 0 0,0 1 0,0-2-1039,4-3 1,2 2 0,0-7 999,6-1 0,-11-15 0,-1-5 0</inkml:trace>
  <inkml:trace contextRef="#ctx0" brushRef="#br0" timeOffset="3">16559 11813 7745,'-6'-8'233,"2"1"0,-5 7 265,-2 0 1,-2 0 0,-1 0-83,-1 0 0,1 8 0,-1 5 1,-1 6-1,-1 5 0,-2 7 1,1 5-1,2 8 0,3 4 848,4 4 1,-3-1 0,8 1-1,0-4-904,3-7 1,7 1 0,4-12 0,4-6 42,5-8 0,-1-11 0,6 0 1,2-4-78,1-1 0,0-8 0,-3-6 1,-5-9 13,-3-4 0,-3-1 0,-4-3 0,-4-1-130,-3-1 1,-2-7-1,-2 1 1,-4-1-253,-9 2 1,-1 1 0,-6 5-1,0-1-526,-1 1 1,4 3 0,-3 5-109,1 5 1,3 11-306,9 8 1,6 13 0,11 10 0,8 5-485,4 0 1,4 1-1,4 0 1465,-5 0 0,17 19 0,-1 4 0</inkml:trace>
  <inkml:trace contextRef="#ctx0" brushRef="#br0" timeOffset="4">16933 12403 7748,'-14'0'1064,"4"0"1,1 0 1234,-3 0 2039,6 0-1004,0 0-3145,6 6 1,0-3-1137,0 7 0,0-5-353,0 4 0,1-6 0,2 1-3414,2-8 4714,6-4 0,8-25 0,2-12 0,6-2 0,1 0 0</inkml:trace>
  <inkml:trace contextRef="#ctx0" brushRef="#br0" timeOffset="5">17264 11899 7748,'6'-21'0,"-4"5"3118,3-3-2050,-4 3 1,-2 10 0,-2 6 0,-4 8-588,-1 5 1,0 6 0,-3 1 0,1 1 71,-1 0 0,3 3 0,0-3 1,0 0-336,0-1 0,5 4 0,-2-4 0,4-3-155,1-1 0,0-2 1,0 1-1,0-1 2,0 1 1,1-6 0,4 1 0,5-1 68,2-1 0,3 4 0,-1-8 0,1 0 36,-1-3 0,0-1 1,1 2-1,-1 1 26,1 2 1,-1 0 0,-1-4-58,-4 4 1,-2-2 0,-7 7-230,0 1 1,-7 7 0,-4 1 0,-5-2-516,-3-1 1,-7 3-1,2 1 1,-3-3-627,-2-1 1,1-1 0,-1-3 0,2-2-1391,3-5 1,1-4 2620,4-1 0,10 0 0,-4 0 0</inkml:trace>
  <inkml:trace contextRef="#ctx0" brushRef="#br0" timeOffset="6">17192 11856 7784,'2'-14'554,"2"-1"0,4 1 1,7-1-1,1 3 1266,3 2 0,3-1 0,9 4 0,2 1-806,6 0 0,1 1 0,0 5 0,-4 0-767,0 0 1,-3 5 0,-4 1-1,-2 2-969,-3 3 0,2-3 1,-7 2-1,-2-1 722,-1-1 0,-59 12 0,-14-4 0</inkml:trace>
  <inkml:trace contextRef="#ctx0" brushRef="#br0" timeOffset="7">18343 12216 7712,'-14'0'540,"-1"0"0,1 0 0,-1 1 799,1 4 1,0 5 0,1 7 0,2 4-508,1 1 0,-4 2 1,-7 7-1,-1 2-429,-4 6 1,-8 4 0,-4 3 0,-5 4 15,-5 1 0,-2-3 0,-2 1 0,4-2-792,3-6 0,8-9 0,5-3-926,7-8 1,13-12 0,17-7-1,14-12 1299,12-14 0,0-10 0,6-13 0,2-1 0,5-6 0,-1-1 0,1 1 0</inkml:trace>
  <inkml:trace contextRef="#ctx0" brushRef="#br0" timeOffset="8">18976 11985 8212,'-13'-9'0,"2"1"936,1 1 1,1 3 0,-7 4-133,-3 0 0,3 3 1,-5 5-1,0 9 1631,-3 9-2133,3 0 1,-4 17 0,6-2 0,-1 7 0,1 3 0,2 4 0,4-2 264,7-6 0,6 0 0,6-15 0,8-3-343,9-4 1,4-14-1,3-1 1,2-7 6,2-3 1,4-6-1,-4-4 1,-2-4-54,-2-5 1,-3-4 0,-3-7 0,-3-4-116,0-4 1,-12-4 0,1-1-1,-7 0-164,-3 0 0,-1 0 0,-4-1 0,-6 3-453,-7 3 1,-4 2 0,-7 9 0,0 3-202,0 5 1,0 9-1,2 6 1,2 4-98,1 4 1,6 12 0,1 12-1,5 5 46,8 4 0,2 1 0,4 4 1,2-2 805,6-2 0,12 4 0,7 6 0,2 5 0,0 1 0</inkml:trace>
  <inkml:trace contextRef="#ctx0" brushRef="#br0" timeOffset="9">19436 12475 7714,'-6'-8'730,"-4"3"4326,-2 3-3336,4 2 1,0 0-583,3 0 1,3 2 0,-3 3-742,4 4 1,-1-1-1,-1 2-1552,-2 1 1,-4 2-876,4 1 0,2-6-3869,7-3 5899,-2-10 0,17-25 0,7-12 0,-2-5 0,0 0 0</inkml:trace>
  <inkml:trace contextRef="#ctx0" brushRef="#br0" timeOffset="10">19825 11985 7714,'5'-22'0,"-1"3"490,0 3 0,-1 1 1,0 1 5023,2 0-4485,0 6 1,-5 3 0,0 10 0,0 4-512,0 4 0,-2 6 0,-1 0 0,-4 1-131,-1 0 0,5-2 0,-3 4 0,1-1-189,0-3 0,0-2 0,5-2 0,-1 0-111,-4 1 0,3-1 0,-2 1-130,2-1 0,4 0 1,1 1-1,3-2 18,2-4 0,2 2 0,3-4 0,-2 1 178,-2 3 1,-4-3 0,3 2 51,-1 1 1,-3 2-1,-4 1 1,0 0-151,0 1 0,-6-4 1,-4 2-766,-2 3 0,-8 1 1,1-2-1,0-3-733,-2-2 0,5 1 1,-4-6-1,0-2-1494,1-1 1,0-4 2936,5-3 0,-8-25 0,-3-12 0,-2-5 0,0 0 0</inkml:trace>
  <inkml:trace contextRef="#ctx0" brushRef="#br0" timeOffset="11">19782 11885 7714,'16'-23'422,"3"4"1,-2-3 0,7-1 0,2 1 304,1 3 1,2-2-1,-2 2 1,-1 1-572,-2 2 0,-2 8 0,2 2 0,-5 1-3359,-3 0 3203,-1-6 0,-27-3 0,-5-9 0</inkml:trace>
  <inkml:trace contextRef="#ctx0" brushRef="#br0" timeOffset="12">20199 11511 9910,'14'0'1936,"2"12"0,2 8 1,3 7-544,1 6 0,0 10 1,4 10-1,-4 5-441,-1 4 0,-3 4 0,-9 6 0,-4-2-356,-3-3 1,-10-1 0,-7-6 0,-7 3-961,-5-3 1,-7-7-1,-1-5 1,0-3-228,0-2 0,-4-1 591,6-4 0,-12-21 0,-8-5 0,-1-2 0,0 1 0</inkml:trace>
  <inkml:trace contextRef="#ctx0" brushRef="#br0" timeOffset="13">9092 16546 7789,'-14'7'296,"-1"-4"1,3 7 0,2 2 0,5 6 0,4 8-1,1 6 1,0 8 1341,0 6 1,0 0-1,0 7 1,0 0-880,0-2 1,0 6 0,0-1 0,0 4-211,0-4 0,0 1 0,0-6 0,0 2-189,0 0 1,-2-8-1,-1-2 1,-2-8 84,2-5 1,1-3-176,2-3 1,0-12-1,0-17-229,0-13 1,2-15-1,3-11 1,4-8-114,4-9 1,-2-11-1,-5 32 1,1-2 0,1 0-1,0 0 28,0-1 1,0-1 0,0 1 0,0 0 0,0 0 0,0 0 0,1-2 0,1 0-28,2-3 0,0 0 0,1 6 0,1 0 0,0-3 1,1 2-1,0 3 0,1 3 294,17-29 1,-3 17-1,4 10 1,-4 12 235,-1 14 1,-5 9 0,-1 5 0,-3 6-110,-2 7 1,-9 5 0,-4 7 0,-3-1-176,-2 6 0,-3-1 1,-5 7-1,-7 0-175,-1-1 0,-6-4 0,0 4 0,-2-3-443,0 1 0,1-2 0,-2-7 0,2-2-1451,2-3 1,-2 0 0,3-6 0,3 0-3228,1 1 5121,8-7 0,-43-15 0,-5-9 0</inkml:trace>
  <inkml:trace contextRef="#ctx0" brushRef="#br0" timeOffset="14">10473 15971 7770,'0'-19'0,"-1"0"352,-4 1 1,2 2 0,-5 2 107,1-1 0,-4 7 1,2 3-1,-4 4 1,-3 2-1,-2 6 1,-2 7 635,-3 9 1,-1 10 0,-6 6 0,-2 4-655,-2 5 1,1 4 0,2 9 0,-1 5-127,-1 4 1,13-31 0,0 2 0,0 5 0,1 1 0,-1 0 0,0 0 33,1 1 1,0 2-1,1 1 1,1 1-1,2 1 1,1 0 0,1-2-1,1 0 134,1-2 1,2 0 0,2-5 0,3-2 0,11 33-1,7-6-157,8-7 1,14-9 0,5-7-1,7-6-273,3-6 1,2-5-1,6-4 1,2-2-886,1-2 0,-4-2 0,-6-6 1,1-2-2372,-2-2 1,4 1 3201,-7 4 0,-2-1 0,-8 0 0,-4 1 0,-4 4 0</inkml:trace>
  <inkml:trace contextRef="#ctx0" brushRef="#br0" timeOffset="15">10732 16446 7792,'-14'0'256,"0"0"1,-1 0-1,2 1 1,4 4 790,4 5 1,5 4-1,5 5 1,4 5 1261,4 3-1852,2 9 1,4 0-1,2 8 1,-1 0-1,3 3 1,-1 1 0,4-2 287,1-1 0,-3 0 0,0-1 0,0 1-369,-2-3 1,4-7 0,-7 2 0,0-2-159,2-3 1,-10-4-1,3-2 1,-2-4-924,-4-1 1,-2 0 0,-6-3 0,0 2-1113,0 3 1,0-6-1,0 3-441,0-4 1,-2-8 2257,-2-4 0,-21-29 0,-9-18 0,-6-1 0,1 0 0</inkml:trace>
  <inkml:trace contextRef="#ctx0" brushRef="#br0" timeOffset="16">11265 16403 7792,'-15'0'130,"1"1"1,0 4 0,-1 5 726,1 2 1,-5 4 0,-1 5 0,1 8-82,-2 8 1,-3 4 0,-8 2-1,-1 1-73,1-1 0,-5 6 0,-1 2 0,-2 2-273,1 0 0,0-8 0,5-1 0,2-5-124,2-4 1,7-3 0,4-8-920,3-5 0,11-6-1685,10-8 1,5-2 0,12-14 2297,-1-5 0,11-11 0,-2-10 0</inkml:trace>
  <inkml:trace contextRef="#ctx0" brushRef="#br0" timeOffset="17">11552 16705 7790,'0'-10'0,"-1"2"0,-4 2 0,3-1 823,-2 3 1,4 2 0,4-3 0,6 5 0,3 3 0,3 2 0,1 0 0,4 1-1,2 2 358,2 0 1,-3 0-1,2-4 1,2 2-1216,1 2 0,-3-5 1,-1 3-1,-1-1-315,0 0 1,-4 0 0,1-4-1254,-3 4 0,-8-2 1,-3 7-502,-4 1 1,-12 2 2102,-3 1 0,-33 8 0,-13 3 0,-3 2 0,0 0 0</inkml:trace>
  <inkml:trace contextRef="#ctx0" brushRef="#br0" timeOffset="18">11452 17050 7790,'-7'8'1116,"-2"-3"115,2 3 0,1-5 0,8 5-137,2-2 0,6-1 0,8-6 0,2-3-293,3 0 0,1-6 0,4 5 0,0 0-515,-4-1 1,3 3 0,-5-5 0,2 1-965,0 4 0,-2 0 1,4 0-1,-2-2 678,2 2 0,7 8 0,4 3 0</inkml:trace>
  <inkml:trace contextRef="#ctx0" brushRef="#br0" timeOffset="19">11365 17381 7837,'0'-14'1248,"-6"-1"686,-4 1 0,4 7-979,1 7 1,8 7-1,2 7 1,-2 2-190,-1 3 0,3 4 1,0 6-1,-2-1-179,-2 1 1,-1 0 0,0 0 0,0-1-177,0 1 1,0 5 0,0-2 0,-1-3-349,-4-4 1,3-3 0,-2 4-1136,2-2 1,2-6-2240,0 1 0,0-11 3311,0-8 0,13-39 0,3-15 0</inkml:trace>
  <inkml:trace contextRef="#ctx0" brushRef="#br0" timeOffset="20">12919 16532 7799,'0'-14'508,"0"4"1,0 0 0,0-1 869,0-1 1,0 2 1528,0 0-702,0 7-1857,0-3 0,0 17 1,0 7-1,0 7 1,0 10-1,-1 7 1,-3 6 307,0 5 1,-8 4 0,4 4-1,-1 1-508,-1-1 0,5-2 0,-3-3 0,0-3-707,0-5 1,5-11 0,-2-7-1751,4-5 1,7-9 597,4-1 0,-4-9 0,-1-11 0,-3-4 1711,-2-4 0,-21-27 0,-10-11 0,0-4 0,-1 0 0</inkml:trace>
  <inkml:trace contextRef="#ctx0" brushRef="#br0" timeOffset="21">12862 16129 7811,'0'-19'701,"0"0"0,0 0 1,1 4-1,4 1 124,5-1 0,4 6 0,4 1 0,2 1-21,3 4 0,2 3 0,7 7 0,2 5-241,-2 6 1,3 8-1,-1-1 1,-2 6-41,-2 2 1,-3 7 0,-1-1-1,-4 2-40,-1 2 0,-4 5 0,-7 2 0,-5 1-124,-4 3 0,-2 4 0,-4 4 0,-6 4-213,-7-1 0,-4 4 1,-9-5-1,0 0-255,-3 0 0,-4 3 0,4-6 1,0-4-812,-1-2 0,10-9 0,-4 2 0,3-5-2329,4-4 3249,1-4 0,-38-7 0,-11 1 0</inkml:trace>
  <inkml:trace contextRef="#ctx0" brushRef="#br0" timeOffset="22">13926 17036 7822,'-14'0'569,"-1"0"0,6 0 0,-1 1 0,2 2 0,5 2 480,8-2 1,11 1-1,5-1 1,1 2-311,4-2 1,6-2 0,3-1-1,0 0-256,0 0 0,0 0 1,-3 0-1,3 0-478,2 0 0,-5 0 0,0 0 0,-5-1-1426,-3-4 1,-6 3-623,1-2 0,-13 2 465,-10 2 0,-6 0 0,-16 2 1578,-4 2 0,-13 8 0,-7 4 0,-7 3 0,-1 0 0</inkml:trace>
  <inkml:trace contextRef="#ctx0" brushRef="#br0" timeOffset="23">13941 17280 7822,'-5'10'802,"0"-1"1,2-5 0,8 0 0,6-2 37,6-2 0,4 0 0,6-2 0,1-2-57,2-6 0,3-3 1,-1-1-1,2 1-399,-2 3 0,2-2 1,-4 4-1,-1-2-813,3 1 0,-8 5 0,4 0 1,0 2-994,-1 2 1,-3 0 1421,0 0 0,-13 6 0,2 2 0</inkml:trace>
  <inkml:trace contextRef="#ctx0" brushRef="#br0" timeOffset="24">15782 16820 7805,'-14'-15'198,"-1"1"0,1 1 1,0 4-1,-1 4 0,1 3 1,-1 2 842,1 0 0,-5 7 0,0 4 0,0 6-522,-2 7 0,5 10 1,-3 4-1,3 6 1071,1 3-1256,7-2 1,-3 11-1,6-5 1,4 1 0,4-6-1,10-6 1,7-8 208,9-7 1,11-9 0,2-8-1,4-4-310,0-11 1,4-2 0,-2-15 0,-2-4 14,-1-4 1,-3 0-1,-6-6 1,-5-2-110,-6-1 0,-14-3 0,-1 3 0,-7 1-95,-3 2 1,-13 4 0,-7-3-1,-11 2-371,-7 3 0,-5 8 1,-4 5-1,0 4-553,0 6 0,4 2 0,3 7 0,5 2-181,4 3 0,1 4 0,13 9 0,4 3 7,6 1 1,7 2 0,7 5 1053,7 0 0,26 19 0,11 9 0,-12-15 0,0-1 0,0 1 0</inkml:trace>
  <inkml:trace contextRef="#ctx0" brushRef="#br0" timeOffset="25">16372 17194 8319,'-10'-5'3673,"1"0"1,4-1-3035,-5 1 0,6-1-1288,-6-4 0,7 2-3553,-2 3 4202,3 4 0,41-31 0,9 0 0</inkml:trace>
  <inkml:trace contextRef="#ctx0" brushRef="#br0" timeOffset="26">16689 16805 7806,'0'-22'395,"-5"1"0,-2 8 1,1 2 782,0 2 1,-6 1 0,3-2-147,-4 5 0,-1 4 0,1 2-338,3 4 0,2-2 0,5 9 0,-3 2-378,-2 3 1,4 7 0,0-3 0,2 0-284,2 0 1,0 3 0,2-5-1,2 0-102,6 2 0,-2-7 1,3 2-1,4-4-41,2-1 1,4 1-1,-3 1 1,2-2 84,3-1 1,-4-2-1,3 2 1,1-4 392,-1 0 0,-4 1 0,1 4 39,-3-1 1,-3-1 0,-4 6-165,-4-1 0,-10 0 0,-4 2 0,-6 2-221,-4 1 1,-3 2 0,-7-4-1,0 3-460,0-3 1,1 4 0,-1-2 0,0-1-1056,0-2 1,0-2-1,2-1 1,2-3 1492,1-6 0,2-34 0,1-15 0,-6-3 0,1 0 0</inkml:trace>
  <inkml:trace contextRef="#ctx0" brushRef="#br0" timeOffset="27">16660 16690 7806,'6'-14'416,"-3"-2"1,9 0 0,4-2 691,6 1 1,5 4-1,3-6 1,4 4-224,4 6 1,4-4-1,1 5 1,0 0-689,0 3 1,1 4 0,0-1 0,3-1-198,1-2 0,25 13 0,2 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1381 3842 7788,'-5'-10'0,"-1"2"815,-2 2 1,3-4 1378,-5 5-818,7 0 1,-3 4 608,6-4-1623,-7 3 0,4-4 0,-6 6 0,-3 2 528,0 2 0,-3 0 0,1 4 1,-1 0-389,1 0 1,-2 1-1,-2 6 1,-2-1-104,-3 0 1,-1 1 0,-3-1 0,2 1-110,1-1 1,0 2-1,-5 2 1,0 1-59,0-2 0,1-1 1,0-1-1,4-1-43,5 0 1,3-4-1,2 0-163,-1 1 1,3 2-182,2 1 0,4-4 0,6-1-67,0 2 1,1-3 0,2 2 149,2 1 1,5-3 0,-5 2-1,-2 1 319,-2 2 0,1 1 0,1 2 1,2 2-42,-2 1 1,-1 6-1,-2-1 1,0 5-153,0 5 0,-2 1 1,-1 7-1,-2-1-79,2 4 0,-3 1 0,1-3 0,2-1-59,1-4-1,0 4 1,-1-5 0,-2-1 33,2-2 1,2-4-1,1-2 1,0-3 61,0-1 1,0-6 0,0 1 0,0-3 105,0-2 0,0-4 8,0-1 1,6-1-1,4 2-37,2-5 1,3-4 0,-1-1 0,2 0-89,3 0 0,4 0 0,4-1 0,-1-2 0,-3-2 0,6-5 0,5 5 0,-1 1 0,3-3 0,-6 6 0,4-6 0,-4 2 0,-1 1 0,-5-1 0,0 5 0,0 0 0,-2 0 0,-1 0 0,-7 0 0,1 0 0,-6 0-719,1 0 0,-5 1-2541,4 4 1,-6-2-3728,2 7 6987,-3-7 0,4-3 0,2-8 0</inkml:trace>
  <inkml:trace contextRef="#ctx0" brushRef="#br0" timeOffset="1">1482 4014 7806,'0'-14'530,"0"0"0,0 4 0,1 2 0,2 3 1118,2 7 1,2 11 0,-4 11 0,2 4-707,-2 6 0,-2 7 0,-1 7 0,0 0-167,0 2 0,0-4 0,-1 7 1,-4 1-62,-5 2 0,-2-3 0,-3-2 0,1 0-322,-1 1 0,1-8 1,0 0-1,1-9-719,3-5 0,2-3 1,5-3-1078,-2-5 1,2-9 0,8-5-1142,5-4 0,2-2 0,3-4 2545,-1-5 0,-12-22 0,-4-6 0</inkml:trace>
  <inkml:trace contextRef="#ctx0" brushRef="#br0" timeOffset="2">1510 4273 7519,'5'-9'-139,"0"-1"1,0 1 0,-4-6 0,3 1 1212,0-1 0,1 1 261,-5 0-384,0-1 228,0 1 982,0 6 26,0 1-1323,0 7 0,0 7-422,0 2 1,0 4-1,0 2 1,0-1-17,0 0 1,0 2 0,0 2 0,0 3-60,0 1 0,0 2 1,-1 5-1,-3 0-29,0-1 1,-3 8-1,4 0 1,-3 3-81,-2-1 1,4 0 0,-2 6-1,1-1-116,0 0 0,1-6 1,4-4-1,0-2-71,0-3 1,4 0 0,3-6 0,1-6 6,3-5 1,2-3 0,1 2 92,1-5 1,1-5-1,1-5 1,2-6 54,-1-7 0,3 0 0,-1-6 0,1-1-226,0-2 0,-2-9 0,-3-2 0,2-2 0,1 2 0,0-4 0,-4 4 0,-1-4 0,0-1 0,-1 2 0,-3 1 0,-6 1 0,-2-1 0,-2 5 0,-2 0 0,-2 1 0,-6 1 0,-4-1 0,-5 5 0,-5 1 0,-4-1 0,0 0 0,-1 2 0,0 1 0,0 2 0,0 12 0,1-3 0,-1 4 0,0 3 0,2 3 0,1 10 0,4 5 0,1 2 0,2 3 0,6-1-990,4 1 1,2-1 0,7 0-498,0 1 1,7-3-1,4-2 1,5-5 1486,3-4 0,-13-26 0,-7-7 0</inkml:trace>
  <inkml:trace contextRef="#ctx0" brushRef="#br0" timeOffset="3">3179 4144 7776,'-6'-8'1087,"-2"-3"216,-7 6-743,8-6 1,-1 9-1,3-3 1,-3 5-1,-2 5 1,2 5-1,0 4 542,0 5 0,0 5 0,-3 8 1,1 5-617,-1 4 0,3 1 1,0 11-1,2 3-41,3 5 0,1-2 0,5 3 0,5-4-78,7-6 0,9 1 0,0-10 0,4-8-248,6-7 1,-2-9 0,8-10 0,1-4 123,1-3 1,4-9 0,-9-4 0,0-6 97,-4-7 0,1-4 0,-5 0 0,-7-1-1,-4 0 0,-4-4 0,-1-3 0,-4 0-140,-4-4 1,-3 3-1,-4-2 1,-4 1-201,-9 1 0,-5-9 0,-9 3 0,-1 0 0,-4 3 0,-3 0 0,-6 6 0,2 4-352,2 4 0,-1 7 0,8 9 0,3 6-503,4 2 1,2 5 0,1 5 0,8 8-287,7 5 1,6 1-1,2 4 1,4-2-421,5 2 1,9-6 0,5-1 0,3-3-2674,2-1 4234,0-1 0,25 7 0,7 1 0</inkml:trace>
  <inkml:trace contextRef="#ctx0" brushRef="#br0" timeOffset="4">3942 4590 7776,'-15'-2'868,"1"-3"0,4 4-95,1-4 1,6 2 493,-2-2 1008,3 3-534,9-4 1,-6 8-275,4 2 1,-2 3-44,2 2-1287,-3 4 1,4-10-1456,-6 7-4289,0-7 2831,0 4 1,0-9 2775,0-3 0,0-41 0,0-16 0</inkml:trace>
  <inkml:trace contextRef="#ctx0" brushRef="#br0" timeOffset="5">4230 4129 7776,'0'-14'702,"0"0"233,0-1 0,-2 7 0,-1 2 1089,-2-1 1,0 7-1377,5 0 0,0 7 0,0 9 1,0 3-271,0 5 1,-5 3-1,-1 2 1,0 0-16,-1 0 0,-2-1 1,2 1-1,1 0-157,-1 0 0,3-5 0,4-2 1,0-1-69,0-4 0,1 4 0,4-2-121,5-1 0,2-8 1,3-4-1,-1-1 6,1-1 0,-1 1 1,0-5-1,1 2 84,-1 3 0,0-4 1,1 6-1,-1-3 75,1 1 1,-7 2 0,-2-3-109,0 6 1,-4 3-1,3 1 1,-5 1-332,-5-1 1,2 5-1,-7 0 1,-1-1-471,-2-2 0,-1-2 0,-1 1 0,1-1-643,0 1 0,-6-6 0,1-1 0,0-2 1370,-2-2 0,-29-34 0,-12-15 0,16 13 0,-1 0 0,0 0 0</inkml:trace>
  <inkml:trace contextRef="#ctx0" brushRef="#br0" timeOffset="6">4114 4173 7776,'5'-15'0,"2"1"1115,1-1 1,1 1 0,7 1 0,3 2 371,5 1 0,4 6 1,0-4-1,1 1-676,0 4 1,0 1-1,-1 2 1,1 2-576,0 3 1,-5 1-1,-2 5 1,-1-3-1085,-3-1 0,-4-1 0,-3-3 0,-1 2-4441,1-2 5289,-5-1 0,-44-8 0,-18-2 0</inkml:trace>
  <inkml:trace contextRef="#ctx0" brushRef="#br0" timeOffset="7">5697 4245 7742,'-11'-10'0,"-4"2"64,-1 2 0,0-4 0,4 4 1,0-1 1002,3 1 1,4-4-424,-5 5 0,1 1 1,-6 5-1,3 4 0,1 5 1,3 4-1,0 5 1,1 7 483,1 6 0,-4 0 0,5 6 0,2 2-555,2 2 1,1 2 0,0 3-1,0 1-242,0-2 1,8-3 0,4-4 0,8-6-196,2-2 0,2-11 0,5-5 0,1-9 45,4-4 1,-2-4 0,3-3 0,-3-6-71,-5-7 1,-3-4 0,0-7 0,-7-1 248,-5-4 0,-1 2 0,-6-6 1,-4 0-152,-4 1 1,-5-5 0,-8 4-1,-3-4-276,-5-1 1,-3 5-1,-2 1 1,0 2-732,0 3 1,1 8 0,0 6 0,3 7-489,1 6 0,6 4 0,1 4 0,5 5 107,8 6 0,2 10 0,2 0 0,2 4-17,2 0 1,9-1-1,6-1 1,-1-2 1195,-2 2 0,30 39 0,-18-26 0,-1-1 0</inkml:trace>
  <inkml:trace contextRef="#ctx0" brushRef="#br0" timeOffset="8">6172 4633 10079,'-10'0'4917,"1"0"-4674,5 0-2992,-2 0 2749,6 0 0,19-19 0,5-5 0</inkml:trace>
  <inkml:trace contextRef="#ctx0" brushRef="#br0" timeOffset="9">6488 4057 7742,'-6'-8'2041,"4"-4"0,-4 12 1,6 0-1150,0 8 0,-5 9 0,0 4 0,0 1-398,-1 4 0,0 1 0,-6 4 0,5 1-151,0 1 1,-4 1 0,3-6 0,0 1-27,3 0 0,4-5 0,1-2-173,0-1 1,1-3-1,4-7-124,5-1 1,4-7 0,3 2 0,3-4 29,-3-1 0,4 0 0,-2 0 1,0 0 72,2 0 0,-5 0 0,3 0 0,-3 0 14,-1 0 1,-2 2 0,-2 1 0,-3 3 36,-2 2 0,-1 2 0,-5 4 0,0 2-111,0 3 0,-2-1 1,-3 4-1,-4 1-464,-4-1 1,-6-3-1,-2 5 1,0 0-556,1-1 1,-4 2 0,3-6 0,-2-1 116,-2-2 1,2-3 0,1-4 0,1-4-2794,4-3 3632,-6-9 0,0-23 0,-2-12 0,-5-5 0,0 0 0</inkml:trace>
  <inkml:trace contextRef="#ctx0" brushRef="#br0" timeOffset="10">6416 4115 7742,'0'-8'2731,"2"2"0,3 6-2743,4 0 0,4 0 0,1 0 0,1 0-728,-1 0 1,1 0 739,-1 0 0,0-20 0,1-4 0</inkml:trace>
  <inkml:trace contextRef="#ctx0" brushRef="#br0" timeOffset="11">6647 3827 7742,'0'-9'871,"0"-1"243,0-1 0,6 4 0,5 1-28,7 0 1,-1 4-1,7-3 1,0 4-98,-1 1 1,4 0 0,-3 0-1,3 0-253,2 0 1,-5 0-1,-2 0 1,-1 0-306,-4 0 1,-1 1 0,-1 3-230,-1 0 0,1 6 1,-3-4-131,-2 2 0,1 2 0,-4 4-185,1 1 0,-5-1 1,2 0-1,-2 1-147,2-1 1,-4 5-1,4 2 1,-4 3 137,-1 7 0,0-3 0,0 7 0,0 2-107,0 6 0,-4 2 0,-3 8 0,-1 1 29,-3 2 1,3 2 0,0-1-1,0 1-18,0-1 0,5-5 0,-3-4 1,1-4 230,0 0 0,0-6 1,5-3-1,0-5 304,0-7 0,0-1 0,0-3 0,0-1 306,0-2 1,0-2-127,0 1 0,-1-1 0,-4-1-237,-5-4 0,-3 3 0,-1-8 0,-2 1-513,-3 2 1,-4-6 0,-5 4 0,-1-3-631,0-2 1,0 0 0,1 0 0,-1-2-413,0-3 0,7 4 1,2-6-1,3 2 1295,-2 1 0,-17-15 0,-8-5 0,-7 0 0,1 0 0</inkml:trace>
  <inkml:trace contextRef="#ctx0" brushRef="#br0" timeOffset="12">1568 4057 7642,'-8'-6'1340,"2"4"-664,6-10 1,-2 8 1375,-3-5-755,4 6-777,-6-4 1,6 7-1,-4 0-148,-5 0 1,4 2 0,-1 3 0,3 4-123,-1 4 1,-5 3-1,5 2 1,1 2-8,-3 3 1,4 1 0,-7 5 0,1 1-55,1 4 0,0-2 0,5 6 0,-4 3-55,-1 6 1,5-2-1,-2 3 1,4-5-131,1-5 1,0 4 0,0-6 0,0 1-39,0-3 1,0 1 0,1-3 0,2-2 142,2 1 1,0-11 0,-5 9 0,0-3 25,0-4 0,2 1 1,1-6-1,2 2-27,-2-1 1,5-4 0,0-3 0,1-3-10,1-1 0,0 2 0,4-4 0,0-2-38,1-1 1,4-8 0,2-4 0,0-3 201,-1-1 1,1-5-1,-3-2 1,1-1 70,-2-4 1,4-1-1,-2-2 1,-1 0-166,-2 0 0,-2 1 1,1-3-1,-1-1-82,1-1 1,-3-1 0,-1 5 0,-3 1-202,-1-1 0,2 0 0,-4 0 1,-2 1-118,-1-1 0,3 0 0,0 0 1,-2 0-28,-2 1 1,-1-1 0,-1 0 0,-2 0 31,-2 1 0,-5-1 1,4 2-1,-2 1 93,-3 2 1,-2 6 0,-1-2-1,-1 2 61,1 4 1,-1-4 0,1 10 0,0 0 114,-1 3 0,1 4 0,-1 1 0,-1 0-66,-3 0 0,3 1 0,-3 4 0,5 5 36,4 2 1,-3 3-1,5-1 1,-1 1-27,-1-1 0,2 0 0,-1 1 70,4-1 0,-2 1 0,3-1 0,0 0 97,3 1 1,-4-6 0,0 1 0,2 3 85,1 4 0,1-1 1,-2 3-1,-2-3-60,2-1 0,1 1 0,0 1 0,-1 4-61,-2 2 1,1-1-1,4 4 1,-2-2-108,-3 1 1,4 7 0,-4 3-1,2 0-57,-2 1 1,3 2-1,-4-3 1,1 0-6,0 0 0,0 4 0,4-6 1,-2-1 77,-2-1 1,0-4 0,5-1 0,0-4 12,0-1 1,2-2 0,2-5-1,6-1-44,3-3 0,3-4 0,1-6 1,4 0 47,2 0 1,1-6-1,4-6 1,0-5 85,-5-7 1,5-3 0,-4-2-1,1 0-109,-1 0 1,2 1 0,-7 0-1,-1 3-197,-2 1 0,3 0 1,0-5-1,-3 2-121,-5 3 0,2-2-1,-5 6 1,1-3 41,1-2 1,-7-3 0,4 0 0,-3-1 31,1 0 0,0-1 0,-5-2 0,-2-3 69,-2-2 0,0 3 0,-5-3 0,-2 2 39,-2 3 0,-6 2 1,-1 3-1,1 3 164,-1 5 1,2-1 0,-4 4 0,1 4-5,3-1 0,-3 6 0,2 3 0,2 2-122,1 2 0,1 0 1,1 0-1,-1 0-335,1 0 1,1 6 0,2 2-1,3 2-143,2 0 1,1-6-1,3 4 1,-1 0-859,-2 0 0,2-3 0,8 3 1413,5-1 0,9-22 0,3-9 0</inkml:trace>
  <inkml:trace contextRef="#ctx0" brushRef="#br0" timeOffset="13">6560 3986 7756,'0'9'205,"-1"-1"0,-3 0 1695,0 0-120,-1-5-836,5 4 1,1-7-1,4 0-249,5 0 1,3 0-1,3 0 1,1 0-178,2 0 0,5 0 1,-3 0-1,1 0-252,4 0 0,-4 0 0,2 0 0,2 0-89,1 0 1,-3 0 0,-1 0 0,-3 0-59,-2 0 1,-7 0-1,-1 0 173,1 0 1,-6 0 0,-5 0-74,-8 0 0,-5 0 0,-2 0 0,-1 0-178,-3 0 1,-3 0-1,-7 0 1,0 0 36,1 0 0,0 0 1,3 0-1,1 0-393,-2 0 0,-1 0 0,0 0 1,3 0 242,5 0 1,-2 0 0,2 1-1,1 2 146,2 2 1,7 0 51,-1-5-94,7 6 0,3-4 57,9 3 0,-1-4 0,2-1 329,1 0 0,2 0-155,1 0 0,1 0-220,-1 0 0,-4 0-97,-1 0 0,-4 0-627,5 0-1390,-7 0 278,3 0 0,-7 0 357,-4 0 1,2 0 1435,-7 0 0,-51-19 0,22 7 0,0 0 0</inkml:trace>
  <inkml:trace contextRef="#ctx0" brushRef="#br0" timeOffset="14">6100 4662 7741,'-15'0'192,"1"0"0,4 0 494,1 0 1,4 0-127,-5 0 0,7-2-72,-2-3 0,10 2 0,5-5 0,3 0 1,1 2-1,0-1 390,1 4 0,-1 2 0,1 1-582,-1 0 0,0 6 1,1 4-232,-1 2 0,-4-2 0,-2 0-19,-2 1 1,-1 2 0,-5 1-44,0 0 0,0-4-49,0 0 1,-6-7-1,-4 2 45,-3-4 1,4-1-1,1-1 1,0-3 93,0 0 0,3-6 631,-5 5-192,7-6 0,-3 8 616,6-7-1755,0 7-4592,0-3 546,0 6 4653,6 0 0,-24 32 0,1 8 0</inkml:trace>
  <inkml:trace contextRef="#ctx0" brushRef="#br0" timeOffset="15">18113 2849 7682,'-10'-7'1887,"1"-2"1,4 2-1188,-5 3 1,2 4 0,-3 4 0,1 8-379,-1 5 1,3 6 0,-1 5 0,-4 1 0,-3 2 0,-3 2 0,1 6 0,1 2 214,-3 2 0,3 2 0,-7 3 0,0 5-345,1 3 0,-4 0 0,3-4 1,-1-4-49,1-3 1,3 1-1,7-2 1,1-9-44,3-8 0,-1-1 0,6-7 0,2-2-185,1-1 1,2-6 282,0 0 0,0-6 247,0 6 1,2-7-187,3 2 0,3-4 0,6-1 0,1-1 49,-1-4 0,0-1 0,2-5 0,2 1-91,1-1 1,5-2-1,-3-1 1,0-1-389,-1 1 0,4-1 0,-3-1 0,0 0-1150,0 2 0,3-7 1,-5 10-1,-1 0-1291,-2-2 1,-7 5-1755,1-2 4365,-7 7 0,-26 29 0,-18 19 0,-3 3 0,0 0 0</inkml:trace>
  <inkml:trace contextRef="#ctx0" brushRef="#br0" timeOffset="16">17768 3842 7711,'-37'-5'507,"3"-2"1,5 1 594,5 0 0,4-4 1,5 4-1,1-2-11,0-3 1,-1 3-1,2-2 1,2-1-364,2-2 1,5 3-1,-2 1 1,1-2-495,0-2 0,1-2 1,4 1-1,0 0-243,0-1 0,0-4 1,0 0-1,0 1-1220,0 2 1,0 7 0,0-1 1228,0-1 0,-41 5 0,-21 6 0,-2-4 0,0 1 0</inkml:trace>
  <inkml:trace contextRef="#ctx0" brushRef="#br0" timeOffset="17">1769 5165 7872,'-9'0'1438,"-1"0"1172,-1 0-1177,5 0-917,-1 0 0,7 2-177,0 3 0,2-4 0,1 6 72,2-1 0,6-4 0,-3 4-36,0 1 1,5-6-1,-4 6 1,4-3-100,2 1 0,-1 0 0,2-5 1,1 2-42,3 2 1,-1-2 0,-5 4 0,2-1-29,3 0 0,-3 4 0,5-2 1,-2 1-72,1 3 0,4 0 0,-4 2 0,1-2-82,0 0 1,3 5-1,-3-6 1,-1 3 53,1 1 0,3 1 0,-3-1 0,0 0 62,-1 1 0,0-1 1,-4 1-1,1-3-18,2-2 0,1 3 1,-6-4-1,2 4-65,3 1 1,-1 1 0,4-1 0,1 1-65,-1-1 0,-3 0 1,3 2-1,1 2-27,-1 1 0,-4 5 0,1-5 0,-3 1-20,-2 0 0,6 1 0,-1 5 1,-3-2-6,-5 1 1,2-4-1,-2 0 1,5-2-38,3 0 0,-1 0 0,-7-4 0,-2-1-58,3 0 1,0 1 0,3-1-1,-2 1 140,-4-1 1,4 0 0,-5 1-1,2-1-96,-1 1 1,-4 4-1,3 2 1,-2 1-1,-3 4 0,4-1 1,-2 1-1,-2-2-39,-2 1 0,4-2 1,0 1-1,-2 0-86,-1-2 1,3 4 0,-1-7-1,1-2 114,2-1 1,-6-1 0,6-1 235,-1 0 1,-4-4-64,2 0 0,0-7-40,0 2 1,0-4-1,4-2 43,-2-4 0,4-3 1,-4-5-1,0 2 28,1 1 0,4 1 0,-3-6 1,2 1 78,-1 0 0,-1-1 0,3 1 1,-3-1-291,-1 1 1,2 0 0,-2-1-1,1 1-862,3-1 1,-3 1 0,0 0-714,-2-1 0,4 1 1,-4 1-3144,2 3 3284,-5 4 0,2 8 1532,-10 2 0,-35 62 0,13-23 0,0 0 0</inkml:trace>
  <inkml:trace contextRef="#ctx0" brushRef="#br0" timeOffset="18">3136 6403 7872,'-14'6'0,"-1"4"0,6-2 0,-1 1 0,-1 1 1275,-2-2 1,-1 5-1,-1-4-285,1 4 1,0 0 0,-1-2 0,1-3-118,-1-2 0,6-1 1,-1-5-327,-1 0 1,-2 0 0,-1-1 0,-2-3-410,-3 0 1,3-8 0,-3 4-1,1-1-515,-1-1 1,-2 1 0,-5-6 0,4 1-770,1 0 1,1-1 0,2 1-1,0-1 1146,6 1 0,-22-20 0,2-4 0</inkml:trace>
  <inkml:trace contextRef="#ctx0" brushRef="#br0" timeOffset="19">20631 3165 7778,'-7'-9'90,"-2"1"1,-3 0 0,1 1 0,3-1 522,2 0 0,-1 5 0,4-3 535,-2-1 1291,1 6-1530,4-6 1,-2 7 0,-1 2 0,-4 3-338,-1 4 1,-1 6-1,-7 6 1,-2 6-162,-1 5 1,-2 13-1,4-1 1,-2 6 43,1 4 0,7 2 1,3 2-1,1-1-150,4 1 0,14-9 1,9-7-1,5-12-206,4-9 1,8-11 0,4-5 0,6-5 130,-1-5 0,3-5 0,-1-9 0,0-7 4,2-6 0,-12 0 0,1-6 0,-9-4-2,-6-4 0,-3 0 0,-7-7 1,-1 0 29,-3 2 0,-10-3 0,-12 4 0,-5 1-290,-7-1 0,-5 4 0,-3 9 0,-1 7-303,1 4 1,-5 13 0,0 0 0,-1 5-407,-1 5 1,7 3 0,-1 5-1,2 5-327,3 2 0,4 9 0,3 2 1,5 1-290,8-1 1,5 1 0,3 5 0,3-2-2692,6-3 4044,1 4 0,62-12 0,6 4 0</inkml:trace>
  <inkml:trace contextRef="#ctx0" brushRef="#br0" timeOffset="20">21220 3424 7783,'-14'8'0,"4"-1"5470,1-7-3685,6 0 1,-2 0-2293,10 0 0,-2 0-2951,6 0 3458,-5 0 0,15-19 0,-3-5 0</inkml:trace>
  <inkml:trace contextRef="#ctx0" brushRef="#br0" timeOffset="21">21623 3151 7783,'0'-14'846,"0"-1"0,0 1 1,0-1 972,0 1 0,-6 6-931,-4 3 0,-3 7 1,-3 6-1,-1 8-477,-2 5 1,-2 3 0,3 6 0,-2 4 259,-3 4 1,4 5-1,-3 5 1,1 3 116,3 0 1,4-1-1,4-7 1,5 0-503,4 0 0,4-7 0,7-8 0,9-7-227,6-5 1,6-8 0,2-3-1,6-5 70,2-5 0,1-4 0,-2-9 0,-3-3-57,-2-1 0,-2-7 1,-6-5-1,-3 1 157,-4-2 1,-6 3 0,-4-5 0,-7 0-127,-6 0 1,-7-1 0,-11-5 0,-6 0-308,-5 0 1,-13 4-1,2 2 1,-2 4-229,1 6 1,1 6 0,1 11 0,4 6-658,4 2 0,5 4 1,7 2-1,6 6-601,5 3 0,7 1 0,1 2 1690,6 3 0,25-3 0,10 5 0</inkml:trace>
  <inkml:trace contextRef="#ctx0" brushRef="#br0" timeOffset="22">20199 2691 7835,'-2'9'376,"-2"1"1,-4 1 3316,0 2-2035,-5-5 1,13 3-981,0-6 0,1 0 1,9-5-1,1 0-43,2 0 0,6-2 0,2-1 1,3-4-332,6-1 0,2-3 0,10-8 0,4-3 226,4-1 0,7-9 1,7 3-1,0 1-113,0 2 0,3 1 0,-6 5 0,-7 4-356,-9 5 1,-8 6-1,-8 9 1,-2 4-97,-3 4 0,-8 1 0,-8 10 0,0-1 34,0 0 1,-5-3-1,3 4 1,-1-2-31,0-4 1,1-1-1,-3-1 1,4-3 17,1-2 1,1-4 0,7-6-45,4 0 1,-3-1 0,7-4 0,0-5 16,-1-2 1,4-1 0,-3 2 0,1 1 59,-1-1 1,-1-2-1,-6-1 1,2 1 26,-1 3 1,3-1 0,-2 5-1,-1-1-14,-2 1 1,-2 1 0,0 4 0,1-3-10,-1 0 1,2 0 0,2 8-11,1 0 0,0 6 1,-3-4-1,2 1-55,1-1 0,2 4 1,-2-4-1,5 0-22,3 1 1,2 2 0,-2-4 0,-2 0 8,-1 1 1,0 1-1,5 4 1,-2-1-220,-3 1 1,-3-2 0,-7 4 0,1 3-527,-1 0 0,-6 0 1,-1-1-1,-3-1-1859,1 0 1,0 1-1646,-5-1 4303,0-6 0,-32-21 0,-8-11 0</inkml:trace>
  <inkml:trace contextRef="#ctx0" brushRef="#br0" timeOffset="23">21091 1396 7811,'8'-15'27,"-3"1"1,-4 4 471,-1 1 1,-1 1-57,-4-2 1,2-1-1,-7 5 1,-1-1 0,-2 1-1,-1 3 1,-1 1 366,1 2 0,0 0 0,-1 0 0,1 2-404,-1 2 1,-4 4-1,0 7 1,0 1-50,-2 3 0,10 2 0,-2 4 0,5-1-179,5 2 0,1 6 1,4 1-1,4-1-46,9-1 1,5-7 0,11 0-1,1 0 32,1-2 0,1 4 0,-5-7 1,-2-3 467,-3-5 1,1 2 160,-5-4 1,-8-1 0,-8 0-164,-8-1 0,-4 2 0,-8-4 0,-1 0-472,-2 1 1,-7-4-1,4 4 1,-2-1-681,0 0 1,1 1 0,-2-3 0,2 2-724,3-2 0,5-1 1,6-2-1463,-2 0 0,6-2 0,5-2 2707,8-6 0,14-18 0,7-8 0,2-3 0,0 0 0</inkml:trace>
  <inkml:trace contextRef="#ctx0" brushRef="#br0" timeOffset="24">21594 1180 7811,'0'-19'453,"0"-1"671,0 8 0,0 7 0,0 11 0,0 9 156,0 7 0,0 5 0,-1 4 1,-2 1-590,-2 1 0,-6 7 1,3-3-1,-2 1-461,0 1 0,1-1 0,-5 5 1,-1-1-1172,1-4 1,4-3-1,2-6 1,0-2-1218,0-3 0,5-3 2158,-2-7 0,-3-38 0,0-9 0</inkml:trace>
  <inkml:trace contextRef="#ctx0" brushRef="#br0" timeOffset="25">21278 1511 7811,'6'-10'2351,"4"1"0,4 5 1,4 0-1,3 4-1672,1 4 0,2-2 0,6 4 0,2 1-629,2 2 0,4-1 0,-3 0 0,1 0-168,-1 0 1,-3-4 0,-7 0 0,-2 0-298,-2 0 0,-2-2 1,-5 3-92,0-4 1,-1-7 876,-3-4 1,-4 2 0,-7-1 166,-4-2 0,2 4 0,-7 2 0,-1 4-94,-2 1 0,-1 6 0,-1 4 0,1 3-284,0 1 1,-1 0 0,-1 1-1,0-1-86,2 0 0,-2 1 1,9-1-1,1 1-375,0-1 229,1 0 1,11-6 0,4-3-1,3-5 215,1-5 0,2-3 0,2-8 0,1-1-69,-2-2 0,4-5 0,-2 5 0,-3 1-171,-5 2 1,2 3 0,-5 2 0,2 3-120,-1 2 0,-4 2 0,3 9 0,-1 6 49,-4 7 1,-2 0-1,-1 6 1,0 1-571,0 2 1,0 0-1,2-1 1,1-4-176,2-1 1,0 3 0,-5-5-3636,0-1 3832,6-2 0,-4-10 0,3-6 1,-2-8 1708,2-4 0,-4-9 1,6-2-1,-1-1-183,4 0 0,-2 2 0,1-4 1,1 4-238,-2 1 0,5 2 0,-5 5 0,1 1 1287,1 3 0,-1 4-2402,6 6 0,-1 2 0,0 1-2380,1 2 0,-6 4 0,-1-2-594,-1 1 3515,4-5 0,-9-3 0,4-8 0</inkml:trace>
  <inkml:trace contextRef="#ctx0" brushRef="#br0" timeOffset="26">22328 1266 7811,'0'-9'1960,"0"-1"1,0 8-665,0 2 1,-5 8-1,-1 12 1,0 5-798,-1 7 0,-4 0 1,1 6-1,-2 2-921,-3 2 1,1 1 0,-1 0-1,1 0-327,0 1 1,-1-8 0,1-4 0,0-4-2041,-1-4 0,1-13 2789,-1-2 0,-5-37 0,-3-12 0</inkml:trace>
  <inkml:trace contextRef="#ctx0" brushRef="#br0" timeOffset="27">22112 1611 7811,'15'-14'499,"-1"0"0,1 1 341,-1 3 0,5-1 1,0 5-1,0-1 265,2 1 1,2-4 0,5 6-1,1-1-978,0-2 1,0 6 0,0-6 0,-1 3-1826,1-1 1,0 0 1697,0 5 0,-33 0 0,-7 0 0</inkml:trace>
  <inkml:trace contextRef="#ctx0" brushRef="#br0" timeOffset="28">23306 1367 7734,'0'-15'1612,"0"1"1,-1 13 0,-2 5 0,-2 9-1065,2 6 1,1-1 0,2 4 0,-1 1 511,-4-1-1186,3 2 1,-9 3 0,6-1 0,0-4 0,1-1 0,-3-4-1,1-1-1744,-1-1 1,3-6 0,4-2 1869,0-6 0,4-39 0,4-29 0,0-4 0,0 0 0</inkml:trace>
  <inkml:trace contextRef="#ctx0" brushRef="#br0" timeOffset="29">23364 1223 7734,'13'-14'32,"-4"-1"1,4 6 98,-3-1 0,1 8 0,0 2 1,-3 10-92,-1 8 1,-1 4-1,-3 7 1,2 0-310,-2-1 0,4 1 0,-3 0 1,0-2 111,-3-3 0,-1 3 0,0-3 0,0 3 121,0 2 1,0-5-1,0-1 1,0-3 1867,0-2 0,0-2 44,0-2 1,-5-3-1329,1-6 1,0-6 0,9-15 0,5-4 6,3-4 1,1-3-1,0-1 1,2 0 60,3 4 1,-3-1-1,4 4 1,-4 2-99,-2 3 1,5 0 0,0 11 0,-1 2-318,-2 1 0,-3 4 0,-2 4 0,-1 9-247,1 7 1,-3 0 0,0 2 0,-2 2-583,-3 1 1,-1-3 0,-2-1 0,0-1-1065,0 0 1,1-4 0,3 1-1,0-3-1283,0-2 2975,-3 1 0,-1-1 0,0 1 0</inkml:trace>
  <inkml:trace contextRef="#ctx0" brushRef="#br0" timeOffset="30">24472 1626 7734,'-23'8'1129,"7"0"1,7-5 3997,-2 2-4406,4 0 1,2-13 0,10-5 0,5-6 14,3-4 0,1 3 0,2-8 0,2-4-255,1-3 0,6 2 0,-1-6 0,4-2-78,0-6 0,1 1 0,1-5 1,2 1-19,2 4 0,0 6 0,-4 3 0,2 2-110,1 3 0,-5 10 1,-9 7-1,-3 9-137,-2 4 1,-4 4 0,-2 3 0,-2 6-35,-3 6 0,-3 6 1,-3 7-1,-3 4-229,-2 4 1,3-1-1,-5 0 1,1-1-622,1 1 1,-5-3 0,3 3-1,-2-1-185,-3 1 0,2-5 0,2 2 0,2-4-1099,-2-1 0,-2-5 0,-2-3 2030,1-5 0,-39-12 0,-9-12 0</inkml:trace>
  <inkml:trace contextRef="#ctx0" brushRef="#br0" timeOffset="31">24515 1410 7734,'0'-14'0,"0"-1"1025,0 1 0,0 4 0,2 1 0,4-2-550,8-2 1,4 3 0,9 1 0,3-1 1405,1 2 0,4 2 1,0 6-1,2 0-1364,3 0 1,-5 0 0,-1 1 0,-4 2-2258,-1 2 0,0 5 1,-2-4 1739,-3 2 0,-42 8 0,-15 6 0</inkml:trace>
  <inkml:trace contextRef="#ctx0" brushRef="#br0" timeOffset="32">26256 1525 7696,'-15'0'0,"1"0"0,0 0 467,-1 0 1,-1 0-1,-1-1 1,-3-4 0,1-5-1,0-4 1,-2-5 0,1-5 1135,-1-4 1,0-8 0,3-6-1,-1-6-906,2-3 0,7-2 1,5-6-1,4-3-501,1-5 1,11 3 0,6 1-1,7 4-87,7 2 1,7 1-1,1 3 1,4 7 69,5 6 0,-4 6 0,3 10 0,-6 6-191,-2 7 1,-9 6 0,-1 10 0,-10 8-158,-8 9 1,-4 10 0,-11 16-1,-5 5 166,-10 3 0,-13 8 0,-8 3 0,17-31 0,-1 0-106,-1 3 1,-2-1-1,-1-4 1,0 1 0,-1 0-1,0 1 1,0 0-1,-1-1-35,-1 0 0,0 0 0,0 1 0,1 0 0,-2-1 0,0-1 0,3-3 0,0 0 608,-17 22 0,9-15 0,15-9 1,7-8-161,9-5 1,12-8 0,10-3 0,12-7-248,8-8 1,8-1 0,4-14-1,4-4-166,4-3 1,2-3 0,-2 3 0,0-3-156,1-2 1,-9 5 0,3-2 0,-9 4-937,-9 1 1,-2 5-1,-4 3 1,-5 4-3195,-7 4 4394,-1 8 0,-44-8 0,-4 5 0</inkml:trace>
  <inkml:trace contextRef="#ctx0" brushRef="#br0" timeOffset="33">27090 1209 7696,'7'-15'873,"-4"1"1,6 1 373,3 3 0,0 4 0,3 6 0,-1 0-115,1 0 1,-1 0-1,2 0 1,2 0-428,1 0 0,1 0 0,-2 0 1,1 0-535,-1 0 0,-2 0 0,-2 0 0,-1-2-543,-3-2 0,-4 0 1,-6-5-1,-3-1-177,-7 2 1,-3 2 0,-14 6 0,-5 0 180,-3 0 1,-3 6 0,-5 4 0,-1 3 451,1 1 0,0 7 1,2 1-1,2 2 228,6 0 1,4 2-1,5 6 1,6 1-231,7-1 0,6-1 0,12-3 0,7 1-646,8 0 1,7-7 0,3-2 0,3-6-22,2-4 1,0 1 0,3-6 0,-3-2-1195,-2-2 1,-2-2 0,-6-4 0,-3-5 1778,-4-2 0,-4-1 0,-2 2 0,0 3-147,1 1 1,-7 1 77,-3 1 0,-4 2 0,-1-7 2084,0-1 1,0-2 0,2-1-537,3-1 0,-2 1 1,8 0-1,3-2-521,4-4 0,8 4 1,-2-3-1,3 3-372,1 2 1,1 0 0,0 1 0,0 3-45,0 5 0,-7 4 1,-3 2-1,-3 6-427,-2 7 0,-6 2 0,-3 8 0,-5 2-532,-5 1 1,2 3-1,-6 1 1,-3-1-1046,0-3 1,-3-3-1,3 0 1,0-5-715,3-3 0,7-3 0,2-3-167,8-6 1,10-4 2342,1-4 0,0-4 0,-5-7 0</inkml:trace>
  <inkml:trace contextRef="#ctx0" brushRef="#br0" timeOffset="34">27925 1266 7708,'8'-14'794,"-4"-1"0,-4 7 101,-4 4 0,-6 10 0,-8 7 0,-1 6-73,2 3 0,-1 4 1,1 6-1,-1 1-259,5-1 1,0-1-1,7-4 1,0-1-92,-1-2 0,4-7 0,9 1 0,7-7-158,5-6 0,7-4 0,-1-2 0,4-6 167,0-7 1,1-12-1,0-9 1,1-3 275,4-7 0,-4 0 0,2-7 0,-5-3-1030,-3-1 0,-1-3 0,2-5 0,-4-5-1907,-5-1 0,0-4 0,-11 12 0,-2 5-2580,-1 7 4760,-2 2 0,-52 37 0,-12 0 0</inkml:trace>
  <inkml:trace contextRef="#ctx0" brushRef="#br0" timeOffset="35">29162 1223 8048,'-10'5'801,"1"0"0,6 6 0,-2-2 0,3 4-315,2 2 0,0 1 0,-1 1 0,-3 4 0,-2 1 1,-2 2-1,-2 0 0,1-1-541,-1-3 0,2 0 1,-3-6-1619,1 0 0,9-9 1673,1-10 0,27-42 0,16-22 0,-11 16 0,-1 1 0,0 0 0</inkml:trace>
  <inkml:trace contextRef="#ctx0" brushRef="#br0" timeOffset="36">29363 1266 7711,'0'23'-3,"0"2"0,-1-4 1,-2 1 309,-2 4 0,-2-1 1,4 1-1,-3-4 751,-2-1 1,3 0 0,-3-3 0,0-1 3051,0-4-3246,-2 1 1,2-23 0,5-2-1,8-10-387,9-10 0,2 1 0,10-7 0,3 0-347,3 1 1,6 4 0,-3-2 0,0 5-58,1 5 0,-3 0 1,-4 8-1,-2 5-150,-3 3 0,-3 5 0,-8 9 1,-4 9-273,-4 7 1,-5 5 0,-5 2-1,-3 2-579,0 2 0,-5-3 1,5 2-1,0-4-857,4-4 1,2-5 1784,2 5 0,0-13 0,0 2 0</inkml:trace>
  <inkml:trace contextRef="#ctx0" brushRef="#br0" timeOffset="37">30342 1655 7679,'-21'0'0,"5"0"0,-3 0 1477,3 0 1,8-2 0,3-4 0,3-7 2262,2-5-3258,13-7 0,-2 2 1,15-7-1,3-2 1,4-3-1,4-4 1,3-4 256,2-3 1,-4-2 0,-1 5-1,-1-2-371,1-3 0,0 3 0,1-1 0,-4 6-116,-4 6 0,-3 12 1,-3 6-1,-4 6-34,-4 4 1,-8 3-1,-4 8 1,-2 6 43,-2 6 1,0 7 0,0 10 0,-2 4-113,-2 4 0,0 1 0,-4 0 0,0 0-150,0 1 0,4-1 0,-6 0 0,0-2-190,2-2 0,-4 6 0,2-7 0,-3-1-1049,-1-1 1,3-7-1,-2 2 1,-3-6-881,0 1 1,-2-5 0,1-4 2118,-2-6 0,-32-29 0,-14-15 0,-2-3 0,0 0 0</inkml:trace>
  <inkml:trace contextRef="#ctx0" brushRef="#br0" timeOffset="38">30414 1281 7679,'4'-10'1337,"1"0"0,11 7 1,0-2-1,5 4 0,5 1 1,5 0-1,5 0 1,-1 1-988,0 4 1,3-2 0,-4 7 0,-2 0-3415,-2-2 3064,-1 4 0,-45 9 0,-11 9 0</inkml:trace>
  <inkml:trace contextRef="#ctx0" brushRef="#br0" timeOffset="39">22760 3108 7689,'-2'-15'0,"-1"1"437,-2 0 1,0-1 0,5 1 549,0 0 0,0-1-496,0 1 0,2 6 0,3 5 0,4 7 0,3 11 0,-3 7 0,-4 7 1,-2 4 712,2 6 1,-3 7 0,2 2 0,-2 0-844,-2 2 1,-5-4-1,-1 7 1,-1 0-376,1-2 0,-5-2 1,3-7-1,-2-2-910,1-2 1,5-7 0,0-3-1621,2-7 1,2-13 1106,0-8 1,-2-13 0,-2-9 1436,-6 0 0,-22-38 0,-6-2 0</inkml:trace>
  <inkml:trace contextRef="#ctx0" brushRef="#br0" timeOffset="40">22544 3439 7715,'-14'0'6743,"9"0"-6369,10 0 0,3 0 1,12 0-1,1 0 649,3 0 0,3 0 0,2 0 1,1 0-283,4 0 1,-4 0-1,6 0 1,-1 0 121,3 0 0,-1 0 1,1-2-1,1-1-3221,-3-2 1,0-6 2357,-8 1 0,-31-9 0,-8-3 0</inkml:trace>
  <inkml:trace contextRef="#ctx0" brushRef="#br0" timeOffset="41">23609 2921 7909,'-2'8'1476,"-3"-3"0,4-5 1,-3-4-692,8 0 0,-3-3 0,6 4-245,-1-2 1,0-1 0,6 3 0,-3-2 106,2 2 0,-3 1-463,2 2 0,0 0 1,4 0-1,0 0 1,1 0-1,-1 0 44,0 0 0,1 0 0,1 0 1,1 0-118,3 0 1,-1 0 0,-5 0 0,1 2-56,-1 2 0,0-2 1,1 3-30,-1-4 0,1-1-149,-1 0 0,0 0 0,1 0 23,-1 0 1,-4-1-1,-1-2 1,2-4 26,2-1 1,2-1 0,-1-6 0,0 1 85,1-1 0,6 4 0,1 0 1,2-2 47,0 2 1,-2 0 0,4-3 0,-4 1 79,-1 3 0,3-1 0,-5 6 0,-1 2 103,-2 1 1,-2 2-1,1 2 1,-3 3 27,-2 4 0,-2 4 1,-5 2-1,3-1-89,2 0 1,0 1 0,4-3 0,-3 0-51,2-3 1,2-1 0,3 3 0,2-3-91,1-1 1,5-2-1,-3-5 1,3 0-153,6 0 1,-1 0 0,4-2-1,-4-1-127,-5-2 0,3-5 1,-3 4-1,3 0-869,2-1 1,-6 2-1,-4 5-252,-3 0 1,-3 2 0,-4 3-563,-4 4 1918,-10 4 0,-25 9 0,-12 3 0,-5 2 0,0 0 0</inkml:trace>
  <inkml:trace contextRef="#ctx0" brushRef="#br0" timeOffset="42">23968 2230 8120,'-8'-6'4023,"3"-4"-2216,-2 4-1309,-1-7 0,-7 11 0,2-1-255,4 6 0,-4 2 1,5 8-1,-2 3-140,1 0 1,6 2 0,-2-1-1,3 4-133,2 1 0,0-3 0,2 4 0,3-1 39,4 1 0,4-6 0,1 2 0,-1-3 216,-3-1 1,3-1-1,-4-1 1,2-2 462,-1-1 0,-2-2 0,-5 3 281,2-1 1,0-1-663,-5 5 1,-7-1-1,-1-2 1,-1-3-186,-1-1 1,1 2 0,-7-4 0,-2 0-441,-1 1 1,0-4 0,4 3 0,-1-4-1584,-3-1 1,3 0 0,-3 0-1144,3 0 1,3-1 3043,3-4 0,42-54 0,-8 20 0,0 0 0</inkml:trace>
  <inkml:trace contextRef="#ctx0" brushRef="#br0" timeOffset="43">24328 2115 7841,'-5'-10'613,"-1"2"567,-2 2 1,3 6 0,-3 8 0,0 3-509,0 5 0,3 8 0,-4-1 0,-1 1-539,2 0 0,-5 1 0,4 7 0,-4 2-353,-2-2 1,6-7-1,-1-1 1,1 2-1160,1 1 1,-5-5 0,3-2 1378,-2-4 0,-16-15 0,-2-2 0</inkml:trace>
  <inkml:trace contextRef="#ctx0" brushRef="#br0" timeOffset="44">24083 2388 8038,'0'-14'1808,"0"6"0,7-3 0,2 6-1451,4 2 0,3 1 1,2 2-1,3 0-596,1 0 0,2 0 1,3 0-1,-1 0-592,-2 0 1,0 0 0,4 0 0,1 2-48,0 3 1,-7-4 0,-3 4 0,-3-3 614,-1-2 0,-6 0 1466,1 0-509,-7 0 1,-8 0 0,-9 0 634,-2 0 1,0 6 0,2 4 0,-1 1-551,1-2 0,1 4 0,2-3-441,1 3 1,2 1 0,-3-1-157,2-4 0,5-1 148,0-3 1,8-3 0,6 1-155,3-6 1,1 0 0,1-7-218,-1-1 0,0 3 0,1 0-897,-1 1 0,0 3 1,1 5-18,-1 4 1,-4 3-1,-2 6 1,0 1-6,0-1 1,0 1 0,3-1 0,-3 0 136,-2 1 0,1-2 0,-4-2 761,2-2 810,0-6 0,-5-3 1,0-11 404,0-6 0,1 1 0,2-5 1,4 2-410,1 0 1,0-5-1,3 3 1,-2 0-204,3 0 0,0 2 0,3 5 1,-1 1-485,1 3 1,-1 4-1,0 6 1,1 0-1049,-1 0 0,-4 0 0,-1 1-1020,3 4 0,-1 3 1,-2 7 2010,-4-1 0,-3-12 0,-2-4 0</inkml:trace>
  <inkml:trace contextRef="#ctx0" brushRef="#br0" timeOffset="45">25004 2115 7841,'-14'0'1897,"-1"0"1,3 3 0,0 5-1098,3 7 0,4 4 1,-3 0-1,0 7-654,0 6 0,0-2 0,-3 5 1,1 0-429,-1 4 1,0-4-1,0-2 1,3-2-814,1-2 1,1-7-1,3-3 1,-4-4-1079,-1-6 0,4-3 2173,-6-6 0,-6-38 0,-6-10 0</inkml:trace>
  <inkml:trace contextRef="#ctx0" brushRef="#br0" timeOffset="46">24803 2388 7841,'14'-14'0,"-4"0"0,-1-1 612,2 1 1,2 4-1,2 2 1202,-1 2 0,-4 0 0,-1 2-1135,2 0 0,2-1 1,2 5-1111,-1 0 1,-4 1 0,-1 3 0,2 0-229,2 0 1,-3-3-1,-1 1 659,3 3 0,-6 3 0,0 6 0</inkml:trace>
  <inkml:trace contextRef="#ctx0" brushRef="#br0" timeOffset="47">25608 2288 7144,'-14'0'2573,"1"6"0,4 4-2131,4 3 0,3-4 1,2 2-1,0 4 7,0 2 0,-5 4 1,1-3-1,0 2-134,3 3 0,-4-4 1,0 3-1,2-1-1562,1-3 0,-2-2-2422,-1-2 3669,0-6 0,18-59 0,3-21 0</inkml:trace>
  <inkml:trace contextRef="#ctx0" brushRef="#br0" timeOffset="48">25709 2144 7775,'-14'0'0,"-1"0"1189,1 0 0,6 1-766,3 4 1,4 3-1,2 7 1,4-3-635,5-2 1,2 8-1,3-4 1,-1 2 210,0 0 0,14 56 0,-13-29 0,0 0 0</inkml:trace>
  <inkml:trace contextRef="#ctx0" brushRef="#br0" timeOffset="49">25795 2590 7775,'-14'6'102,"1"-3"0,2 5 2989,1-1-2298,7-2 1,2-12-1,7-2 1,2-4-13,3-2 0,2-5 0,1-3 0,1 1-98,-1 3 1,1-2 0,-1 0 0,0 0-82,1 1 1,-1 2 0,1 7 0,-1 3-348,0 1 1,-4-2 0,-1 4 0,1 3-447,-2 6 0,0 4 0,-5 6 0,2 2-479,-2 3 1,4-1 0,-3 4 0,0 1-792,-3-1 1,4-3 0,0 4 0,-2-3-686,-1-2 0,2-2 2146,1-2 0,0 1 0,-5-1 0</inkml:trace>
  <inkml:trace contextRef="#ctx0" brushRef="#br0" timeOffset="50">26673 2288 7777,'0'-10'0,"-2"2"4065,-2 2-3240,2 1 1,-9 11 0,4 4 0,1 3-671,0 1 1,-6 7 0,3 3 0,-4 3-846,-1 2 0,4 0 0,1-2 0,-1-2-496,2-1 0,-5-1 1,5 1 1185,0-5 0,2-41 0,6-12 0</inkml:trace>
  <inkml:trace contextRef="#ctx0" brushRef="#br0" timeOffset="51">26587 2360 7777,'1'-29'0,"2"0"107,2 0 1,5 5 0,-4 2-1,2 0 895,3-1 0,2 6 0,3-3 0,2 4 253,1 2 1,7 4-1,-2 2 1,3 0-571,1 0 0,-4 5 1,-1-1-1,-1 4-369,1 4 1,-7 4 0,0 7 0,-7-1 69,-2 0 1,-3 2-1,-4 4 1,-1 2-289,-4 0 0,-8 6 0,-6-6 0,1 0-409,2-2 0,-3 0 0,0-1 0,1-1-626,2-2 0,2-2 1,1 1-1,2-1-15,2 1 1,4-7-1,-3-2-950,1 0 1761,3-4 1,10 9-1,4-6 1,1 0 220,-2 1 1,3-3 0,-6 7 0,0 1 296,1 2 1,-3 1-1,-4 1 1,0 1 339,0 3 1,0-3 0,0 3 0,-1-3-81,-4-2 0,-3 1 0,-6-1 0,-2 1-313,-3-1 1,-4-1-1,-6-4 1,1-4-493,-1-3 1,0-4-1,0-3 1,1-4-962,-1-4 1,6-3-1,4-2 1,3-2-3939,2-3 5067,6-1 0,17-15 0,7-8 0,4-3 0,0-1 0</inkml:trace>
  <inkml:trace contextRef="#ctx0" brushRef="#br0" timeOffset="52">27680 2575 7747,'-16'10'0,"-1"-2"38,-3-2 0,1 1 0,5-4 1862,-1 2-1033,7 0 1,2-7 0,6-4-104,0-9 0,0 1 0,0-7 1,0 0-347,0-3 0,0-4 0,0-6 0,0-4-167,0-4 0,5-3 0,1-3 1,2-3-122,3 0 1,9 0 0,4 6 0,3 2-69,1 6 1,-4 12 0,0 7-1,0 7-56,-1 6 0,-4 5 1,-9 6-1,-6 10-55,-2 12 0,-4 4 0,-4 9 0,-8 5-91,-9 4 0,-9-2 1,-3 3-1,-3 0-127,-7 0 1,2 1-1,-5 0 1,1-4 163,0-3 0,7-3 1,-2-4 239,5-4 1,13-12 0,15-8-256,12-7 0,14-14 0,7-7 1,5-8-158,5-6 1,3 0-1,4-1 1,-1 0-596,-2 0 1,-6 5 0,2 2 0,-4 0-2304,-1-1 3173,0 6 0,-26-11 0,-6 6 0</inkml:trace>
  <inkml:trace contextRef="#ctx0" brushRef="#br0" timeOffset="53">28284 2417 8210,'0'-14'4062,"0"4"-3273,0 1 1,2 5 0,3-2 0,4 1-295,4 0 0,6-1 1,2 3-1,1-4-79,4-1 0,1 0 0,2-3 0,-2 2-420,-3-2 1,2-2 0,-7-2 0,-3 1-308,-5 0 0,-6 4 1,-10 0-1,-8 1-53,-9 1 1,-5 1 0,-15 9 0,-4 4 77,-4 9 0,4 1 1,-2 8-1,3 1 124,2 3 1,5 0-1,2 1 1,6 0-146,8 0 0,11-1 0,6 0 0,6-3-433,9-1 1,8-11-1,17 0 1,6-5-61,6-5 0,1-2 0,-5-1 0,-2-1 467,-2-4 0,-6 3 0,-9-4 0,-3 1 333,0 1 469,-5-1 1,-3 5 1361,-13 0 1,-5-2-895,-5-3 1,4 2 0,6-6 0,1-1-374,4 2 1,8-5 0,8 4 0,0-4-39,-1-2 0,6 6 0,-2 1 0,3 0-142,2 0 0,-7 5 0,-3-2 1,-4 5-281,-6 5 1,-2 7-1,-7 9 1,0 0-529,0 0 0,0 4 1,-2-2-1,-3 1-713,-4 0 1,2-5 0,3 3 0,2-1-3264,2-3 4400,0-9 0,32-28 0,8-13 0</inkml:trace>
  <inkml:trace contextRef="#ctx0" brushRef="#br0" timeOffset="54">28961 2475 7738,'-15'0'1177,"1"0"-264,-1 0 1,6 0 0,1 1 0,0 4-201,0 5 0,3-2 0,-3 1 0,2 3 119,2 0 1,3 3-530,1-1 1,1-6 0,4-3-1,5-4 196,3-1 1,3-6 0,1-5 0,4-5-85,1-3 1,-2-7 0,2 1 0,-1-6-371,-4-2 1,4-3-1,0 3 1,0-5-339,-1-4 0,0-3 0,-8-1 0,0-2-476,-3 2 0,-6 4 0,2 7-1249,-3 6 0,-9 16 0,-2 5 2018,-4 10 0,-27 51 0,17-18 0,0 0 0</inkml:trace>
  <inkml:trace contextRef="#ctx0" brushRef="#br0" timeOffset="55">29608 2489 7748,'0'-14'2473,"0"4"2311,0 1-3965,0 5 1,-6 4 0,-2 10-621,0 3 1,-4 1 0,6 1 0,0-1-1163,-1 0 1,1-4 0,3 0 962,-2 1 0,19-30 0,10-7 0</inkml:trace>
  <inkml:trace contextRef="#ctx0" brushRef="#br0" timeOffset="56">29680 2518 7770,'-10'5'2979,"1"0"1,5-2-1997,0-8 1,4 2-1,4-7 1,6-1-257,3-2 0,6-1 1,2-1-1,0 1-368,-1 0 0,6-1 1,-2 1-1,2-1 96,-3 1 1,3 6 0,-5 3 0,0 4-241,-1 1 0,0 1 0,-8 4-229,-2 5 0,-4 7 0,-6 4 0,0 0-963,0 0 0,0-1 0,0-2 0,0 3-2175,0 1 1,0-4 3151,0 1 0,7 10 0,1 1 0</inkml:trace>
  <inkml:trace contextRef="#ctx0" brushRef="#br0" timeOffset="57">30342 2662 10698,'0'-10'1094,"1"1"0,4-3 94,5 0 0,2-3 0,4 1 0,4-2-164,4-3 0,3-4 0,2-7 1,1-2-464,3-2 0,-2-4 1,2 3-1,-1-2-342,2-3 1,-5 7-1,1 2 1,-6 7-63,-3 3 0,-2 2 0,-5 6-94,1 4 1,-7 4-146,-3 10 0,-4 4 0,-1 9 0,0 3-111,0 1 0,-5 4 0,-1 6 0,-2 1-378,-3-1 1,-2-1 0,-1-3 0,-2 1-170,-4 0 1,5 0 0,-6 0-1,2-1-1473,-1 1 1,-4-5 2212,5 0 0,-38-19 0,-6 0 0</inkml:trace>
  <inkml:trace contextRef="#ctx0" brushRef="#br0" timeOffset="58">30615 2374 7734,'6'-10'0,"4"2"0,3 0 0,1 0 0,2 5 0,3-2 0,5 4 826,3 1 0,2 0 0,0 0-826,0 0 0,12 6 0,4 2 0</inkml:trace>
  <inkml:trace contextRef="#ctx0" brushRef="#br0" timeOffset="59">3007 3899 7834,'-10'0'1027,"0"0"1,1 2 2726,1 3-1900,1-4-1502,7 6 1,7-9 0,2-1 0,4-4-1,2 1 1,1-2 322,3 0 0,-2 0 0,7-3 0,0 1-389,-1-1 1,4 0-1,-3 0 1,1 3-66,-1 1 1,2-2 0,-5 4 0,0 2 44,-1 1 1,0 4-1,-6 2 1,0 6-88,1 3 0,-1 1 0,0 1 0,-1-1-197,-3 0 1,3-1 0,-4-2 0,4-3-90,1-1 1,1-2-1,-1-5 1,2-2 46,3-3 0,-3-3 0,5-6 0,-2-1 199,0 1 0,1 0 0,-6-1 1,0 1-38,1-1 0,-1 1 0,1 1 0,-1 2-20,0 2 0,1 4 0,-1-3 1,1 1 10,-1 4 1,0 2 0,1 1 0,-1 0 50,0 0 1,1 0-1,1 0 1,1 0 30,3 0 1,-1 0-1,-3 0 1,3 0 35,5 0 0,-2-2 0,2-1 0,2-2 2,1 2 0,-3 1 1,0 1-1,0-3-118,-2 0 1,6-1-1,-5 5 1,3 0-73,-2 0 0,-3 0 0,-7 0 0,1 0-100,-1 0 0,0 0 0,1 0 0,-2 1-262,-4 4 0,4-2-377,-3 7 0,2-7-510,3 2 1,-6 1 177,1-1 1,-5 5 0,3-4-2489,-2 2 1,-1 2 3535,-5 4 0,-32 13 0,-8 4 0</inkml:trace>
  <inkml:trace contextRef="#ctx0" brushRef="#br0" timeOffset="60">3424 2950 7420,'0'-8'962,"0"1"0,0 6 106,0-4 324,0 3-118,0-4-114,0 6 800,0 0-1128,6 0-505,-4 0 1,6 0-32,-3 0-475,-4 0 49,6 0 1,-6 0 158,4 0 493,-3 0-375,4-7-219,-6 6-336,0-6 64,6 7-22,-4 0-151,4 0 97,-6 0 94,0 0 359,7 0-541,-6 0-709,6 0-164,-7 0 0,1 0-832,4 0 880,-3 0 1022,4 0 359,-6-6 1,2 4 900,3-2 1454,-4 2-999,6 2-705,-7 0 0,1 0 761,4 0-793,-3 0-250,4 0-1438,-6 0 101,0 0 1,2-5-976,2 0-317,-2 1 284,4 4 1928,-6 0 0,-25 38 0,-7 10 0</inkml:trace>
  <inkml:trace contextRef="#ctx0" brushRef="#br0" timeOffset="61">23623 3453 8064,'0'-14'1292,"5"-1"0,0 1 3731,-2 0-3457,-2 6 1,-2 3 283,-4 10-1550,-3 3 0,-6 12 1,-1 4-1,1 4 0,-1 2 0,1 4 1,0 4 231,-1 3 0,3 3 1,2-1-1,5 0-441,4 0 1,7-6 0,5-4 0,8-2-106,10-2 1,6-13 0,8-7-1,1-6 140,-1-3 1,0-11 0,0-5 0,-1-5 116,-4-4 0,-3-4 1,-8-3-1,-3-3 255,-5-2 0,-7 5 0,-4-3 1,-2 1-499,-3 1 0,-8-7 0,-6 2 0,-6-4 0,-7-1 0,-3 4 0,-2 3 0,-2-1-129,-2 0 0,-2 10 0,-4 0 1,6 6-688,2 8 0,4 5 1,2 8-1,2 0-154,2 0 0,4 7 0,7 4 0,5 5-468,4 3 1,1 5 0,3-3 0,5-1-2953,6 1 4390,10 5 0,12 35 0,-14-23 0,0 0 0</inkml:trace>
  <inkml:trace contextRef="#ctx0" brushRef="#br0" timeOffset="62">24170 3741 7771,'-10'0'7861,"1"0"-5501,5 0 1,-2 2-1361,6 2 1,-2 0-1887,-2 5 0,2-4-909,-3 5 1,5-7-1481,5 2 0,1-10 3275,4-5 0,35-54 0,-21 25 0,0 0 0</inkml:trace>
  <inkml:trace contextRef="#ctx0" brushRef="#br0" timeOffset="63">24529 3367 7771,'-6'-8'2580,"3"-3"574,-7 6 1,5-5-2093,-4 5 1,4 2 0,-3 8 0,2 5-519,2 2 0,-2 3 0,0 1 0,-1 1-173,1 3 1,-4 4 0,5-4 0,1 3-338,-3 2 1,6-2-1,-4-1 1,3 0-165,2 1 0,2-6 0,3 4 0,4-2-111,4 1 1,1-6 0,1-4 0,-1 1 230,1 2 0,-1-4 0,0-1 0,-1 0 463,-3 0 0,3 2 1,-5 4-121,0 0 0,3 1 0,-6-1 1,-2 1-228,-2-1 1,-7 0 0,-4 1 0,-4-1-476,-5 1 0,-4 1 0,-7 1 0,-2 2-608,-2-1 1,-4-2-1,3-2 1,0-1-579,0-3 0,1-4 0,5-6 1,2-3-2452,3-7 4006,-3-6 0,8-38 0,3-16 0,-7-5 0,1 1 0</inkml:trace>
  <inkml:trace contextRef="#ctx0" brushRef="#br0" timeOffset="64">24529 3324 8500,'10'-8'5510,"0"1"-3914,1 1 1,2 4 0,3-2-1,1 2-943,2 2 1,7 0 0,-2 2 0,3 1-1136,2 1 0,-2 6 0,-1-5 0,-2 0-1879,1 1 0,-4 0 0,-2 6 2361,-3-3 0,-27 14 0,-7 7 0</inkml:trace>
  <inkml:trace contextRef="#ctx0" brushRef="#br0" timeOffset="65">25062 3597 7771,'-16'13'355,"-2"-2"0,-1-1 1570,1 1 0,7-5 0,2 1 385,-3-1-3904,6-4 1594,0-2 0,-7-60 0,-3-18 0</inkml:trace>
  <inkml:trace contextRef="#ctx0" brushRef="#br0" timeOffset="66">3611 2863 7697,'-15'0'271,"6"0"1,1-1 0,0-3 970,0 0 1,3-1-92,-4 5 1,-1 0-554,-4 0 1,-1 6-1,1 4 1,-1 3 94,1 1 0,0 7 1,-1 4-1,1 6-179,-1 2 1,3 7-1,2-1 1,5 1-257,4-2 0,1 2 0,1-6 0,4-4-362,5-4 1,4-6-1,5-7 1,4-3-379,-1-6 1,5-2-1,-3-4 1,2-2-635,-2-6 1,3-8 0,-5-1 0,1 0-406,-4-2 0,-5 5 0,-3-3 1521,-1 3 0,-13-5 0,1-1 0</inkml:trace>
  <inkml:trace contextRef="#ctx0" brushRef="#br0" timeOffset="67">3985 2820 8379,'-6'-8'2319,"2"2"-1658,-5 6 1,6 6-1,-4 5 1,2 5-7,1 3 0,-3 7 0,4-2 1,-3 3-104,-2 2 0,3 0 0,-5 0 0,-1 1-50,-2 3 1,4-4 0,-1 2 0,0-7 254,2-4 0,-3 1-557,6-2 1,2-11-104,8-3 1,3-11-1,6-13 1,2-4 79,4 1 0,-4-4 0,3 7 0,-3 1 238,-2 2 1,1 4 0,-1 0 0,0 4 26,1 2 1,-1 1-1,0 5-319,1 0 0,-6 7 1,-1 4-1,-1 5-83,-4 3 1,-1 5-1,-2-3 1,0 1-1168,0 4 0,0-5 0,0-2 1,0-3-1502,0-2 0,1-4 0,4-2-2567,5-2 5195,2-1 0,3-5 0,-1 0 0</inkml:trace>
  <inkml:trace contextRef="#ctx0" brushRef="#br0" timeOffset="68">4345 3050 7817,'0'-14'2042,"-7"1"0,-2 5-1718,-4 8 0,3 7 1,-1 9-1,-3 3 137,-4 5 1,-1-2-1,5 2 1,1 0 376,3-2 1,-3 4 0,5-7 0,0-1-394,4-2 0,2-7 0,4-1 0,2-1-699,6-4 0,3-8 1,1-4-1,1-6-66,-1-4 0,0-2 1,1-4-1,-1 2 450,0 2 1,-4-3 0,-2 5 0,0 3 179,0 5 1,-5-2 0,4 5-196,-1 0 1,-4 4 0,2 8-141,-2 6 0,0 3 1,1 3-1,2 1-52,-2 2 0,-2 1 0,1-6-145,3 0 1,-4 1-26,4-1 0,-2-6 174,2-3 0,-3-5 0,4-5 41,1-4 1,-4-4 0,6-2 0,3-1 55,0-3 0,3-2 0,-1-4 0,0 2 173,1 3 0,-1 1 1,-1 4-1,-2 2 285,-1 4 0,-1-2 1,6 6-230,-1 2 1,-4 7 0,-2 6 0,-2 3-497,-3 1 1,1 5 0,-1 1-1,2-3-466,-2-1 1,0 3 0,0 0 0,4-1-1323,1-2 1,-4-6 0,6-2-1750,1-2 3780,2 5 0,14-48 0,3-4 0</inkml:trace>
  <inkml:trace contextRef="#ctx0" brushRef="#br0" timeOffset="69">4906 2878 7954,'-7'12'576,"-2"-2"1,-4 3-1,-1-5 1,1 1 460,3 1 1,-3 4 0,4 6 0,-2-1-467,1 2 0,4-1 0,4 6 0,-1-4-90,-2-1 0,2 0 0,6-4 0,3 3-410,2-3 0,2-2 1,4-6-1,2-4-289,4-3 1,-4-2-1,4 0 1,-1 0-238,1 0 0,-1-2 0,-3-3 0,1-4-86,3-4 1,-1-2 0,-5-1 0,1-1 124,-1-2 1,0 4 0,1 6 0,-1-3 414,0 0 1,-4-3-1,-2 1 398,-2 0 0,4-1 193,-5 1 0,-2 6 0,-8 3-73,-4 3 1,-9 9 0,-3 4-1,1 7 14,-1 6 1,-5 3 0,4 1 0,-1 1 52,4 0 1,3 0-1,2 0 1,1-1-364,3 1 0,4-6 0,9-6 0,5-4-386,7-4 0,13-5 1,3-1-1,4-6-87,5-7 1,3-9-1,3-7 1,2-6-1156,-1-6 0,-4 3 1,-5 1-1,-4 4-1145,-4 1 1,-3 2 2551,-3 3 0,-9 3 0,-9 7 0</inkml:trace>
  <inkml:trace contextRef="#ctx0" brushRef="#br0" timeOffset="70">5769 2964 8307,'0'10'2885,"0"-1"-1695,0 2 1,0 2 0,0 2 0,0 1-472,0 3 0,-5-2 0,-1 6 1,-1-3-759,1-2 1,0 3 0,2-2-5032,0-1 366,-1-2 4704,5-21 0,2-31 0,2-15 0,0-11 0,0 0 0</inkml:trace>
  <inkml:trace contextRef="#ctx0" brushRef="#br0" timeOffset="71">5783 2863 7736,'7'-8'660,"-6"2"0,7 6-324,-3 0 0,-2 6 0,5 4 0,0 3-492,0 1 1,-3 0 0,3 1-1,0 1-90,0 3 0,-3-3 1,3 5-1,-2-2 276,-3 0 1,-1 5 0,-2-5-1,0-1 741,0-2 0,0-2 0,0 1 2775,0-1-2962,-6-6 0,4-8 1,-1-10-1,6-2-172,7-3 0,2-4 0,3-2 0,-1 0-97,1 1 1,-1-4 0,0 5 0,1 1 95,-1 2 0,4 6 0,-2 2 0,-4 2-147,1 3 1,-5 3 0,0 5 0,-1 4-468,-4 4 0,0 1 0,0 1 1,2-1-952,-2 1 0,-1-1 0,-2 0 1,1 1-1116,4-1 1,-2-4 2268,7-1 0,-7-6 0,4 4 0</inkml:trace>
  <inkml:trace contextRef="#ctx0" brushRef="#br0" timeOffset="72">6647 2748 10978,'-8'7'1433,"1"-4"0,7 6 0,-1 4-497,-4 5 1,3 4-1,-4 7 1,1 1-700,0 4 0,-6-2 0,1 5 0,-1-2-769,2-3 0,-3-4 0,8-4 0,0-4-4964,3-4 4162,1-2 1,0-8-1,0-7 1,0-10 1333,0-7 0,1-6 0,3 3 0,0-1-61,0-4 0,-3-1 0,1 0 0,1 1-9,2 2 1,0 0 0,-4-4-1,2 0 1315,2 4 1,6-1 0,-3 4 0,2 0-138,0 1 1,-1-4 0,6 6 0,-1 4-75,0 2 1,1 8-1,-1-4-38,0 1 1,-4 7-1,-2 7 1,0 2-252,0 7 1,-5-1 0,2 5 0,-3 0-262,-2-1 1,0 2 0,0-4-1,0 2-398,0-1 0,-2-2 0,-1-2 0,-4 1-1112,-1-1 0,-1 0-1048,-6 1 0,1-2-1473,0-4 2933,6 4 1,3-11 0,10 4 500,4 0 1,-1-4 0,2 3 0,1-2 146,2 2 0,0 3 0,-2 6 0,-2 1 322,3-1 0,-1 0 0,0 2 0,-3 2 455,-2 1 1,-1 2-1,-5-2 1,0 3-228,0 1 1,0 2 0,-1-5-1,-4-3-203,-5-1 0,-3 2 1,-1-2-1,-2-5-451,-3-3 1,-2 1-1,-5-4 1,2-2-991,-1-1 0,-1-8 0,1-4 1060,1-3 0,-7-52 0,13 26 0,0-1 0</inkml:trace>
  <inkml:trace contextRef="#ctx0" brushRef="#br0" timeOffset="73">14228 9065 8057,'-9'14'590,"-1"0"0,7 1 1,-3-2-1,1-2 1,0-2 1150,2 3 1,1-5-796,2 3 0,7-7-116,2 2 1,4-3-461,1-2 1,-4-2-1,0-1 1,2-4 0,4-2-1,5-5 196,1-4 1,-2-8 0,4 1-1,1-7-51,2-7 0,4-4 1,1-5-1,3-4-62,2-4 1,-1-7 0,4-1 0,0-1-18,-17 30 1,-1 1 0,17-30 0,2 2-1,-3 3-417,-1 1 1,-3-4-1,3-1 1,-2 3-20,-3 0 0,-2 3 0,-1-1 0,1 1 0,4-1 0,-4 1 0,4 1 0,-4 1 0,-1 3 0,4-3 0,1-4 0,0 0 0,1 3 0,-5 2 0,4-2 0,-4 0 0,-1-2 0,0 10 0,-1-6 0,1 3 0,0-2 0,-2-3 0,-1-2 0,-4 1 0,-1-1 0,-2 1 0,-5-1 0,1 1 0,-1-1 0,1 7 0,-1 3 0,0 3 0,1 2 0,4 1 0,0 3 0,0 2 0,2 2 0,-3-1 0,6 3 0,1-6 0,2-2 0,2 3 0,-2 1 0,-1 0 0,-2 0 0,-5 5 0,3 0 0,-1 5 0,-3 3 0,-7 7 0,-1-3 0,1 4 0,-5 7 0,-1-1 0,-3 7 0,-2-3 0,0 6-2328,0 0-1257,6 0-2485,-4 0-1294,4 0 4518,-6 0 2846,0 0 0,0-20 0,0-4 0</inkml:trace>
  <inkml:trace contextRef="#ctx0" brushRef="#br0" timeOffset="74">16271 5468 7874,'-9'-23'119,"-1"4"1,7 1-1,-3 1 1,1-2 295,0 1 0,0-3 1,7 0-1,1 1-53,2-1 0,6-3 0,-1 5 0,1 1 223,-2 2 0,4 3 0,-5 2 0,2 3 404,-1 2 0,-4 3 1,3 7-205,-2 6 0,-1 4 0,-5 6 0,0 5-257,0 7 1,2 5-1,1 6 1,3 0-66,2 0 1,-3-1-1,3-2 1,0-2-167,0 2 1,2 0 0,4 0-1,1-3-521,-1-2 1,-4-6 0,-1-7 0,2-1-3729,2-3 1995,-5-2 1,-1-10 0,-7-8 902,0-10 0,0-4 0,0-8 0,-2-2 1054,-3-1 0,-9-27 0,-9-7 0</inkml:trace>
  <inkml:trace contextRef="#ctx0" brushRef="#br0" timeOffset="75">16458 5439 7874,'-1'-15'0,"-4"3"791,-5 2 0,-2-1 0,-4 6 109,-4 2 0,3 3 0,-7 5 1,-2 6 13,-1 6 1,-6 1-1,-3 6 1,1 2-446,0 1 0,1 1 0,6 1 0,0 0-1183,5 0 1,-1-2-1,9-1 1,7-4-1089,5-1 1802,3-2 0,6-30 0,2-7 0</inkml:trace>
  <inkml:trace contextRef="#ctx0" brushRef="#br0" timeOffset="76">25608 3223 7870,'-6'-10'455,"-4"2"1,-2 2 0,-3 3 0,2 3 1448,4 5 1,1 4 0,5 10 0,-2 5 1809,2 4-3157,1 0 1,2 7-1,0 4 1,0 2 0,2 3-1,1 0 1,2 3 371,-2 1 1,-2 6 0,-1-1-1,0 1-923,0-1 0,0 1 0,0-6 0,-1-1-6,-4-3 0,2-2 0,-7-4 0,1-6 0,1-6 0,-4-5 0,8-7 0,-1-1-5930,-1-4 4394,4-2 1,-4-9 0,6-3 1535,0-4 0,-26-48 0,-12-21 0,11 23 0,0 0 0,1-1 0</inkml:trace>
  <inkml:trace contextRef="#ctx0" brushRef="#br0" timeOffset="77">4057 5252 7819,'0'-23'613,"0"4"899,0 3-893,0 8 1,1 2 0,3 7-1,2 4 1,2 5 221,3 3 1,-3 3-1,2 1 1,1 4-230,2 1 0,-4 7 1,1 6-1,1 2-89,2 3 0,1 6 0,-1 4 0,-2 3-113,-1 6 0,-2 0 0,3 8 0,-3 2-219,-2 1 0,4 4 0,-5-1 0,0 1-209,1-4 0,-4-6 0,2 2 0,-2-1-99,-2 1 0,0-6 1,0 3-1,-2-4-87,-2-1 0,-3 1 1,-4 3-1,1 4 107,-1-1 1,-6 5-1,-2-2 1,1 4-275,2 4 1,2-9 0,-2-1 0,-2-8 412,-1-6 1,0-5-1,6-1 1,2-6-114,1-6 0,7-4 0,-4-1 0,3-2-66,-1-3 1,0 1 0,5-5-73,0-3 143,0-1 0,-2-3 447,-2-3 584,2-4-786,-4-6 1,6-2-1,1-2 29,4-6 1,1 2 0,6-2 0,-3-1-124,2-2 0,2-1 1,3 0-1,0-1-404,-1 1 0,2 4 0,-7 1 0,3-3-956,1 0 1,-1 2 0,-2 2-1,-1 0-1846,1 0 1,-3 5 3120,1-2 0,-31 36 0,-4 8 0</inkml:trace>
  <inkml:trace contextRef="#ctx0" brushRef="#br0" timeOffset="78">4071 7798 7819,'-27'5'362,"3"0"0,-3 1 1,5-2-1,-2 0 474,0 0 0,6-3 0,-1-1 0,1-1-428,-1-4 1,8 2-1,-4-7 1,4-1-1211,3-2 802,-4-8 0,4-17 0,1-10 0,-4-6 0,0-1 0</inkml:trace>
  <inkml:trace contextRef="#ctx0" brushRef="#br0" timeOffset="79">26328 3496 7741,'0'-14'915,"0"0"1,0-1-75,0 1 0,1 7 0,3 9-96,0 11 0,3 3 1,-4 9-1,2 4 66,-2 3 1,-1 6 0,-2-2 0,0-1-274,0 0 0,0 5 1,0-2-1,-2 2-204,-3-1 1,4 1-1,-6-5 1,2 0-477,1 0 0,-3-6 1,4-7-1,-2-1-388,2-3 1,1-2 0,4-4-629,3-2 0,3-5 1,6-10-1,0-5-1783,1-2 0,-7-9 2941,-3-3 0,3 9 0,0 3 0</inkml:trace>
  <inkml:trace contextRef="#ctx0" brushRef="#br0" timeOffset="80">26112 3798 9641,'-6'-1'4038,"7"-2"-3010,12-2 0,8-1 0,9 2 0,2 0-136,2 0 0,4-2 0,-3 1 1,0 2-541,0 1 1,5 2 0,-3 0 0,2 0-778,-1 0 0,0 0 1,5 0 424,1 0 0,-24-32 0,-4-12 0,2-4 0,0 0 0</inkml:trace>
  <inkml:trace contextRef="#ctx0" brushRef="#br0" timeOffset="81">5639 5280 7827,'0'-14'339,"-1"0"1,-2-1 0,-2 1 3474,2 0-2033,1 6-1467,2 8 1,2 12 0,1 9 0,3 0 0,2 1 0,2 1 0,-1 2 244,1 2 0,0-4 0,4-2 1,0-2-334,1 0 1,-1 0-1,2-4 1,2-3-61,1-2 0,2-4 0,-2-6 0,5 0 65,3 0 0,0-12 1,-1-8-1,-2-5-63,1-4 1,1 0-1,-1 0 1,-2 1 68,-2-1 0,-7 5 1,-4 2 8,1 1-165,-5 2 1,5 17 0,-6 8 0,-2 9 68,-1 4 1,3 5 0,1-3 0,1-1-192,-1 1 0,5-2 1,-3-4-1,2-1-124,-1 1 0,1-6 0,4-1 0,1 0 47,-1 0 1,0-5 0,1 2 0,-1-3 77,1-2 1,-1 0-1,-1-2 1,-2-1 81,-1-2 0,-1 0 1,6 5-79,-1 0 1,2 0-1,1 0-92,3 0 0,-1 0 1,-3-1-1,1-2-61,3-2 1,5-6 0,-1 3 0,3-2 68,2 0 0,-5 1 1,0-6-1,2 1 7,1 0 0,-3-1 1,-2 2-1,-1 2-701,-3 2 0,-2 4 1,-2-3-897,0 1 0,-4 3 1710,-1 4 0,-69 38 0,23-14 0,0 0 0</inkml:trace>
  <inkml:trace contextRef="#ctx0" brushRef="#br0" timeOffset="82">6647 5842 7785,'-13'-10'173,"2"2"0,3 0 0,0 2 0,1-2 879,1 0 0,-4 3 1,4-3 79,-2 1 0,-2-2-507,-4 4 0,-1 0 0,1 5 1,0 2-56,-1 3 0,1 3 1,-1 6-1,1 2-222,0 3 1,-5 4 0,-1 5 0,3 1-76,1 0 1,6 5 0,2-1 0,2-1-44,3-2 1,1-1-1,5-2 1,5-1-248,7-2 0,9-8 0,0 0 0,3-6-218,1-4 0,1-1 0,0-5 0,0-2-748,0-3 1,-1-3 0,1-6 0,-2 0 96,-3-1 1,3-4-1,-4-2 1,-1 0 885,-3 1 0,-3-25 0,-1-2 0</inkml:trace>
  <inkml:trace contextRef="#ctx0" brushRef="#br0" timeOffset="83">7006 5568 7789,'-6'10'96,"-4"-1"0,2-4 1,-1 5-1,-1 1 733,2 2 1,0 1 0,5 1 0,-2 1-145,2 3 1,1-2 0,2 6 0,0-1-114,0 0 0,0 1 0,0 2 0,0-1-59,0 2 0,-1 0 0,-3-2 0,0-4 40,0 1 1,-2-5 0,0 3 892,-2-3-1414,4-1 1,-2-9-1,8-6 91,2-8 1,3-5 0,6-1-1,-1-2 21,4-3 1,2 3 0,-4-5 0,1 2 104,-1 0 1,5-1 0,1 8 0,-3 0 50,-1 3 1,-2 6-1,1-2 1,-1 3-53,1 2 0,-6 2 1,-1 3-1,0 4-178,0 4 1,-5 8-1,2 1 1,-3 2-3,-2 0 1,0 0 0,0 5-1,-2-2-404,-3-3 0,4-2 0,-4-4-2768,3 1 1,2 0-5733,0-4 8836,0-7 0,7-47 0,1-17 0</inkml:trace>
  <inkml:trace contextRef="#ctx0" brushRef="#br0" timeOffset="84">7409 5856 7789,'-14'0'764,"-1"0"132,1 0 0,4 0 0,1 2-48,-3 2 1,1 0 0,0 5 0,2 2-135,-3 2 0,0 3 1,-3 2-1,2 3-243,4 1 1,-4 2-1,5 5 1,-2-1-325,1 1 1,6-2 0,-2-3-1,3-4-153,2-4 1,2-8-1,3-4 1,4-2-4,4-2 1,3-6 0,2-6-1,2-5-158,3-7 0,-6-3 0,2-2 0,-3 0 52,-1 0 0,-1 5 0,1 2 0,-3 1 88,-2 4 1,1 1-26,-6 1 1,0 10-1,-5 9 1,0 10-81,0 7 1,0 3 0,0 4-1,-2 1-308,-3 0 0,4 0 1,-4-2-1,3-3-433,2-5 1,5-3 0,0-1-427,-2-1 1325,5-6 1,-6-3 0,3-10 0,-4-5 124,-1-2 1,0-3 0,2 1 0,1-2 511,2-3 1,1 1-1,-1-6 1,3-2-33,0-1 1,6 3 0,-1 0 0,5-1-66,-1-2 0,4 3 0,-2 1 0,-1 4 62,-2 6 1,3 0-1,0 9 1,-1 0-150,-2 3 1,-3 7-1,-2 5 1,-3 7-196,-2 6 1,4 2 0,-6-1 0,0-1-430,-3 2 0,1-1 0,1 1 0,2-4-1011,-2-1 0,-1 3 0,-1-5-1138,4-1 0,-3-7 1,4-3 230,0-2 0,-2-2 1,4-9 2062,-2-5 0,8-28 0,2-13 0,0-5 0,0 1 0</inkml:trace>
  <inkml:trace contextRef="#ctx0" brushRef="#br0" timeOffset="85">7999 5770 7789,'-23'1'460,"4"4"1,2-2 0,-1 8 0,-3 4 797,-1 2 0,4 9 0,-1-2 0,5 5-416,4 4 0,-1-2 0,6 2 0,2-2-485,1-3 1,9-5 0,2-4 0,6-5-365,4-4 0,3-4 0,7-6 0,0-1-727,0-4 0,-2-8 1,-2-8-1,-2 1-639,-2-1 1,3-3 0,-5 3 0,-2 0 318,-1 1 0,-1 0 1,-2 6-1,-2 0 1054,-2-1 0,-4 2 0,3 2-210,-2 2 773,-1 5 1,-5 0 971,0 8 1,2-2 0,1 4 383,2 1 1,1-6-788,-1 4 0,1-10-455,4-4 1,1 1-703,-6-2 0,-2 7 1,-8-2-71,-4 4 1,-4 7 0,-1 5 0,-1 5 39,1 3 0,0 5 0,1-3 0,2 0 36,1 0 1,7-1-1,-2-2 1,3 1-106,2-1 0,8-7 1,5-3-1,6-2-5,4-2 1,2-4 0,7-5 0,2-6-8,-2-7 1,3 0-1,0-4 1,-1 0-4221,-4-1 4356,2 6 0,-16-10 0,5 4 0</inkml:trace>
  <inkml:trace contextRef="#ctx0" brushRef="#br0" timeOffset="86">8977 5870 8016,'0'15'630,"0"-1"0,-5 1 1,1-1-1,0 0 89,3 1 0,-4 1 0,-1 1 0,-1 2-385,1-1 0,1 3 1,3-2-1,-1-1-984,-2-2 1,1-2-1407,4 0 1,0-7 2055,0-7 0,0-64 0,0 21 0,0-1 0</inkml:trace>
  <inkml:trace contextRef="#ctx0" brushRef="#br0" timeOffset="87">9006 5813 7723,'14'-8'308,"-6"3"1,-1 8-44,-1 2 1,-4 6 0,4-1 0,-1 3-142,0 1 1,1 0 0,-3 1 0,2 1-80,-2 3 1,-1-3-1,-2 5 1,0-2 172,0 0 1,0 5-1,0-5 1,0-1 309,0-2 1,-2-3-1,-1-2 57,-2-2 0,0-7 0,5-4-242,0-10 1,7-8 0,2-5 0,6 1 1,4-2 1,-3-1 0,5 0 0,-2 1 23,0 2 1,5 8-1,-3 0 1,0 7 36,0 2 1,-1 3 0,-4 5 0,0 4-207,-3 5 1,-8 9 0,1 5 0,-1 3-273,0 2 0,0-5 0,-5 0 0,0 0-1558,0-2 1,0 4 0,0-7-1581,0-2 3210,0-7 0,0-36 0,0-14 0</inkml:trace>
  <inkml:trace contextRef="#ctx0" brushRef="#br0" timeOffset="88">9898 5626 7692,'0'-15'0,"0"1"1396,0 0 1,0 4-337,0 0 1,-2 7 0,-2-2-1,-6 5-252,-3 5 0,-1 5 1,-2 9-1,-2 7-240,-1 6 0,-7 0 0,2 6 1,-1 3-118,1 6 1,3-2 0,7 4 0,1-1 74,3 0 1,6 5-1,10-7 1,8-4-376,9-7 1,10-9 0,7-4 0,5-3-382,3-6 1,0-5-1,-5-8 1,0-2-515,0-3 0,1 2 0,-3-6 0,-2-3-2939,-6 0 3683,-9-3 0,-42-25 0,-15-6 0</inkml:trace>
  <inkml:trace contextRef="#ctx0" brushRef="#br0" timeOffset="89">28054 3540 7771,'-14'-5'447,"-2"-2"0,-2 1 1,-1 0-1,1 2 1,2 3 713,2 1 0,0 0 0,-1 1-564,1 4 0,4 3 0,1 8 0,-2 3-40,-2 5 1,-3 5-1,-2 5 1,-1 4-20,1 4 0,1 2 0,-1 4 0,1 3-93,4 1 0,5-3 0,8-7 0,1-4-262,4-4 0,11-10 1,13-7-1,8-6-144,4-6 1,11-10 0,2-6 0,3-6-95,-1-7 0,-1-5 0,1-5 0,-4-4 26,-4-4 0,-9-2 0,-7-3 0,-7-1 165,-6 2 1,-9 1-1,-5 2 1,-7 1-47,-7 4 0,-9 8 1,-16 7-1,-4 3-237,-3 2 1,-1 8-1,2 7 1,2 6-804,-2 7 0,3 4 0,2 6 0,3 3-314,5 5 1,14-4 0,3 0-1,7 1-610,3 2 0,8 1 1874,6-4 0,26 9 0,13-3 0</inkml:trace>
  <inkml:trace contextRef="#ctx0" brushRef="#br0" timeOffset="90">28773 3986 7771,'-28'6'893,"5"-4"0,4 2 2395,3-2 1,8 0-2168,3 2 1,4 4-1,2 5-993,4-3 0,3 2 0,7-4-798,-1 0 0,-4 0 0,-1-4-1150,2 0 0,2 0 0,0-9-2983,-4-5 4803,4-3 0,2-58 0,-4 27 0,0 1 0</inkml:trace>
  <inkml:trace contextRef="#ctx0" brushRef="#br0" timeOffset="91">29191 3367 7771,'-23'-8'1295,"4"3"1,3 3 0,2 2 53,-1 0 1,7 7-1,4 2 1,0 6-477,0 4 1,2-1 0,-3 6-1,4 3-392,1 5 1,0 0-1,0 4 1,0 0-126,0-4 1,0-2 0,0-1 0,0 1-144,0 4 1,0-6 0,0 3-1,0-6-82,0 1 0,0-4 1,0 1-1,1-2-92,4-4 1,3 2-1,6-3 1,1-3-214,-1 0 0,2-2 0,2 0 0,1-3 62,-2-1 0,-1 2 0,-3-2 0,-2-1 79,-1 0 1,-7 1-1,2-2 84,-3 4 0,-14 4 1,-2 1-1,-4 1-273,-2-1 0,-3 1 0,-5-1 0,-1 0-554,0 1 0,0-1 0,-1 1 0,-4-1-282,-4 0 0,3-6 0,3-3 0,5-3-764,3-2 0,8-4 1822,1-5 0,7-65 0,8 24 0,0 0 0</inkml:trace>
  <inkml:trace contextRef="#ctx0" brushRef="#br0" timeOffset="92">29076 3439 13120,'6'-10'992,"4"1"1,9 5-1,5 0 1,3 2-228,2 2 1,-1 0 0,1 0 0,2 0-567,2 0 0,-7 0 0,1 0 0,-3 0-74,-2 0 1,-4 0 0,1 0-126,-3 0 0,-8-13 0,-2-3 0</inkml:trace>
  <inkml:trace contextRef="#ctx0" brushRef="#br0" timeOffset="93">29809 3842 8966,'-22'6'5522,"1"-4"-4155,7 2-675,6-8 1,1-4-693,7-7 0,32-6 0,8-1 0</inkml:trace>
  <inkml:trace contextRef="#ctx0" brushRef="#br0" timeOffset="94">5798 5597 7860,'-7'-10'1031,"-2"2"157,-4 2 1,5 3 734,3 8-1566,10 3 1,-3 6 0,4 2 0,-1 3 0,-1 4 0,1 1 0,0 0 146,0 1 0,0 2 1,-5 2-1,0 1-217,0 4 1,0 3 0,-2 4-1,-1-1-50,-2-1 0,-8 1 0,1 6 1,-6 2-27,0-2 0,1 1 0,-2-1 1,-4 4-41,1 1 0,-5-5 0,4 2 0,-1-3-86,0-2 1,2 0 0,-4 0 0,4-1-154,1-4 0,-3 4 0,3-5 0,-1 3 47,-4 3 0,-1-3 0,-1 8 0,-1-4-1,0 0 0,-1 0 0,-2 3 0,-2 2 44,2 2 1,2-3 0,1 4-1,0-1-20,0 0 0,1-3 0,0 3 0,3-1-38,1-4 0,5 3 0,-5-1 0,0-1-21,1-2 0,-2-2 0,4 0 1,-1 0-49,-4 0 0,4 0 0,-1 2 1,1 2-9,0 0 1,-2 3-1,-4-4 1,3 2 37,1-1 1,6-3 0,-3 0 0,2-1 15,0 0 1,-2-1-1,4-2 1,-2-4 38,1-1 1,2 4 0,2-6 0,-1-1 77,1-1 1,4-2 0,2-2 0,0-2 40,0-1 0,0-6 1,-1 1 287,4-3 72,3-8-265,2-2-205,0-6 0,0-1 0,0-4 0,2-5 31,3-2 1,1-3 0,5 1-1,-1-2-66,1-3 0,2 3 0,1-3 1,1 3-561,-1 1 1,0 1 0,1-1-1,-1 1-677,1 0 1,-3 4 0,0 2 0,-3 2-1134,2 2 0,0 4 2416,-1 5 0,-12 33 0,-9 15 0,-1 6 0,0 1 0</inkml:trace>
  <inkml:trace contextRef="#ctx0" brushRef="#br0" timeOffset="95">4431 9021 7860,'-16'0'461,"-3"0"0,1 0 0,-4 0 1,1 0 391,3 0 1,1-1 0,-1-4 0,-1-5-156,1-2 1,3-4 0,0-2 0,1-3-455,-1-1 1,3-2-1,0-3 1,4 1-407,2 2 1,1 2-1,5-4 162,0 2 0,39-19 0,9-10 0</inkml:trace>
  <inkml:trace contextRef="#ctx0" brushRef="#br0" timeOffset="96">30155 3540 7675,'0'-15'917,"-2"2"0,-3 4 49,-4 4 1,1 3 0,-2 4-431,-1 3 0,-2 8 0,-1 7 1,-2 3 297,-3 2 0,3 4 1,-4 3-1,3 3-206,-2 2 0,3-3 1,-4 5-1,4 3-223,2 0 1,6 4 0,3-8 0,4 2-204,1-1 1,3-4-1,5-8 1,8-3 4,5-5 1,4-4 0,9-6-1,3-4 86,-1-3 0,6-4 0,-5-3 0,1-4 17,0-4 0,-6-6 0,0-2 0,-5-2-117,-3-2 0,-6-2 0,1-2 1,-4 0-118,-6 0 0,-2-1 0,-7-2 1,0-3-199,0-2 0,-12-1 1,-4-5-1,-4 1-200,-6 4 0,-6 2 0,-3 8 0,-2 0-69,-3 5 1,3 3-1,1 11 1,2 4-178,7 3 1,0 2-1,8 2 1,3 3-319,4 4 1,6 4 0,6 3-1,2 3-1064,2 5 1,9 3 1949,6 2 0,20 13 0,-1 3 0</inkml:trace>
  <inkml:trace contextRef="#ctx0" brushRef="#br0" timeOffset="97">30730 3842 7675,'-14'-8'1807,"-1"1"1489,1 1-1233,0 4 0,6-3-1607,3 10 0,3-2 1,2 7 389,0 1 1,0 2-70,0 1 0,0-4-1997,0 0-404,0-1 1,2-1 0,1-5-2974,2-6 4597,6 2 0,-16-57 0,4-6 0</inkml:trace>
  <inkml:trace contextRef="#ctx0" brushRef="#br0" timeOffset="98">31104 3482 8490,'-14'-6'2837,"4"4"1,2-1-2056,2 6 0,-1 5 0,4 6 0,-3 1-271,-2-1 1,3 2 0,-3 2 0,0 1-101,0-2 1,0 1-1,-3 0 1,1 1-64,-1-2 1,0 1 0,0 0 0,3 1-57,1-2 0,3-1 0,4-1-199,0-1 0,1-4 0,6-2 0,5 0-115,6 0 1,7-5-1,-1 2 1,4-2-51,0 2 1,-4-4 0,-1 4 0,-1-2 175,1 2 0,-6-3 0,2 4 165,-3 0 0,-6 1 0,-2 4 124,-2-1 1,-7-2-1,-9 3 1,-3-2-75,-1 3 1,-7 0 0,-3 3 0,-3-1-357,-2 1 0,-4-1 1,-3 0-1,1 1-390,0-1 0,-5 0 1,3 1-1,1-1-484,2 1 1,-1-6-1,1-1 1,4-1-300,4-4 0,6-2 0,7-2 0,3-4-3012,5-5 4222,4-9 0,0-22 0,2-10 0,-1-8 0,0 1 0</inkml:trace>
  <inkml:trace contextRef="#ctx0" brushRef="#br0" timeOffset="99">30989 3525 9557,'0'-14'1895,"2"6"0,4 3 0,7 3-792,4 2 1,7 0 0,-3 0 0,2 2-766,2 3 0,4-2 1,3 5-1,1 0-1655,-1 0 0,-1-3 0,-2 3 1317,-1-2 0,-12-20 0,-3-10 0</inkml:trace>
  <inkml:trace contextRef="#ctx0" brushRef="#br0" timeOffset="100">31824 3741 10186,'14'-2'2072,"0"-1"0,2-2-296,3 2 1,4 0-1392,6-2 0,-1 4 0,1-4 0,0 3 0,0 2 0,-1 0 0,0 0 0,-3 0 1,-2 0-1,-3 0-190,-2 0-1447,-8 0 0,-6 5 1,-8 1-1946,-6 2 0,-9-3 3197,-5 5 0,-20 0 0,-10 2 0,-4 3 0,0 0 0</inkml:trace>
  <inkml:trace contextRef="#ctx0" brushRef="#br0" timeOffset="101">31809 3899 14748,'15'0'0,"0"0"614,5 0 1,2 5-1,5 0 1,-1-2-516,-2-1 0,0-2 0,5 0 0,-1 0-958,1 0 0,-7 0 1,-2 0 858,-4 0 0,-34-64 0,5 24 0,0 0 0</inkml:trace>
  <inkml:trace contextRef="#ctx0" brushRef="#br0" timeOffset="102">32687 3755 7777,'0'-14'509,"0"0"0,0-1 768,0 1 1,-7 6 371,-2 3-1328,2 3 1,-5 7 0,2 2 0,-3 1 0,-3 4 0,-1 4 0,-4 5 510,-2 2 1,-1 0 0,-4 6 0,-1 0-289,0 0 1,5 0 0,2 1-1,1 2-157,3 2 0,9 1 0,4-5 0,7 0-111,7-2 1,7-4 0,13 0 0,1-7 18,4-6 0,-2 1 0,5-8 0,-1 0-61,1-3 1,0-7 0,1-4 0,-4-4-200,-4-5 0,-1 1 0,-2-8 0,-3-2-72,-5-4 1,-4-4 0,-6 5 0,-4-5-187,-3 0 0,-5-1 0,-5-2 1,-8 4-167,-5 0 1,-3 5 0,-5-4 0,-1 5-277,-4 5 1,4 5-1,-4 10 1,4 4-139,1 3 1,2 2 0,3 2 0,6 3 110,7 4 1,5 6-1,6 4 692,0 5 0,21 15 0,9 6 0,2 6 0,0-1 0</inkml:trace>
  <inkml:trace contextRef="#ctx0" brushRef="#br0" timeOffset="103">32787 4316 7777,'-9'0'1609,"-1"0"584,-1 0 1,3 0-571,-2 0 0,6 0-570,-6 0 0,5 0-3963,-4 0-1280,5 0 4190,-2-6 0,64-40 0,-22 15 0,0-1 0</inkml:trace>
  <inkml:trace contextRef="#ctx0" brushRef="#br0" timeOffset="104">33147 3784 7843,'0'-14'2037,"-2"4"1969,-2 1 117,2 5-2757,-4-2 1,12 6 0,4 0-588,2 0 0,8 2 1,0 1-1,3 2-162,2-2 0,-2-2 0,1 1 0,0 1-373,-2 2 0,4 0 0,-6-5 1,1 0-245,0 0 0,-2 0 0,-4 0 0,-1 0 0,0 0 0,1 0 0,-1 0 0,-6 1 0,-3 4 0,-5-3 0,-3 4 0,-4 0 0,-1 4 0,-1 3 0,-6 3 0,-1 1 0,-3 3 0,2 5 0,-6-1 0,1 5 0,-1 5 0,0-4 0,-6 3 0,0-2 0,0-2 0,0 4 0,2 1 0,2-2 0,1-2 0,6-7 0,-1-3-4002,3 1 815,8-5 0,3-3-1769,10-13 4956,3 0 0,38-45 0,9-3 0</inkml:trace>
  <inkml:trace contextRef="#ctx0" brushRef="#br0" timeOffset="105">33507 4086 7843,'0'-14'8655,"0"6"-6498,0 1 1,0 9-1674,0 3 0,-2-2 1,-1 7-1,-3 1-174,-2 2 1,-2-1 0,-4 0 0,-1-3-80,1 2 1,4 2 0,1 2 0,-1-1-58,2 0 1,-3 1 0,4-1-67,-1 1 0,5-6 0,-1 1-5,2 1 0,4 2 1,2 1-65,6 0 0,3-6 1,1-1-1,2-2 73,3-1 1,-3 3 0,3-4 0,-3 2 77,-1-2 1,-1 3 0,1-1 0,-1 0 176,0 1 1,-1-2 0,-2 4-309,-1-2 1,-7 5-60,2-1 0,-10 1 0,-5 0 0,-2-3 0,-3-1 0,1 2 0,-2-2 0,-2-1 0,-1 0 0,-5 4 0,3-5 0,-1 0-103,-4 1 1,1-4 0,-2 2 0,1-2-1550,1-2 0,-4 0 0,10 0 0,1 0 29,2 0 0,3-2 0,4-2 0,4-6 1623,3-3 0,41-20 0,9-6 0</inkml:trace>
  <inkml:trace contextRef="#ctx0" brushRef="#br0" timeOffset="106">33435 4144 7843,'8'-7'2486,"5"6"1,-4-6-576,4 1 0,1 4 0,1-2-1027,-1 2 1,1 2-1,-1 0 1,0 0-773,1 0 0,-1 0 0,0 0-1493,1 0 1,-6 0-3650,1 0 5030,-7 6 0,-44 0 0,-26-4 0,-5 6 0,0-1 0</inkml:trace>
  <inkml:trace contextRef="#ctx0" brushRef="#br0" timeOffset="107">32687 4345 7896,'-21'5'0,"-1"1"657,-1 2 0,7-4 0,8 2 404,2 0 1,3-4 0,7 3-185,6-4 1,4-1 0,4 0 0,1 0 20,-1 0 0,3-1 1,-2-2-125,-2-2 0,-1 0 0,-3 3-845,-3-2-3264,2 2-1124,-10-4 4459,-2 6 0,-27-13 0,-12-3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6632 17208 16955,'-78'0'0,"-4"0"106,40 0 1,0 0 0,-4 0 0,-1 0 0,-2 0 0,0 0 0,-3 0 0,-1 0 0,-3 0 0,0 0-1,-2 0 1,-1-1 0,1-1 0,0 1 0,-2-2 0,0-1 150,-1 0 0,0 0 0,-4 0 0,-1 0 0,-2-1 0,0 1 0,0 1 0,0 1-658,1 0 1,0 2-1,2 3 1,1 1 464,-6 0 0,0 1 0,3 2 1,0 1-1,0-1 0,0 2 1,2-1-1,2-1 0,4 0 0,1-1 1,3 1-1,0-1-163,3 1 0,0-1 0,3-1 1,1-1-1,2 1 0,1 0 1,2 0-1,1 1 624,-33 7 1,17 1 0,5 2 0,7 4-209,3 4 1,12 3-1,6 3 1,4 4-115,2 4 1,-7 5 0,4 4-1,-2 2-236,0 2 1,2 4-1,-2 7 1,4 5-197,4 3 1,10-2 0,8-3 0,12 1-68,13-1 1,16-4 0,-15-29 0,2-2 0,3 0 0,1-2 110,3-1 0,1-1 0,3-1 0,1-1 0,6-1 0,2-3 0,5 2 0,2 0 61,5 0 1,2-1 0,3-2-1,2 0 1,4 0 0,1-1 0,3 0-1,1-1 233,-23-6 0,1 0 0,1-1 0,3 0 0,1 1 0,0-2 0,4 1 0,2 0 0,-1-1 0,3 1 0,1-1 1,-1-1 19,1 1 0,0-2 0,1 1 0,2 1 0,0 1 1,0-1-1,2-1 0,1-1 0,0 1 0,2 1 1,1 0-1,1 1-46,-18-3 0,0 0 1,1 1-1,-1-2 1,19 3-1,0-1 1,0-1-1,-18-1 1,1 0-1,0-1 1,-1 1-1,1-1 0,-11 0-14</inkml:trace>
  <inkml:trace contextRef="#ctx0" brushRef="#br0" timeOffset="1">11184 19049 18320,'41'-4'-32,"31"-2"-23,0-1-1,0 0 0,-1 0 14,0 0 1,0-1-1,-1 0 1,0-1-1,-1 0 1,0 0-1,-1 0 1,1-1-1,-2 0 1,0-1 0,0 0-1,0 0 1,-1 0-1,0 0 1,0 0-1,0-1-10,0 1 0,-1-1 0,0-1 1,0 1-1,15-3 0,-1 0 0,0-1 0,-3-1 1,-1 0-1,-1 0 0,-3 0 0,-1 0 1,-1 0-38,-3 0 1,1 0 0,-2 0-1,-2-1 1,-2 1 0,0-1 0,-4-1-1,-1 0 1,-1-1 0,21-8 0,-2 0 195,-6 2 1,-5 0-1,-8-1 1,-4-1-1,-5 4 1,-3-1-1,-5 0 1,-2 0 282,23-24 1,-22 1 0,-20 3 0,-15-2-358,-15-1 1,-23-4 0,-24 4 0,21 24 0,-3 1-81,-8 0 1,-2 2 0,-11-2 0,-2 2 0,-10 0-1,-2-1 1,21 7 0,0 0 0,-2 1-9,-5-3 0,-1 1 1,0 1-1,-2 0 1,0 1-1,-1-1 1,-6 0-1,-1 0 1,-1 1-1,-1 0 1,-1 1-1,0 0 70,-3-1 1,0 1 0,-1 0 0,15 3 0,-1 1 0,-1 0-1,0 0 1,-3 0 0,-1-1 0,-1 1 0,0 0 0,-3 0 0,0 0-1,-1 0 1,0 1-54,0 0 1,-1 0 0,0 0 0,0 0 0,13 2-1,-1 0 1,1 0 0,-1 1 0,0-1 0,-2 1-1,1 0 1,-2 0 0,1 1 0,-1-1 0,-1 1 0,-1 0-1,0 0 1,0 1 0,0-1 17,-3 1 1,1-1 0,-1 1 0,0 0-1,1 0 1,2 0 0,1 1 0,0-1 0,0 1-1,-1-1 1,0 1 0,0 0 0,-1 0-1,1 0 1,0 1 0,1-1 0,-1 1 0,2 0-1,-1 1 1,0-1 7,0 0 1,0 1-1,1-1 1,-1 1-1,0 0 1,-1 1 0,-1 0-1,0 0 1,1 1-1,-1 0 1,2 0 0,-1 0-1,1 0 1,0 0-1,-1 1 1,2 0 0,0 0-1,0 1 1,0-1-1,0 1-95,3 1 0,0-1 0,0 1 0,0 0 0,1 0 0,-16 3 0,1 0 0,0 1 1,0 0-1,0 0 0,2 1 0,-1 0 0,1 1 0,1 0 0,0 0 0,0 1 0,1 0-234,0 1 1,0 0 0,1 0 0,1 1 0,5 1 0,2 0 0,0 1 0,0 0 0,2 1 0,0 0 0,1 0 0,1 1 0,3 0 0,1 1 0,0 0 0,2 0 340,-17 8 0,2 0 0,0 1 0,1 0 0,1 0 0,0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21134 14100 7863,'0'-14'0,"0"0"0,-2-1 611,-2 1 0,2 0 1825,-3-1 1,4 9-1214,1 6 1,4 8 0,1 11 0,-2 5-703,-1 3 1,-7 7-1,-1 1 1,-1 2 111,1 3 0,-5 1 0,3 2 0,-2 0-236,1 1 0,1-1 0,-2-2 1,4-2-155,-1-6 1,6 1 0,-2-5 0,4-7-51,4-4 1,11-6 0,0-2 0,6-5 125,9-4 0,-1-1 0,10-1 0,3-4-173,4-5 0,12-1 0,-2 0 1,4 1-147,3-1 0,0 0 0,6 0 0,1 1 0,2-1 0,2 3 0,-3 0 0,-2 0 0,-2 0 0,5 5 0,-6-2 0,-4 3 0,-7 2 0,-7 0 0,-4 0 0,0 0 0,-2 0 0,-5 2 0,-12 1 0,-4 2 0,-1-2 0,-2 4 0,-5-3 0,-6 3 0,-3-2 0,-3-4 0,-2 6 0,-7-7 0,6-2 0,-4-3 0,3-3 0,2-6 0,0-1 0,2 1 0,1-2 0,4-3 0,1-5 0,-4-5 0,4-4 0,0-4 0,0 0 0,-3-9 0,5 3 0,-1-1 0,-1 4 0,5-1 0,-5 4 0,0 0 0,-3 4 0,1 4 0,-1 5 0,-2 5-421,-1 3 0,-2 1-4708,0 1 5129,0 6 0,-36 20 0,-18 14 0,-2 2 0,1 0 0</inkml:trace>
  <inkml:trace contextRef="#ctx0" brushRef="#br0" timeOffset="1">8100 18100 7799,'-29'0'0,"2"0"379,3 0 1,-2 7-1,7 2 1,0 4-1,0 3 1,-1 5 0,3 6-1,2 7 810,6 2 1,-2 8-1,6 7 1,2 2-527,1 1 1,4 5-1,1-6 1,5 1 84,5-1 1,-2-4-348,8-5 1,3-14 0,2-6 0,5-8 0,5-6-1,2-6 119,1-2 0,6-10 0,-1-8 0,4-10-157,1-6 0,-4-12 0,-5 0 0,-6-2 81,-6-3 1,-7-3-1,-8-5 1,-3 1-144,-2 3 1,-7-3 0,-12 5 0,-8-2-302,-7 1 0,-16 0 0,0 1 0,-4 8-290,-2 8 0,2 11 0,3 6 0,1 7-1215,0 6 0,6 17 0,14 7 0,5 8 415,3 6 0,8 6 0,5 7 0,8 4 745,9 1 0,7-3 1,7 5 344,1 1 0,-3-20 0,3 1 0,1 1 0,0 1 0</inkml:trace>
  <inkml:trace contextRef="#ctx0" brushRef="#br0" timeOffset="2">8805 18719 7813,'-7'-14'1060,"4"4"0,-7 2 1952,-1 2 1,3 1-1120,-1 5 1,5 2-1578,0 2 0,-3-1 0,2 7-1495,2 1 0,2-3-4821,1 2 6000,0-1 0,0-1 0,0-1 0</inkml:trace>
  <inkml:trace contextRef="#ctx0" brushRef="#br0" timeOffset="3">9179 17985 7806,'-15'-6'1149,"1"4"1,-1-3-1,3 2 559,2-2 1,5 2 0,10-5 0,6 0-991,7 0 1,-1 4 0,7-6-1,2 0-30,1 2 1,2 0-1,0 5 1,-1-2-138,1 2 0,3 2 0,0 1 0,-3 0-257,-2 0 1,3 1 0,-6 4-1,4 5-175,0 2 1,-5 3-1,-4-1 1,-3 0 26,-2 1 1,-4-1-1,-2 2 1,-2 2-20,-2 1 0,-3 2 0,-2-4 0,-3 4-127,0 2 0,-12-1 0,0 4 0,-4-1 0,0 5 0,-11 1 0,1 6 0,-4-1 0,-1 1 0,-5 0 0,2 3 0,-2-2 0,1 2 0,4-5 0,7-1 0,0-5-1297,4-5 1,5-3 0,10-7-2816,4 0 1,5 1 1544,5-1 1,3-6 2566,6-3 0,0 3 0,1 0 0</inkml:trace>
  <inkml:trace contextRef="#ctx0" brushRef="#br0" timeOffset="4">9941 18086 7785,'0'-14'788,"0"-1"0,0 1 1616,0-1 1,-6 7-1451,-4 4 1,2 2 0,-1 4 0,-3 4-421,0 8 0,-3 2 0,1 8 0,-1 2-188,1 1 1,0 0-1,-1-1 1,2-2-172,4 1 1,2-4-1,6 0 1,-2-2-196,-2 0 1,5 1-1,8-6 1,3-1-43,5-4 0,3 4 0,-1-5 0,3 2 117,1-1 1,-4-1 0,2 4 0,0-3 309,-1 2 1,-2 2 0,-6 1 0,-3 1 32,-1-1 0,-2 5 0,-5 1 0,0-1-139,0 2 1,-8-4 0,-7 7 0,-7 2-57,-5 1 1,-2-3 0,-1 0-1,-2 0-285,-2-2 1,-4 4 0,4-7 0,2-3-1810,2-5 0,3-4 0,1-7 0,4-2-1358,1-3 1,2-9 3248,4-10 0,2-17 0,-1-9 0,-1-5 0,0 1 0</inkml:trace>
  <inkml:trace contextRef="#ctx0" brushRef="#br0" timeOffset="5">9783 18129 7809,'16'-14'0,"1"-1"797,3 1 1,10-5 0,-1 0 0,3 1 661,3 2 0,2 2 0,4 1 0,-1 3-932,-1 5 1,-6 4-1,4 1 1,-2 0-863,-3 0 1,-3 6 0,-4 4 0,-2 3-4137,-2 1 4471,4 0 0,-47 33 0,-5 7 0</inkml:trace>
  <inkml:trace contextRef="#ctx0" brushRef="#br0" timeOffset="6">7898 17611 7799,'-14'2'2,"-2"1"1,-2 3 559,-1 2 0,0-3 0,4 5 66,1 1 1,0 2-1,1 1 1,2-1-1,3-2 1,3-3 5,7-2 0,10-2 1,14-9-1,6-6-185,6-7 0,10-4 0,7-7 0,4 0-79,3 0 1,5 1-1,-5-1 1,1 2-119,1 3 1,-5 0-1,2 9 1,-9 7-48,-8 5 0,-8 5 0,-7 4 0,-3 9-80,-7 7 0,-2 0 0,-10 2 0,-1 2-76,1 1 1,4 0-1,-2-3 1,4-3-158,2 0 0,1-7 0,1 2 1,4-6-9,1-4 0,4-1 1,6-5-1,1 0 44,-1 0 0,5-5 0,0-1 0,0-2 67,-4-3 0,2 3 1,1-2-1,0 0 140,4 2 0,-4 2 0,-3 6 0,-3 0 90,-1 0 1,0 0 0,0 0 0,-2 2 71,-3 2 1,3 3 0,-5 4 0,4-1-87,3 1 0,-4 0 1,11 0-1,-1-3-183,3-2 0,4-1 0,1-5 0,2 0-401,3 0 1,-2 0-1,7 0 1,1 0-699,2 0 0,-5 0 0,-3 0 1,-3 2-2890,-2 3 3960,0 9 0,-14 21 0,-2 10 0,3 5 0,-1 1 0</inkml:trace>
  <inkml:trace contextRef="#ctx0" brushRef="#br0" timeOffset="7">11826 18302 7774,'-23'0'244,"-4"0"0,5 0 0,-1 0 0,4 1 0,5 4 0,3 5 0,1 4 762,-1 5 0,5 4 0,-1 7 0,2 4-399,1 4 1,-1 4 0,5 1-1,1-2-93,4-2 1,3 1-1,8-8 1,3-4-258,5-2 0,-1-13 1,1 0-1,1-5-83,2-5 0,4-2 1,-1-2-1,1-4 132,-4-5 0,-3-7 0,0-4 0,-5-1-38,-3-4 0,-3-1 0,-4-3 0,-4-2 5,-3-2 0,-4-1 1,-3 3-1,-4 0-123,-4 5 1,-8 0 0,-3 7 0,-3 3-577,-2 1 0,5 3 1,2 3-1,1 6-731,3 2 1,4 8-1,4 6 1,6 5-1017,2 7 0,4 3 1,4 2 2172,8 0 0,21 17 0,9 7 0,6 5 0,0 1 0</inkml:trace>
  <inkml:trace contextRef="#ctx0" brushRef="#br0" timeOffset="8">12459 18791 7796,'-15'0'993,"1"0"0,0 0 1502,-1 0 0,6-2-1792,-1-2 1,8 2-1932,2-3 1,7 4 1227,7 1 0,26 0 0,7 0 0</inkml:trace>
  <inkml:trace contextRef="#ctx0" brushRef="#br0" timeOffset="9">12790 18345 7796,'-5'-14'0,"0"-2"838,2-4 1,1 4 0,2-3 0,4 3 469,5 2 0,2-1 0,13 3 0,2 1-308,1 1 0,2 5 0,0-3 0,-1 2-465,1 3 0,0 3 0,-2 4 0,-1 8-252,-2 5 1,-7 1 0,1 7-1,-7 4-130,-6 3 0,-5 8 1,-7-2-1,-7 4-230,-8 1 0,-7 0 0,-3 0 0,-3-1-357,-2-4 0,-1 4 1,-6-7-1,1-1 119,0-6 1,6-8 0,5-3-1,5-6 24,3-6 0,13-5 0,1-5 0,7-6-110,3-6 1,7-6 0,4-4-1,5 1 526,3 3 1,2 5 0,-4 0 0,3 6 371,-3 2 0,4 5 0,-2-3 0,-1 2 195,-2 3 0,0 1 0,1 4-469,2 2 1,1 6 0,-8 8-1,0 1-1148,-3-2 1,1 4-1,4 0 1,0 0-2901,1-1 0,1 4 3825,3-4 0,16 18 0,10 0 0</inkml:trace>
  <inkml:trace contextRef="#ctx0" brushRef="#br0" timeOffset="10">13480 18431 7796,'-1'-12'0,"-3"0"1814,0 3 0,-8 6-236,3-2 1,-4 14 0,0 7 0,2 5-963,2 5 1,-1 1-1,-4 2 1,-1-1-429,1 1 0,-1 2 1,3 1-1,0 1-259,3-1 0,6-6 1,-2-2-1,3 0-15,2-2 0,7-1 1,2-7-1,4 1-116,1-1 0,1 0 0,-1-1 354,1-3 1,-6 1 0,-1-5 0,0 1 256,0-1 0,-5 0-273,2-1 0,-3-2 0,-4 7-1097,-3 1 1,-3-4 0,-6-3 0,-2-2-3791,-3-2 4751,3 0 0,-28-18 0,-10-9 0,-1-1 0,0 0 0</inkml:trace>
  <inkml:trace contextRef="#ctx0" brushRef="#br0" timeOffset="11">13264 18417 7796,'8'-6'469,"12"-2"0,-1-7 1,8 1 940,7-1 1,7 6 0,10-1 0,4 1-498,4 1 0,8 1 1,-2 7-1,1 0-1530,-4 0 0,-3 0 0,1 2 0,2 3 617,5 4 0,-9-4 0,11-1 0,2 0 0,7 1 0,-1 0 0,0-1 0</inkml:trace>
  <inkml:trace contextRef="#ctx0" brushRef="#br0" timeOffset="12">15293 18158 7796,'-16'-8'370,"-3"3"0,3 4 1,-3 1-1,1 1 0,-1 6 1,-5 7-1,-3 10 0,-4 9 774,-2 11 1,1 7 0,-5 11 0,0 7-312,18-32 0,2 1 1,-9 34-1,4-2 1,9-11 935,8-9-1501,10-12 1,9-4 0,12-12 0,6-7-1,6-9 1,4-7 0,2-7 166,4-7 0,-3-10 0,3-3 0,-3-5-280,-2-4 0,-5-3 0,-2-6 1,-6-4-371,-8-1 1,-11 3 0,-6-3 0,-5 0-583,-5 0 0,-11-1 1,-11 0-1,-6 4-677,-4 3 1,-1 7-1,-4 2 1,5 6-417,9 8 1,0 10 1889,9 8 0,-6 47 0,2 13 0</inkml:trace>
  <inkml:trace contextRef="#ctx0" brushRef="#br0" timeOffset="13">15307 17654 7796,'0'-9'0,"-1"-1"1891,-4-1-1356,3 5 1,-2-6 0,8 6 0,6 0-1,4-2 1,6 1 0,4-1 655,3 0 1,6 3-1,2-3 1,2 2-726,3 3 0,2 0 0,1-1 0,0 0-216,0 0 0,-6 4 0,-3 4 0,-6 2-42,-4 2 1,2 3 0,-7 7 0,-3 3-7,-5 1 1,-4 2-1,-7 5 1,0 0-32,0-1 1,0 3-1,0 1 1,-2 3-130,-3 2 0,-3 3 1,-6 8-1,-1 4-25,1 4 1,-7 8 0,-1 3 0,-2 5-259,0 5 0,2-2 0,9-35 1,0 0-1,-9 38-35,1-2 0,-3-3 0,6-3 0,4-2 307,3-6 0,8-14 0,-2-7 0,3-4 30,2-33-54</inkml:trace>
  <inkml:trace contextRef="#ctx0" brushRef="#br0" timeOffset="14">15060 19049 15470,'-24'-2'0,"-49"-4"0,0 1 0</inkml:trace>
  <inkml:trace contextRef="#ctx0" brushRef="#br0" timeOffset="15">15639 19049 21914,'-6'-2'-53,"-19"-5"-815,-2 4 1,-8 2 0,-4 1 0,-2 1-107,-3 4 0,1-2 0,26 1 974</inkml:trace>
  <inkml:trace contextRef="#ctx0" brushRef="#br0" timeOffset="16">7582 17395 7877,'-42'-20'0,"4"-3"409,4 1 1,4 3 0,3 7 0,1 4 390,2 2 1,2 1 0,-6 5-495,0 0 1,7 0 0,-8 0 0,4 0 0,1 0 0,0 2 0,0 1 0,1 3 0,4 2 358,3 4 0,0 0 1,-1 3-1,-1 1-539,5 3 0,-1 3 0,6 7 0,0 0-79,3 0 1,-1-1 0,1 3-1,0 1 32,-1 1 0,4 7 0,-4-1 0,1 2-113,0 2 1,-5 2 0,2 3 0,-3 7-48,-5 5 1,-6 6 0,0 7 0,-4 3 26,11-38 0,0 0 0,-2 6 0,0 0 0,0 0 0,0 0 0,-1 1 1,0 0-38,0-1 0,-1 0 0,-1-2 0,0-1 0,-12 31 0,3-2 47,4-3 1,9-6 0,1-15 0,10-18 119</inkml:trace>
  <inkml:trace contextRef="#ctx0" brushRef="#br0" timeOffset="17">7026 19049 22754,'19'-4'89,"32"-1"155,-2 2-636,-2 2 1,-4 2 0,-5 4 0,-14 2-1168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7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16444 8806 7916,'-14'0'22,"6"0"1,-5 0 213,3 0 1,-3 0 0,-1 0 76,0 0 0,4 0 0,0 0 0,-1 0 0,-2 0 1,-1 0-1,0 1 262,-1 4 0,-1 3 0,-1 10 0,-4 4-166,-1 7 0,-2 11 0,-5 4 1,2 12-44,3 10 0,-2 6 0,9 3 0,4 3 22,6 2 0,14-11 1,7-3-1,12-12-166,10-11 0,9-8 0,14-11 0,2-6 74,1-7 1,7-5 0,-2-7 0,5-4 8,5-5 0,-10-9 1,-1-5-1,-9-1-42,-4 1 0,-11-3 1,-3 3-1,-7-4-25,-9 0 0,-7-1 0,-7 0 1,-4-1-29,-3-4 1,-2 2 0,-2-6 0,-4-2-118,-9-2 1,-5-3-1,-9-1 1,-1-2-160,-4 2 1,-4 1 0,-9 3 0,-2 2-99,-2 2 1,-1 8-1,-2 1 1,4 8-197,6 5 1,-1 3 0,13 2 0,5 3-1306,6 2 1,15-1-78,10 3 1,17 2 0,18-3 1741,2 4 0,15 7 0,3 2 0</inkml:trace>
  <inkml:trace contextRef="#ctx0" brushRef="#br0" timeOffset="1">20185 11798 7834,'-15'-4'94,"1"-1"0,-1-5 0,1 5 0,0 2 0,-1 2 0,-1 2 1,-3 4-1,-3 6 529,-1 7 1,-4 6-1,5 9 1,-2 7 662,0 7-1054,6 4 0,-3 13 0,9 1 0,2 2 1,7 1-1,6 0 0,10-1 205,9-4 1,10-9 0,16-15 0,6-6-171,7-3 1,5-9 0,6-5 0,0-6-64,0-4 0,4-7 1,3-11-1,-1-5-119,-38 6 0,-2-2 0,31-21 0,-11-4 0,-10-5-29,-9-5 1,-5-3 0,-12-7 0,-9 1 1,-11-1 0,-12 0 0,-15-1 0,-12-1-318,-8-3 0,16 31 0,-1 2 0,-29-26 0,-4 5-579,0 8 1,-3 7 0,7 12 0,6 7-846,7 6 0,6 4 1684,11 7 0,39 32 0,9 8 0</inkml:trace>
  <inkml:trace contextRef="#ctx0" brushRef="#br0" timeOffset="2">23652 11798 7834,'-15'-36'30,"1"0"0,0 6 1,-1 0-1,1-1 0,-2 6 1,-3 2-1,-7 7 658,-6 5 1,-5 0 0,-7 8 0,-6 6-341,-8 10 1,-7 14-1,27-8 1,-1 3 0,-1 3-1,0 2 285,0 3 1,0 2-522,-3 1 1,2 3 0,4 2 0,2 2 0,-1 1 0,3 1 0,4 1 0,4 2 0,4 0 0,5 0 0,4-3 0,5-1 0,11 31 186,27-13 1,22-8-1,-14-29 1,5-2-1,2-1 1,2-2-353,2-1 0,2-3 0,4-1 1,0-3-1,0-3 0,0-2 1,2-2-1,1 0 154,1 0 1,0-2-1,1-1 1,-1-1-1,-4-2 1,-1-2 0,-6-2-1,-1-3 27,-3-1 1,-4-2 0,23-19 0,-16-2 0,-14-2 73,-13-3 0,-10-2 0,-19-1 0,-11 0 10,-13 0 0,-8 0 1,-5-1-1,-3 1-1915,-5 0 0,-1 6 1,0 4 1702,1 2 0,10 3 0,-2-1 0,3 0 0,4 0 0</inkml:trace>
  <inkml:trace contextRef="#ctx0" brushRef="#br0" timeOffset="3">27752 8547 7931,'0'-32'136,"0"3"0,-2-3 0,-1 9 0,-2 1 0,2 3 0,0 3 0,-2 3 0,-4 4 493,-4 4 1,-3 3 0,-3 2 0,-5 2-159,-3 3 0,-4 6 0,-1 13 0,-3 11-49,-2 10 1,2 11 0,0 9 0,8 6-287,4 7 0,14-36 0,1 1 0,2 2 0,2 1 0,1 1 0,1 0-100,0 0 1,3 0 0,4-1 0,4-1 0,2-4 0,2-2 0,24 33 141,9-8 1,10-8 0,8-9 0,3-14 14,7-10 0,-1-9 0,-32-9 0,0-2 0,40-3-38,-1-8 0,-8-18 0,-11-7 0,-7-9-81,-6-6 0,-11-8 0,-10-8 0,-11-1-16,-9-4 0,-12-8 0,0 36 0,-1-1 0,-2-2 0,-2 0-150,-1-1 0,-2-1 0,-2-2 0,-2 0 0,0 2 0,-1 1 0,0 1 0,-1 0-349,-1 2 0,0 1 0,3 3 1,-1 1-1,-14-24 0,7 16-963,5 18 0,9 13 0,3 17 1404,2 7 0,-4 6 0,5 12 0,1 1 0</inkml:trace>
  <inkml:trace contextRef="#ctx0" brushRef="#br0" timeOffset="4">26169 11942 7887,'0'-29'67,"0"2"1,-1 2-1,-2 2 1,-4 4-1,1 5 1,-2 3 0,-2 1 623,-6 2 0,0 2 0,-8 6 0,-1 3-108,-2 6 0,-10 9 0,-5 17 1,-6 10-255,-3 11 0,5 8 1,22-29-1,1 2 1,3-1-1,0 1-7,2 2 0,3-1 0,-3 29 0,12-1 0,14-10-34,16-8 0,24-10 0,17-8 1,11-9-136,3-11 0,-35-8 0,0-3 0,4-1 0,0-2 0,2-2 0,-1-2 29,2-2 1,-1-3-1,-3-3 1,-1-3-1,-2-1 1,-2-2-1,-3-1 1,-1-2 17,-2 1 1,-3-3 0,18-30 0,-16-6 0,-13 3-100,-12 0 0,-28 3 0,-15-1 0,-17 1-382,21 27 1,-3 2 0,0 3-1,-1 1 1,-3 1 0,-2 3-1,1 2 1,-1 2-671,-38-10 1,4 6 0,9 7-1,9 3 951,12 5 0,66-22 0,19-5 0</inkml:trace>
  <inkml:trace contextRef="#ctx0" brushRef="#br0" timeOffset="5">11322 10604 7938,'0'-27'0,"2"3"413,3 5 1,-2 4-1,6 6 377,3 4 0,0 3 0,1 4 0,-2 3-111,-1 4 1,1 4-1,7 2-383,1-1 1,0 7 0,-3 1-1,2 2 1,1 0 0,-2 2 0,1 2-1,0 6 1,-1 3 128,-4 0 0,0 4 0,-8-1 0,-2 6-409,-2 7 0,-7-2 1,-5 2-1,-5 1-90,-3 2 1,-9 2 0,1-2 0,-5-5 30,0-8 1,2-1 0,3-9 0,3-1 117,5-1 1,3-10 0,3-5 103,3-5 0,5-10-97,10-1 0,-2-1 0,7-9 0,3-1 50,4-2 0,1-3 1,4-1-1,1-3-71,-1 3 1,1-4 0,2 0 0,-1 0-47,2 1 1,-1-1 0,-1 5 0,-5 0-641,-3 3 0,-1 4 0,-1-1-659,1 5 0,-7 5 0,-4 7 1,-2 7 149,-2 8 0,-5 5 0,-1 4 0,-2 2 569,-3 6 0,-2 1 0,-2-2 0,1-4 530,0-4 1,-2-8-1,-2-2 1,-3-4 219,-1-2 0,-2-6 0,-5-3 1,0-4 601,1-1 0,-6-6 0,0-5 0,2-5 193,2-3 1,1-7-1,2 2 1,3-1-1250,5 1 0,9-2 269,6 7 0,34-26 0,10-1 0</inkml:trace>
  <inkml:trace contextRef="#ctx0" brushRef="#br0" timeOffset="6">1280 14259 7894,'5'-10'-24,"0"1"167,-2-3 0,0 4 0,0-1 375,2-2 1,2 3 189,-3-2 0,0 0 0,4-4 0,0 1 3550,0 4-3747,-5 2 1,3 9-1,-4 3 1,1 4-256,2 4 0,1 1 1,-3 1-1,2-1-18,-2 1 0,5-1 0,0 0-73,0 1 1,3-1 0,-4-1 0,1-2-246,3-1 0,-1-7 1,2 2-209,4-4 1,4-1-1,-3 0 1,2 0 75,-1 0 0,0-6 1,-1-4-1,2-1 115,-1 2 0,-5-4 0,-1 5 53,4 0 1,-3 1-1,-3 7 225,1 0 0,2 2 33,1 3 0,-4 3 0,-1 5 0,1-2-147,-2-2 0,5-1 0,-4 3 0,4-3 18,2-1 0,-1 2 0,2-4 0,1-2-28,3-1 0,4-2 0,-4 0 0,1 0-39,0 0 0,0 0 1,-4 0-1,4 0 19,2 0 0,-4-5 0,3 0 0,0 2-11,1 2 1,-4 1-1,3 0 1,-1 0 23,-3 0 1,3 0-1,-1-2 1,1-1-58,0-2 1,3-1 0,-5 2-1,-1-2-88,-2-2 1,-2 3 0,0-3 0,1 0-535,-1 0 0,-4 4 0,-1-4 0,3 0-1290,0 0 0,-2 4 1919,-1 0 0,-37 15 0,-6 5 0</inkml:trace>
  <inkml:trace contextRef="#ctx0" brushRef="#br0" timeOffset="7">3381 14216 7879,'0'-15'20,"-5"6"1,-2-1 0,1-1 3121,0-2-1111,-5 5-1360,9 2-282,-4 6 0,6 6 0,1 2 1,2 2-1,4-2 0,1 0 77,3 0 1,3 0-1,4 1 1,1-2-255,-1-1 0,4-4 1,0 2-1,2-2-55,0-2 1,-1 0-1,2 0 1,-2 0-100,-3 0 1,0 0-1,-6 0 1,0 0-82,1 0 0,-6 5 0,1 0-15,1-2 1,-4 5-31,-3 1 0,4 3 0,2-3-155,3-4 0,-2 1 0,2-1 0,3-2 76,0-1 0,4-4 0,0-1 0,-1-3 231,2-2 1,-4 5-1,6-2 1,-3 3 60,-2 2 0,-7 0 0,-1 0 411,1 0 0,2 2-308,1 3 1,0 2-1,1 6 1,-1-3-203,1-5 1,4-2 0,2 0-1,3 2 8,6-2 1,0-3 0,7-5 0,0-4-54,0-4 0,1-6 0,4 0 0,-4 1-7,-5 2 1,-2-3 0,-4 1 0,-3 4-766,-5 3 0,-4 6-2564,-6-5 1,-2 9 3334,-7 1 0,-26 19 0,-6 11 0</inkml:trace>
  <inkml:trace contextRef="#ctx0" brushRef="#br0" timeOffset="8">5942 14302 8266,'-2'-14'12,"-3"-1"1,4 6 0,-6-1 0,2-1 410,1-2 0,-1 3 1,3 1 1287,-3-2 443,4-2 519,-6-2-2081,7 7 1,2 4 0,1 8 0,4 6 109,1 3 0,-4 0 0,4-2 0,0-2-261,0 3 0,0-4 0,4 0 1,-3 0-142,2 0 0,-3-4 0,2 4 0,1-1-87,2-4 1,1-1 0,2-2 0,2 0-94,1 0 1,7 0 0,-2-2 0,3-3-139,2-4 1,-1 1-1,1-2 1,0-1-253,0-2 1,-5 3 0,-2 2 0,0 0-14,1 0 0,-6 5 0,2-2 0,-3 4 148,-1 1 0,-1 0 1,1 1 74,-1 4 1,-4-2 0,-1 5 0,1 0 76,-2 0 0,5 0 0,-4 4 50,4-3 0,1-4 0,1 3 1,-1-2 96,1-2 1,-1 2-1,0-1-71,1-2 0,-1 3 0,0-1 0,2-2-62,4-1 0,-4-2 0,4 0 0,1 0-55,3 0 0,3 0 0,2 0 0,0 0-111,0 0 1,6-2 0,3-1 0,2-3-28,-2-2 1,6 3 0,-3-5-1,7-1-43,3-2 1,-4-3 0,1-1-1,-5-2-69,-5 1 0,2-3 1,-8 4-1,-5 2-1144,-6 4 1,-5 8 41,-2-2 1,-6 5 1375,-3 5 0,-35 28 0,-10 14 0</inkml:trace>
  <inkml:trace contextRef="#ctx0" brushRef="#br0" timeOffset="9">8862 14244 8043,'-10'5'-48,"1"0"1,-1 0-1,-4-5 1,0 0 1320,-1 0 1,7-7-792,3-2 0,5-4 0,5-1 247,5-1 0,1 6 0,0 1 234,-1 1 0,-1 2-466,6 5 1,-1 0 0,-1 2-246,-4 3 0,-1-2 1,-3 7-117,5 1 0,1-3 0,0 0 0,-1 0-64,1 0 1,2-3 0,1 3 0,1-2-170,-1-3 0,0 4 0,1-3 0,-1 1-60,0 2 0,1-4 1,-1 6 70,1 2 0,-1-3 0,0 2 0,-1 1 19,-3 2 0,3-3 0,-4-1 0,4 1 36,1-2 1,2 3-1,2-5 1,1 1 29,-1-1 0,2 1 0,1-4 1,0 2 106,0-2 1,3-2 0,-3-1 0,-1 0 23,1 0 1,5 0 0,-2 0-1,3 0 29,2 0 1,-1 0 0,3 0-1,1 0 174,1 0 0,7-1 1,-1-4-1,2-5 125,2-2 1,5-1-1,0 0 1,-1 0-184,-3-3 0,0-3 1,-1 1-1,-2-2-241,-2-3 1,1 4 0,-8-3 0,-4 1-231,-2 3 1,-8 2 0,1 2 0,-3 1-683,-2 4 1,-4 2 0,1 7-1,3 0-1188,4 0 1,3 7-1,-4 2 2066,2 4 0,13 21 0,-1 4 0</inkml:trace>
  <inkml:trace contextRef="#ctx0" brushRef="#br0" timeOffset="10">11811 14158 7923,'-6'-13'334,"-4"4"0,2 2 0,-1 6 1571,-2-4 0,3 3-267,-2-3 0,7 5-1096,-2 5 0,5 3 1,3 7-1,4-3-122,1-2 0,0 3 0,3-4 1,-2 3-195,3-3 0,0 2 0,3-4 0,1-1-69,3 1 0,-3-3 1,5-2-1,-2 1-117,0 2 0,7 0 0,-4-5 0,2-2-151,0-3 1,0 2-1,5-6 1,0-3 41,-1 0 1,-1 2 0,-1 2 0,-4 0 173,-1 0 1,-2 5-1,-4-2-17,-1 3 0,-6 9 0,-3 2 0,-3 4-6,-2 2 1,0 4 0,0 0 0,0-1-55,0-3 1,1 0 0,4-1 0,5 1 50,2-1 0,4-4 0,3-2 0,7-2 29,6-3 1,3-3 0,5-5 0,-1-4 4,0-4 1,-3 0 0,-1 2-1,-2 1-73,1-1 1,0 5 0,-7 0 0,-2 1-86,-1 0 1,0 0 0,5 5-1,0 0-276,0 0 0,-1-1 1,3-3-1,2 0-665,6 0 1,-3 3 0,3 1 0,2 0-3247,6 0 4232,4 0 0,-5-3 0,4-1 0,3 0 0,-1 0 0</inkml:trace>
  <inkml:trace contextRef="#ctx0" brushRef="#br0" timeOffset="11">27623 13568 7794,'-10'0'343,"0"0"461,-1 0 0,3 0 676,-1 0-984,5 0 1,-7-2-1,6-2 490,2-6 1,6 2-547,2-1 0,5 4 1,-4-5-1,2 1 1,3-1 208,2 0 1,-3 1 0,1-6 0,3 1-346,4 0 0,7-2 0,-2-2 0,1-1-164,0 1 1,-7 2-1,3 3 1,-4 2 115,-2 2 1,0 5-135,1 0 0,-2 13 0,-4 7 0,-4 5-9,-3 5 0,-2 1 1,0 2-1,0-1-38,0 1 0,4-2 0,3-3 0,1-3-20,3 0 1,6-5 0,4 1 0,2-4-36,2-3 1,2-7 0,2 2 0,0-4-121,0-1 0,-2-6 1,-2-2-1,-2-2-438,-2 1 0,-2-2 0,-5-5 1,-1 0-990,-3 3 1,-4 2-1,-8-4 339,-2 1 0,-4 6 0,-8 3 0,-2 4-357,-1 1 1,-8 6 1544,-2 4 0,-11 1 0,-6 3 0,-8 1 0,0 0 0</inkml:trace>
  <inkml:trace contextRef="#ctx0" brushRef="#br0" timeOffset="12">27810 13554 7166,'8'-15'2597,"-4"1"0,0 6-1730,0 3 0,0 4 1,4 2-344,-2 4 1,4 5 0,-6 7 0,0 4-259,-3 1 0,-1 1 1,0 2-1,0-1-375,0 2 1,-5 1-1,-1 2 1,0-2-552,-1-3 0,-2 1 1,2-4-1,1 0-2020,-1 0 1,-2-2 539,4-5 2140,0-6 0,24-52 0,5-20 0</inkml:trace>
  <inkml:trace contextRef="#ctx0" brushRef="#br0" timeOffset="13">28069 13539 7794,'0'-9'1596,"0"-1"1,1 7-476,4-2 1,-3 5 0,2 7-636,-2 7 1,-7 7 0,-1 7 0,-2 1-325,-3 0 0,-1 0 0,1 0 1,2 1-104,-3 4 1,1-4 0,0 3 0,1-2-353,-1-2 0,5-1 1,1 0-1,2-3-3217,-2-1 1,3-6 3509,-2 1 0,2-9 0,2-4 0</inkml:trace>
  <inkml:trace contextRef="#ctx0" brushRef="#br0" timeOffset="14">28270 13899 9586,'2'-8'1845,"2"3"1,6 4-1040,3 1 1,3 0 0,1 0-1,4 0-270,1 0 0,-2 0 1,2 0-1,-1 0-151,-4 0 0,-1 4 0,-1 3-316,-1 1 0,-6 1 1,-3 6-163,-3-1 0,-4 1 1,-3-1-1,-6-1-519,-7-4 0,2 3 0,-3-6-838,3 2 0,2 2 692,-1 4 0,7-5 0,5-1 641,6-1 0,1 2 1,5-2-1,1 1 223,-2 3 1,3 2 0,-6 1 340,-2 1 0,-1-1 1,-2 0-1,0 1 92,0-1 1,-5 1 0,-2-1 0,-1 0-185,-3 1 0,-3-1 1,-4 0-1,-1-1-623,1-3 1,2-2 0,2-5-854,0 2 1,1-2 0,3-8-645,6-4 0,2-4 1765,2-1 0,0-58 0,0 28 0,0 1 0</inkml:trace>
  <inkml:trace contextRef="#ctx0" brushRef="#br0" timeOffset="15">28773 13698 7755,'15'-15'330,"-1"2"1,2 2 0,3 2 492,5-3 0,8 6 0,4 0 0,0 1 38,4 0 1,-3-1-1,0 2 1,-2 0-584,-3 0 1,-2 3-1,-3 1 1,-3 0-658,-4 0-491,-11 0 0,-10 5 0,-14 1 1,-9 2-4073,-8 3 4942,2 2 0,-29 8 0,-13 4 0,-2 3 0,-1-1 0</inkml:trace>
  <inkml:trace contextRef="#ctx0" brushRef="#br0" timeOffset="16">28773 13841 9060,'7'-8'1258,"1"-3"0,6 6 0,2 1-640,3-3 1,2 4-1,5-5 1,-2 2-654,1 3 1,4-4-1,1 2 1,1 2-956,-4 2 0,-3 1 1,0 0 989,-5 0 0,-22 19 0,-7 5 0</inkml:trace>
  <inkml:trace contextRef="#ctx0" brushRef="#br0" timeOffset="17">29421 13813 7745,'0'-15'0,"0"1"454,0 0 1,1-1 0,3 1 0,2-1 268,2 1 1,2 0 0,6-1 0,1-1-185,2-3 0,5 3 0,-3-2 0,0 6-63,0 2 0,3 2 0,-5-3-205,-2 1 0,-5 7 1,-4 0-81,-2 6 1,-1 5 0,-5 6 0,-2 1-100,-3-1 1,4 5 0,-4 1 0,3-1-142,2 2 1,-4-5 0,-1 3-1,2-3-15,1-2 0,7 1 0,1-1 1,2-1 201,3-4 1,2-1 0,3-5 0,2 2 109,1-2 0,7-3 1,-4-4-1,2-6-200,0-3 1,-2-1 0,4 0-1,-4-1-525,-1 1 1,-7-2 0,-4 0 0,0 0-2053,-2 3 0,-4 3 2529,-8 1 0,-62 22 0,23-1 0,0 0 0</inkml:trace>
  <inkml:trace contextRef="#ctx0" brushRef="#br0" timeOffset="18">29565 13813 8303,'0'-8'3976,"1"1"-2710,4 7 1,-2 2 0,7 3-886,1 4 0,-4 4 0,-3 1 0,-2 1-800,-2-1 1,0 1 0,0-1 0,0 0-1080,0 1 1,0-1-1,0 1 1498,0-1 0,-6-12 0,-2-4 0</inkml:trace>
  <inkml:trace contextRef="#ctx0" brushRef="#br0" timeOffset="19">29737 13841 7742,'2'-14'145,"1"0"587,2-1 0,5 1 0,-4 1 1352,2 4 1,-5 4-1416,2 10 0,-3 3 1,-2 8-1,0 3-391,0 5 0,-5-2 0,-2 2 0,1 2-267,0 1 0,-4 0 1,5-1-1,0-4-821,-1-1 0,3 3 0,-5-4 0,1 1-2843,4 0 3653,-5-2 0,-13-4 0,-9-1 0</inkml:trace>
  <inkml:trace contextRef="#ctx0" brushRef="#br0" timeOffset="20">29924 14057 7737,'-8'-6'1208,"2"3"1,8-5 0,2 1 196,6 4 1,3 2-1056,1 1 1,5-5 0,1 0 0,-1 2 0,0 3 0,0 3 0,-1 3 0,-4 2 0,-3 3 0,-3 2-9,-1 2 0,-3 1 1,-4 3-1,-1 3-467,-4 1 1,-8 2-1,-7-4 1,-3 1-424,-2 4 1,-1-4 0,0 1 0,2-4-190,-1-6 0,4 1 0,2-6 278,3 0 0,5-3 374,6-10 1,7-3 0,12-5-1,0 2 409,1 1 0,-1 6 1,0-4-1,1 1 472,-1 4 0,1 2 0,-1 1-518,0 0 0,1 0 0,-1 0-1174,1 0 0,-1 4 0,0 1-1148,1-2 1,-1 4 2043,0-3 0,14-56 0,2-20 0</inkml:trace>
  <inkml:trace contextRef="#ctx0" brushRef="#br0" timeOffset="21">30457 13813 8660,'0'14'1017,"0"-4"0,0-1 0,0 2-269,0 2 1,-5 6-1,-1 2 1,-2 2-258,-4 2 0,4 2 1,-1 2-1,-2-2 60,-2-3 0,0 2 0,2-7 510,1-1-961,1-2 0,1-12 0,4-8 1,8-14-21,5-8 0,9-4 0,3-2 1,1-5-165,4-4 1,1-1-1,2-11 1,-1-1-200,1-2 1,5-3 0,1-2-1,0 0 158,0 6 1,-6 10 0,-7 14-1,1 11 492,-1 10 0,-4 8 1,-1 9-1,-4 9 35,-3 11 0,-7 8 0,2 8 1,-4 2-39,-1 3 0,-6-8 0,-4 2 1,-3-4-394,-1-1 1,0-7 0,-1 0 0,1-6-1406,-1-3 0,1-6 0,0-7 1434,-1-2 0,-43-20 0,-20-12 0,23 7 0,0 1 0,-1-1 0</inkml:trace>
  <inkml:trace contextRef="#ctx0" brushRef="#br0" timeOffset="22">4474 14503 12924,'2'16'861,"1"2"1,5 3-167,5 1 0,-1-3-446,12 5 1,2-1 0,8 2 0,4-4 0,5-3 0,5-7 0,6-2 0,7-2 0,5-1 0,1-4 237,0-5 1,-5-7 0,5-8-1,2-2-377,2-3 0,-6 1 1,-4-4-1,-5 2-152,-3-1 0,-7-3 1,0 0-1,-7 1-338,-11 3 1,-7-2 0,-11 7 0,-5 1-179,-4 2 1,-1 7 0,-1 1 0,-4 1-1093,-5 4 0,-4 1 1,-4 2-1,-3 2 1650,-1 3 0,-18 7 0,-8 3 0,-6 4 0,-1 0 0</inkml:trace>
  <inkml:trace contextRef="#ctx0" brushRef="#br0" timeOffset="23">5265 14446 8109,'0'-10'294,"0"1"551,0-3 1,2 4 0,3 0-93,4 2 1,4-4 0,3 6-1,3-1-262,5-2 0,3 6 0,2-6 0,2 3-203,2-1 1,-1 0 0,5 5 0,-2 0-91,-3 0 0,-6 0 0,-4 0 0,0 2 99,1 2 1,-10 0 0,-1 5-34,-4 2 0,-3 2 1,-5 2-1,0-1-97,0 0 1,-6 1 0,-4 1-1,-3 3-161,-1 5 0,-5-2 0,0 1 0,-1-1-742,0 0 1,2 4 0,-4 8 735,1 4 0,-25 14 0,-10 8 0,16-16 0,1-1 0,-1 1 0</inkml:trace>
  <inkml:trace contextRef="#ctx0" brushRef="#br0" timeOffset="24">7754 18518 7026,'8'-2'879,"-3"-3"-60,-3 4-293,-2-12-146,0 11 1,0-6 0,1 3 1392,4-4-607,-3 2-822,4 1 1,-6 12-1,0 4-143,0 3 1,-2 1 0,-1 1 0,-2-1-107,2 0 1,-3 1-1,1-1 1,0 1-45,-1-1 0,4 0 0,-2 1 80,2-1 0,2-4 0,2-2-14,2-2 0,4 1 0,7-4 1,1 1 241,3 0 0,-2-3 0,6-1 0,-1-1-197,1-4 1,-4 3-1,3-4 1,-1 1-260,-4 0 0,4-1 0,-2 3-1520,-1-2 0,-2 0-307,-2 5 1,-4 2-1,-2 3 1924,-2 4 0,-26-9 0,-12-1 0</inkml:trace>
  <inkml:trace contextRef="#ctx0" brushRef="#br0" timeOffset="25">8013 18518 8196,'-8'-7'1916,"2"6"0,6-4-1234,0 10 1,0 3 0,0 6-1,0 0-296,0 1 1,0 4 0,0 0-1,-2 0-246,-3 2 1,2-3-1,-5 6 1,0 0-519,0-2 1,-1 5 0,-4-3-1,2 2-669,1-2 1,5 1 0,-3-4 0,2 0-2088,3 0 3134,1-2 0,15-37 0,3-7 0</inkml:trace>
  <inkml:trace contextRef="#ctx0" brushRef="#br0" timeOffset="26">8272 18532 8196,'0'-14'117,"0"-1"0,0 6 0,2-1 2796,3-1-2163,-4 4 0,4 3 0,-8 8 0,-4 6-272,-1 3 1,-1 6 0,-6 2 0,1 1-178,0 4 0,4-4 1,2 1-1,0-3 71,0-2 1,5-2 0,-2 0-246,4 3 1,2-3 0,4 2 0,4-7 38,4-6 0,3-4 1,2-1-1,3 0-66,1 0 0,-3-5 0,5-1 0,0-2-212,-1-3 0,2 3 0,-4 0 1,0 0-479,-1 0 0,-2 3 0,-7-3 0,-1 2-2944,1 3 16,-5 1 3518,1 2 0,-7 0 0</inkml:trace>
  <inkml:trace contextRef="#ctx0" brushRef="#br0" timeOffset="27">8574 18474 8196,'-14'7'314,"4"-1"1,2 5-1,0-1 823,0 1 1,4 7-1,-4 3 1,0 1-411,0 4 0,-2 1 1,-4 3-1,-1 2-672,1 2 0,-1 4 1,1-3-1,1 0-640,4 1 1,2 2 0,7-5 584,0-1 0,0-1 0,0-2 0</inkml:trace>
  <inkml:trace contextRef="#ctx0" brushRef="#br0" timeOffset="28">9035 18460 8196,'0'-14'1420,"0"-1"1,-2 3-938,-3 2 0,-3 5 0,-6 8 0,0 4-140,-1 1 1,-1 6-1,-1 7 1,-4 1-142,-2 4 1,1 1 0,-4 2 0,4 1-222,1 4 0,-3-2 0,5 4 0,2 1-435,1 0 1,3-3 0,2 2 0,3 0-3147,1-4 3600,2-2 0,5-21 0,0-4 0</inkml:trace>
  <inkml:trace contextRef="#ctx0" brushRef="#br0" timeOffset="29">8776 18374 8196,'-5'-15'0,"-1"3"1389,-2 2 0,-4 4-780,-7 6 1,-2 8 0,-3 4-1,4 8-338,-1 2 1,0 0 0,-3 4 0,7-4-203,5-1 1,1-2 0,6-4 0,2-1-20,2 0 0,2-6 1,4-3-1,6-3-216,7-2 1,-2 0 0,5-2 0,-2-3-36,0-4 1,6-4 0,-2-1 0,-1-1-123,-3 1 0,-3 4 0,-1 2 0,-1 0-278,1 0 1,-1 5-1,0-2 57,1 4 0,-6 2 1,-1 4-1,-1 6 200,-4 7 0,-2 4 1,-1 7-1,0 1 188,0 4 0,2-4 0,1 4 0,2-4 175,-2-1 0,-1-5 1,-2-2-1,0-1 524,0-3 1,0-7 1281,0-1 1,1-2-480,4 1 0,-2-2-933,7-7 1,0 0 0,2-2 0,0-1-32,-3-2 0,-4-6 0,5 1-44,1-3 1,-3-1 0,0 0-51,-2-1 1,-1 1 0,-5-1-713,0 1 424,0 6 0,45-30 0,11-2 0</inkml:trace>
  <inkml:trace contextRef="#ctx0" brushRef="#br0" timeOffset="30">12315 18518 8196,'-19'-2'287,"0"-3"0,4-1 0,7-5 0,2 1 0,3-1 0,3 0 0,4-1 1,6 3 780,3-2 1,6-2-1,2 0 1,1 2-575,4 1 0,-1 6 0,1-4 1,-2 1-248,1 4 1,1 1-1,-2 2 1,-3 0-161,0 0 1,-6 2-155,5 3 0,-11 3 0,-4 6 0,-5 1-193,-5-1 0,-3 5 1,-8 0-1,-1-1-115,-2-2 0,-5-2 1,4 2-1,3 2-178,1 1 1,1-1 0,3-7 0,0-2-233,3 3 0,6 0 631,-2 3 1,10-2 0,4-2 0,4-3 268,1-2 0,6 5 0,-1-3 0,-2 2 482,-1-1 1,-1-4 0,-2 5 154,-4 1 0,-2 2 1,-7 1-377,0 1 0,-2-1 1,-1 0-1,-4 1-258,-1-1 0,-1-4 0,-6-1 0,1 1-259,0-2 1,-2 5-1,-2-4 1,-1 4-345,1 2 1,-3-1 0,2 0 0,2 1-509,1-1 0,3 0 0,2-1 0,3-2-1619,1-1 2612,3 0 0,23-9 0,5-2 0</inkml:trace>
  <inkml:trace contextRef="#ctx0" brushRef="#br0" timeOffset="31">12919 18633 8196,'-6'-16'14,"4"-3"0,-3 9 1,5-3 846,5-1 0,2 4 0,4 1 0,-2-1-87,3 2 1,5-3 0,2 6 0,-1 0-333,-2-1 1,3 4 0,0-3 0,-1 4-220,-2 1 0,-3 1 0,-4 4-227,-4 5 1,-3-2 0,-2 3-1,-4 3-243,-5 4 1,-2 3 0,-12-4 0,2 4-339,4 2 1,-4-4 0,2 3 0,1-1-231,2-4 1,4 4 0,0-2 457,3-1 1,6-2-1,-2-2 1,5-1 128,5-3 1,3-4 0,6-4 0,2 1 442,3 2 1,-3 0-1,3-5 1,-3 0 149,-1 0 0,-6 0 1,-1 1-49,-1 4 0,-4 1 0,-8 6 0,-6-3-110,-7 2 0,-4 2 0,-5 2 1,1-1-220,2 0 0,0 1 1,-3-1-1,3 0-774,5 1 0,3-1 786,1 1 0,46-20 0,10-5 0</inkml:trace>
  <inkml:trace contextRef="#ctx0" brushRef="#br0" timeOffset="32">13624 18546 8196,'-9'-8'949,"-1"4"0,0 2 0,-4 4-522,0 2 1,-2 11 0,-2 9 0,-3 3 273,-1 2-681,-2 6 0,-5 0 1,0 3-1,2-2 1,2-3-1,2 1 0,2-2-711,4-2 0,6-6 1,3-2 690,1-1 0,-4-8 0,3-7 0</inkml:trace>
  <inkml:trace contextRef="#ctx0" brushRef="#br0" timeOffset="33">13423 18532 8196,'-7'-14'185,"4"6"1,-6 1-1,-3 2 1187,0 1-1154,-3-1 0,-1 11 1,-3 4-1,-3 3 0,-2 3 1,0 1-1,0 2 123,1-1 0,1 3 0,4-2 0,1-1-190,4-2 1,5-7-1,10-1-383,2-2 1,4-1 0,8-5 0,2 0-114,1 0 1,7 0-1,-2 0 1,1 0-114,-1 0 1,2 0 0,-7 0 0,0 0-356,2 0 0,-5 5 0,3 1 813,-3 2 0,-2 28 0,1 10 0</inkml:trace>
  <inkml:trace contextRef="#ctx0" brushRef="#br0" timeOffset="34">13523 18877 8196,'0'15'-428,"-4"-1"0,-3 1 837,-1-1 1,5 0 0,-2 1 689,4-1 0,1-4-519,0-1 1,6-6-1,4 2-145,2-3 0,1-9 0,-2-1 0,-1-1-237,1-1 1,0 1 0,1-6-1,-4-1-250,-2-3 0,4 8 0,-4-3 0,0 1-474,1 0 526,-2 5 0,1-5 0,2 5 0</inkml:trace>
  <inkml:trace contextRef="#ctx0" brushRef="#br0" timeOffset="35">16746 18561 8163,'0'-15'0,"0"1"85,0 0 1,0-1 416,0 1 0,2 4 1,2 2-134,6 2 1,-2 1 0,2 5 0,1 0 0,2 0 0,1 2 0,-1 2 0,-2 6 0,-3 3 51,-2 1 1,4 5 0,-5 2 0,-2 2-467,-1 2 0,-7 2 1,-3 2-1,-3 0-56,-5 0 1,-4-1-1,1 1 1,-5 0-268,-3 0 1,-2-2-1,1-3 1,-1-5-111,0-3 0,5-8 1,2-3 318,1-3 0,8-9 0,8-4 0,5-5 81,5-3 1,3-5 0,8 5 0,2 1 126,1 2 1,5 2 0,-5-1 0,-1 2 38,-2 4 0,-2 2 0,0 7-306,1 0 0,-1 0 0,0 2 218,1 3 0,12 35 0,3 14 0</inkml:trace>
  <inkml:trace contextRef="#ctx0" brushRef="#br0" timeOffset="36">17091 18618 8200,'0'-14'513,"0"0"106,0-1 0,2 2 0,3 2-17,4 2 0,4 5 0,2 0 1,-1 2 78,0 2 1,-1 2 0,-2 2 0,-3 6-374,-1 3 1,-3 3-1,-4 1 1,0 4-358,0 2 1,-6-1 0,-4 4-1,-4-3-326,-5 3 0,1-4 1,-4 1-1,1-2-259,4-4 1,1-2-1,1-4-314,1-2 0,1-4 754,3 5 0,9-9 0,7 1 0,2-7 319,3-3 1,2 5 0,2-3 0,-1 1 76,0 0 1,1 0 0,-1 5 0,1 0-470,-1 0 0,-4 0 1,-1 0-948,2 0 0,-3 0 1214,2 0 0,-1 7 0,6 1 0</inkml:trace>
  <inkml:trace contextRef="#ctx0" brushRef="#br0" timeOffset="37">17552 18561 8184,'0'-15'0,"-2"3"-2,-3 2 0,2 4 1,-6 6 192,-3 0 0,0 6 0,-4 4 1,-2 2 1103,-1 3 1,-7 4 0,2 2 0,-1 1-1414,1 4 0,-2-1 0,7 1 0,1-2-1988,2 1 1,4-2 2105,2 1 0,16-13 0,10 2 0</inkml:trace>
  <inkml:trace contextRef="#ctx0" brushRef="#br0" timeOffset="38">17365 18431 8209,'-13'-14'267,"3"0"1,-1-1 0,5 2 1571,-2 4 1,3 2-847,-5 7 0,7 2-861,-2 3 0,4 4 0,1 9 0,0 1-290,0-1 1,1-2 0,3 0 0,0 1-445,0 2 0,4 1 0,0-6 0,0 0-350,-4 1 0,3-1 0,-1 1 0,1-1 470,-1 0 0,4 1 0,-4-1 0,2-1 360,3-3 0,-3 1 0,0-5 1,0 0 105,0 1 0,2 2 1,2-2 727,-2 1 0,3-5 1338,-4 2-102,4-4-1436,2-1 0,-6 0 0,-1-1-310,-1-4 1,-1-1 0,-3-6 0,2 3-916,-2-2 1,4 3 712,-3-2 0,1-6 0,-5-6 0</inkml:trace>
  <inkml:trace contextRef="#ctx0" brushRef="#br1" timeOffset="39">9308 16287 11090,'-77'-17'0,"1"-1"0,-1 1 0,1-1 0,-1 1 0,1-1 0,-1 0 0,0 1 0,1-1 0,-1 1 0,1-1 0,1 4 0,-1 1 0,0 1 0,0 0 0,0 0 0,-1 1 0,0 0 0,-1 1 0,0 0 0,0 0 0,0 0 0,-1 1 0,2 0 0,-1 0 0,1 0 0,-1 1 0,-1 0 0,0 0 0,0 1 0,0 0 0,0 0 0,-1 1 0,0 1 0,0-1 0,0 2 0,3 0 0,0 1 0,0 0 0,0 1 0,-1 0 0,0 0 0,0 1 0,0 0 0,0 1 0,0 0 0,-1 0 0,1 1 0,-1 0 0,1 1-118,-3-1 1,1 2 0,-1-1-1,1 1 1,-1 1 0,0 0 0,0 0-1,-1 1 1,1 0 0,0 0 0,-1 1-1,1 0 1,-1 1 0,1 0 117,3 0 0,1 1 0,-1 0 0,0 0 0,1 1 0,-1 1 0</inkml:trace>
  <inkml:trace contextRef="#ctx0" brushRef="#br1" timeOffset="40">22731 15568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01:00:12.7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3812 8863 7904,'-28'7'544,"5"-1"1,4 5 564,3-1 0,6-5 2009,1 4-2777,6-6 0,-4 2 0,9-10 0,3-3 0,4-1 0,4-1 1,1-1-1,1 0 0,-1 0 0,1 1 873,-1-1 0,0 3 0,1 0 0,-1 0-497,0 0 1,1 0 0,-1-3 0,1 3-141,-1 1 0,0 2 0,2 4 1,2-2-355,1-2 1,0 0 0,-3 5 0,2 0-224,1 0 0,7 5 0,-2 1 0,3 2 0,2 3 0,1-3 0,2 0 0,3-1 0,2-4 0,-4 3 0,6-1 0,-1-2 0,-1-1 0,3-4 0,-7-1 0,-1-3 0,-1-2 0,-4 3 0,-1-3 0,-2 2 0,-7-1-4121,2 2 1944,-9 4 1,-10-6 0,-10 7 0,-2 0-3001,-3 0 5177,-6 0 0,-26 16 0,-11 7 0,-9 1 0,1 0 0</inkml:trace>
  <inkml:trace contextRef="#ctx0" brushRef="#br0" timeOffset="1">3956 8849 7846,'0'-8'3803,"7"5"1,1 11-2909,0 6 1,0 5 0,-5 2 0,2 6-178,-2 5 1,-2 5-1,-1-2 1,0 7-191,0 2 0,-6-2 1,-2 6-1,-2-3-500,1-2 0,1-6 1,-3-4-1,3-2-1079,1-3 0,-2-1 0,4-3-607,2-4 1,3-9 0,4-3-719,6-2 1,3-1 2375,1-5 0,1-26 0,-1-6 0</inkml:trace>
  <inkml:trace contextRef="#ctx0" brushRef="#br0" timeOffset="2">4373 9295 8200,'-12'6'589,"2"4"0,-1-2 1,4 1 84,-1 3 1,0 0 0,-1 3 0,2-1 79,1 1 1,4-1 0,-4 0 0,1 1 782,0-1-1263,1 0 1,4 1 0,0-1 0,0 1 0,0 1 0,1 1 157,4 2 1,-2 1 0,5-6-1,0 0-190,0 1 0,-3-1 0,3 0 1,0 1-69,0-1 0,-3-4 1,3-1-1,0 1 39,0-2 0,1 3 1,6-6 30,-1-2 1,-4-1 0,-1-2-324,3 0 0,-1-7 0,0-2-145,-2-4 0,-1-1 0,2-1-322,-5 1 0,-4 4 504,-1 1 1,0-1-75,0-4-1002,0 6 439,0-5 0,0 10-116,0-7 957,0 7 18,-6-3-175,4 6 0,-6 0-728,4 0-391,2 0-1803,-4 0 1524,6 0 0,1-5-535,4 0 1928,-3 0 0,-15 5 0,-11 0 0</inkml:trace>
  <inkml:trace contextRef="#ctx0" brushRef="#br0" timeOffset="3">4431 8748 7804,'-6'-10'421,"-4"1"0,2 6 787,-2-2 0,7 5 1,-2 5-380,4 4 1,1 10 0,0 5 0,0 5-11,0 5 0,0-2 1,0 6-1,0 4-318,0 4 0,0 2 0,0 6 1,0 2 49,0-1 0,-5-7 1,-1 1-1,-2-1-177,-4 0 0,0 0 1,-3-5-1,1-1-433,-1-4 0,3 2 0,2-8 1,5-5-851,4-6 0,2-7 0,4-2-558,5-3 0,2-7 0,4-1 0,2-5-37,1-4 1,-4-2 1503,-6-4 0,-18-14 0,-1-2 0</inkml:trace>
  <inkml:trace contextRef="#ctx0" brushRef="#br0" timeOffset="4">4733 9611 7751,'-10'0'1993,"1"0"-1264,-2 0 0,-1 2 1,1 3-1,3 4 103,2 4 0,-4 3 0,4 3 0,-2 7-109,-3 6 1,4 5-1,1 6 1,1 0-228,0 0 0,2-6 1,8-5-1,6-7-310,7-5 1,-1-9 0,7-3-1,2-3 11,1-7 0,7-6 1,-1-11-1,-1-5 2,-1-3 0,-9-4 0,-5-1 0,-5-1-101,-8 1 1,-2-3-1,-4 1 1,-4 2-122,-8 2 1,-7 2 0,-9 5 0,-4 3-1111,-4 4 1,1 2-1,2 1 1,3 2-3844,5 1 4976,7 7 0,12-22 0,10 1 0</inkml:trace>
  <inkml:trace contextRef="#ctx0" brushRef="#br0" timeOffset="5">5769 8863 7851,'-6'-8'345,"-4"3"1,-3 5 0,0 5 886,4 5 1,2 7 0,7 4 0,0 3-488,0 6 1,2 6 0,1 8-1,2 3-144,-2 1 0,4 6 0,-3 0 0,0 6-194,-3 2 1,-1-1 0,0-7-1,0-3-31,0-1 0,-1-2 0,-3-7 0,0-4 478,0-8-735,-4-7 0,7-17 0,-4-10-102,3-12 0,2-17 1,0-11-1,0-9-63,0-7 1,0-12 0,0-1 0,0-4 12,0 36 1,0 1 0,0-1 0,0 1-1,1-1 1,0 0 0,4-38 72,4 2 1,11 1-1,4 7 1,4 6 210,6 11 0,1 13 1,5 20-1,-3 7-22,-2 5 0,-3 5 1,-7 9-1,-4 7 109,-5 4 0,0 9 1,-11-2-1,-2 3 166,-1 2 1,-9 1 0,-4 2 0,-8 3-505,-10 2 1,-1-3 0,-7 3 0,0-2-373,1-3 1,-4-2 0,-7-1-1,-1-2-1003,2-3 1,8-5-1,4-9 1,5-5-1663,5-4 0,11-2 3037,13-4 0,64-10 0,-20 4 0,-1 0 0</inkml:trace>
  <inkml:trace contextRef="#ctx0" brushRef="#br0" timeOffset="6">6445 8547 8079,'-14'0'1415,"-1"0"813,1 0-1750,6 0 0,2 6 0,6 4 1,0 2-1,-2 3 0,-1-1 1,-2 1-1,0 1 0,0 1 1,1 2 975,0-1 0,3-7 0,1-1-1068,0 1 1,0-6-1,1-7-20,4-11 0,3-8 0,7-9 1,-1-3 11,0-6 1,2-4 0,2-3 0,3-2 16,1 1 1,-3 7 0,4 4-1,-1 0 22,0 4 0,-2 10 1,2 8-1,-1 7-314,-4 6 1,-1 2-1,-3 4 1,-2 6-104,-1 7 0,-5 9 0,3 7 0,-2-1 0,-3 2 0,0-4 0,1 2 0,0-2 0,0-3 0,-3 1 0,-1 0 0,0-2-515,0-3 0,5 2 0,0-5 0,0 1-3468,1 3 1,2 1 3982,6-2 0,-18 22 0,-6 1 0</inkml:trace>
  <inkml:trace contextRef="#ctx0" brushRef="#br0" timeOffset="7">8776 11223 7716,'-21'0'364,"-3"0"0,3 0 1,2 0-1,3 0 1,2-2-1,-1-1 1,1-3 904,0-2 0,-1 3 0,1-3 0,-1 1-532,1 4 0,0 0 0,-1 0 0,-1-2-269,-3 2 0,1 3 0,-6 5 0,-1 4-51,-2 4 1,-7 3-1,-1 3 1,-2 5-49,-3 3 1,3 7 0,1 1 0,1 0-55,3 0 1,8-1 0,4-5 0,6 0-86,4-1 1,4 1-1,6 0 1,2 0-134,2-1 0,4 8 0,7 2 0,-1 5-102,1 5 1,-6 5 0,-1 9 0,-1 7-100,-4 6 0,-2-32 0,-1 0 0,1 5 0,-2 0 1,1 2-1,-1-1-60,-1 2 1,-1-1 0,-1 1-1,-2-1 1,-2 0 0,-1 1-1,-1-2 1,1 1 34,0-2 0,0 0 1,1-2-1,0-1 0,-6 35 1,-1-7 46,1-4 0,1-8 0,2 0 0,3-7 163,2-6 0,1-8 0,5-3 0,1-4 546,4-6 0,3-6 0,6-10 1,1-3-81,-1-1 0,7-1 0,5-3 1,4 2-320,4-2 1,4-3 0,-3-3 0,2-3-229,3-2 0,6-2 0,2-4 0,-2 1 0,-1 3 0,-8-1 0,-3 5 0,-6-1-249,-4 1 0,-3 1 0,-6 5 1,-1 0-2660,0 0 0,1 0 2908,-1 0 0,0-13 0,1-3 0</inkml:trace>
  <inkml:trace contextRef="#ctx0" brushRef="#br0" timeOffset="8">9135 11280 7841,'0'-14'330,"0"0"1,0 4 0,0 0 0,-1 1 859,-4 1 1,2 3 0,-5 10-598,1 4 0,3 6 1,4 4-1,0 5-54,0 3 1,0 7-1,-2-1 1,-1 1-122,-2 1 0,0-5 0,5 4 0,0-4-39,0-1 0,-1 0 0,-3 0 0,0-2 135,0-3 1,3-3 0,1-7-139,0 0 1,6-6 0,4-3-10,3-3 1,3-2 0,1 0 0,4 0-64,1 0 1,-2-5-1,2-1 1,0-1-119,1 1 1,-1-4 0,4 5-1,-4 1-731,-1-3 0,-2 6 0,-5-4 0,1 3-1202,-1 2 0,1 0 0,-1 0-4323,0 0 6070,1 0 0,-26-19 0,-7-5 0</inkml:trace>
  <inkml:trace contextRef="#ctx0" brushRef="#br0" timeOffset="9">9452 11295 7841,'-14'0'888,"1"6"0,3 5 447,5 7 1,4 1-1,1 8 1,0 4-127,0-1 0,5 7 0,1 1 0,0 4-789,1 1 0,-1-2 0,-3-1 0,2-3-650,-2-2 1,4-1-1,-1-5 1,1 0-1077,-1-1 1,-1-1-1,-4-1 1,3-4-398,0-1 0,1 3 0,-5-3 1703,0 1 0,-32 9 0,-8 5 0</inkml:trace>
  <inkml:trace contextRef="#ctx0" brushRef="#br0" timeOffset="10">9279 12690 7841,'0'-22'608,"2"-5"1,3 3-1,4-7 157,4-7 0,13-8 0,4-17 0,7-4-46,-15 32 1,1 0 0,1-2 0,1 0 0,4 0 0,1-1 0,0 0 0,-1 1 62,0 1 0,0 2 0,1 0 0,1 2 1,21-24-1,3 4-260,-2 4 1,1 4 0,-6 6 0,-3 4-1290,-5 4 1,0 3-1,-7 3 1,-3 6-1267,-4 7 0,-5 5 0,-8 7 0,-4 7-2862,-4 12 4895,-10 2 0,-22 34 0,-11 13 0,9-23 0,0 1 0,0 0 0</inkml:trace>
  <inkml:trace contextRef="#ctx0" brushRef="#br0" timeOffset="11">10056 12230 8499,'-19'0'0,"1"-2"874,6-2 0,-3 2 1,6-3-60,-4 4 0,-2 5 0,1 4 1,1 4-162,4 4 0,-4 3 0,3 2 0,-2 6-267,-3 5 1,1 6-1,-1-3 1,3 2-184,2 3 1,-1-5-1,6-3 1,2-6-154,1-7 0,4-10 0,3-4 0,6-5-76,6-5 0,1-4 0,4-12 0,1-6-44,-1-5 1,2-8-1,3 3 1,-3 0 129,-5 4 1,-3 2 0,-1 4-1,-1 3 657,1 5-383,-1 3 1,-4 21 0,-2 11-1,-2 13 49,-3 9 0,-1 4 0,-2 1 0,0 2-148,0 3 0,0-9 0,0 3 0,0-4-1035,0-1 1,0-5-1,1 0 1,4-5-2236,5-3 0,-2-6 3034,1 1 0,-5-16 0,2-4 0</inkml:trace>
  <inkml:trace contextRef="#ctx0" brushRef="#br0" timeOffset="12">12286 11065 7743,'-22'-10'0,"3"0"588,3-1 0,1 3 614,1-1 1,7 5-731,7 0 1,8 2 0,10 4 0,3 2 0,1 6 0,4 3 0,1 1 0,0-1 0,-1-2 552,-2-1 1,-5-1-1,3 6 1,1-1-609,-1 0 1,-4 1 0,-1-1 0,-4 1-253,-3-1 0,-7 2 0,2 2 0,-5 1-94,-5-2 0,-5-1 0,-7-1 0,-4-1-403,-2 1 1,1-3-1,-2-2 1,5-5-861,3-4 0,1-1 282,1 0 0,8 0 808,6 0 1,6 0 0,8 0-1,1 0 211,-1 0 1,2 2 0,2 3 0,1 4 467,-1 4 0,-7 1 1,-3 2-1,0 2-8,0 1 0,-5 2 1,2-3-1,-5 2-172,-5 3 0,-8-4 0,-8 5 0,-1 0-329,-4-2 1,-1-1-1,-2-7 1,1 1-262,-1-1 1,5-1 0,0-2 0,0-3-1326,2-1 0,-1-3 1,6-4-669,-3 0 1,3 2-1,6 3-1504,1 4 3690,7 4 0,-23 34 0,2 7 0</inkml:trace>
  <inkml:trace contextRef="#ctx0" brushRef="#br0" timeOffset="13">12056 12561 7743,'-21'14'326,"5"-4"0,-3-2 0,8-5 0,9-9 894,12-12 0,14-14 0,3-8 1,8-6-460,7-7 1,6-12 0,-17 27 0,2-1 0,2-5 0,0-2-164,2-2 0,1-1 0,5-4 0,2 0 0,-1 0 0,0-1 0,2 0 0,1-1-368,1-1 1,1 0 0,-3 6 0,-1 1 0,-2 3 0,-1 1-1,-5 5 1,0 2-116,-5 3 1,-1 1-1,17-23 1,-8 12-1,-8 8-2151,-9 8-314,-12 16 0,-11 7 1,-11 19-1,-7 9-802,-6 12 1,-3 12 3151,-2 7 0,-6 3 0,-2 1 0</inkml:trace>
  <inkml:trace contextRef="#ctx0" brushRef="#br0" timeOffset="14">12876 12029 7784,'-21'-7'750,"5"6"1,-3-4 328,3 3 1,6 2 0,1 0 0,-2 0-416,-2 0 1,-1 8 0,-1 5 0,1 8-308,-1 6 1,1-2 0,0 11 0,-1-3-191,1 1 0,4 1 0,2-5 1,2-1-87,3-6 0,1-11 0,4-4 0,4-1-51,8-4 0,2-8 0,8-6 0,0-7-18,-1-6 1,6-4 0,-4-4 0,4-2 29,-2 2 1,-6 3 0,1 4 0,-1 2 216,-3 3 0,-2 2-12,-2 8 1,-6 12 0,-3 14 0,-4 11-21,-1 10 1,-6 9 0,-4 4 0,-2 1-256,-3 3 1,6-4-1,1-2 1,1-5-697,4-5 1,1-2-1,4-8 1,3-1-668,4-3 1,4-9 0,3-10 1390,3-4 0,-22-52 0,0-13 0</inkml:trace>
  <inkml:trace contextRef="#ctx0" brushRef="#br0" timeOffset="15">14502 11050 7693,'-7'-14'31,"1"-2"0,-4-2 0,6-1 0,2 0 0,2 0 0,0-2 1,3 0 596,7 0 0,1-4 1,13 2-1,1 1 155,3 3 0,0 8 0,3 3 0,2 1 577,6 4-1045,-4 8 1,5 9 0,-7 12 0,-2 6 0,-4 8 0,-6 4 0,-5 6-24,-8 1 1,-5-3 0,-5 3 0,-4 2-188,-8 3 0,-9-8 0,-10 5 0,-7-7-303,-7-3 1,1-4-1,-5-3 1,1-2-245,4-7 0,3-6 0,4-11 0,6-6 222,2-2 1,11-10-1,5-5 1,9-8 107,4-6 0,15 2 0,6-9 1,7 4 157,3 1 1,4 6 0,2 6 0,2 4 443,3 4 0,0 5 0,0 0 0,-2 5 105,2 9 1,-3 1 0,0 13 0,-2 1-283,-3 3 1,-3 5 0,-5 2-1,-4 2-1748,1 3 0,-10-3 1,2 0-1,-3-1-2533,-2 1 3968,-5 2 0,-26 11 0,-12 7 0,-4 4 0,-1 1 0</inkml:trace>
  <inkml:trace contextRef="#ctx0" brushRef="#br0" timeOffset="16">14444 12820 7680,'0'-37'618,"0"4"0,10-6 0,11-6 0,17-12-512,-12 22 1,2 0-1,8-4 1,3-1-1,4-3 1,1 0 0,0 0-1,0 0 638,-1-1 1,2 1 0,-1 1 0,1 1 0,-2 1 0,0 2-1,-2 1 1,0 2-470,-1 0 1,0-1-1,-3 1 1,1 0 0,2-2-1,2 1 1,-2-1-1,1 0-192,-1 1 0,0 0 0,-3 1 0,-2 1 0,-4 5 0,-1 1 1,24-28-728,-6 3 1,-5 12 0,-5 12 0,-6 10-190,-6 7 0,-10 6 1,-8 9-1,-2 7-895,-2 9 0,-4 8 1,-8 8 1727,-12 8 0,-2 7 0,-13 8 0</inkml:trace>
  <inkml:trace contextRef="#ctx0" brushRef="#br0" timeOffset="17">15725 12057 7680,'0'-22'0,"0"3"0,0 3 0,-5 1 0,0 1 0,2 0 1069,1-1 1,-3 6-1,-1 1-379,-2 1 0,-2 2 0,-4 7 0,-2 3-271,-3 4 0,1 11 0,-7 5 1,-4 7-276,-3 7 0,-6 7 0,4 2 0,2-2-10,2-1 1,3-3-1,3-4 1,6-6-78,7-7 1,6-5 0,11-11 0,9-6-166,7-6 0,17-13 0,4-11 0,1-6 78,1-4 0,-2-2 1,1-2-1,-5 2 219,-5 6 1,-2 4-1,-13 5 1,-1 7 234,-2 5 0,-8 9 0,-3 13-107,-4 9 1,-2 13 0,-3 6 0,-2 4-173,-2 1 1,3 0-1,-3-1 1,0-2-198,0-2 0,3-1 1,-3 3-1,2-3-493,3-2 0,1-6 0,2-6 1,0 1-824,0-1 0,0-7 0,0-7-983,0 3 2351,0-6 0,-19-32 0,-5-14 0</inkml:trace>
  <inkml:trace contextRef="#ctx0" brushRef="#br0" timeOffset="18">16199 10431 7662,'-12'-1'497,"2"-4"1,4 2 0,7-5-1,4 0 509,5 0 1,7 0-1,6-3 1,2 1 1834,6-1-2467,0 5 0,3-6 0,1 6 0,2 0 0,3-1 1,2 4-1,1 1 270,0 2 1,0 2-1,0 3 1,-1 4-368,-4 4 1,-3 6 0,-8 2 0,-3 1-50,-4 4 0,-4 1 0,-4 2 1,-2 1-53,-5 4 0,-4 3 0,-1 6 0,-1 2-81,-4 3 0,2-2 1,-7 7-1,-1 3-238,-2 4 0,4 6 0,-1 8 0,0 1-217,2 1 0,4-34 0,0 0 1,3-1-1,-1 1 0,-1 1 1,0 0-135,-1 0 0,0 0 1,2 2-1,1-2 1,-6 34-1,2-2 112,1-1 0,-6-9 0,5-4 0,0-5 110,-1-3 0,4-7 1,-2 4-1,2-2 123,2 0 1,0-5-1,0-5 1,2 0 85,2-1 1,0 3 0,4-6 0,0-2 102,0-2 1,1-1 0,6 0 0,-1-2 114,0-3 1,-4-5 0,-2-8 0,-2-1 326,-2 1 1,2-3 33,-1 2 1,-7-1-1,-7 4 1,-4-2-91,-2-1 0,-7-1 1,-7 6-1,-9 1-310,-8 3 1,-12-2 0,-11 7 0,-7 2-327,33-12 0,-1-1 1,-2 2-1,-2-1 0,-4 0 1,-2 1-1,1-1 0,-1 1-602,2-1 0,0 0 0,3 0 0,1-1 0,7 0 0,2-2 812,-33 9 0,10-1 0,14-5 0,6-3 0</inkml:trace>
  <inkml:trace contextRef="#ctx0" brushRef="#br0" timeOffset="19">18041 16316 8278,'6'-22'118,"2"-4"1,8 7 0,3 2-1,5 1 1,4 1 0,0 1 0,1-1 785,0 1 0,-7 6 1,-3 2-1,-3 1-283,-1 0-952,-7 0 0,3 12 331,-6 2 0,-39 62 0,10-28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9E78D-A8C0-480E-889F-8EC1F207140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6D8E4-4389-4BDB-844A-A58F014B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7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D35E-9E68-B2A4-C082-DE10DA6D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2E4D9-C7D3-7242-72C1-3777E7698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8BAFE-A0E9-2318-BC65-4F3BB14FD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4CEAA-FAB9-DAF0-5A14-5E7A0D292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29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28A2-D77B-272C-F755-4A7E7DD6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27E4A-BE91-DEF8-1A61-8017B0CB9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7AC14-F282-1A7D-750A-A611AFFF9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D63F0-2981-11C1-833D-F49CA9525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65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FC80E-E96F-34A5-AE38-51888859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717AE-BABD-186B-8C14-61D2EC914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68CE7-0FCC-0880-86D0-B290A0CC4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8C965-9A9C-8EFA-BFA5-0451BB4FF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58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88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2F0F-C09E-9240-7C74-F3FCCC90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6FC6A-C826-29E5-F449-816AB0221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88FD-DCD7-3AB5-ADE2-096F6D9A1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4B70F-EC82-689B-DF2B-6B97E6C95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90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;p5">
            <a:extLst>
              <a:ext uri="{FF2B5EF4-FFF2-40B4-BE49-F238E27FC236}">
                <a16:creationId xmlns:a16="http://schemas.microsoft.com/office/drawing/2014/main" id="{54018777-5825-1DD9-F0F1-CB39782E2522}"/>
              </a:ext>
            </a:extLst>
          </p:cNvPr>
          <p:cNvSpPr/>
          <p:nvPr userDrawn="1"/>
        </p:nvSpPr>
        <p:spPr>
          <a:xfrm>
            <a:off x="7883" y="10251"/>
            <a:ext cx="6019800" cy="6858125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9C4DB-FE1C-AFF9-6D3D-BE4C2F5EB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4716517" cy="238760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28E1-E086-EB78-46DA-64561B13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857" y="5430837"/>
            <a:ext cx="4719145" cy="60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1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oogle Shape;29;p5">
            <a:extLst>
              <a:ext uri="{FF2B5EF4-FFF2-40B4-BE49-F238E27FC236}">
                <a16:creationId xmlns:a16="http://schemas.microsoft.com/office/drawing/2014/main" id="{A126BCB9-91F0-D815-1454-67C972B79D9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4">
            <a:extLst>
              <a:ext uri="{FF2B5EF4-FFF2-40B4-BE49-F238E27FC236}">
                <a16:creationId xmlns:a16="http://schemas.microsoft.com/office/drawing/2014/main" id="{0517905A-48BB-F8DB-1DE9-61D6A041865B}"/>
              </a:ext>
            </a:extLst>
          </p:cNvPr>
          <p:cNvCxnSpPr>
            <a:cxnSpLocks/>
          </p:cNvCxnSpPr>
          <p:nvPr userDrawn="1"/>
        </p:nvCxnSpPr>
        <p:spPr>
          <a:xfrm>
            <a:off x="223344" y="5311596"/>
            <a:ext cx="4882056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BE7FE5-5841-F18C-6EA7-DAFDA72B17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algn="l">
              <a:buSzPct val="125000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21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0F85-F851-4F4D-E2E6-07F71CAB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2A28-2CC0-D2A6-A218-DE8C7CF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11488745" cy="5638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>
              <a:buSzPct val="100000"/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>
              <a:buFont typeface="Arial" panose="020B0604020202020204" pitchFamily="34" charset="0"/>
              <a:buChar char="•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DC90-05B5-A90A-60DC-914CE36E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Google Shape;21;p4">
            <a:extLst>
              <a:ext uri="{FF2B5EF4-FFF2-40B4-BE49-F238E27FC236}">
                <a16:creationId xmlns:a16="http://schemas.microsoft.com/office/drawing/2014/main" id="{B141A41B-8850-A20F-A868-FF9415A83C2E}"/>
              </a:ext>
            </a:extLst>
          </p:cNvPr>
          <p:cNvCxnSpPr>
            <a:cxnSpLocks/>
          </p:cNvCxnSpPr>
          <p:nvPr userDrawn="1"/>
        </p:nvCxnSpPr>
        <p:spPr>
          <a:xfrm flipV="1">
            <a:off x="88284" y="457202"/>
            <a:ext cx="10439400" cy="1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0806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D4A60-6C16-80BA-4FEA-981785C7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B9CB-D30E-202E-2F40-9EBE6ACE7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29;p5">
            <a:extLst>
              <a:ext uri="{FF2B5EF4-FFF2-40B4-BE49-F238E27FC236}">
                <a16:creationId xmlns:a16="http://schemas.microsoft.com/office/drawing/2014/main" id="{7A750F8F-3D3A-3346-1992-68E79F83A01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39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0B5394"/>
          </a:solidFill>
          <a:latin typeface="Inter Medium" panose="02000603000000020004" pitchFamily="2" charset="0"/>
          <a:ea typeface="Inter Medium" panose="02000603000000020004" pitchFamily="2" charset="0"/>
          <a:cs typeface="Inter Medium" panose="02000603000000020004" pitchFamily="2" charset="0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joshh.ug/cs70/markov_weathe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h.ug/cs70/markov_weather_sample_generator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customXml" Target="../ink/ink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customXml" Target="../ink/ink1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3.png"/><Relationship Id="rId7" Type="http://schemas.openxmlformats.org/officeDocument/2006/relationships/customXml" Target="../ink/ink1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joshh.ug/E" TargetMode="External"/><Relationship Id="rId7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0.png"/><Relationship Id="rId5" Type="http://schemas.openxmlformats.org/officeDocument/2006/relationships/image" Target="../media/image14.png"/><Relationship Id="rId10" Type="http://schemas.openxmlformats.org/officeDocument/2006/relationships/customXml" Target="../ink/ink15.xml"/><Relationship Id="rId4" Type="http://schemas.openxmlformats.org/officeDocument/2006/relationships/image" Target="../media/image47.png"/><Relationship Id="rId9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0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customXml" Target="../ink/ink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tgpt.com/share/692e0ecb-094c-800a-9130-7ace04cd8e08" TargetMode="Externa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18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chatgpt.com/share/692e0ecb-094c-800a-9130-7ace04cd8e0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customXml" Target="../ink/ink19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customXml" Target="../ink/ink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customXml" Target="../ink/ink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customXml" Target="../ink/ink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customXml" Target="../ink/ink25.xml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customXml" Target="../ink/ink2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1.png"/><Relationship Id="rId7" Type="http://schemas.openxmlformats.org/officeDocument/2006/relationships/customXml" Target="../ink/ink2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9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customXml" Target="../ink/ink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customXml" Target="../ink/ink29.xml"/><Relationship Id="rId4" Type="http://schemas.openxmlformats.org/officeDocument/2006/relationships/image" Target="../media/image8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customXml" Target="../ink/ink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customXml" Target="../ink/ink3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joshh.ug/cs70/three_state_markov_model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customXml" Target="../ink/ink33.xml"/><Relationship Id="rId4" Type="http://schemas.openxmlformats.org/officeDocument/2006/relationships/image" Target="../media/image9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5" Type="http://schemas.openxmlformats.org/officeDocument/2006/relationships/image" Target="../media/image99.png"/><Relationship Id="rId4" Type="http://schemas.openxmlformats.org/officeDocument/2006/relationships/image" Target="../media/image9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customXml" Target="../ink/ink35.xml"/><Relationship Id="rId4" Type="http://schemas.openxmlformats.org/officeDocument/2006/relationships/image" Target="../media/image9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customXml" Target="../ink/ink36.xml"/><Relationship Id="rId4" Type="http://schemas.openxmlformats.org/officeDocument/2006/relationships/image" Target="../media/image10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5" Type="http://schemas.openxmlformats.org/officeDocument/2006/relationships/image" Target="../media/image107.png"/><Relationship Id="rId4" Type="http://schemas.openxmlformats.org/officeDocument/2006/relationships/image" Target="../media/image9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hyperlink" Target="https://joshh.ug/cs70/three_state_markov_model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customXml" Target="../ink/ink3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539F-2489-4AB5-50E4-00AFE8F6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F5A3-4029-5272-7061-B101E5BE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Query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E9BF1-1529-933F-581C-DB3B5EA92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linear algebra isn’t a formal pre-requisite for this class, I want to know how much (if any) linear algebra you know.</a:t>
                </a:r>
              </a:p>
              <a:p>
                <a:endParaRPr lang="en-US"/>
              </a:p>
              <a:p>
                <a:r>
                  <a:rPr lang="en-US"/>
                  <a:t>Question: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/A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E9BF1-1529-933F-581C-DB3B5EA92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qr code with black squares&#10;&#10;Description automatically generated">
            <a:extLst>
              <a:ext uri="{FF2B5EF4-FFF2-40B4-BE49-F238E27FC236}">
                <a16:creationId xmlns:a16="http://schemas.microsoft.com/office/drawing/2014/main" id="{6FF3A708-4366-FB9A-4EBA-54622974C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501" y="3872498"/>
            <a:ext cx="2985499" cy="298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98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8BDF-F8CB-6F9D-0696-DAC0E3A3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C44C-F858-33DB-53FF-DE8E1405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Query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3CC3B4-1A56-D520-F749-1D83E01086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linear algebra isn’t a formal pre-requisite for this class, I want to know how much (if any) linear algebra you know.</a:t>
                </a:r>
              </a:p>
              <a:p>
                <a:endParaRPr lang="en-US"/>
              </a:p>
              <a:p>
                <a:r>
                  <a:rPr lang="en-US"/>
                  <a:t>Question: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  0.5  0.5]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3CC3B4-1A56-D520-F749-1D83E0108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47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3CB-945F-F860-CDFF-AF1388F7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7346-44B0-AEF1-0367-DE9B44A47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Markov Chain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41DDA-A6A1-B216-2DC9-B32E760D2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D808E-88A2-F090-B52A-A0B7F87127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75EB60F-8398-1A88-5EAC-8F69BCBB83DD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BA81C75-F5C1-489F-8566-0A3B118FC389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3"/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2861330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230C-F7A8-E1C0-720E-867E6784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Weather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3D4E-95DF-5669-FE27-02DE04989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Suppose we have the very crude weather model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If sunny now, 80% chance it will be sunny tomorrow.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If cloudy today, 25% chance it will be rainy tomorrow.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F37BA9-0805-C3C7-2002-7878BD3B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92" y="2222497"/>
            <a:ext cx="4977246" cy="4461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CD5C8-4903-7F0D-DF7A-0410FE3B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057" y="2368536"/>
            <a:ext cx="4771572" cy="43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0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7B60-D34D-09EB-FDB0-530FF394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4B73-3317-B5E2-4691-73246A00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Simulating of Our Weather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DBD6C-38B0-150B-6999-263225F5D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Let’s run a simulation of this model: </a:t>
            </a:r>
            <a:r>
              <a:rPr lang="en-US">
                <a:hlinkClick r:id="rId2"/>
              </a:rPr>
              <a:t>https://joshh.ug/cs70/markov_weather.html</a:t>
            </a:r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BB5D2-F9BB-3AA4-D19A-EE1FF03C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267" y="1645920"/>
            <a:ext cx="5556108" cy="50487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496C79-4EF0-F2BF-972C-F90C82DBE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84" y="1999743"/>
            <a:ext cx="5078557" cy="44336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DD0828-5C6D-F0D6-3E80-E632E7762C5F}"/>
                  </a:ext>
                </a:extLst>
              </p14:cNvPr>
              <p14:cNvContentPartPr/>
              <p14:nvPr/>
            </p14:nvContentPartPr>
            <p14:xfrm>
              <a:off x="8960760" y="683640"/>
              <a:ext cx="87840" cy="78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DD0828-5C6D-F0D6-3E80-E632E7762C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51400" y="674280"/>
                <a:ext cx="106560" cy="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026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3FC4-A5B6-3C96-5AF1-923D9835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761E-A139-9643-E13C-DE4FA76A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48878-30BB-A8E5-A3D2-953FD897A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5904807" cy="5638732"/>
          </a:xfrm>
        </p:spPr>
        <p:txBody>
          <a:bodyPr/>
          <a:lstStyle/>
          <a:p>
            <a:r>
              <a:rPr lang="en-US"/>
              <a:t>Results of our simulation are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On day 0, we knew it was sunny.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On day 1: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On day 7: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BEBF9-A23B-C690-8849-B12BBFCC4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235" y="1633728"/>
            <a:ext cx="5556108" cy="50487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D48994-BAE8-51B1-662D-EFB82E318B15}"/>
                  </a:ext>
                </a:extLst>
              </p14:cNvPr>
              <p14:cNvContentPartPr/>
              <p14:nvPr/>
            </p14:nvContentPartPr>
            <p14:xfrm>
              <a:off x="1148040" y="1492920"/>
              <a:ext cx="10686960" cy="503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D48994-BAE8-51B1-662D-EFB82E318B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8680" y="1483560"/>
                <a:ext cx="10705680" cy="50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759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047-A43D-5BE7-D420-344F7139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022070-8526-5D20-D8C0-20C74424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554" y="580060"/>
            <a:ext cx="6697929" cy="60863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73DB8-1738-1AAA-C10C-11BAF0BE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9A1D6-75BA-A832-2D54-68CE7DC06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5429319" cy="5638732"/>
              </a:xfrm>
            </p:spPr>
            <p:txBody>
              <a:bodyPr/>
              <a:lstStyle/>
              <a:p>
                <a:r>
                  <a:rPr lang="en-US"/>
                  <a:t>The result of this procedure is a sequence of random variables. </a:t>
                </a:r>
              </a:p>
              <a:p>
                <a:endParaRPr lang="en-US"/>
              </a:p>
              <a:p>
                <a:r>
                  <a:rPr lang="en-US"/>
                  <a:t>The </a:t>
                </a:r>
                <a:r>
                  <a:rPr lang="en-US" err="1"/>
                  <a:t>ith</a:t>
                </a:r>
                <a:r>
                  <a:rPr lang="en-US"/>
                  <a:t> random variable was generated from (only) the i-1th random variable (memoryless!).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/>
                  <a:t> can be computed with only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Such a sequence of RVs is called a “Markov Chain”.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9A1D6-75BA-A832-2D54-68CE7DC06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5429319" cy="5638732"/>
              </a:xfrm>
              <a:blipFill>
                <a:blip r:embed="rId3"/>
                <a:stretch>
                  <a:fillRect l="-1684" t="-541" r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40ADDC-21A4-0E44-DD8B-01328CCEF743}"/>
                  </a:ext>
                </a:extLst>
              </p14:cNvPr>
              <p14:cNvContentPartPr/>
              <p14:nvPr/>
            </p14:nvContentPartPr>
            <p14:xfrm>
              <a:off x="5018760" y="1435320"/>
              <a:ext cx="7147800" cy="2847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40ADDC-21A4-0E44-DD8B-01328CCEF7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9400" y="1425960"/>
                <a:ext cx="7166520" cy="286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584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3060-446D-3C53-7E52-29D25B1D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708-ABC7-BFC3-AEE7-E6EBC3AE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Chain: Formal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FB9C8C-1273-AD84-6803-B905137AF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Markov Chain </a:t>
                </a:r>
                <a:r>
                  <a:rPr lang="en-US"/>
                  <a:t>is a sequence of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, …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Each random variable takes on some value from a shared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state space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…,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for some finite K. 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is given by some arbitrary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Examples for our weather model: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FB9C8C-1273-AD84-6803-B905137AF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7982914-C1FB-519C-30B0-2E5F84D20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086" y="3016968"/>
            <a:ext cx="4237257" cy="37508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232B1C-CA68-5DC8-3EDE-24728186FB4D}"/>
                  </a:ext>
                </a:extLst>
              </p:cNvPr>
              <p:cNvSpPr txBox="1"/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1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232B1C-CA68-5DC8-3EDE-24728186F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A2D2D6-2088-DD7C-D977-9E5B0C37F023}"/>
                  </a:ext>
                </a:extLst>
              </p:cNvPr>
              <p:cNvSpPr txBox="1"/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2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A2D2D6-2088-DD7C-D977-9E5B0C37F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C0A346-1076-EB35-DE3A-22867C73606D}"/>
                  </a:ext>
                </a:extLst>
              </p:cNvPr>
              <p:cNvSpPr txBox="1"/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3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C0A346-1076-EB35-DE3A-22867C736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07DD87-9319-F64D-415A-AE15396149B9}"/>
                  </a:ext>
                </a:extLst>
              </p:cNvPr>
              <p:cNvSpPr txBox="1"/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4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07DD87-9319-F64D-415A-AE1539614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515974-4ABD-640B-4709-F8FF4C1261E6}"/>
                  </a:ext>
                </a:extLst>
              </p14:cNvPr>
              <p14:cNvContentPartPr/>
              <p14:nvPr/>
            </p14:nvContentPartPr>
            <p14:xfrm>
              <a:off x="341640" y="1476360"/>
              <a:ext cx="11417400" cy="538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515974-4ABD-640B-4709-F8FF4C1261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2280" y="1467000"/>
                <a:ext cx="11436120" cy="540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919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31D2-BF42-3379-ADA8-9579A224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Chain: Matrix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D1BAC-70F9-F3A6-5E17-9F8DE5D8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express the conditional probabilities of a Markov Chain using a matrix.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We call this the </a:t>
            </a:r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transition probability matrix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For our weather model, this matrix 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27BE18-99DF-1FB5-CF97-20E89ACA2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086" y="3016968"/>
            <a:ext cx="4237257" cy="37508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C4AC3-52C2-84EA-03B2-50899CDA7972}"/>
                  </a:ext>
                </a:extLst>
              </p:cNvPr>
              <p:cNvSpPr txBox="1"/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1</m:t>
                      </m:r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C4AC3-52C2-84EA-03B2-50899CDA7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008" y="3919728"/>
                <a:ext cx="44114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279956-D897-3D5F-D617-2B722B88E78B}"/>
                  </a:ext>
                </a:extLst>
              </p:cNvPr>
              <p:cNvSpPr txBox="1"/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2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279956-D897-3D5F-D617-2B722B88E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178" y="3887617"/>
                <a:ext cx="44114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E45222-B665-930A-2472-58931B22D771}"/>
                  </a:ext>
                </a:extLst>
              </p:cNvPr>
              <p:cNvSpPr txBox="1"/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3</m:t>
                      </m:r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E45222-B665-930A-2472-58931B22D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754" y="6093767"/>
                <a:ext cx="4411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36A3C-0787-64E3-D846-3BCBCD0854B3}"/>
                  </a:ext>
                </a:extLst>
              </p:cNvPr>
              <p:cNvSpPr txBox="1"/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4</m:t>
                      </m:r>
                    </m:oMath>
                  </m:oMathPara>
                </a14:m>
                <a:endParaRPr lang="en-US" sz="2400">
                  <a:solidFill>
                    <a:schemeClr val="accent5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36A3C-0787-64E3-D846-3BCBCD085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642" y="6131692"/>
                <a:ext cx="44114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53C76A-CE56-44C1-2EFC-9A3B44144979}"/>
                  </a:ext>
                </a:extLst>
              </p:cNvPr>
              <p:cNvSpPr txBox="1"/>
              <p:nvPr/>
            </p:nvSpPr>
            <p:spPr>
              <a:xfrm>
                <a:off x="1562758" y="3701078"/>
                <a:ext cx="3388492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53C76A-CE56-44C1-2EFC-9A3B44144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58" y="3701078"/>
                <a:ext cx="3388492" cy="1360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720F92-AAF5-1533-77CD-8CB0271680E6}"/>
                  </a:ext>
                </a:extLst>
              </p:cNvPr>
              <p:cNvSpPr txBox="1"/>
              <p:nvPr/>
            </p:nvSpPr>
            <p:spPr>
              <a:xfrm>
                <a:off x="4033520" y="5923280"/>
                <a:ext cx="2790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67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=4</m:t>
                          </m:r>
                        </m: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66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=3</m:t>
                          </m:r>
                        </m:e>
                      </m:d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720F92-AAF5-1533-77CD-8CB027168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520" y="5923280"/>
                <a:ext cx="2790123" cy="461665"/>
              </a:xfrm>
              <a:prstGeom prst="rect">
                <a:avLst/>
              </a:prstGeom>
              <a:blipFill>
                <a:blip r:embed="rId8"/>
                <a:stretch>
                  <a:fillRect l="-219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53D044-FD18-BBD3-8AB2-8F13883D7239}"/>
              </a:ext>
            </a:extLst>
          </p:cNvPr>
          <p:cNvCxnSpPr>
            <a:cxnSpLocks/>
          </p:cNvCxnSpPr>
          <p:nvPr/>
        </p:nvCxnSpPr>
        <p:spPr>
          <a:xfrm flipH="1" flipV="1">
            <a:off x="4683760" y="4775200"/>
            <a:ext cx="711200" cy="9956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E1A44E-EC8A-E538-B739-E88EFDC0B94C}"/>
              </a:ext>
            </a:extLst>
          </p:cNvPr>
          <p:cNvCxnSpPr>
            <a:cxnSpLocks/>
          </p:cNvCxnSpPr>
          <p:nvPr/>
        </p:nvCxnSpPr>
        <p:spPr>
          <a:xfrm>
            <a:off x="6898640" y="6131692"/>
            <a:ext cx="2683671" cy="4044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4995CD-1A6F-16A6-6E13-43919D494DFF}"/>
                  </a:ext>
                </a:extLst>
              </p14:cNvPr>
              <p14:cNvContentPartPr/>
              <p14:nvPr/>
            </p14:nvContentPartPr>
            <p14:xfrm>
              <a:off x="341640" y="2268720"/>
              <a:ext cx="8503200" cy="2127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4995CD-1A6F-16A6-6E13-43919D494D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2280" y="2259360"/>
                <a:ext cx="8521920" cy="214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034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81FB-6EDB-B7CD-5240-3A8E306E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0A10-7A96-1FAE-260E-C5EA69C0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Transition Probability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8E30-2672-A28F-A745-B517146A3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 state space of a Markov Chain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…,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for some finite K. </a:t>
                </a:r>
              </a:p>
              <a:p>
                <a:endParaRPr lang="en-US"/>
              </a:p>
              <a:p>
                <a:r>
                  <a:rPr lang="en-US"/>
                  <a:t>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transition probability matrix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 matrix such that: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𝔛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endParaRPr lang="en-US"/>
              </a:p>
              <a:p>
                <a:r>
                  <a:rPr lang="en-US"/>
                  <a:t>and the </a:t>
                </a: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sum of each row is 1</a:t>
                </a:r>
                <a:r>
                  <a:rPr lang="en-US"/>
                  <a:t>, i.e. 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𝔛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8E30-2672-A28F-A745-B517146A3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0C5943-9A11-39C7-760A-7BBCDCD3C3D8}"/>
                  </a:ext>
                </a:extLst>
              </p:cNvPr>
              <p:cNvSpPr txBox="1"/>
              <p:nvPr/>
            </p:nvSpPr>
            <p:spPr>
              <a:xfrm>
                <a:off x="8709851" y="5392920"/>
                <a:ext cx="3370858" cy="1399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.8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0C5943-9A11-39C7-760A-7BBCDCD3C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851" y="5392920"/>
                <a:ext cx="3370858" cy="1399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00D189-AE75-16A4-1A5D-65E660740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151" y="3564951"/>
            <a:ext cx="1920857" cy="17003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B47DBE-FB8E-1123-E618-06B110EABEA2}"/>
                  </a:ext>
                </a:extLst>
              </p14:cNvPr>
              <p14:cNvContentPartPr/>
              <p14:nvPr/>
            </p14:nvContentPartPr>
            <p14:xfrm>
              <a:off x="6625440" y="5112360"/>
              <a:ext cx="1981800" cy="56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B47DBE-FB8E-1123-E618-06B110EABE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16080" y="5103000"/>
                <a:ext cx="2000520" cy="58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512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EFF1-47AA-8B47-BAF9-04D9349C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E8B4E-1C06-3F6E-59E2-9819FE6B0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first row of the transition probability matrix for the Markov Chain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https://</a:t>
            </a:r>
            <a:r>
              <a:rPr lang="en-US" err="1"/>
              <a:t>joshh.ug</a:t>
            </a:r>
            <a:r>
              <a:rPr lang="en-US"/>
              <a:t>/B</a:t>
            </a: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911995D-CD0F-74F3-EE0D-A30119E54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122" y="4552122"/>
            <a:ext cx="2305878" cy="2305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ED2138-40B0-16EC-952D-01FEB531B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42" y="4139580"/>
            <a:ext cx="2913173" cy="25515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F9B877-6065-2C11-E695-A5FA142C0EC1}"/>
                  </a:ext>
                </a:extLst>
              </p14:cNvPr>
              <p14:cNvContentPartPr/>
              <p14:nvPr/>
            </p14:nvContentPartPr>
            <p14:xfrm>
              <a:off x="1615680" y="595800"/>
              <a:ext cx="7458840" cy="5226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F9B877-6065-2C11-E695-A5FA142C0E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6320" y="586440"/>
                <a:ext cx="7477560" cy="52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056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138C-00F8-4232-79D5-15943DA4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8025-AAB8-C0A0-7CC7-FFC8F3311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Generating Samples from a Markov Chain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F136C-3E49-9FB1-D516-0AAD7F7C40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43C7E-DAC6-E4C5-B358-E88F46813A3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9DE1221-798C-CB0B-0D53-527842636498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7377050-A1AD-71D9-1CE1-3E2D656F7D5A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 b="1">
                <a:solidFill>
                  <a:schemeClr val="accent3"/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2141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A241-6068-9719-C955-5B8FEA40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Sample Generation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8EA6-E132-EB1A-4DA6-0C0D7993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we’ve used a Markov Chain so far: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Given a definite state on day 0, what is the probability of all possible states at some later date?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An alternate usage: Generating samples.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Demo: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25E05-4FBC-5972-C40D-64F0C94E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91" y="1618513"/>
            <a:ext cx="5572852" cy="5063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186809-B455-FC34-46E9-15559270B20A}"/>
              </a:ext>
            </a:extLst>
          </p:cNvPr>
          <p:cNvSpPr txBox="1"/>
          <p:nvPr/>
        </p:nvSpPr>
        <p:spPr>
          <a:xfrm>
            <a:off x="0" y="3618325"/>
            <a:ext cx="658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>
                <a:hlinkClick r:id="rId3"/>
              </a:rPr>
              <a:t>https://joshh.ug/cs70/markov_weather_sample_generator.html</a:t>
            </a:r>
            <a:r>
              <a:rPr lang="en-US"/>
              <a:t> 	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ECFE25-D3AD-24AF-B09B-1E7CACDBB800}"/>
                  </a:ext>
                </a:extLst>
              </p14:cNvPr>
              <p14:cNvContentPartPr/>
              <p14:nvPr/>
            </p14:nvContentPartPr>
            <p14:xfrm>
              <a:off x="6842160" y="2227320"/>
              <a:ext cx="5147640" cy="425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ECFE25-D3AD-24AF-B09B-1E7CACDBB8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2800" y="2217960"/>
                <a:ext cx="5166360" cy="427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521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5413-EDD8-9D85-66A9-6D122911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C1D3-E0C8-B1AF-F8C2-64DD8D8B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Sample Generation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C40D-BB82-2482-4F44-F36F312BF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generate samples we condition each sample on the output of the previously generated sample.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24696-AE58-09E3-F4DC-A2F8CA1EE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078480"/>
            <a:ext cx="6432299" cy="2747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4E1066-FBA5-6BB5-3A6D-B4896002B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62" y="5783858"/>
            <a:ext cx="2271522" cy="10325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4F9211-2952-F1E6-D6EC-AFA66FCD50EA}"/>
                  </a:ext>
                </a:extLst>
              </p14:cNvPr>
              <p14:cNvContentPartPr/>
              <p14:nvPr/>
            </p14:nvContentPartPr>
            <p14:xfrm>
              <a:off x="2126160" y="963360"/>
              <a:ext cx="7792560" cy="509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4F9211-2952-F1E6-D6EC-AFA66FCD5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6800" y="954000"/>
                <a:ext cx="7811280" cy="511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7567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F521-3F8C-9D8A-3EC8-172C350F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2C56-49F0-A84E-541A-8975C4205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Hitting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F73AE-E2F0-FAAD-F6B0-DF2A1A8F8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A113C-B2B9-9C26-0487-6804A746C0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BF65E32-DC54-9123-CA71-7D2D3A3138A7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0CA7438-F578-74B4-9821-44555A188486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 b="1">
                <a:solidFill>
                  <a:schemeClr val="accent3"/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8164FC-1F34-8C3C-2716-A7A255C06A94}"/>
                  </a:ext>
                </a:extLst>
              </p14:cNvPr>
              <p14:cNvContentPartPr/>
              <p14:nvPr/>
            </p14:nvContentPartPr>
            <p14:xfrm>
              <a:off x="6190920" y="5278320"/>
              <a:ext cx="4121280" cy="135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8164FC-1F34-8C3C-2716-A7A255C06A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1560" y="5268960"/>
                <a:ext cx="4140000" cy="137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5084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31A2-483B-E1C2-A44B-8761D29F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ACB5F-62A4-EE05-684B-27C5C8BDF0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question we might ask ourselves: If we start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how any time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do we expect it to take before we hit end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ACB5F-62A4-EE05-684B-27C5C8BDF0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7FB9999-47F4-0DED-D8F8-015179D9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683BC2-2E48-9E3D-2EA5-AD2081635928}"/>
                  </a:ext>
                </a:extLst>
              </p14:cNvPr>
              <p14:cNvContentPartPr/>
              <p14:nvPr/>
            </p14:nvContentPartPr>
            <p14:xfrm>
              <a:off x="5852520" y="947160"/>
              <a:ext cx="6168960" cy="233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683BC2-2E48-9E3D-2EA5-AD20816359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43160" y="937800"/>
                <a:ext cx="6187680" cy="235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1016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34C2-E143-E6FC-29CF-9A73D7FF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8938CD-CA90-9184-832E-0A3B9CB1B7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/>
                  <a:t>Hitting Time: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</m:oMath>
                </a14:m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8938CD-CA90-9184-832E-0A3B9CB1B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54" t="-6667" b="-2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093DD-3A6A-FB52-B8F8-632E45589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093DD-3A6A-FB52-B8F8-632E45589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DACA99-322B-46E4-78BE-D408565F2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18960E-C9E7-D202-5F6B-503C11457C8E}"/>
                  </a:ext>
                </a:extLst>
              </p14:cNvPr>
              <p14:cNvContentPartPr/>
              <p14:nvPr/>
            </p14:nvContentPartPr>
            <p14:xfrm>
              <a:off x="244440" y="196920"/>
              <a:ext cx="8156520" cy="666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18960E-C9E7-D202-5F6B-503C11457C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080" y="187560"/>
                <a:ext cx="8175240" cy="667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9784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F988-FA8D-13D7-9988-3A2737C9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1D3F86-4BFF-158E-8A22-816DB4AE27D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/>
                  <a:t>Hitting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1D3F86-4BFF-158E-8A22-816DB4AE2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54" t="-6667" b="-2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65D46-C2AA-8B14-C0CD-E7964A62E1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65D46-C2AA-8B14-C0CD-E7964A62E1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C070652-72A4-B345-F927-91BFBB567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381C0-6C4C-7C4B-40D7-CC817951A937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381C0-6C4C-7C4B-40D7-CC817951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5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DDCDD7-DC3C-3ABC-84B2-442D64E02B8F}"/>
                  </a:ext>
                </a:extLst>
              </p14:cNvPr>
              <p14:cNvContentPartPr/>
              <p14:nvPr/>
            </p14:nvContentPartPr>
            <p14:xfrm>
              <a:off x="357120" y="290160"/>
              <a:ext cx="10256760" cy="6567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DDCDD7-DC3C-3ABC-84B2-442D64E02B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7760" y="280800"/>
                <a:ext cx="10275480" cy="65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0586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67D6-4FB2-6C90-1EAF-AB1DB2B0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AAAC01-4494-F81E-6AEE-494F3E9213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/>
                  <a:t>Hitting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AAAC01-4494-F81E-6AEE-494F3E921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54" t="-800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C1C61-A0C1-AF83-90F1-BB8E8438F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Next,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do you think is the appropriate equation? Hint: What can happen if we’re currently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☁️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C1C61-A0C1-AF83-90F1-BB8E8438F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 r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5A98D77-3CBF-87C8-4B32-C67E2A9E3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362878-F40C-82A5-E8F5-7FBEE07E4764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362878-F40C-82A5-E8F5-7FBEE07E4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5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DE72B6-5B42-7974-5481-453610D5792A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DE72B6-5B42-7974-5481-453610D5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C7CB5C-7C9C-A815-F9BB-C852046149A6}"/>
                  </a:ext>
                </a:extLst>
              </p14:cNvPr>
              <p14:cNvContentPartPr/>
              <p14:nvPr/>
            </p14:nvContentPartPr>
            <p14:xfrm>
              <a:off x="394200" y="1559160"/>
              <a:ext cx="11370600" cy="408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C7CB5C-7C9C-A815-F9BB-C852046149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840" y="1549800"/>
                <a:ext cx="11389320" cy="410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1790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D46B-E323-9E13-6724-0AA46BAF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0A3C04-7B94-E7B7-984D-0B85D5ED84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/>
                  <a:t>Hitting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0A3C04-7B94-E7B7-984D-0B85D5ED8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54" t="-800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84FCB-43EA-4407-4317-B7D66C4244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Lastly,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it? </a:t>
                </a:r>
                <a:r>
                  <a:rPr lang="en-US">
                    <a:hlinkClick r:id="rId3"/>
                  </a:rPr>
                  <a:t>https://joshh.ug/E</a:t>
                </a: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84FCB-43EA-4407-4317-B7D66C4244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860CD75-5E18-F896-7E0B-9A09C3D96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A1CFEC-FF75-46A9-4194-FEB0F8D2811C}"/>
                  </a:ext>
                </a:extLst>
              </p:cNvPr>
              <p:cNvSpPr txBox="1"/>
              <p:nvPr/>
            </p:nvSpPr>
            <p:spPr>
              <a:xfrm>
                <a:off x="2066807" y="6324600"/>
                <a:ext cx="614172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🌧</m:t>
                          </m:r>
                          <m:r>
                            <m:rPr>
                              <m:nor/>
                            </m:rPr>
                            <a:rPr lang="en-US"/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A1CFEC-FF75-46A9-4194-FEB0F8D28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807" y="6324600"/>
                <a:ext cx="6141720" cy="43050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8D63AF-1E57-5F56-539D-740F9DCDD841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8D63AF-1E57-5F56-539D-740F9DCDD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30E09-D9B0-C62F-71ED-3B8BC97B43EC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30E09-D9B0-C62F-71ED-3B8BC97B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8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3BE6864-B7E7-69A9-3C35-8416CD7DD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34" y="2269809"/>
            <a:ext cx="1609089" cy="160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F68072-8282-6F16-F5F5-D1533A702EF5}"/>
                  </a:ext>
                </a:extLst>
              </p14:cNvPr>
              <p14:cNvContentPartPr/>
              <p14:nvPr/>
            </p14:nvContentPartPr>
            <p14:xfrm>
              <a:off x="218160" y="3936600"/>
              <a:ext cx="11445840" cy="241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F68072-8282-6F16-F5F5-D1533A702E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8800" y="3927240"/>
                <a:ext cx="11464560" cy="243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3637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FF15-D613-861C-A8C1-CF440DFE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A7B9-198F-7D1B-26A1-30244494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8A684-7BCE-C1D1-BAA8-1BD5DC803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Lastly, let’s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8A684-7BCE-C1D1-BAA8-1BD5DC803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2"/>
                <a:stretch>
                  <a:fillRect l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001C033-476D-26FA-E4D6-1E76F96F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49A114-BFD8-1EBE-FCD1-95FBC18F2FFD}"/>
                  </a:ext>
                </a:extLst>
              </p:cNvPr>
              <p:cNvSpPr txBox="1"/>
              <p:nvPr/>
            </p:nvSpPr>
            <p:spPr>
              <a:xfrm>
                <a:off x="2066807" y="6324600"/>
                <a:ext cx="6141720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☁️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49A114-BFD8-1EBE-FCD1-95FBC18F2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807" y="6324600"/>
                <a:ext cx="6141720" cy="373564"/>
              </a:xfrm>
              <a:prstGeom prst="rect">
                <a:avLst/>
              </a:prstGeom>
              <a:blipFill>
                <a:blip r:embed="rId4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F2301-43C0-2914-A8C3-3CA1C655E4CC}"/>
                  </a:ext>
                </a:extLst>
              </p:cNvPr>
              <p:cNvSpPr txBox="1"/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☀️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F2301-43C0-2914-A8C3-3CA1C655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" y="6324600"/>
                <a:ext cx="1329592" cy="373564"/>
              </a:xfrm>
              <a:prstGeom prst="rect">
                <a:avLst/>
              </a:prstGeom>
              <a:blipFill>
                <a:blip r:embed="rId5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79381-107E-7422-CEA6-F15F1F515EF8}"/>
                  </a:ext>
                </a:extLst>
              </p:cNvPr>
              <p:cNvSpPr txBox="1"/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β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🌧</m:t>
                          </m:r>
                          <m:r>
                            <m:rPr>
                              <m:nor/>
                            </m:rPr>
                            <a:rPr lang="en-US" sz="180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79381-107E-7422-CEA6-F15F1F515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535" y="6324600"/>
                <a:ext cx="2628900" cy="43050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094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253B-AAD8-12B3-3F77-4976F160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4C75C2-C077-5C7A-5BB6-F8F5D380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283" y="1684021"/>
            <a:ext cx="2723037" cy="2410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C0B39-3685-15BE-30A8-ED5E97F4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23F52-7535-C21C-CDE5-CAB521B148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Our desired end state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☀️</m:t>
                    </m:r>
                  </m:oMath>
                </a14:m>
                <a:r>
                  <a:rPr lang="en-US"/>
                  <a:t>, we want 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To do this, let’s write the so-called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step equations </a:t>
                </a:r>
                <a:r>
                  <a:rPr lang="en-US"/>
                  <a:t>for this Markov Chain. </a:t>
                </a:r>
              </a:p>
              <a:p>
                <a:endParaRPr lang="en-US"/>
              </a:p>
              <a:p>
                <a:r>
                  <a:rPr lang="en-US"/>
                  <a:t>First step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Four linear equations in four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Or three in three unknowns since we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already.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23F52-7535-C21C-CDE5-CAB521B148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3"/>
                <a:stretch>
                  <a:fillRect l="-785" b="-10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B823B3-0BE9-5940-C99B-D4F7E302FEFE}"/>
                  </a:ext>
                </a:extLst>
              </p14:cNvPr>
              <p14:cNvContentPartPr/>
              <p14:nvPr/>
            </p14:nvContentPartPr>
            <p14:xfrm>
              <a:off x="337680" y="2864880"/>
              <a:ext cx="8861040" cy="1895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B823B3-0BE9-5940-C99B-D4F7E302FE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320" y="2855520"/>
                <a:ext cx="8879760" cy="19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3744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13A2-2A2E-91A3-C45D-4F7F804A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AB814BA-7615-13A9-AE4A-66FF1E25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CD8AE7-D7B2-82D5-767B-899F5D18D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D0AE0-0838-7A38-2B15-886C12C109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D0AE0-0838-7A38-2B15-886C12C109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B37F81D-F30C-34E2-2678-65B45D42B913}"/>
              </a:ext>
            </a:extLst>
          </p:cNvPr>
          <p:cNvSpPr txBox="1"/>
          <p:nvPr/>
        </p:nvSpPr>
        <p:spPr>
          <a:xfrm>
            <a:off x="93657" y="4019994"/>
            <a:ext cx="81148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Straightforward to solve (through substitution, gaussian elimination, computer solver, </a:t>
            </a:r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etc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If you want to see all the work click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  <a:hlinkClick r:id="rId5"/>
              </a:rPr>
              <a:t>here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63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63DF-8091-9603-A1D3-B9E7A53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431FDC-62C4-87B9-3246-22280CFB0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5D3288-B24E-32B7-D29D-8784995B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DB84D5-CB97-F6A6-65E0-20E14C4E5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DB84D5-CB97-F6A6-65E0-20E14C4E5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840A24-D8C8-CC0B-05EC-E40014393B26}"/>
                  </a:ext>
                </a:extLst>
              </p:cNvPr>
              <p:cNvSpPr txBox="1"/>
              <p:nvPr/>
            </p:nvSpPr>
            <p:spPr>
              <a:xfrm>
                <a:off x="93656" y="4019994"/>
                <a:ext cx="8257863" cy="1355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Straightforward to solve (through substitution, gaussian elimination, computer solver, </a:t>
                </a:r>
                <a:r>
                  <a:rPr lang="en-US" sz="2400" err="1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etc</a:t>
                </a: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Using algebra not shown, above, I’ve 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/>
                          <m:t>🌧</m:t>
                        </m:r>
                        <m:r>
                          <m:rPr>
                            <m:nor/>
                          </m:rPr>
                          <a:rPr lang="en-US" sz="2400"/>
                          <m:t>️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840A24-D8C8-CC0B-05EC-E40014393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6" y="4019994"/>
                <a:ext cx="8257863" cy="1355179"/>
              </a:xfrm>
              <a:prstGeom prst="rect">
                <a:avLst/>
              </a:prstGeom>
              <a:blipFill>
                <a:blip r:embed="rId5"/>
                <a:stretch>
                  <a:fillRect l="-1107" t="-3587" b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1646E3-44F2-C3AF-74BE-1A84B854815E}"/>
                  </a:ext>
                </a:extLst>
              </p14:cNvPr>
              <p14:cNvContentPartPr/>
              <p14:nvPr/>
            </p14:nvContentPartPr>
            <p14:xfrm>
              <a:off x="1533600" y="973800"/>
              <a:ext cx="9694800" cy="497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1646E3-44F2-C3AF-74BE-1A84B85481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24240" y="964440"/>
                <a:ext cx="9713520" cy="499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467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E146-55E7-9451-8F27-4016180A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9A9914-F543-C5E6-5AEF-54F9F7F9E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2A6D75-CCCD-8B32-78E7-129BDA1C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2307B-FBCD-59D7-8F1E-23390DAE5B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2307B-FBCD-59D7-8F1E-23390DAE5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6F88EB-FFE5-669A-A6BB-1A1959ACAF9D}"/>
                  </a:ext>
                </a:extLst>
              </p:cNvPr>
              <p:cNvSpPr txBox="1"/>
              <p:nvPr/>
            </p:nvSpPr>
            <p:spPr>
              <a:xfrm>
                <a:off x="93656" y="4019994"/>
                <a:ext cx="8257863" cy="1724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Straightforward to solve (through substitution, gaussian elimination, computer solver, </a:t>
                </a:r>
                <a:r>
                  <a:rPr lang="en-US" sz="2400" err="1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etc</a:t>
                </a: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Using algebra not shown, above, I’ve 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/>
                          <m:t>🌧</m:t>
                        </m:r>
                        <m:r>
                          <m:rPr>
                            <m:nor/>
                          </m:rPr>
                          <a:rPr lang="en-US" sz="2400"/>
                          <m:t>️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Let’s do the rest by hand.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6F88EB-FFE5-669A-A6BB-1A1959ACA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6" y="4019994"/>
                <a:ext cx="8257863" cy="1724511"/>
              </a:xfrm>
              <a:prstGeom prst="rect">
                <a:avLst/>
              </a:prstGeom>
              <a:blipFill>
                <a:blip r:embed="rId5"/>
                <a:stretch>
                  <a:fillRect l="-1107" t="-2827" b="-7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669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1D4F-1FB2-1C70-5AD5-E4AA6CE9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CCAD60-D66B-5D3E-82F0-F09B66660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C90722-2E48-7C07-E351-5D649040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CF3EA-282D-9421-E6B3-D64F81A2C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</p:spPr>
            <p:txBody>
              <a:bodyPr/>
              <a:lstStyle/>
              <a:p>
                <a:r>
                  <a:rPr lang="en-US"/>
                  <a:t>Answer is given by the system of linear equations: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CF3EA-282D-9421-E6B3-D64F81A2C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41143" cy="5638732"/>
              </a:xfrm>
              <a:blipFill>
                <a:blip r:embed="rId4"/>
                <a:stretch>
                  <a:fillRect l="-785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251FF7E-CE52-7939-C265-2D0954158D5C}"/>
              </a:ext>
            </a:extLst>
          </p:cNvPr>
          <p:cNvSpPr txBox="1"/>
          <p:nvPr/>
        </p:nvSpPr>
        <p:spPr>
          <a:xfrm>
            <a:off x="93657" y="4019994"/>
            <a:ext cx="8114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Interpretation: If it is currently rainy, then it’ll be 9.67 days on average before it is sunny again.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768B9B-41B2-4C3F-D8E3-2D77536295E1}"/>
                  </a:ext>
                </a:extLst>
              </p14:cNvPr>
              <p14:cNvContentPartPr/>
              <p14:nvPr/>
            </p14:nvContentPartPr>
            <p14:xfrm>
              <a:off x="756000" y="849960"/>
              <a:ext cx="8550720" cy="570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768B9B-41B2-4C3F-D8E3-2D77536295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6640" y="840600"/>
                <a:ext cx="8569440" cy="572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8340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E9AB-A04F-F758-AA65-F9DC9740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Hitting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AA653-42CD-5FA0-E0E2-D963BBFFF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Hitting time, naturally, depends on our desired state.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If we want the number of steps before it is stormy,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⚡</m:t>
                    </m:r>
                  </m:oMath>
                </a14:m>
                <a:r>
                  <a:rPr lang="en-US"/>
                  <a:t> then we’ll have instead that (</a:t>
                </a:r>
                <a:r>
                  <a:rPr lang="en-US">
                    <a:hlinkClick r:id="rId2"/>
                  </a:rPr>
                  <a:t>link</a:t>
                </a:r>
                <a:r>
                  <a:rPr lang="en-US"/>
                  <a:t>):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🌧</m:t>
                        </m:r>
                        <m:r>
                          <m:rPr>
                            <m:nor/>
                          </m:rPr>
                          <a:rPr lang="en-US"/>
                          <m:t>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☁️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☀️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AA653-42CD-5FA0-E0E2-D963BBFFF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 r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C40E44B-F3ED-64BD-A387-3EE25ABC9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27" y="3248661"/>
            <a:ext cx="3983473" cy="3526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E84C0-0934-EAF7-A1C9-C48620B4DBF1}"/>
              </a:ext>
            </a:extLst>
          </p:cNvPr>
          <p:cNvSpPr txBox="1"/>
          <p:nvPr/>
        </p:nvSpPr>
        <p:spPr>
          <a:xfrm>
            <a:off x="93657" y="4520513"/>
            <a:ext cx="79835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The low probability of transition to stormy weather is reflected in the long hitting times from the other three starting states.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9E8B61-4321-FF84-C9D8-D7E691B4ACA5}"/>
                  </a:ext>
                </a:extLst>
              </p14:cNvPr>
              <p14:cNvContentPartPr/>
              <p14:nvPr/>
            </p14:nvContentPartPr>
            <p14:xfrm>
              <a:off x="1988640" y="2320560"/>
              <a:ext cx="891360" cy="1745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9E8B61-4321-FF84-C9D8-D7E691B4AC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9280" y="2311200"/>
                <a:ext cx="910080" cy="17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4412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B49D-3667-91D5-6164-66DC3E2C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D6458-1F9C-610C-9082-E3EEF92F2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Applications of Hitting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F97A-29A2-3786-0285-44D528374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14C0D-A881-7A17-724E-36FCD33FAC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0038776-DD4D-9C91-A189-8137041D4F8F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B80A31F-B1F9-79E4-5E92-8EA91621C712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 b="1">
                <a:solidFill>
                  <a:schemeClr val="accent3"/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578312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C4F7-6538-676F-0A0D-2B94321C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of Hitting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01DF4-BDE8-03F4-6070-3C6A1B2D5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Before, we saw how we could apply hitting time analysis to understand how long we have to wait on average for a state in a Markov Model.</a:t>
            </a:r>
          </a:p>
          <a:p>
            <a:endParaRPr lang="en-US"/>
          </a:p>
          <a:p>
            <a:r>
              <a:rPr lang="en-US"/>
              <a:t>We can also frame problems we’ve seen before as Markov Model hitting time problems.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Computing the expectation of a geometric random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New powerful tool that makes our lives easier!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7FB2F3-702D-5DE7-7E8A-1A137021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527" y="3352766"/>
            <a:ext cx="3983473" cy="352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51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38C3-FB87-6134-E50D-11A375C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Expectation of a Geometric Random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1EA6D-BCF5-FFBE-C648-E46B569A9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can we cast the expectation of a geometric random variable in terms of hitting time?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are the states of our Markov Model?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are the probabilities?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What hitting time should we compute?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B8E293-2F53-D0BD-A145-4F1AD295B10C}"/>
                  </a:ext>
                </a:extLst>
              </p14:cNvPr>
              <p14:cNvContentPartPr/>
              <p14:nvPr/>
            </p14:nvContentPartPr>
            <p14:xfrm>
              <a:off x="227880" y="927000"/>
              <a:ext cx="11301480" cy="5728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B8E293-2F53-D0BD-A145-4F1AD295B1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520" y="917640"/>
                <a:ext cx="11320200" cy="574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4099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B231-4BA3-8971-DF07-94EF697D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8D3F-454B-98A4-A304-8634E299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Flipping Until Two Consecutive Heads.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ECDE3-6A2D-CE1A-CDA4-C4D43735ED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/>
                  <a:t>Let’s model the process of flipping a coin until we get two consecutive heads.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What </a:t>
                </a:r>
                <a:r>
                  <a:rPr lang="en-US"/>
                  <a:t>does </a:t>
                </a:r>
                <a:r>
                  <a:rPr lang="en-US" b="0"/>
                  <a:t>the equivalent Markov Chain look like?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How </a:t>
                </a:r>
                <a:r>
                  <a:rPr lang="en-US"/>
                  <a:t>many flips on average do you think it will take if coin is fair,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ECDE3-6A2D-CE1A-CDA4-C4D43735E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AB2AAC-680C-45AC-50D3-E84CE81A79C2}"/>
                  </a:ext>
                </a:extLst>
              </p14:cNvPr>
              <p14:cNvContentPartPr/>
              <p14:nvPr/>
            </p14:nvContentPartPr>
            <p14:xfrm>
              <a:off x="434880" y="243360"/>
              <a:ext cx="11757240" cy="661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AB2AAC-680C-45AC-50D3-E84CE81A79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520" y="234000"/>
                <a:ext cx="11775960" cy="66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205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B2E52-C1DA-ABE4-1008-5E8682ED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D1C1-1F58-E331-6734-FD7C07BE4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Probability of A Before 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79F2C-A610-85E6-2D0B-8217C609A5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DCE1F-CAEC-49AC-3AE5-68CC070F34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292A819-AB18-9E45-876A-0EB3671FDFF3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63C0A6A-78EC-DFC2-1F32-B8C2B45EA8D5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 b="1">
                <a:solidFill>
                  <a:schemeClr val="accent3"/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137587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643B-BA86-AAE7-CEFC-CAE3FF23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E01BF-DCAC-0022-D22F-DB0213126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Example: You’re gambling, have a 50/50 chance of winning. Every round: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you win $1.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50% chance you lose $1.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Your plan is to keep playing until you make $100.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you start with $10 dollars, what’s the chance you get to $100 before you get to $0?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E01BF-DCAC-0022-D22F-DB0213126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0B4424D-36C6-CD82-E81F-D09B9E14D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57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3AA0-57FF-085B-FCE2-A497A120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267F-FC07-8D03-0D9B-34F8DFEE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9AE3E5-B562-166F-0547-AB97C28ABA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Which of these are true?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9AE3E5-B562-166F-0547-AB97C28AB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9583C6B-C230-B368-87FF-D33FB94C4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D990B8-3ADD-762E-B0DA-D3E9F35C2443}"/>
                  </a:ext>
                </a:extLst>
              </p14:cNvPr>
              <p14:cNvContentPartPr/>
              <p14:nvPr/>
            </p14:nvContentPartPr>
            <p14:xfrm>
              <a:off x="385560" y="1165320"/>
              <a:ext cx="11433960" cy="488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D990B8-3ADD-762E-B0DA-D3E9F35C24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6200" y="1155960"/>
                <a:ext cx="11452680" cy="490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8648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1D88-1F74-01D1-8899-B3A1CD96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570A-FCF6-63C7-F8D8-1DED9537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33BC6-4BBE-71A2-8BA7-952D3255B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 For other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33BC6-4BBE-71A2-8BA7-952D3255B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9334B5D-9E93-52AA-CE78-43A681757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7A6233-E56D-0FF5-B7D3-0DAD9BA1D9F5}"/>
                  </a:ext>
                </a:extLst>
              </p14:cNvPr>
              <p14:cNvContentPartPr/>
              <p14:nvPr/>
            </p14:nvContentPartPr>
            <p14:xfrm>
              <a:off x="253800" y="2822760"/>
              <a:ext cx="11617200" cy="4035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7A6233-E56D-0FF5-B7D3-0DAD9BA1D9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440" y="2813400"/>
                <a:ext cx="11635920" cy="405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4258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C77A-4D89-DBE7-24F7-DF52914C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E3F1-3818-E604-50E7-3D95B6F6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695E-5FB2-6B84-04EA-611C471A9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, 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Now we have a system of 101 linear equations in 101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Could solve with a computer.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Or we can be clever!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695E-5FB2-6B84-04EA-611C471A9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39F55A-241C-7C30-B27C-736F2ECE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34FBB1-67A2-1FC6-8E79-C793298BCBEA}"/>
                  </a:ext>
                </a:extLst>
              </p14:cNvPr>
              <p14:cNvContentPartPr/>
              <p14:nvPr/>
            </p14:nvContentPartPr>
            <p14:xfrm>
              <a:off x="4885560" y="2615760"/>
              <a:ext cx="6509160" cy="2942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34FBB1-67A2-1FC6-8E79-C793298BCB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6200" y="2606400"/>
                <a:ext cx="6527880" cy="29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631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B973-5CEA-D483-9C0B-EC8B8623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268F-C01B-BF0A-7A9C-25F4B015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80A43-0C9D-07D6-1829-09660EB1BB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be the probability of reaching 100 before 0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, 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Now we have a system of 99 linear equations in 99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is the average of its left and right neighbor, except leftmost node is 0 and rightmost node is 1. So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 err="1"/>
                  <a:t>joshh.ug</a:t>
                </a:r>
                <a:r>
                  <a:rPr lang="en-US"/>
                  <a:t>/F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80A43-0C9D-07D6-1829-09660EB1BB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0E1612C-1C09-75EA-7929-5C903E6AD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p:pic>
        <p:nvPicPr>
          <p:cNvPr id="8" name="Picture 7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6B062CF1-DD60-6A01-85EA-174961365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626" y="10442"/>
            <a:ext cx="1898374" cy="18983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F37A16-3657-99F7-FFB1-6645996B7D09}"/>
                  </a:ext>
                </a:extLst>
              </p14:cNvPr>
              <p14:cNvContentPartPr/>
              <p14:nvPr/>
            </p14:nvContentPartPr>
            <p14:xfrm>
              <a:off x="1230840" y="4350600"/>
              <a:ext cx="10226160" cy="2243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F37A16-3657-99F7-FFB1-6645996B7D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1480" y="4341240"/>
                <a:ext cx="10244880" cy="226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5804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609C-3327-2FB9-CC77-81EC5BAF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A43F-C105-4778-BB22-23743C7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950A0-D9C6-EC8F-C8EE-B639D21FE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have a system of 99 linear equations in 99 unknowns.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is the average of its left and right neighbor, except leftmost node is 0 and rightmost node is 1. So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? Must be a straight line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and ending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950A0-D9C6-EC8F-C8EE-B639D21FE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CFC9E2-27CB-80F9-073A-B89B34395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67349-6FBB-0E22-3B0B-9BA816864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1829" y="2471508"/>
            <a:ext cx="7772400" cy="32624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8F63F0-6821-D025-58DA-70BFAF685E06}"/>
                  </a:ext>
                </a:extLst>
              </p:cNvPr>
              <p:cNvSpPr txBox="1"/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8F63F0-6821-D025-58DA-70BFAF685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B97F96-FE24-BE70-9486-AA8C95099CF5}"/>
                  </a:ext>
                </a:extLst>
              </p14:cNvPr>
              <p14:cNvContentPartPr/>
              <p14:nvPr/>
            </p14:nvContentPartPr>
            <p14:xfrm>
              <a:off x="855000" y="1792080"/>
              <a:ext cx="10095480" cy="4765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B97F96-FE24-BE70-9486-AA8C95099C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5640" y="1782720"/>
                <a:ext cx="10114200" cy="47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437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2960-622A-B65F-0A96-4644DF538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E4C4-BC0B-A7F0-5A37-AD9B37CF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 Before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5DDA7-2484-767A-77EF-ACD685E13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Another problem we might ask about Markov Chains: What is the probability that if we start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that we reach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before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Example: If we start with $10, there is a 10/100=10% chance that we get to $100 before we get to $0.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5DDA7-2484-767A-77EF-ACD685E13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 r="-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B2FD85-5635-6EB1-2EF0-792CCECFD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52C45F-F034-FDCE-60B8-938A60A7A049}"/>
                  </a:ext>
                </a:extLst>
              </p:cNvPr>
              <p:cNvSpPr txBox="1"/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52C45F-F034-FDCE-60B8-938A60A7A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8663" y="3425172"/>
                <a:ext cx="2280492" cy="781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A1AD5-1115-1E75-655B-7D4971B63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1829" y="2471508"/>
            <a:ext cx="7772400" cy="326248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9DF4FF-9A58-4438-95B0-A4574E925085}"/>
              </a:ext>
            </a:extLst>
          </p:cNvPr>
          <p:cNvCxnSpPr>
            <a:cxnSpLocks/>
          </p:cNvCxnSpPr>
          <p:nvPr/>
        </p:nvCxnSpPr>
        <p:spPr>
          <a:xfrm>
            <a:off x="3708839" y="4378872"/>
            <a:ext cx="86710" cy="224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2746DAC-448D-C629-EE5C-26C02AAE89BA}"/>
              </a:ext>
            </a:extLst>
          </p:cNvPr>
          <p:cNvSpPr txBox="1"/>
          <p:nvPr/>
        </p:nvSpPr>
        <p:spPr>
          <a:xfrm>
            <a:off x="3243756" y="3975515"/>
            <a:ext cx="1103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10%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26111B-63AB-F243-757F-ABA9DB33279D}"/>
                  </a:ext>
                </a:extLst>
              </p14:cNvPr>
              <p14:cNvContentPartPr/>
              <p14:nvPr/>
            </p14:nvContentPartPr>
            <p14:xfrm>
              <a:off x="884880" y="2820600"/>
              <a:ext cx="7127640" cy="1463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26111B-63AB-F243-757F-ABA9DB3327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5520" y="2811240"/>
                <a:ext cx="7146360" cy="148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271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B623-505F-5C56-A8B8-460470E9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66B0-873C-9572-0370-C6E448E5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Casino with House Edge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5BBC5-BF09-05D1-7F43-88FA8D26E3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Example: You’re gambling, have a p=48% chance of winning. Every round: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48% chance you win $1.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52% chance you lose $1.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Your plan is to keep playing until you make M=$100.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you start with $10 dollars, what’s the chance you get to M=$100 before you get to $0? As before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101 equations with 101 unknowns. Appendix of the notes gives solution.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5BBC5-BF09-05D1-7F43-88FA8D26E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2160EFA-8FBF-AC94-FAD1-D93EA752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799997-17F9-6B76-402F-09FA4ABE7415}"/>
                  </a:ext>
                </a:extLst>
              </p14:cNvPr>
              <p14:cNvContentPartPr/>
              <p14:nvPr/>
            </p14:nvContentPartPr>
            <p14:xfrm>
              <a:off x="2238480" y="916920"/>
              <a:ext cx="9694800" cy="520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799997-17F9-6B76-402F-09FA4ABE74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29120" y="907560"/>
                <a:ext cx="9713520" cy="521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8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7E08-39FF-9A2C-4BDC-4C58754A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6C06-3220-792F-7DA4-7A15477A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Casino with House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C561-1348-1C5A-C0B4-C9E6E9A6F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Example: You’re gambling, have a p=48% chance of winning. Every round: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48% chance you win $1.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52% chance you lose $1.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Your plan is to keep playing until you make M=$100.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If you start with $10 dollars, what’s the chance you get to M=$100 before you get to $0?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9C286-0330-96B7-CED4-D3E109DB1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5565990"/>
            <a:ext cx="11099484" cy="12122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001470-D3D0-ACAE-1503-10C3AA153ED8}"/>
                  </a:ext>
                </a:extLst>
              </p:cNvPr>
              <p:cNvSpPr txBox="1"/>
              <p:nvPr/>
            </p:nvSpPr>
            <p:spPr>
              <a:xfrm>
                <a:off x="1699491" y="4071784"/>
                <a:ext cx="3925454" cy="909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Inter Light" panose="02000403000000020004" pitchFamily="2" charset="0"/>
                                  <a:cs typeface="Inter Light" panose="02000403000000020004" pitchFamily="2" charset="0"/>
                                </a:rPr>
                                <m:t>100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≈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2440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001470-D3D0-ACAE-1503-10C3AA153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491" y="4071784"/>
                <a:ext cx="3925454" cy="909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DF4C14-4A81-3DD7-0606-C9A7BE436C45}"/>
                  </a:ext>
                </a:extLst>
              </p:cNvPr>
              <p:cNvSpPr txBox="1"/>
              <p:nvPr/>
            </p:nvSpPr>
            <p:spPr>
              <a:xfrm>
                <a:off x="5978790" y="4088969"/>
                <a:ext cx="3331465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𝑝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𝑝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52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48</m:t>
                      </m:r>
                    </m:oMath>
                  </m:oMathPara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DF4C14-4A81-3DD7-0606-C9A7BE436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790" y="4088969"/>
                <a:ext cx="3331465" cy="848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A53A9F6-C8C6-798D-3C7E-AA210A69425F}"/>
              </a:ext>
            </a:extLst>
          </p:cNvPr>
          <p:cNvSpPr txBox="1"/>
          <p:nvPr/>
        </p:nvSpPr>
        <p:spPr>
          <a:xfrm>
            <a:off x="4185920" y="4980815"/>
            <a:ext cx="191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=10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1A450D-9ACC-C59B-2681-822A99DF9DF7}"/>
                  </a:ext>
                </a:extLst>
              </p14:cNvPr>
              <p14:cNvContentPartPr/>
              <p14:nvPr/>
            </p14:nvContentPartPr>
            <p14:xfrm>
              <a:off x="1605600" y="3633480"/>
              <a:ext cx="9700920" cy="2228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1A450D-9ACC-C59B-2681-822A99DF9D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6240" y="3624120"/>
                <a:ext cx="9719640" cy="22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27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E2C87D-374A-C675-FB08-F1571FB12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577"/>
            <a:ext cx="7772400" cy="32624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1E619-0357-93EB-F0F5-FDAF83DB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50/50 Odds vs. 48/52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630AC-25B2-D5AD-DEF7-BD1397CB6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Visually, we can compare the two situations below.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9E40B-3099-E686-0180-7A5AFA410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25" y="3607606"/>
            <a:ext cx="7772400" cy="3250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233C7F-4F8E-7AA9-4857-A1C7BA5430EE}"/>
              </a:ext>
            </a:extLst>
          </p:cNvPr>
          <p:cNvSpPr txBox="1"/>
          <p:nvPr/>
        </p:nvSpPr>
        <p:spPr>
          <a:xfrm>
            <a:off x="93657" y="4253066"/>
            <a:ext cx="3716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The tiny house edge makes it extremely difficult to walk away as a winner.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208891C-BDFB-8204-4174-1CEA273FD79D}"/>
                  </a:ext>
                </a:extLst>
              </p14:cNvPr>
              <p14:cNvContentPartPr/>
              <p14:nvPr/>
            </p14:nvContentPartPr>
            <p14:xfrm>
              <a:off x="7556400" y="790200"/>
              <a:ext cx="2419200" cy="4985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208891C-BDFB-8204-4174-1CEA273FD7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7040" y="780840"/>
                <a:ext cx="2437920" cy="500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2937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CBDF-8C89-DD11-0017-66007830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1824-BF00-CC68-4B5E-11A9812FB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The Invariant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2304B-4443-C143-6C65-5B438389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D92A4-B563-4DA0-3679-43F3B63ED4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3DDCC01-6362-CC3B-48F8-5201C619E06E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5D8B915-DE75-A128-D2A1-D77E9EAD8E66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 b="1">
                <a:solidFill>
                  <a:schemeClr val="accent3"/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3923994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7A3F-4A52-B065-038E-BA4F063A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State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58CDC-A2A1-EB48-0134-20961F60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Earlier, we saw that if we ran our weather model long enough, we ended up with what we’d call an “Invariant Distribution”.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Invariant because clicking step does nothing.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Let’s examine this behavior more closely.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62EDD-6AF7-50AC-15B2-F5280680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848455"/>
            <a:ext cx="4724402" cy="3655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19A6E3-E6F5-A14D-9F92-EF8368F1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1" y="2848455"/>
            <a:ext cx="4003040" cy="35208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52A99C-D82E-7E1A-E75B-34F3409D558D}"/>
                  </a:ext>
                </a:extLst>
              </p14:cNvPr>
              <p14:cNvContentPartPr/>
              <p14:nvPr/>
            </p14:nvContentPartPr>
            <p14:xfrm>
              <a:off x="6991920" y="2450160"/>
              <a:ext cx="4910760" cy="914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52A99C-D82E-7E1A-E75B-34F3409D55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82560" y="2440800"/>
                <a:ext cx="4929480" cy="9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2334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8DEC-F843-FCDB-B9EC-FF27020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26CA-FE32-D12D-34CB-46BF4674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simplify the math, let’s consider the simpler model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Simulation here: </a:t>
            </a:r>
            <a:r>
              <a:rPr lang="en-US">
                <a:hlinkClick r:id="rId2"/>
              </a:rPr>
              <a:t>https://joshh.ug/cs70/three_state_markov_model.html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3E7C3-0619-7930-0ABC-70024D15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" y="2009734"/>
            <a:ext cx="4926330" cy="431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03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D37AE-B94C-ED15-F3D2-B30D5D39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FDF7-3335-51D2-535B-D084EE22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Our Three Node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CB402C-B8E1-5362-0A05-9CD2E382A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since we always start in state A.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1,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</a:t>
                </a:r>
                <a:r>
                  <a:rPr lang="en-US" err="1"/>
                  <a:t>joshh.ug</a:t>
                </a:r>
                <a:r>
                  <a:rPr lang="en-US"/>
                  <a:t>/C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CB402C-B8E1-5362-0A05-9CD2E382A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291D74D-19E5-6C79-2427-777AAC3C4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878" y="1292087"/>
            <a:ext cx="2266122" cy="22661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DDFC1E-1DA2-7F81-782C-AF328BD8BD0D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DDFC1E-1DA2-7F81-782C-AF328BD8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84F8E5B-1753-E0A9-F3C6-FC25D0C04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8C1B7F-70EE-6ECC-F2BF-33CCCE5B9FCE}"/>
                  </a:ext>
                </a:extLst>
              </p14:cNvPr>
              <p14:cNvContentPartPr/>
              <p14:nvPr/>
            </p14:nvContentPartPr>
            <p14:xfrm>
              <a:off x="4915800" y="1004760"/>
              <a:ext cx="5272200" cy="206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8C1B7F-70EE-6ECC-F2BF-33CCCE5B9F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06440" y="995400"/>
                <a:ext cx="5290920" cy="208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531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6659-B52F-3CFE-D91A-FDFBBF79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9ED1-E15B-12BD-301C-8E0F57F9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008C0-CD8D-4323-3488-50C994D30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What is the chance of being in each state at time step 1,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008C0-CD8D-4323-3488-50C994D30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4A9CDB-DE16-9E67-601C-F4E7D217FF00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4A9CDB-DE16-9E67-601C-F4E7D217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22A8874-A64B-D816-46FD-02620F97F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A46BB9-6C34-0BF3-8682-F4564E58B8E6}"/>
                  </a:ext>
                </a:extLst>
              </p14:cNvPr>
              <p14:cNvContentPartPr/>
              <p14:nvPr/>
            </p14:nvContentPartPr>
            <p14:xfrm>
              <a:off x="3247200" y="4143960"/>
              <a:ext cx="4102560" cy="2281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A46BB9-6C34-0BF3-8682-F4564E58B8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37840" y="4134600"/>
                <a:ext cx="4121280" cy="23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1772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F62D-6B40-A84E-8CE0-405C4F2F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3988-EA09-727A-FB65-CB375F0D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DD78-98FE-F39E-01E6-F9563FDEA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2,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https://joshh.ug/D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DD78-98FE-F39E-01E6-F9563FDEA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1B2D5180-39C1-97CC-5738-D25705BED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25" y="1407795"/>
            <a:ext cx="2037522" cy="20375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8C0863-96D5-04C9-EC64-77FBFC008C9E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8C0863-96D5-04C9-EC64-77FBFC008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437BF30-7D55-55D3-15B0-8B6F89BCB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DF9916-FD36-2E6D-2151-3DB8422A14A6}"/>
                  </a:ext>
                </a:extLst>
              </p14:cNvPr>
              <p14:cNvContentPartPr/>
              <p14:nvPr/>
            </p14:nvContentPartPr>
            <p14:xfrm>
              <a:off x="279720" y="171360"/>
              <a:ext cx="11832480" cy="3133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DF9916-FD36-2E6D-2151-3DB8422A14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360" y="162000"/>
                <a:ext cx="11851200" cy="31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2869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0B49-E245-B106-2ABC-BC015BE3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890D-87F7-4E70-DAA2-0AA0789A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A20196-E43E-6399-90BB-8CE43DBC3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What is the chance of being in each state at time step 2, i.e.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Can reason through the possibilities, or we can use linear algebra!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A20196-E43E-6399-90BB-8CE43DBC3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92E1E-78BD-E763-E413-6883A1FDDC26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92E1E-78BD-E763-E413-6883A1FDD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6D04B37-3327-3E08-0E37-8BD18A34A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15F686-0606-4063-1938-507A7912DB3C}"/>
                  </a:ext>
                </a:extLst>
              </p14:cNvPr>
              <p14:cNvContentPartPr/>
              <p14:nvPr/>
            </p14:nvContentPartPr>
            <p14:xfrm>
              <a:off x="1131840" y="6179400"/>
              <a:ext cx="4178880" cy="67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15F686-0606-4063-1938-507A7912DB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2480" y="6170040"/>
                <a:ext cx="4197600" cy="69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9063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F7F3-493D-7AEF-B227-903526D6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E0A7-6403-E01A-64BD-419CBE27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E9ACFF-F86D-104E-8306-12B8DD4A9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?</a:t>
                </a:r>
              </a:p>
              <a:p>
                <a:endParaRPr lang="en-US" sz="1600" b="0"/>
              </a:p>
              <a:p>
                <a:r>
                  <a:rPr lang="en-US"/>
                  <a:t>We did this at the beginning of lecture today!</a:t>
                </a:r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E9ACFF-F86D-104E-8306-12B8DD4A9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3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5AEAF-D574-95E7-0F8C-8DDB4640C0C3}"/>
                  </a:ext>
                </a:extLst>
              </p:cNvPr>
              <p:cNvSpPr txBox="1"/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5AEAF-D574-95E7-0F8C-8DDB4640C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52551"/>
                <a:ext cx="3347002" cy="1076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EA859BF-D312-40B0-A18A-B4CBD546D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40" y="1143000"/>
            <a:ext cx="2926080" cy="2705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E3A9F0-7146-F8D5-71E0-17F3628E344D}"/>
                  </a:ext>
                </a:extLst>
              </p14:cNvPr>
              <p14:cNvContentPartPr/>
              <p14:nvPr/>
            </p14:nvContentPartPr>
            <p14:xfrm>
              <a:off x="2336760" y="5000760"/>
              <a:ext cx="5872680" cy="185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E3A9F0-7146-F8D5-71E0-17F3628E34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7400" y="4991400"/>
                <a:ext cx="5891400" cy="18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74495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4A93-99E1-D75E-3CB3-1372A30D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C7AC-90D9-8198-D6F2-E86D95A6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12C6EA-675F-F9D5-BCE1-237FD2F48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375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375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5625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3125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375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34375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28125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…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4375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33398438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22851562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12C6EA-675F-F9D5-BCE1-237FD2F48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1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64BEDF-88C6-ACEC-3069-25ED362A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580" y="3054926"/>
            <a:ext cx="1558578" cy="1440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CB0C99-3559-9841-1F74-872A2037B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654" y="3054925"/>
            <a:ext cx="1558578" cy="1440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9A5F6-1B0E-88FF-56BA-CF2E79884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187" y="3054924"/>
            <a:ext cx="1562774" cy="144475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B28220-E327-A35C-8520-7484C9EF94A7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6728158" y="3775362"/>
            <a:ext cx="4034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15FC7F-FFA6-AE53-ECD9-3FC96009F337}"/>
              </a:ext>
            </a:extLst>
          </p:cNvPr>
          <p:cNvCxnSpPr/>
          <p:nvPr/>
        </p:nvCxnSpPr>
        <p:spPr>
          <a:xfrm flipV="1">
            <a:off x="8740366" y="3775361"/>
            <a:ext cx="4034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86B121-0C56-C15E-3A59-DC491C15E30C}"/>
              </a:ext>
            </a:extLst>
          </p:cNvPr>
          <p:cNvCxnSpPr/>
          <p:nvPr/>
        </p:nvCxnSpPr>
        <p:spPr>
          <a:xfrm flipV="1">
            <a:off x="10961420" y="3775361"/>
            <a:ext cx="4034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BA79BD-E247-7F2D-6470-D72CBFDF1213}"/>
                  </a:ext>
                </a:extLst>
              </p14:cNvPr>
              <p14:cNvContentPartPr/>
              <p14:nvPr/>
            </p14:nvContentPartPr>
            <p14:xfrm>
              <a:off x="460800" y="2973240"/>
              <a:ext cx="10643760" cy="3880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BA79BD-E247-7F2D-6470-D72CBFDF12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1440" y="2963880"/>
                <a:ext cx="10662480" cy="389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968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EB38-3294-6E87-C743-E4E05331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1D0F-B57D-6A25-C59B-5E65E073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AF0BA2-CBA6-025D-8DDB-137F71385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can use linear algebra (sorry) to see long term behavior.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be a vector giving the probability that we’re in any given state. For our simulation, 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Limit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/>
                  <a:t> is</a:t>
                </a:r>
              </a:p>
              <a:p>
                <a:endParaRPr lang="en-US"/>
              </a:p>
              <a:p>
                <a:r>
                  <a:rPr lang="en-US"/>
                  <a:t>Let’s verify, and also see what happens if we start from a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  <a:r>
                  <a:rPr lang="en-US">
                    <a:hlinkClick r:id="rId2"/>
                  </a:rPr>
                  <a:t>https://joshh.ug/cs70/three_state_markov_model.html</a:t>
                </a:r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AF0BA2-CBA6-025D-8DDB-137F71385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 b="-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5C6091-86E2-870D-ECDC-036FE972E9BB}"/>
                  </a:ext>
                </a:extLst>
              </p14:cNvPr>
              <p14:cNvContentPartPr/>
              <p14:nvPr/>
            </p14:nvContentPartPr>
            <p14:xfrm>
              <a:off x="1330920" y="2957760"/>
              <a:ext cx="5266080" cy="2916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5C6091-86E2-870D-ECDC-036FE972E9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1560" y="2948400"/>
                <a:ext cx="5284800" cy="29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74850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C593-10EF-2EFF-9D9A-36138FE8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9A54-717D-7992-0C11-AB26DD4C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Term Behavior of Three State Markov Chain using Linear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D5EF6-6B15-9D95-29F1-B1886EFF9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12263" cy="5638732"/>
              </a:xfrm>
            </p:spPr>
            <p:txBody>
              <a:bodyPr/>
              <a:lstStyle/>
              <a:p>
                <a:r>
                  <a:rPr lang="en-US"/>
                  <a:t>Earlier we saw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More generally: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Limit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Let’s see what happens if we start from a different distribution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observed that no matter where we start,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seems to converge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In the next lecture, we’ll show that this holds for any starting distribution, not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D5EF6-6B15-9D95-29F1-B1886EFF9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12263" cy="5638732"/>
              </a:xfrm>
              <a:blipFill>
                <a:blip r:embed="rId2"/>
                <a:stretch>
                  <a:fillRect l="-780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3658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312E-22B8-CEDE-362D-1651A952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F94D-16E8-DF2B-B1DC-CABEEC849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536EB-DBA3-CA72-934B-7D123AC1E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25,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FE11E-BC59-C8AB-1251-1E4F58E0B6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endParaRPr lang="en-US" b="1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DFFB39B-054C-B6F4-B238-7F17A3A2A989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0D530D4-F3A7-2024-2F52-D04AECDB9011}"/>
              </a:ext>
            </a:extLst>
          </p:cNvPr>
          <p:cNvSpPr txBox="1">
            <a:spLocks/>
          </p:cNvSpPr>
          <p:nvPr/>
        </p:nvSpPr>
        <p:spPr>
          <a:xfrm>
            <a:off x="61341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Markov Chain Introduction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Generating Samples from a Markov Chain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Applications of Hitting Time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Probability of A Before B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The Invariant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1264979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0959-42E7-5254-F64F-76C5890A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Step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507BC-C71A-9E66-E605-DC792F2C59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Markov Chain is a series of random variables, </a:t>
                </a:r>
                <a:r>
                  <a:rPr lang="en-US" err="1"/>
                  <a:t>s.t.</a:t>
                </a: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know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,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know the transition probability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. Rows sum to 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Example entry in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𝑛𝑒𝑥𝑡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/>
                  <a:t>The distribution of kth random variable in the chain </a:t>
                </a:r>
                <a:r>
                  <a:rPr lang="en-US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Usages of Markov Chains: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Generating samples according to some model of the universe.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Hitting time analysis, e.g. expectation of a geometric random variable.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Probability of A before B, e.g. chance of making $100 before running out of money.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Making long term probability forecasts according to some model of the universe.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507BC-C71A-9E66-E605-DC792F2C5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05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saAndJoshColorScheme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2400" dirty="0">
            <a:latin typeface="Inter Light" panose="02000403000000020004" pitchFamily="2" charset="0"/>
            <a:ea typeface="Inter Light" panose="02000403000000020004" pitchFamily="2" charset="0"/>
            <a:cs typeface="Inter Light" panose="020004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55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Linear Algebra Query</vt:lpstr>
      <vt:lpstr>Linear Algebra Query</vt:lpstr>
      <vt:lpstr>Markov Chain Introduction</vt:lpstr>
      <vt:lpstr>Weather Model</vt:lpstr>
      <vt:lpstr>Simulating of Our Weather Model</vt:lpstr>
      <vt:lpstr>Simulation Results</vt:lpstr>
      <vt:lpstr>Random Process</vt:lpstr>
      <vt:lpstr>Markov Chain: Formal Definition</vt:lpstr>
      <vt:lpstr>Markov Chain: Matrix Formulation</vt:lpstr>
      <vt:lpstr>Properties of the Transition Probability Matrix</vt:lpstr>
      <vt:lpstr>Test Your Understanding</vt:lpstr>
      <vt:lpstr>Generating Samples from a Markov Chain</vt:lpstr>
      <vt:lpstr>Markov Chain Sample Generation Demo</vt:lpstr>
      <vt:lpstr>Markov Chain Sample Generation Demo</vt:lpstr>
      <vt:lpstr>Hitting Time</vt:lpstr>
      <vt:lpstr>Hitting Time</vt:lpstr>
      <vt:lpstr>Hitting Time: β("☀️" ) </vt:lpstr>
      <vt:lpstr>Hitting Time β("⚡" )</vt:lpstr>
      <vt:lpstr>Hitting Time β("☁️" )</vt:lpstr>
      <vt:lpstr>Hitting Time β("🌧️" )</vt:lpstr>
      <vt:lpstr>Hitting Time</vt:lpstr>
      <vt:lpstr>Hitting Time</vt:lpstr>
      <vt:lpstr>Hitting Time</vt:lpstr>
      <vt:lpstr>Hitting Time</vt:lpstr>
      <vt:lpstr>Hitting Time</vt:lpstr>
      <vt:lpstr>Hitting Time</vt:lpstr>
      <vt:lpstr>Hitting Time</vt:lpstr>
      <vt:lpstr>Applications of Hitting Time</vt:lpstr>
      <vt:lpstr>Application of Hitting Time</vt:lpstr>
      <vt:lpstr>Example: Expectation of a Geometric Random Variable</vt:lpstr>
      <vt:lpstr>Example 2: Flipping Until Two Consecutive Heads.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Probability of A Before B</vt:lpstr>
      <vt:lpstr>Example 2: Casino with House Edge</vt:lpstr>
      <vt:lpstr>Example 2: Casino with House Edge</vt:lpstr>
      <vt:lpstr>50/50 Odds vs. 48/52 Odds</vt:lpstr>
      <vt:lpstr>The Invariant Distribution</vt:lpstr>
      <vt:lpstr>Three State Markov Chain</vt:lpstr>
      <vt:lpstr>A Simpler Model</vt:lpstr>
      <vt:lpstr>Long Term Behavior of Our Three Node Model</vt:lpstr>
      <vt:lpstr>Long Term Behavior of Three State Markov Chain</vt:lpstr>
      <vt:lpstr>Long Term Behavior of Three State Markov Chain</vt:lpstr>
      <vt:lpstr>Long Term Behavior of Three State Markov Chain</vt:lpstr>
      <vt:lpstr>Long Term Behavior of Three State Markov Chain</vt:lpstr>
      <vt:lpstr>Long Term Behavior of Three State Markov Chain using Linear Algebra</vt:lpstr>
      <vt:lpstr>Long Term Behavior of Three State Markov Chain using Linear Algebra</vt:lpstr>
      <vt:lpstr>Long Term Behavior of Three State Markov Chain using Linear Algebra</vt:lpstr>
      <vt:lpstr>Summary</vt:lpstr>
      <vt:lpstr>First Step Equations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 Query</dc:title>
  <dc:creator>Joshua Hug</dc:creator>
  <cp:revision>1</cp:revision>
  <cp:lastPrinted>2024-11-15T01:08:20Z</cp:lastPrinted>
  <dcterms:created xsi:type="dcterms:W3CDTF">2024-10-03T17:23:53Z</dcterms:created>
  <dcterms:modified xsi:type="dcterms:W3CDTF">2025-12-03T02:11:13Z</dcterms:modified>
</cp:coreProperties>
</file>