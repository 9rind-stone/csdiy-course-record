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ink/ink3.xml" ContentType="application/inkml+xml"/>
  <Override PartName="/ppt/notesSlides/notesSlide2.xml" ContentType="application/vnd.openxmlformats-officedocument.presentationml.notesSlide+xml"/>
  <Override PartName="/ppt/ink/ink4.xml" ContentType="application/inkml+xml"/>
  <Override PartName="/ppt/notesSlides/notesSlide3.xml" ContentType="application/vnd.openxmlformats-officedocument.presentationml.notesSlide+xml"/>
  <Override PartName="/ppt/ink/ink5.xml" ContentType="application/inkml+xml"/>
  <Override PartName="/ppt/notesSlides/notesSlide4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5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ink/ink25.xml" ContentType="application/inkml+xml"/>
  <Override PartName="/ppt/notesSlides/notesSlide6.xml" ContentType="application/vnd.openxmlformats-officedocument.presentationml.notesSlide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notesSlides/notesSlide7.xml" ContentType="application/vnd.openxmlformats-officedocument.presentationml.notesSlide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notesSlides/notesSlide8.xml" ContentType="application/vnd.openxmlformats-officedocument.presentationml.notesSlide+xml"/>
  <Override PartName="/ppt/ink/ink40.xml" ContentType="application/inkml+xml"/>
  <Override PartName="/ppt/notesSlides/notesSlide9.xml" ContentType="application/vnd.openxmlformats-officedocument.presentationml.notesSlide+xml"/>
  <Override PartName="/ppt/ink/ink41.xml" ContentType="application/inkml+xml"/>
  <Override PartName="/ppt/ink/ink4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handoutMasterIdLst>
    <p:handoutMasterId r:id="rId62"/>
  </p:handoutMasterIdLst>
  <p:sldIdLst>
    <p:sldId id="444" r:id="rId2"/>
    <p:sldId id="393" r:id="rId3"/>
    <p:sldId id="375" r:id="rId4"/>
    <p:sldId id="429" r:id="rId5"/>
    <p:sldId id="377" r:id="rId6"/>
    <p:sldId id="378" r:id="rId7"/>
    <p:sldId id="380" r:id="rId8"/>
    <p:sldId id="381" r:id="rId9"/>
    <p:sldId id="382" r:id="rId10"/>
    <p:sldId id="383" r:id="rId11"/>
    <p:sldId id="384" r:id="rId12"/>
    <p:sldId id="385" r:id="rId13"/>
    <p:sldId id="386" r:id="rId14"/>
    <p:sldId id="387" r:id="rId15"/>
    <p:sldId id="388" r:id="rId16"/>
    <p:sldId id="390" r:id="rId17"/>
    <p:sldId id="395" r:id="rId18"/>
    <p:sldId id="450" r:id="rId19"/>
    <p:sldId id="452" r:id="rId20"/>
    <p:sldId id="453" r:id="rId21"/>
    <p:sldId id="454" r:id="rId22"/>
    <p:sldId id="456" r:id="rId23"/>
    <p:sldId id="455" r:id="rId24"/>
    <p:sldId id="459" r:id="rId25"/>
    <p:sldId id="458" r:id="rId26"/>
    <p:sldId id="460" r:id="rId27"/>
    <p:sldId id="397" r:id="rId28"/>
    <p:sldId id="405" r:id="rId29"/>
    <p:sldId id="408" r:id="rId30"/>
    <p:sldId id="410" r:id="rId31"/>
    <p:sldId id="411" r:id="rId32"/>
    <p:sldId id="413" r:id="rId33"/>
    <p:sldId id="414" r:id="rId34"/>
    <p:sldId id="415" r:id="rId35"/>
    <p:sldId id="416" r:id="rId36"/>
    <p:sldId id="417" r:id="rId37"/>
    <p:sldId id="418" r:id="rId38"/>
    <p:sldId id="420" r:id="rId39"/>
    <p:sldId id="434" r:id="rId40"/>
    <p:sldId id="435" r:id="rId41"/>
    <p:sldId id="419" r:id="rId42"/>
    <p:sldId id="437" r:id="rId43"/>
    <p:sldId id="438" r:id="rId44"/>
    <p:sldId id="439" r:id="rId45"/>
    <p:sldId id="423" r:id="rId46"/>
    <p:sldId id="422" r:id="rId47"/>
    <p:sldId id="436" r:id="rId48"/>
    <p:sldId id="461" r:id="rId49"/>
    <p:sldId id="424" r:id="rId50"/>
    <p:sldId id="441" r:id="rId51"/>
    <p:sldId id="425" r:id="rId52"/>
    <p:sldId id="426" r:id="rId53"/>
    <p:sldId id="464" r:id="rId54"/>
    <p:sldId id="465" r:id="rId55"/>
    <p:sldId id="427" r:id="rId56"/>
    <p:sldId id="443" r:id="rId57"/>
    <p:sldId id="466" r:id="rId58"/>
    <p:sldId id="469" r:id="rId59"/>
    <p:sldId id="451" r:id="rId60"/>
  </p:sldIdLst>
  <p:sldSz cx="12192000" cy="6858000"/>
  <p:notesSz cx="6858000" cy="9144000"/>
  <p:defaultTextStyle>
    <a:defPPr>
      <a:defRPr lang="en-US"/>
    </a:defPPr>
    <a:lvl1pPr marL="0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5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32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48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63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79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94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11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26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A7D8A95-32CD-A442-A133-994EA6CCFAF8}">
          <p14:sldIdLst>
            <p14:sldId id="444"/>
            <p14:sldId id="393"/>
            <p14:sldId id="375"/>
            <p14:sldId id="429"/>
            <p14:sldId id="377"/>
            <p14:sldId id="378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90"/>
            <p14:sldId id="395"/>
            <p14:sldId id="450"/>
            <p14:sldId id="452"/>
            <p14:sldId id="453"/>
            <p14:sldId id="454"/>
            <p14:sldId id="456"/>
            <p14:sldId id="455"/>
            <p14:sldId id="459"/>
            <p14:sldId id="458"/>
            <p14:sldId id="460"/>
            <p14:sldId id="397"/>
            <p14:sldId id="405"/>
            <p14:sldId id="408"/>
            <p14:sldId id="410"/>
            <p14:sldId id="411"/>
            <p14:sldId id="413"/>
            <p14:sldId id="414"/>
            <p14:sldId id="415"/>
            <p14:sldId id="416"/>
            <p14:sldId id="417"/>
            <p14:sldId id="418"/>
            <p14:sldId id="420"/>
            <p14:sldId id="434"/>
            <p14:sldId id="435"/>
            <p14:sldId id="419"/>
            <p14:sldId id="437"/>
            <p14:sldId id="438"/>
            <p14:sldId id="439"/>
            <p14:sldId id="423"/>
            <p14:sldId id="422"/>
            <p14:sldId id="436"/>
            <p14:sldId id="461"/>
          </p14:sldIdLst>
        </p14:section>
        <p14:section name="E[" id="{D5E92838-4B32-1743-B4FC-D677339A2938}">
          <p14:sldIdLst>
            <p14:sldId id="424"/>
            <p14:sldId id="441"/>
            <p14:sldId id="425"/>
            <p14:sldId id="426"/>
            <p14:sldId id="464"/>
            <p14:sldId id="465"/>
            <p14:sldId id="427"/>
            <p14:sldId id="443"/>
            <p14:sldId id="466"/>
            <p14:sldId id="469"/>
            <p14:sldId id="45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4125"/>
    <a:srgbClr val="EEB0A4"/>
    <a:srgbClr val="FDCDE4"/>
    <a:srgbClr val="56F8F4"/>
    <a:srgbClr val="CEFDFC"/>
    <a:srgbClr val="F963AA"/>
    <a:srgbClr val="09D1CC"/>
    <a:srgbClr val="F73792"/>
    <a:srgbClr val="C7D050"/>
    <a:srgbClr val="0B53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0B3617-D94D-4CF6-8006-2FA84F18593D}" v="6764" dt="2025-11-20T23:08:15.827"/>
    <p1510:client id="{51C9E560-6DB4-534A-8C0E-EDF89D2DB9AD}" v="20" dt="2025-11-21T01:11:31.570"/>
    <p1510:client id="{C36ED845-5E3E-204F-900A-8E64E7642DBB}" v="390" dt="2025-11-21T06:54:45.2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Hug" userId="e2159f7335c131c2" providerId="LiveId" clId="{3EA5E4E8-3298-41BD-805A-DBB0F457239B}"/>
    <pc:docChg chg="undo custSel addSld delSld modSld modSection">
      <pc:chgData name="Josh Hug" userId="e2159f7335c131c2" providerId="LiveId" clId="{3EA5E4E8-3298-41BD-805A-DBB0F457239B}" dt="2025-11-21T01:11:31.570" v="19" actId="7634"/>
      <pc:docMkLst>
        <pc:docMk/>
      </pc:docMkLst>
      <pc:sldChg chg="addSp delSp mod">
        <pc:chgData name="Josh Hug" userId="e2159f7335c131c2" providerId="LiveId" clId="{3EA5E4E8-3298-41BD-805A-DBB0F457239B}" dt="2025-11-21T00:49:25.567" v="18" actId="7634"/>
        <pc:sldMkLst>
          <pc:docMk/>
          <pc:sldMk cId="4273481354" sldId="375"/>
        </pc:sldMkLst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4273481354" sldId="375"/>
            <ac:inkMk id="4" creationId="{895B30E0-49E2-812E-06CD-FC213B721930}"/>
          </ac:inkMkLst>
        </pc:inkChg>
        <pc:inkChg chg="add del">
          <ac:chgData name="Josh Hug" userId="e2159f7335c131c2" providerId="LiveId" clId="{3EA5E4E8-3298-41BD-805A-DBB0F457239B}" dt="2025-11-20T23:41:14.206" v="2" actId="478"/>
          <ac:inkMkLst>
            <pc:docMk/>
            <pc:sldMk cId="4273481354" sldId="375"/>
            <ac:inkMk id="4" creationId="{E8923FFF-D1D9-0E49-50D1-A8AF8DC385B3}"/>
          </ac:inkMkLst>
        </pc:inkChg>
      </pc:sldChg>
      <pc:sldChg chg="addSp delSp mod">
        <pc:chgData name="Josh Hug" userId="e2159f7335c131c2" providerId="LiveId" clId="{3EA5E4E8-3298-41BD-805A-DBB0F457239B}" dt="2025-11-21T00:49:25.567" v="18" actId="7634"/>
        <pc:sldMkLst>
          <pc:docMk/>
          <pc:sldMk cId="414574808" sldId="377"/>
        </pc:sldMkLst>
        <pc:inkChg chg="add del">
          <ac:chgData name="Josh Hug" userId="e2159f7335c131c2" providerId="LiveId" clId="{3EA5E4E8-3298-41BD-805A-DBB0F457239B}" dt="2025-11-20T23:41:55.350" v="4" actId="478"/>
          <ac:inkMkLst>
            <pc:docMk/>
            <pc:sldMk cId="414574808" sldId="377"/>
            <ac:inkMk id="5" creationId="{D68ABC51-F9BC-A20C-E8E7-505AD9FA1E4D}"/>
          </ac:inkMkLst>
        </pc:inkChg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414574808" sldId="377"/>
            <ac:inkMk id="8" creationId="{6E3B0485-5F84-3A6B-0B99-B2F36D419EF1}"/>
          </ac:inkMkLst>
        </pc:inkChg>
      </pc:sldChg>
      <pc:sldChg chg="addSp delSp add del mod">
        <pc:chgData name="Josh Hug" userId="e2159f7335c131c2" providerId="LiveId" clId="{3EA5E4E8-3298-41BD-805A-DBB0F457239B}" dt="2025-11-21T00:49:25.567" v="18" actId="7634"/>
        <pc:sldMkLst>
          <pc:docMk/>
          <pc:sldMk cId="34414768" sldId="378"/>
        </pc:sldMkLst>
        <pc:inkChg chg="add del">
          <ac:chgData name="Josh Hug" userId="e2159f7335c131c2" providerId="LiveId" clId="{3EA5E4E8-3298-41BD-805A-DBB0F457239B}" dt="2025-11-20T23:42:05.535" v="7" actId="478"/>
          <ac:inkMkLst>
            <pc:docMk/>
            <pc:sldMk cId="34414768" sldId="378"/>
            <ac:inkMk id="4" creationId="{6EFD05A2-FF53-0FC7-0075-4A64DA06F473}"/>
          </ac:inkMkLst>
        </pc:inkChg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34414768" sldId="378"/>
            <ac:inkMk id="5" creationId="{C4F34FB5-54E1-8549-172B-7F5F4E5D868B}"/>
          </ac:inkMkLst>
        </pc:inkChg>
      </pc:sldChg>
      <pc:sldChg chg="addSp mod">
        <pc:chgData name="Josh Hug" userId="e2159f7335c131c2" providerId="LiveId" clId="{3EA5E4E8-3298-41BD-805A-DBB0F457239B}" dt="2025-11-21T00:49:25.567" v="18" actId="7634"/>
        <pc:sldMkLst>
          <pc:docMk/>
          <pc:sldMk cId="2881699274" sldId="380"/>
        </pc:sldMkLst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2881699274" sldId="380"/>
            <ac:inkMk id="4" creationId="{81862410-628E-E578-977D-C62644B6A064}"/>
          </ac:inkMkLst>
        </pc:inkChg>
      </pc:sldChg>
      <pc:sldChg chg="addSp delSp mod">
        <pc:chgData name="Josh Hug" userId="e2159f7335c131c2" providerId="LiveId" clId="{3EA5E4E8-3298-41BD-805A-DBB0F457239B}" dt="2025-11-21T00:49:25.567" v="18" actId="7634"/>
        <pc:sldMkLst>
          <pc:docMk/>
          <pc:sldMk cId="453469785" sldId="381"/>
        </pc:sldMkLst>
        <pc:inkChg chg="add del">
          <ac:chgData name="Josh Hug" userId="e2159f7335c131c2" providerId="LiveId" clId="{3EA5E4E8-3298-41BD-805A-DBB0F457239B}" dt="2025-11-20T23:42:08.953" v="8" actId="478"/>
          <ac:inkMkLst>
            <pc:docMk/>
            <pc:sldMk cId="453469785" sldId="381"/>
            <ac:inkMk id="4" creationId="{1EB0A8A9-E965-C1FD-FF04-FF4940A9D3FF}"/>
          </ac:inkMkLst>
        </pc:inkChg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453469785" sldId="381"/>
            <ac:inkMk id="5" creationId="{1B39F154-FBED-B425-1C3A-E804D1250343}"/>
          </ac:inkMkLst>
        </pc:inkChg>
      </pc:sldChg>
      <pc:sldChg chg="addSp delSp mod">
        <pc:chgData name="Josh Hug" userId="e2159f7335c131c2" providerId="LiveId" clId="{3EA5E4E8-3298-41BD-805A-DBB0F457239B}" dt="2025-11-21T00:49:25.567" v="18" actId="7634"/>
        <pc:sldMkLst>
          <pc:docMk/>
          <pc:sldMk cId="1115364064" sldId="382"/>
        </pc:sldMkLst>
        <pc:inkChg chg="add del">
          <ac:chgData name="Josh Hug" userId="e2159f7335c131c2" providerId="LiveId" clId="{3EA5E4E8-3298-41BD-805A-DBB0F457239B}" dt="2025-11-20T23:42:12.220" v="9" actId="478"/>
          <ac:inkMkLst>
            <pc:docMk/>
            <pc:sldMk cId="1115364064" sldId="382"/>
            <ac:inkMk id="5" creationId="{026E1F8B-F39F-7F7E-0986-8A71CAF5158F}"/>
          </ac:inkMkLst>
        </pc:inkChg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1115364064" sldId="382"/>
            <ac:inkMk id="6" creationId="{FFDD8948-85BF-CCD5-5026-DB8AEEF3BA72}"/>
          </ac:inkMkLst>
        </pc:inkChg>
      </pc:sldChg>
      <pc:sldChg chg="addSp delSp mod">
        <pc:chgData name="Josh Hug" userId="e2159f7335c131c2" providerId="LiveId" clId="{3EA5E4E8-3298-41BD-805A-DBB0F457239B}" dt="2025-11-21T00:49:25.567" v="18" actId="7634"/>
        <pc:sldMkLst>
          <pc:docMk/>
          <pc:sldMk cId="350134988" sldId="383"/>
        </pc:sldMkLst>
        <pc:inkChg chg="add del">
          <ac:chgData name="Josh Hug" userId="e2159f7335c131c2" providerId="LiveId" clId="{3EA5E4E8-3298-41BD-805A-DBB0F457239B}" dt="2025-11-20T23:42:14.384" v="10" actId="478"/>
          <ac:inkMkLst>
            <pc:docMk/>
            <pc:sldMk cId="350134988" sldId="383"/>
            <ac:inkMk id="5" creationId="{6746BE16-5E59-9898-A98C-8928E541308B}"/>
          </ac:inkMkLst>
        </pc:inkChg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350134988" sldId="383"/>
            <ac:inkMk id="7" creationId="{AA6D423C-4F7B-F440-BBFC-06542CCA96FF}"/>
          </ac:inkMkLst>
        </pc:inkChg>
      </pc:sldChg>
      <pc:sldChg chg="addSp delSp mod">
        <pc:chgData name="Josh Hug" userId="e2159f7335c131c2" providerId="LiveId" clId="{3EA5E4E8-3298-41BD-805A-DBB0F457239B}" dt="2025-11-21T00:49:25.567" v="18" actId="7634"/>
        <pc:sldMkLst>
          <pc:docMk/>
          <pc:sldMk cId="3468379144" sldId="385"/>
        </pc:sldMkLst>
        <pc:inkChg chg="add del">
          <ac:chgData name="Josh Hug" userId="e2159f7335c131c2" providerId="LiveId" clId="{3EA5E4E8-3298-41BD-805A-DBB0F457239B}" dt="2025-11-20T23:42:20.190" v="11" actId="478"/>
          <ac:inkMkLst>
            <pc:docMk/>
            <pc:sldMk cId="3468379144" sldId="385"/>
            <ac:inkMk id="4" creationId="{0821A925-E134-D2BC-8462-F7BEF8F701F1}"/>
          </ac:inkMkLst>
        </pc:inkChg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3468379144" sldId="385"/>
            <ac:inkMk id="5" creationId="{555F9CA7-4CF5-9003-FA85-C6D2A418F5D4}"/>
          </ac:inkMkLst>
        </pc:inkChg>
      </pc:sldChg>
      <pc:sldChg chg="addSp mod">
        <pc:chgData name="Josh Hug" userId="e2159f7335c131c2" providerId="LiveId" clId="{3EA5E4E8-3298-41BD-805A-DBB0F457239B}" dt="2025-11-21T00:49:25.567" v="18" actId="7634"/>
        <pc:sldMkLst>
          <pc:docMk/>
          <pc:sldMk cId="3611812724" sldId="386"/>
        </pc:sldMkLst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3611812724" sldId="386"/>
            <ac:inkMk id="6" creationId="{31D969FA-B6F3-EC15-E866-7B868674A988}"/>
          </ac:inkMkLst>
        </pc:inkChg>
      </pc:sldChg>
      <pc:sldChg chg="addSp delSp mod">
        <pc:chgData name="Josh Hug" userId="e2159f7335c131c2" providerId="LiveId" clId="{3EA5E4E8-3298-41BD-805A-DBB0F457239B}" dt="2025-11-21T00:49:25.567" v="18" actId="7634"/>
        <pc:sldMkLst>
          <pc:docMk/>
          <pc:sldMk cId="2840646018" sldId="387"/>
        </pc:sldMkLst>
        <pc:inkChg chg="add del">
          <ac:chgData name="Josh Hug" userId="e2159f7335c131c2" providerId="LiveId" clId="{3EA5E4E8-3298-41BD-805A-DBB0F457239B}" dt="2025-11-20T23:42:23.167" v="12" actId="478"/>
          <ac:inkMkLst>
            <pc:docMk/>
            <pc:sldMk cId="2840646018" sldId="387"/>
            <ac:inkMk id="4" creationId="{EB628E2A-C8A9-CD2A-315D-9512EE910949}"/>
          </ac:inkMkLst>
        </pc:inkChg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2840646018" sldId="387"/>
            <ac:inkMk id="8" creationId="{D99D8D12-41CD-4090-2F85-93CDB5619207}"/>
          </ac:inkMkLst>
        </pc:inkChg>
      </pc:sldChg>
      <pc:sldChg chg="addSp delSp mod">
        <pc:chgData name="Josh Hug" userId="e2159f7335c131c2" providerId="LiveId" clId="{3EA5E4E8-3298-41BD-805A-DBB0F457239B}" dt="2025-11-21T00:49:25.567" v="18" actId="7634"/>
        <pc:sldMkLst>
          <pc:docMk/>
          <pc:sldMk cId="2115397875" sldId="388"/>
        </pc:sldMkLst>
        <pc:inkChg chg="add del">
          <ac:chgData name="Josh Hug" userId="e2159f7335c131c2" providerId="LiveId" clId="{3EA5E4E8-3298-41BD-805A-DBB0F457239B}" dt="2025-11-20T23:42:25.082" v="13" actId="478"/>
          <ac:inkMkLst>
            <pc:docMk/>
            <pc:sldMk cId="2115397875" sldId="388"/>
            <ac:inkMk id="6" creationId="{30E931EA-2ED9-1E23-2BB4-9A5631F1D362}"/>
          </ac:inkMkLst>
        </pc:inkChg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2115397875" sldId="388"/>
            <ac:inkMk id="8" creationId="{1DCD24BD-6236-3B19-87A0-EB7D8CB15F33}"/>
          </ac:inkMkLst>
        </pc:inkChg>
      </pc:sldChg>
      <pc:sldChg chg="addSp delSp mod">
        <pc:chgData name="Josh Hug" userId="e2159f7335c131c2" providerId="LiveId" clId="{3EA5E4E8-3298-41BD-805A-DBB0F457239B}" dt="2025-11-21T00:49:25.567" v="18" actId="7634"/>
        <pc:sldMkLst>
          <pc:docMk/>
          <pc:sldMk cId="3930880613" sldId="390"/>
        </pc:sldMkLst>
        <pc:inkChg chg="add del">
          <ac:chgData name="Josh Hug" userId="e2159f7335c131c2" providerId="LiveId" clId="{3EA5E4E8-3298-41BD-805A-DBB0F457239B}" dt="2025-11-20T23:42:29.150" v="14" actId="478"/>
          <ac:inkMkLst>
            <pc:docMk/>
            <pc:sldMk cId="3930880613" sldId="390"/>
            <ac:inkMk id="4" creationId="{4D102788-59EF-6B55-FD03-C05A23C1F606}"/>
          </ac:inkMkLst>
        </pc:inkChg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3930880613" sldId="390"/>
            <ac:inkMk id="5" creationId="{E1AB5A2F-1708-9552-7E78-53E5A07D84A7}"/>
          </ac:inkMkLst>
        </pc:inkChg>
      </pc:sldChg>
      <pc:sldChg chg="addSp mod">
        <pc:chgData name="Josh Hug" userId="e2159f7335c131c2" providerId="LiveId" clId="{3EA5E4E8-3298-41BD-805A-DBB0F457239B}" dt="2025-11-21T00:49:25.567" v="18" actId="7634"/>
        <pc:sldMkLst>
          <pc:docMk/>
          <pc:sldMk cId="1782906305" sldId="397"/>
        </pc:sldMkLst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1782906305" sldId="397"/>
            <ac:inkMk id="5" creationId="{DE78A4E9-2DA4-FD55-A569-E62242269145}"/>
          </ac:inkMkLst>
        </pc:inkChg>
      </pc:sldChg>
      <pc:sldChg chg="addSp mod">
        <pc:chgData name="Josh Hug" userId="e2159f7335c131c2" providerId="LiveId" clId="{3EA5E4E8-3298-41BD-805A-DBB0F457239B}" dt="2025-11-21T00:49:25.567" v="18" actId="7634"/>
        <pc:sldMkLst>
          <pc:docMk/>
          <pc:sldMk cId="50487789" sldId="408"/>
        </pc:sldMkLst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50487789" sldId="408"/>
            <ac:inkMk id="5" creationId="{69F3B5D8-2D28-96D7-F0B0-764020B7FC93}"/>
          </ac:inkMkLst>
        </pc:inkChg>
      </pc:sldChg>
      <pc:sldChg chg="addSp mod">
        <pc:chgData name="Josh Hug" userId="e2159f7335c131c2" providerId="LiveId" clId="{3EA5E4E8-3298-41BD-805A-DBB0F457239B}" dt="2025-11-21T00:49:25.567" v="18" actId="7634"/>
        <pc:sldMkLst>
          <pc:docMk/>
          <pc:sldMk cId="2695589514" sldId="410"/>
        </pc:sldMkLst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2695589514" sldId="410"/>
            <ac:inkMk id="6" creationId="{E0EB2F8E-5559-32A9-4D99-B5DF91E25E1E}"/>
          </ac:inkMkLst>
        </pc:inkChg>
      </pc:sldChg>
      <pc:sldChg chg="addSp mod">
        <pc:chgData name="Josh Hug" userId="e2159f7335c131c2" providerId="LiveId" clId="{3EA5E4E8-3298-41BD-805A-DBB0F457239B}" dt="2025-11-21T00:49:25.567" v="18" actId="7634"/>
        <pc:sldMkLst>
          <pc:docMk/>
          <pc:sldMk cId="2378758102" sldId="413"/>
        </pc:sldMkLst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2378758102" sldId="413"/>
            <ac:inkMk id="3" creationId="{17BBDF7C-D55A-8D12-2E2C-558950776165}"/>
          </ac:inkMkLst>
        </pc:inkChg>
      </pc:sldChg>
      <pc:sldChg chg="addSp mod">
        <pc:chgData name="Josh Hug" userId="e2159f7335c131c2" providerId="LiveId" clId="{3EA5E4E8-3298-41BD-805A-DBB0F457239B}" dt="2025-11-21T00:49:25.567" v="18" actId="7634"/>
        <pc:sldMkLst>
          <pc:docMk/>
          <pc:sldMk cId="2144721301" sldId="415"/>
        </pc:sldMkLst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2144721301" sldId="415"/>
            <ac:inkMk id="6" creationId="{A302668C-6F3F-55BD-7C29-FA3C7F7F2483}"/>
          </ac:inkMkLst>
        </pc:inkChg>
      </pc:sldChg>
      <pc:sldChg chg="addSp mod">
        <pc:chgData name="Josh Hug" userId="e2159f7335c131c2" providerId="LiveId" clId="{3EA5E4E8-3298-41BD-805A-DBB0F457239B}" dt="2025-11-21T00:49:25.567" v="18" actId="7634"/>
        <pc:sldMkLst>
          <pc:docMk/>
          <pc:sldMk cId="1844373843" sldId="418"/>
        </pc:sldMkLst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1844373843" sldId="418"/>
            <ac:inkMk id="4" creationId="{A6D21CB8-CCB4-865C-FEE1-461F0F4C111C}"/>
          </ac:inkMkLst>
        </pc:inkChg>
      </pc:sldChg>
      <pc:sldChg chg="addSp mod">
        <pc:chgData name="Josh Hug" userId="e2159f7335c131c2" providerId="LiveId" clId="{3EA5E4E8-3298-41BD-805A-DBB0F457239B}" dt="2025-11-21T00:49:25.567" v="18" actId="7634"/>
        <pc:sldMkLst>
          <pc:docMk/>
          <pc:sldMk cId="1625518987" sldId="420"/>
        </pc:sldMkLst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1625518987" sldId="420"/>
            <ac:inkMk id="5" creationId="{90AF5545-2EEF-3152-51DF-CA4A447B6575}"/>
          </ac:inkMkLst>
        </pc:inkChg>
      </pc:sldChg>
      <pc:sldChg chg="addSp mod">
        <pc:chgData name="Josh Hug" userId="e2159f7335c131c2" providerId="LiveId" clId="{3EA5E4E8-3298-41BD-805A-DBB0F457239B}" dt="2025-11-21T00:49:25.567" v="18" actId="7634"/>
        <pc:sldMkLst>
          <pc:docMk/>
          <pc:sldMk cId="2349636832" sldId="423"/>
        </pc:sldMkLst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2349636832" sldId="423"/>
            <ac:inkMk id="4" creationId="{D5220833-AE78-0BEA-D6FD-99447FC18B10}"/>
          </ac:inkMkLst>
        </pc:inkChg>
      </pc:sldChg>
      <pc:sldChg chg="addSp mod">
        <pc:chgData name="Josh Hug" userId="e2159f7335c131c2" providerId="LiveId" clId="{3EA5E4E8-3298-41BD-805A-DBB0F457239B}" dt="2025-11-21T00:49:25.567" v="18" actId="7634"/>
        <pc:sldMkLst>
          <pc:docMk/>
          <pc:sldMk cId="3483782490" sldId="424"/>
        </pc:sldMkLst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3483782490" sldId="424"/>
            <ac:inkMk id="6" creationId="{06A307B3-DBAD-F92D-0D72-64D460E684B1}"/>
          </ac:inkMkLst>
        </pc:inkChg>
      </pc:sldChg>
      <pc:sldChg chg="addSp mod">
        <pc:chgData name="Josh Hug" userId="e2159f7335c131c2" providerId="LiveId" clId="{3EA5E4E8-3298-41BD-805A-DBB0F457239B}" dt="2025-11-21T01:11:31.570" v="19" actId="7634"/>
        <pc:sldMkLst>
          <pc:docMk/>
          <pc:sldMk cId="3145424425" sldId="425"/>
        </pc:sldMkLst>
        <pc:inkChg chg="add">
          <ac:chgData name="Josh Hug" userId="e2159f7335c131c2" providerId="LiveId" clId="{3EA5E4E8-3298-41BD-805A-DBB0F457239B}" dt="2025-11-21T01:11:31.570" v="19" actId="7634"/>
          <ac:inkMkLst>
            <pc:docMk/>
            <pc:sldMk cId="3145424425" sldId="425"/>
            <ac:inkMk id="5" creationId="{E918606D-373C-CA8C-7500-7B5C48B75559}"/>
          </ac:inkMkLst>
        </pc:inkChg>
      </pc:sldChg>
      <pc:sldChg chg="addSp mod">
        <pc:chgData name="Josh Hug" userId="e2159f7335c131c2" providerId="LiveId" clId="{3EA5E4E8-3298-41BD-805A-DBB0F457239B}" dt="2025-11-21T01:11:31.570" v="19" actId="7634"/>
        <pc:sldMkLst>
          <pc:docMk/>
          <pc:sldMk cId="537582041" sldId="426"/>
        </pc:sldMkLst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537582041" sldId="426"/>
            <ac:inkMk id="7" creationId="{64E0CA38-4DEE-AB20-1AC5-BA6D2F05FFC1}"/>
          </ac:inkMkLst>
        </pc:inkChg>
        <pc:inkChg chg="add">
          <ac:chgData name="Josh Hug" userId="e2159f7335c131c2" providerId="LiveId" clId="{3EA5E4E8-3298-41BD-805A-DBB0F457239B}" dt="2025-11-21T01:11:31.570" v="19" actId="7634"/>
          <ac:inkMkLst>
            <pc:docMk/>
            <pc:sldMk cId="537582041" sldId="426"/>
            <ac:inkMk id="8" creationId="{93A1C5F0-7C0D-FD60-1108-2B5666AA380B}"/>
          </ac:inkMkLst>
        </pc:inkChg>
      </pc:sldChg>
      <pc:sldChg chg="addSp mod">
        <pc:chgData name="Josh Hug" userId="e2159f7335c131c2" providerId="LiveId" clId="{3EA5E4E8-3298-41BD-805A-DBB0F457239B}" dt="2025-11-21T01:11:31.570" v="19" actId="7634"/>
        <pc:sldMkLst>
          <pc:docMk/>
          <pc:sldMk cId="3589705691" sldId="427"/>
        </pc:sldMkLst>
        <pc:inkChg chg="add">
          <ac:chgData name="Josh Hug" userId="e2159f7335c131c2" providerId="LiveId" clId="{3EA5E4E8-3298-41BD-805A-DBB0F457239B}" dt="2025-11-21T01:11:31.570" v="19" actId="7634"/>
          <ac:inkMkLst>
            <pc:docMk/>
            <pc:sldMk cId="3589705691" sldId="427"/>
            <ac:inkMk id="6" creationId="{FA3675FE-1A24-2725-6867-351FE98BA190}"/>
          </ac:inkMkLst>
        </pc:inkChg>
      </pc:sldChg>
      <pc:sldChg chg="addSp delSp mod">
        <pc:chgData name="Josh Hug" userId="e2159f7335c131c2" providerId="LiveId" clId="{3EA5E4E8-3298-41BD-805A-DBB0F457239B}" dt="2025-11-21T00:49:25.567" v="18" actId="7634"/>
        <pc:sldMkLst>
          <pc:docMk/>
          <pc:sldMk cId="458947288" sldId="429"/>
        </pc:sldMkLst>
        <pc:inkChg chg="add del">
          <ac:chgData name="Josh Hug" userId="e2159f7335c131c2" providerId="LiveId" clId="{3EA5E4E8-3298-41BD-805A-DBB0F457239B}" dt="2025-11-20T23:41:52.851" v="3" actId="478"/>
          <ac:inkMkLst>
            <pc:docMk/>
            <pc:sldMk cId="458947288" sldId="429"/>
            <ac:inkMk id="5" creationId="{93331E69-0DAC-C471-248A-59CCF72F8568}"/>
          </ac:inkMkLst>
        </pc:inkChg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458947288" sldId="429"/>
            <ac:inkMk id="6" creationId="{0EACC1E6-2C51-87B5-7943-12B7B79176EA}"/>
          </ac:inkMkLst>
        </pc:inkChg>
      </pc:sldChg>
      <pc:sldChg chg="addSp delSp mod">
        <pc:chgData name="Josh Hug" userId="e2159f7335c131c2" providerId="LiveId" clId="{3EA5E4E8-3298-41BD-805A-DBB0F457239B}" dt="2025-11-21T00:49:25.567" v="18" actId="7634"/>
        <pc:sldMkLst>
          <pc:docMk/>
          <pc:sldMk cId="2382640449" sldId="434"/>
        </pc:sldMkLst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2382640449" sldId="434"/>
            <ac:inkMk id="12" creationId="{F04A1591-AFC9-8487-A373-029001910201}"/>
          </ac:inkMkLst>
        </pc:inkChg>
        <pc:inkChg chg="add del">
          <ac:chgData name="Josh Hug" userId="e2159f7335c131c2" providerId="LiveId" clId="{3EA5E4E8-3298-41BD-805A-DBB0F457239B}" dt="2025-11-20T23:39:08.450" v="1" actId="478"/>
          <ac:inkMkLst>
            <pc:docMk/>
            <pc:sldMk cId="2382640449" sldId="434"/>
            <ac:inkMk id="12" creationId="{F4115292-8667-E100-FB7D-ACF8C919FC38}"/>
          </ac:inkMkLst>
        </pc:inkChg>
      </pc:sldChg>
      <pc:sldChg chg="addSp mod">
        <pc:chgData name="Josh Hug" userId="e2159f7335c131c2" providerId="LiveId" clId="{3EA5E4E8-3298-41BD-805A-DBB0F457239B}" dt="2025-11-21T00:49:25.567" v="18" actId="7634"/>
        <pc:sldMkLst>
          <pc:docMk/>
          <pc:sldMk cId="210814335" sldId="437"/>
        </pc:sldMkLst>
        <pc:inkChg chg="add">
          <ac:chgData name="Josh Hug" userId="e2159f7335c131c2" providerId="LiveId" clId="{3EA5E4E8-3298-41BD-805A-DBB0F457239B}" dt="2025-11-20T23:36:59.916" v="0" actId="7634"/>
          <ac:inkMkLst>
            <pc:docMk/>
            <pc:sldMk cId="210814335" sldId="437"/>
            <ac:inkMk id="12" creationId="{1CBFB249-6FE4-DEEB-2175-2F6F11690079}"/>
          </ac:inkMkLst>
        </pc:inkChg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210814335" sldId="437"/>
            <ac:inkMk id="15" creationId="{D6652F35-DF8C-06A1-E8E2-D5AF0C126B64}"/>
          </ac:inkMkLst>
        </pc:inkChg>
      </pc:sldChg>
      <pc:sldChg chg="addSp mod">
        <pc:chgData name="Josh Hug" userId="e2159f7335c131c2" providerId="LiveId" clId="{3EA5E4E8-3298-41BD-805A-DBB0F457239B}" dt="2025-11-21T00:49:25.567" v="18" actId="7634"/>
        <pc:sldMkLst>
          <pc:docMk/>
          <pc:sldMk cId="1369582520" sldId="438"/>
        </pc:sldMkLst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1369582520" sldId="438"/>
            <ac:inkMk id="5" creationId="{137D3047-D9B8-C727-AB16-0369E802FD19}"/>
          </ac:inkMkLst>
        </pc:inkChg>
      </pc:sldChg>
      <pc:sldChg chg="addSp mod">
        <pc:chgData name="Josh Hug" userId="e2159f7335c131c2" providerId="LiveId" clId="{3EA5E4E8-3298-41BD-805A-DBB0F457239B}" dt="2025-11-21T00:49:25.567" v="18" actId="7634"/>
        <pc:sldMkLst>
          <pc:docMk/>
          <pc:sldMk cId="1881543022" sldId="439"/>
        </pc:sldMkLst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1881543022" sldId="439"/>
            <ac:inkMk id="9" creationId="{76CC7635-A764-EE53-7588-567DCEA4DECE}"/>
          </ac:inkMkLst>
        </pc:inkChg>
      </pc:sldChg>
      <pc:sldChg chg="addSp mod">
        <pc:chgData name="Josh Hug" userId="e2159f7335c131c2" providerId="LiveId" clId="{3EA5E4E8-3298-41BD-805A-DBB0F457239B}" dt="2025-11-21T01:11:31.570" v="19" actId="7634"/>
        <pc:sldMkLst>
          <pc:docMk/>
          <pc:sldMk cId="910976094" sldId="441"/>
        </pc:sldMkLst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910976094" sldId="441"/>
            <ac:inkMk id="7" creationId="{BBE422A0-E028-4B0F-FAC0-192477F2D926}"/>
          </ac:inkMkLst>
        </pc:inkChg>
        <pc:inkChg chg="add">
          <ac:chgData name="Josh Hug" userId="e2159f7335c131c2" providerId="LiveId" clId="{3EA5E4E8-3298-41BD-805A-DBB0F457239B}" dt="2025-11-21T01:11:31.570" v="19" actId="7634"/>
          <ac:inkMkLst>
            <pc:docMk/>
            <pc:sldMk cId="910976094" sldId="441"/>
            <ac:inkMk id="8" creationId="{77F5B2DB-BB84-5A7F-5AB1-59BA149DCFAF}"/>
          </ac:inkMkLst>
        </pc:inkChg>
      </pc:sldChg>
      <pc:sldChg chg="addSp delSp mod">
        <pc:chgData name="Josh Hug" userId="e2159f7335c131c2" providerId="LiveId" clId="{3EA5E4E8-3298-41BD-805A-DBB0F457239B}" dt="2025-11-21T00:49:25.567" v="18" actId="7634"/>
        <pc:sldMkLst>
          <pc:docMk/>
          <pc:sldMk cId="2675407686" sldId="450"/>
        </pc:sldMkLst>
        <pc:inkChg chg="add del">
          <ac:chgData name="Josh Hug" userId="e2159f7335c131c2" providerId="LiveId" clId="{3EA5E4E8-3298-41BD-805A-DBB0F457239B}" dt="2025-11-20T23:42:31.513" v="15" actId="478"/>
          <ac:inkMkLst>
            <pc:docMk/>
            <pc:sldMk cId="2675407686" sldId="450"/>
            <ac:inkMk id="4" creationId="{F9880FE3-B522-900C-CBFC-86CE009FA509}"/>
          </ac:inkMkLst>
        </pc:inkChg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2675407686" sldId="450"/>
            <ac:inkMk id="5" creationId="{14D2E468-2E71-5B61-6E43-AADB9C2F2EC7}"/>
          </ac:inkMkLst>
        </pc:inkChg>
      </pc:sldChg>
      <pc:sldChg chg="addSp mod">
        <pc:chgData name="Josh Hug" userId="e2159f7335c131c2" providerId="LiveId" clId="{3EA5E4E8-3298-41BD-805A-DBB0F457239B}" dt="2025-11-21T01:11:31.570" v="19" actId="7634"/>
        <pc:sldMkLst>
          <pc:docMk/>
          <pc:sldMk cId="1541583441" sldId="451"/>
        </pc:sldMkLst>
        <pc:inkChg chg="add">
          <ac:chgData name="Josh Hug" userId="e2159f7335c131c2" providerId="LiveId" clId="{3EA5E4E8-3298-41BD-805A-DBB0F457239B}" dt="2025-11-21T01:11:31.570" v="19" actId="7634"/>
          <ac:inkMkLst>
            <pc:docMk/>
            <pc:sldMk cId="1541583441" sldId="451"/>
            <ac:inkMk id="4" creationId="{337C61D3-97DC-0585-9706-0CFA408BF226}"/>
          </ac:inkMkLst>
        </pc:inkChg>
      </pc:sldChg>
      <pc:sldChg chg="addSp mod">
        <pc:chgData name="Josh Hug" userId="e2159f7335c131c2" providerId="LiveId" clId="{3EA5E4E8-3298-41BD-805A-DBB0F457239B}" dt="2025-11-21T00:49:25.567" v="18" actId="7634"/>
        <pc:sldMkLst>
          <pc:docMk/>
          <pc:sldMk cId="2408481330" sldId="452"/>
        </pc:sldMkLst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2408481330" sldId="452"/>
            <ac:inkMk id="4" creationId="{1EACD6A3-A6E4-05E0-B290-1B0C6A8CB2D6}"/>
          </ac:inkMkLst>
        </pc:inkChg>
      </pc:sldChg>
      <pc:sldChg chg="addSp mod">
        <pc:chgData name="Josh Hug" userId="e2159f7335c131c2" providerId="LiveId" clId="{3EA5E4E8-3298-41BD-805A-DBB0F457239B}" dt="2025-11-21T00:49:25.567" v="18" actId="7634"/>
        <pc:sldMkLst>
          <pc:docMk/>
          <pc:sldMk cId="3692123762" sldId="453"/>
        </pc:sldMkLst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3692123762" sldId="453"/>
            <ac:inkMk id="4" creationId="{D189D73E-B9AD-F31B-1615-56A24D139439}"/>
          </ac:inkMkLst>
        </pc:inkChg>
      </pc:sldChg>
      <pc:sldChg chg="addSp delSp mod">
        <pc:chgData name="Josh Hug" userId="e2159f7335c131c2" providerId="LiveId" clId="{3EA5E4E8-3298-41BD-805A-DBB0F457239B}" dt="2025-11-21T00:49:25.567" v="18" actId="7634"/>
        <pc:sldMkLst>
          <pc:docMk/>
          <pc:sldMk cId="1155812802" sldId="454"/>
        </pc:sldMkLst>
        <pc:inkChg chg="add del">
          <ac:chgData name="Josh Hug" userId="e2159f7335c131c2" providerId="LiveId" clId="{3EA5E4E8-3298-41BD-805A-DBB0F457239B}" dt="2025-11-20T23:42:34.665" v="16" actId="478"/>
          <ac:inkMkLst>
            <pc:docMk/>
            <pc:sldMk cId="1155812802" sldId="454"/>
            <ac:inkMk id="4" creationId="{A1C8D02F-9354-030D-F64B-870EEBD5CA9B}"/>
          </ac:inkMkLst>
        </pc:inkChg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1155812802" sldId="454"/>
            <ac:inkMk id="5" creationId="{BF6ACCE7-F83F-9F6D-0A12-0B29847798D8}"/>
          </ac:inkMkLst>
        </pc:inkChg>
      </pc:sldChg>
      <pc:sldChg chg="addSp delSp mod">
        <pc:chgData name="Josh Hug" userId="e2159f7335c131c2" providerId="LiveId" clId="{3EA5E4E8-3298-41BD-805A-DBB0F457239B}" dt="2025-11-21T00:49:25.567" v="18" actId="7634"/>
        <pc:sldMkLst>
          <pc:docMk/>
          <pc:sldMk cId="2141690262" sldId="458"/>
        </pc:sldMkLst>
        <pc:inkChg chg="add del">
          <ac:chgData name="Josh Hug" userId="e2159f7335c131c2" providerId="LiveId" clId="{3EA5E4E8-3298-41BD-805A-DBB0F457239B}" dt="2025-11-20T23:42:37.552" v="17" actId="478"/>
          <ac:inkMkLst>
            <pc:docMk/>
            <pc:sldMk cId="2141690262" sldId="458"/>
            <ac:inkMk id="5" creationId="{14B6CA8F-E1A8-6479-1ECA-0ED653290B01}"/>
          </ac:inkMkLst>
        </pc:inkChg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2141690262" sldId="458"/>
            <ac:inkMk id="6" creationId="{2D6DAF62-8B6F-250B-6568-58A9D4750925}"/>
          </ac:inkMkLst>
        </pc:inkChg>
      </pc:sldChg>
      <pc:sldChg chg="addSp mod">
        <pc:chgData name="Josh Hug" userId="e2159f7335c131c2" providerId="LiveId" clId="{3EA5E4E8-3298-41BD-805A-DBB0F457239B}" dt="2025-11-21T00:49:25.567" v="18" actId="7634"/>
        <pc:sldMkLst>
          <pc:docMk/>
          <pc:sldMk cId="3565986280" sldId="459"/>
        </pc:sldMkLst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3565986280" sldId="459"/>
            <ac:inkMk id="3" creationId="{08B262AE-5A9B-5181-FA62-9A2A975E9C61}"/>
          </ac:inkMkLst>
        </pc:inkChg>
      </pc:sldChg>
      <pc:sldChg chg="addSp mod">
        <pc:chgData name="Josh Hug" userId="e2159f7335c131c2" providerId="LiveId" clId="{3EA5E4E8-3298-41BD-805A-DBB0F457239B}" dt="2025-11-21T00:49:25.567" v="18" actId="7634"/>
        <pc:sldMkLst>
          <pc:docMk/>
          <pc:sldMk cId="3975819521" sldId="460"/>
        </pc:sldMkLst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3975819521" sldId="460"/>
            <ac:inkMk id="5" creationId="{696198A0-4AAE-00CB-B5FF-E93842872A75}"/>
          </ac:inkMkLst>
        </pc:inkChg>
      </pc:sldChg>
      <pc:sldChg chg="addSp mod">
        <pc:chgData name="Josh Hug" userId="e2159f7335c131c2" providerId="LiveId" clId="{3EA5E4E8-3298-41BD-805A-DBB0F457239B}" dt="2025-11-21T00:49:25.567" v="18" actId="7634"/>
        <pc:sldMkLst>
          <pc:docMk/>
          <pc:sldMk cId="1501200347" sldId="461"/>
        </pc:sldMkLst>
        <pc:inkChg chg="add">
          <ac:chgData name="Josh Hug" userId="e2159f7335c131c2" providerId="LiveId" clId="{3EA5E4E8-3298-41BD-805A-DBB0F457239B}" dt="2025-11-21T00:49:25.567" v="18" actId="7634"/>
          <ac:inkMkLst>
            <pc:docMk/>
            <pc:sldMk cId="1501200347" sldId="461"/>
            <ac:inkMk id="5" creationId="{F49C2AC0-94D4-DF38-651A-A1B7AB1A1811}"/>
          </ac:inkMkLst>
        </pc:inkChg>
      </pc:sldChg>
      <pc:sldChg chg="addSp mod">
        <pc:chgData name="Josh Hug" userId="e2159f7335c131c2" providerId="LiveId" clId="{3EA5E4E8-3298-41BD-805A-DBB0F457239B}" dt="2025-11-21T01:11:31.570" v="19" actId="7634"/>
        <pc:sldMkLst>
          <pc:docMk/>
          <pc:sldMk cId="2872221831" sldId="464"/>
        </pc:sldMkLst>
        <pc:inkChg chg="add">
          <ac:chgData name="Josh Hug" userId="e2159f7335c131c2" providerId="LiveId" clId="{3EA5E4E8-3298-41BD-805A-DBB0F457239B}" dt="2025-11-21T01:11:31.570" v="19" actId="7634"/>
          <ac:inkMkLst>
            <pc:docMk/>
            <pc:sldMk cId="2872221831" sldId="464"/>
            <ac:inkMk id="7" creationId="{07CD4518-48F0-8427-7F33-D7BD4C53D81B}"/>
          </ac:inkMkLst>
        </pc:inkChg>
      </pc:sldChg>
      <pc:sldChg chg="addSp mod">
        <pc:chgData name="Josh Hug" userId="e2159f7335c131c2" providerId="LiveId" clId="{3EA5E4E8-3298-41BD-805A-DBB0F457239B}" dt="2025-11-21T01:11:31.570" v="19" actId="7634"/>
        <pc:sldMkLst>
          <pc:docMk/>
          <pc:sldMk cId="3577903220" sldId="465"/>
        </pc:sldMkLst>
        <pc:inkChg chg="add">
          <ac:chgData name="Josh Hug" userId="e2159f7335c131c2" providerId="LiveId" clId="{3EA5E4E8-3298-41BD-805A-DBB0F457239B}" dt="2025-11-21T01:11:31.570" v="19" actId="7634"/>
          <ac:inkMkLst>
            <pc:docMk/>
            <pc:sldMk cId="3577903220" sldId="465"/>
            <ac:inkMk id="4" creationId="{AE80A4CB-2EB7-1211-AD5A-3E8E7DD9F8EB}"/>
          </ac:inkMkLst>
        </pc:inkChg>
      </pc:sldChg>
    </pc:docChg>
  </pc:docChgLst>
  <pc:docChgLst>
    <pc:chgData name="Josh Hug" userId="e2159f7335c131c2" providerId="LiveId" clId="{138F76F6-BDFE-43E7-A070-24B46DF0227F}"/>
    <pc:docChg chg="undo redo custSel addSld delSld modSld sldOrd modSection">
      <pc:chgData name="Josh Hug" userId="e2159f7335c131c2" providerId="LiveId" clId="{138F76F6-BDFE-43E7-A070-24B46DF0227F}" dt="2025-11-20T23:08:15.827" v="6741" actId="478"/>
      <pc:docMkLst>
        <pc:docMk/>
      </pc:docMkLst>
      <pc:sldChg chg="ord">
        <pc:chgData name="Josh Hug" userId="e2159f7335c131c2" providerId="LiveId" clId="{138F76F6-BDFE-43E7-A070-24B46DF0227F}" dt="2025-11-20T21:37:45.924" v="4351" actId="20578"/>
        <pc:sldMkLst>
          <pc:docMk/>
          <pc:sldMk cId="414574808" sldId="377"/>
        </pc:sldMkLst>
      </pc:sldChg>
      <pc:sldChg chg="addSp delSp modSp mod setBg">
        <pc:chgData name="Josh Hug" userId="e2159f7335c131c2" providerId="LiveId" clId="{138F76F6-BDFE-43E7-A070-24B46DF0227F}" dt="2025-11-20T22:50:59.488" v="6712" actId="478"/>
        <pc:sldMkLst>
          <pc:docMk/>
          <pc:sldMk cId="2881699274" sldId="380"/>
        </pc:sldMkLst>
        <pc:spChg chg="mod">
          <ac:chgData name="Josh Hug" userId="e2159f7335c131c2" providerId="LiveId" clId="{138F76F6-BDFE-43E7-A070-24B46DF0227F}" dt="2025-11-20T22:50:59.108" v="6711" actId="20577"/>
          <ac:spMkLst>
            <pc:docMk/>
            <pc:sldMk cId="2881699274" sldId="380"/>
            <ac:spMk id="3" creationId="{CA61041B-0815-2FF2-CEA6-2EDF9208BE91}"/>
          </ac:spMkLst>
        </pc:spChg>
        <pc:picChg chg="add del">
          <ac:chgData name="Josh Hug" userId="e2159f7335c131c2" providerId="LiveId" clId="{138F76F6-BDFE-43E7-A070-24B46DF0227F}" dt="2025-11-20T22:50:59.488" v="6712" actId="478"/>
          <ac:picMkLst>
            <pc:docMk/>
            <pc:sldMk cId="2881699274" sldId="380"/>
            <ac:picMk id="5" creationId="{54F99311-1D10-674C-C5A5-66EB0F4556A9}"/>
          </ac:picMkLst>
        </pc:picChg>
      </pc:sldChg>
      <pc:sldChg chg="modSp">
        <pc:chgData name="Josh Hug" userId="e2159f7335c131c2" providerId="LiveId" clId="{138F76F6-BDFE-43E7-A070-24B46DF0227F}" dt="2025-11-20T22:55:09.054" v="6715" actId="12"/>
        <pc:sldMkLst>
          <pc:docMk/>
          <pc:sldMk cId="453469785" sldId="381"/>
        </pc:sldMkLst>
        <pc:spChg chg="mod">
          <ac:chgData name="Josh Hug" userId="e2159f7335c131c2" providerId="LiveId" clId="{138F76F6-BDFE-43E7-A070-24B46DF0227F}" dt="2025-11-20T22:55:09.054" v="6715" actId="12"/>
          <ac:spMkLst>
            <pc:docMk/>
            <pc:sldMk cId="453469785" sldId="381"/>
            <ac:spMk id="3" creationId="{8EA9339B-744A-C1CB-BF9F-15D1CF898040}"/>
          </ac:spMkLst>
        </pc:spChg>
      </pc:sldChg>
      <pc:sldChg chg="modSp">
        <pc:chgData name="Josh Hug" userId="e2159f7335c131c2" providerId="LiveId" clId="{138F76F6-BDFE-43E7-A070-24B46DF0227F}" dt="2025-11-20T22:55:59.395" v="6717" actId="20577"/>
        <pc:sldMkLst>
          <pc:docMk/>
          <pc:sldMk cId="1115364064" sldId="382"/>
        </pc:sldMkLst>
        <pc:spChg chg="mod">
          <ac:chgData name="Josh Hug" userId="e2159f7335c131c2" providerId="LiveId" clId="{138F76F6-BDFE-43E7-A070-24B46DF0227F}" dt="2025-11-20T22:55:59.395" v="6717" actId="20577"/>
          <ac:spMkLst>
            <pc:docMk/>
            <pc:sldMk cId="1115364064" sldId="382"/>
            <ac:spMk id="3" creationId="{94E1E205-F802-C5D8-D931-A0303354D2EA}"/>
          </ac:spMkLst>
        </pc:spChg>
      </pc:sldChg>
      <pc:sldChg chg="addSp delSp modSp mod">
        <pc:chgData name="Josh Hug" userId="e2159f7335c131c2" providerId="LiveId" clId="{138F76F6-BDFE-43E7-A070-24B46DF0227F}" dt="2025-11-20T22:50:57.806" v="6710" actId="478"/>
        <pc:sldMkLst>
          <pc:docMk/>
          <pc:sldMk cId="350134988" sldId="383"/>
        </pc:sldMkLst>
        <pc:spChg chg="mod">
          <ac:chgData name="Josh Hug" userId="e2159f7335c131c2" providerId="LiveId" clId="{138F76F6-BDFE-43E7-A070-24B46DF0227F}" dt="2025-11-20T22:50:57.486" v="6709" actId="20577"/>
          <ac:spMkLst>
            <pc:docMk/>
            <pc:sldMk cId="350134988" sldId="383"/>
            <ac:spMk id="3" creationId="{FF171E5A-DAEB-221B-2F59-6F4362F33D5D}"/>
          </ac:spMkLst>
        </pc:spChg>
        <pc:picChg chg="add del">
          <ac:chgData name="Josh Hug" userId="e2159f7335c131c2" providerId="LiveId" clId="{138F76F6-BDFE-43E7-A070-24B46DF0227F}" dt="2025-11-20T22:50:57.806" v="6710" actId="478"/>
          <ac:picMkLst>
            <pc:docMk/>
            <pc:sldMk cId="350134988" sldId="383"/>
            <ac:picMk id="6" creationId="{EAE3551C-6EF9-04FB-B815-D45161E6887E}"/>
          </ac:picMkLst>
        </pc:picChg>
      </pc:sldChg>
      <pc:sldChg chg="addSp delSp mod modAnim">
        <pc:chgData name="Josh Hug" userId="e2159f7335c131c2" providerId="LiveId" clId="{138F76F6-BDFE-43E7-A070-24B46DF0227F}" dt="2025-11-20T23:01:34.591" v="6720"/>
        <pc:sldMkLst>
          <pc:docMk/>
          <pc:sldMk cId="3611812724" sldId="386"/>
        </pc:sldMkLst>
        <pc:spChg chg="add del">
          <ac:chgData name="Josh Hug" userId="e2159f7335c131c2" providerId="LiveId" clId="{138F76F6-BDFE-43E7-A070-24B46DF0227F}" dt="2025-11-20T23:01:29.342" v="6719" actId="478"/>
          <ac:spMkLst>
            <pc:docMk/>
            <pc:sldMk cId="3611812724" sldId="386"/>
            <ac:spMk id="5" creationId="{9BD365BF-712D-6135-0B24-13C12F6B3271}"/>
          </ac:spMkLst>
        </pc:spChg>
      </pc:sldChg>
      <pc:sldChg chg="del">
        <pc:chgData name="Josh Hug" userId="e2159f7335c131c2" providerId="LiveId" clId="{138F76F6-BDFE-43E7-A070-24B46DF0227F}" dt="2025-11-20T20:33:17.860" v="3434" actId="47"/>
        <pc:sldMkLst>
          <pc:docMk/>
          <pc:sldMk cId="1084266228" sldId="389"/>
        </pc:sldMkLst>
      </pc:sldChg>
      <pc:sldChg chg="addSp modSp mod">
        <pc:chgData name="Josh Hug" userId="e2159f7335c131c2" providerId="LiveId" clId="{138F76F6-BDFE-43E7-A070-24B46DF0227F}" dt="2025-11-20T22:21:58.941" v="6672" actId="20577"/>
        <pc:sldMkLst>
          <pc:docMk/>
          <pc:sldMk cId="2928767223" sldId="393"/>
        </pc:sldMkLst>
        <pc:spChg chg="mod">
          <ac:chgData name="Josh Hug" userId="e2159f7335c131c2" providerId="LiveId" clId="{138F76F6-BDFE-43E7-A070-24B46DF0227F}" dt="2025-11-20T22:09:14.824" v="4974"/>
          <ac:spMkLst>
            <pc:docMk/>
            <pc:sldMk cId="2928767223" sldId="393"/>
            <ac:spMk id="3" creationId="{06BE0775-E7D4-DC2B-994A-581CF4017F4B}"/>
          </ac:spMkLst>
        </pc:spChg>
        <pc:spChg chg="add mod">
          <ac:chgData name="Josh Hug" userId="e2159f7335c131c2" providerId="LiveId" clId="{138F76F6-BDFE-43E7-A070-24B46DF0227F}" dt="2025-11-20T22:21:12.072" v="6481"/>
          <ac:spMkLst>
            <pc:docMk/>
            <pc:sldMk cId="2928767223" sldId="393"/>
            <ac:spMk id="5" creationId="{F0E83261-CC61-8060-9C9F-8D7AA40A74E4}"/>
          </ac:spMkLst>
        </pc:spChg>
        <pc:spChg chg="add mod">
          <ac:chgData name="Josh Hug" userId="e2159f7335c131c2" providerId="LiveId" clId="{138F76F6-BDFE-43E7-A070-24B46DF0227F}" dt="2025-11-20T22:21:58.941" v="6672" actId="20577"/>
          <ac:spMkLst>
            <pc:docMk/>
            <pc:sldMk cId="2928767223" sldId="393"/>
            <ac:spMk id="7" creationId="{A0BEB622-4ACA-47E0-8756-79D3B715AFC9}"/>
          </ac:spMkLst>
        </pc:spChg>
      </pc:sldChg>
      <pc:sldChg chg="del">
        <pc:chgData name="Josh Hug" userId="e2159f7335c131c2" providerId="LiveId" clId="{138F76F6-BDFE-43E7-A070-24B46DF0227F}" dt="2025-11-20T20:33:17.860" v="3434" actId="47"/>
        <pc:sldMkLst>
          <pc:docMk/>
          <pc:sldMk cId="3655233264" sldId="394"/>
        </pc:sldMkLst>
      </pc:sldChg>
      <pc:sldChg chg="addSp modSp mod">
        <pc:chgData name="Josh Hug" userId="e2159f7335c131c2" providerId="LiveId" clId="{138F76F6-BDFE-43E7-A070-24B46DF0227F}" dt="2025-11-20T22:22:30.672" v="6682" actId="207"/>
        <pc:sldMkLst>
          <pc:docMk/>
          <pc:sldMk cId="883528848" sldId="395"/>
        </pc:sldMkLst>
        <pc:spChg chg="mod">
          <ac:chgData name="Josh Hug" userId="e2159f7335c131c2" providerId="LiveId" clId="{138F76F6-BDFE-43E7-A070-24B46DF0227F}" dt="2025-11-20T20:08:55.055" v="2261" actId="20577"/>
          <ac:spMkLst>
            <pc:docMk/>
            <pc:sldMk cId="883528848" sldId="395"/>
            <ac:spMk id="2" creationId="{0F033658-A20A-A112-7CCC-0EF84D01FB20}"/>
          </ac:spMkLst>
        </pc:spChg>
        <pc:spChg chg="mod">
          <ac:chgData name="Josh Hug" userId="e2159f7335c131c2" providerId="LiveId" clId="{138F76F6-BDFE-43E7-A070-24B46DF0227F}" dt="2025-11-20T22:09:14.824" v="4974"/>
          <ac:spMkLst>
            <pc:docMk/>
            <pc:sldMk cId="883528848" sldId="395"/>
            <ac:spMk id="3" creationId="{229E9FE9-A055-B36E-0DF2-6D0603411ADC}"/>
          </ac:spMkLst>
        </pc:spChg>
        <pc:spChg chg="add mod">
          <ac:chgData name="Josh Hug" userId="e2159f7335c131c2" providerId="LiveId" clId="{138F76F6-BDFE-43E7-A070-24B46DF0227F}" dt="2025-11-20T22:22:30.672" v="6682" actId="207"/>
          <ac:spMkLst>
            <pc:docMk/>
            <pc:sldMk cId="883528848" sldId="395"/>
            <ac:spMk id="5" creationId="{45E1DF41-9849-B80C-7CA0-075E1CD573B1}"/>
          </ac:spMkLst>
        </pc:spChg>
      </pc:sldChg>
      <pc:sldChg chg="del">
        <pc:chgData name="Josh Hug" userId="e2159f7335c131c2" providerId="LiveId" clId="{138F76F6-BDFE-43E7-A070-24B46DF0227F}" dt="2025-11-20T20:33:17.860" v="3434" actId="47"/>
        <pc:sldMkLst>
          <pc:docMk/>
          <pc:sldMk cId="1646759529" sldId="396"/>
        </pc:sldMkLst>
      </pc:sldChg>
      <pc:sldChg chg="addSp delSp modSp add mod modAnim">
        <pc:chgData name="Josh Hug" userId="e2159f7335c131c2" providerId="LiveId" clId="{138F76F6-BDFE-43E7-A070-24B46DF0227F}" dt="2025-11-20T20:49:57.721" v="3979" actId="20577"/>
        <pc:sldMkLst>
          <pc:docMk/>
          <pc:sldMk cId="1782906305" sldId="397"/>
        </pc:sldMkLst>
        <pc:spChg chg="mod">
          <ac:chgData name="Josh Hug" userId="e2159f7335c131c2" providerId="LiveId" clId="{138F76F6-BDFE-43E7-A070-24B46DF0227F}" dt="2025-11-20T20:49:57.721" v="3979" actId="20577"/>
          <ac:spMkLst>
            <pc:docMk/>
            <pc:sldMk cId="1782906305" sldId="397"/>
            <ac:spMk id="3" creationId="{5C12C93F-0914-7FA0-F7F2-B323E9D87E62}"/>
          </ac:spMkLst>
        </pc:spChg>
        <pc:spChg chg="add mod">
          <ac:chgData name="Josh Hug" userId="e2159f7335c131c2" providerId="LiveId" clId="{138F76F6-BDFE-43E7-A070-24B46DF0227F}" dt="2025-11-20T20:47:57.790" v="3722" actId="1076"/>
          <ac:spMkLst>
            <pc:docMk/>
            <pc:sldMk cId="1782906305" sldId="397"/>
            <ac:spMk id="4" creationId="{F0E2E19F-DE63-A1D9-1032-3D948DE34287}"/>
          </ac:spMkLst>
        </pc:spChg>
        <pc:spChg chg="del mod">
          <ac:chgData name="Josh Hug" userId="e2159f7335c131c2" providerId="LiveId" clId="{138F76F6-BDFE-43E7-A070-24B46DF0227F}" dt="2025-11-20T20:47:54.320" v="3720" actId="478"/>
          <ac:spMkLst>
            <pc:docMk/>
            <pc:sldMk cId="1782906305" sldId="397"/>
            <ac:spMk id="6" creationId="{578F7BED-D760-2976-239A-5AD056751566}"/>
          </ac:spMkLst>
        </pc:spChg>
        <pc:spChg chg="del">
          <ac:chgData name="Josh Hug" userId="e2159f7335c131c2" providerId="LiveId" clId="{138F76F6-BDFE-43E7-A070-24B46DF0227F}" dt="2025-11-20T20:47:54.320" v="3720" actId="478"/>
          <ac:spMkLst>
            <pc:docMk/>
            <pc:sldMk cId="1782906305" sldId="397"/>
            <ac:spMk id="8" creationId="{7CCF4897-3CEE-4E11-0B14-774CA4E974AE}"/>
          </ac:spMkLst>
        </pc:spChg>
      </pc:sldChg>
      <pc:sldChg chg="modSp del modAnim">
        <pc:chgData name="Josh Hug" userId="e2159f7335c131c2" providerId="LiveId" clId="{138F76F6-BDFE-43E7-A070-24B46DF0227F}" dt="2025-11-20T20:33:06.265" v="3433" actId="2696"/>
        <pc:sldMkLst>
          <pc:docMk/>
          <pc:sldMk cId="2708877754" sldId="397"/>
        </pc:sldMkLst>
        <pc:spChg chg="mod">
          <ac:chgData name="Josh Hug" userId="e2159f7335c131c2" providerId="LiveId" clId="{138F76F6-BDFE-43E7-A070-24B46DF0227F}" dt="2025-11-20T19:06:00.171" v="959" actId="20577"/>
          <ac:spMkLst>
            <pc:docMk/>
            <pc:sldMk cId="2708877754" sldId="397"/>
            <ac:spMk id="3" creationId="{5C12C93F-0914-7FA0-F7F2-B323E9D87E62}"/>
          </ac:spMkLst>
        </pc:spChg>
      </pc:sldChg>
      <pc:sldChg chg="addSp delSp modSp del mod delAnim modAnim">
        <pc:chgData name="Josh Hug" userId="e2159f7335c131c2" providerId="LiveId" clId="{138F76F6-BDFE-43E7-A070-24B46DF0227F}" dt="2025-11-20T20:33:17.860" v="3434" actId="47"/>
        <pc:sldMkLst>
          <pc:docMk/>
          <pc:sldMk cId="2401966371" sldId="399"/>
        </pc:sldMkLst>
        <pc:spChg chg="mod">
          <ac:chgData name="Josh Hug" userId="e2159f7335c131c2" providerId="LiveId" clId="{138F76F6-BDFE-43E7-A070-24B46DF0227F}" dt="2025-11-20T19:04:25.155" v="896" actId="20577"/>
          <ac:spMkLst>
            <pc:docMk/>
            <pc:sldMk cId="2401966371" sldId="399"/>
            <ac:spMk id="3" creationId="{BBDE47B1-EC04-95FA-DEB8-4B4C11981590}"/>
          </ac:spMkLst>
        </pc:spChg>
        <pc:spChg chg="del">
          <ac:chgData name="Josh Hug" userId="e2159f7335c131c2" providerId="LiveId" clId="{138F76F6-BDFE-43E7-A070-24B46DF0227F}" dt="2025-11-20T19:03:06.304" v="825" actId="478"/>
          <ac:spMkLst>
            <pc:docMk/>
            <pc:sldMk cId="2401966371" sldId="399"/>
            <ac:spMk id="4" creationId="{7929E3E9-3FEF-BC9A-7AEC-80E6159256D3}"/>
          </ac:spMkLst>
        </pc:spChg>
        <pc:spChg chg="add mod">
          <ac:chgData name="Josh Hug" userId="e2159f7335c131c2" providerId="LiveId" clId="{138F76F6-BDFE-43E7-A070-24B46DF0227F}" dt="2025-11-20T19:04:13.350" v="839" actId="1076"/>
          <ac:spMkLst>
            <pc:docMk/>
            <pc:sldMk cId="2401966371" sldId="399"/>
            <ac:spMk id="5" creationId="{71EB20E0-EFE7-94AA-3E74-5CBF3CEEADCD}"/>
          </ac:spMkLst>
        </pc:spChg>
        <pc:spChg chg="add mod">
          <ac:chgData name="Josh Hug" userId="e2159f7335c131c2" providerId="LiveId" clId="{138F76F6-BDFE-43E7-A070-24B46DF0227F}" dt="2025-11-20T19:05:06.418" v="901" actId="1076"/>
          <ac:spMkLst>
            <pc:docMk/>
            <pc:sldMk cId="2401966371" sldId="399"/>
            <ac:spMk id="6" creationId="{8404F36F-33AF-E096-AE74-20F54155C7ED}"/>
          </ac:spMkLst>
        </pc:spChg>
        <pc:spChg chg="mod">
          <ac:chgData name="Josh Hug" userId="e2159f7335c131c2" providerId="LiveId" clId="{138F76F6-BDFE-43E7-A070-24B46DF0227F}" dt="2025-11-20T19:04:53.201" v="899" actId="1076"/>
          <ac:spMkLst>
            <pc:docMk/>
            <pc:sldMk cId="2401966371" sldId="399"/>
            <ac:spMk id="9" creationId="{4A1B7AC6-1C78-76F9-C819-3AA72E8F3985}"/>
          </ac:spMkLst>
        </pc:spChg>
        <pc:spChg chg="del mod">
          <ac:chgData name="Josh Hug" userId="e2159f7335c131c2" providerId="LiveId" clId="{138F76F6-BDFE-43E7-A070-24B46DF0227F}" dt="2025-11-20T19:03:10.744" v="832" actId="478"/>
          <ac:spMkLst>
            <pc:docMk/>
            <pc:sldMk cId="2401966371" sldId="399"/>
            <ac:spMk id="10" creationId="{923A6230-E4DF-414A-2182-CC21D5B55F15}"/>
          </ac:spMkLst>
        </pc:spChg>
        <pc:spChg chg="del">
          <ac:chgData name="Josh Hug" userId="e2159f7335c131c2" providerId="LiveId" clId="{138F76F6-BDFE-43E7-A070-24B46DF0227F}" dt="2025-11-20T19:03:58.609" v="834" actId="478"/>
          <ac:spMkLst>
            <pc:docMk/>
            <pc:sldMk cId="2401966371" sldId="399"/>
            <ac:spMk id="11" creationId="{EB9FB99A-0CC3-30A8-9608-295E01934258}"/>
          </ac:spMkLst>
        </pc:spChg>
        <pc:spChg chg="del">
          <ac:chgData name="Josh Hug" userId="e2159f7335c131c2" providerId="LiveId" clId="{138F76F6-BDFE-43E7-A070-24B46DF0227F}" dt="2025-11-20T19:03:12.640" v="833" actId="478"/>
          <ac:spMkLst>
            <pc:docMk/>
            <pc:sldMk cId="2401966371" sldId="399"/>
            <ac:spMk id="12" creationId="{30AAAB24-79AE-714B-0D11-4B940A0441EC}"/>
          </ac:spMkLst>
        </pc:spChg>
        <pc:spChg chg="del">
          <ac:chgData name="Josh Hug" userId="e2159f7335c131c2" providerId="LiveId" clId="{138F76F6-BDFE-43E7-A070-24B46DF0227F}" dt="2025-11-20T19:03:05.400" v="824" actId="478"/>
          <ac:spMkLst>
            <pc:docMk/>
            <pc:sldMk cId="2401966371" sldId="399"/>
            <ac:spMk id="13" creationId="{ECB425A9-5A28-A8B4-322B-1FF3A1593FA8}"/>
          </ac:spMkLst>
        </pc:spChg>
        <pc:spChg chg="del">
          <ac:chgData name="Josh Hug" userId="e2159f7335c131c2" providerId="LiveId" clId="{138F76F6-BDFE-43E7-A070-24B46DF0227F}" dt="2025-11-20T19:02:14.784" v="812" actId="478"/>
          <ac:spMkLst>
            <pc:docMk/>
            <pc:sldMk cId="2401966371" sldId="399"/>
            <ac:spMk id="14" creationId="{A25C55D8-C58A-084A-95EB-0AB435BB8D12}"/>
          </ac:spMkLst>
        </pc:spChg>
        <pc:spChg chg="del">
          <ac:chgData name="Josh Hug" userId="e2159f7335c131c2" providerId="LiveId" clId="{138F76F6-BDFE-43E7-A070-24B46DF0227F}" dt="2025-11-20T19:03:04.808" v="823" actId="478"/>
          <ac:spMkLst>
            <pc:docMk/>
            <pc:sldMk cId="2401966371" sldId="399"/>
            <ac:spMk id="15" creationId="{1CB1A0BE-107A-6574-4619-F9DA92AE0472}"/>
          </ac:spMkLst>
        </pc:spChg>
      </pc:sldChg>
      <pc:sldChg chg="del">
        <pc:chgData name="Josh Hug" userId="e2159f7335c131c2" providerId="LiveId" clId="{138F76F6-BDFE-43E7-A070-24B46DF0227F}" dt="2025-11-20T20:33:17.860" v="3434" actId="47"/>
        <pc:sldMkLst>
          <pc:docMk/>
          <pc:sldMk cId="2230180887" sldId="400"/>
        </pc:sldMkLst>
      </pc:sldChg>
      <pc:sldChg chg="del">
        <pc:chgData name="Josh Hug" userId="e2159f7335c131c2" providerId="LiveId" clId="{138F76F6-BDFE-43E7-A070-24B46DF0227F}" dt="2025-11-20T20:33:17.860" v="3434" actId="47"/>
        <pc:sldMkLst>
          <pc:docMk/>
          <pc:sldMk cId="1143056934" sldId="401"/>
        </pc:sldMkLst>
      </pc:sldChg>
      <pc:sldChg chg="del">
        <pc:chgData name="Josh Hug" userId="e2159f7335c131c2" providerId="LiveId" clId="{138F76F6-BDFE-43E7-A070-24B46DF0227F}" dt="2025-11-20T20:33:17.860" v="3434" actId="47"/>
        <pc:sldMkLst>
          <pc:docMk/>
          <pc:sldMk cId="1027214197" sldId="402"/>
        </pc:sldMkLst>
      </pc:sldChg>
      <pc:sldChg chg="modSp del">
        <pc:chgData name="Josh Hug" userId="e2159f7335c131c2" providerId="LiveId" clId="{138F76F6-BDFE-43E7-A070-24B46DF0227F}" dt="2025-11-20T19:01:56.792" v="811" actId="47"/>
        <pc:sldMkLst>
          <pc:docMk/>
          <pc:sldMk cId="257503764" sldId="403"/>
        </pc:sldMkLst>
        <pc:spChg chg="mod">
          <ac:chgData name="Josh Hug" userId="e2159f7335c131c2" providerId="LiveId" clId="{138F76F6-BDFE-43E7-A070-24B46DF0227F}" dt="2025-11-20T18:57:05.930" v="369" actId="6549"/>
          <ac:spMkLst>
            <pc:docMk/>
            <pc:sldMk cId="257503764" sldId="403"/>
            <ac:spMk id="3" creationId="{D4A6C338-AB78-A5FB-31DC-E91DC5D3855C}"/>
          </ac:spMkLst>
        </pc:spChg>
      </pc:sldChg>
      <pc:sldChg chg="del">
        <pc:chgData name="Josh Hug" userId="e2159f7335c131c2" providerId="LiveId" clId="{138F76F6-BDFE-43E7-A070-24B46DF0227F}" dt="2025-11-20T20:33:17.860" v="3434" actId="47"/>
        <pc:sldMkLst>
          <pc:docMk/>
          <pc:sldMk cId="2432823938" sldId="404"/>
        </pc:sldMkLst>
      </pc:sldChg>
      <pc:sldChg chg="del">
        <pc:chgData name="Josh Hug" userId="e2159f7335c131c2" providerId="LiveId" clId="{138F76F6-BDFE-43E7-A070-24B46DF0227F}" dt="2025-11-20T20:33:06.265" v="3433" actId="2696"/>
        <pc:sldMkLst>
          <pc:docMk/>
          <pc:sldMk cId="4183601359" sldId="405"/>
        </pc:sldMkLst>
      </pc:sldChg>
      <pc:sldChg chg="addSp delSp modSp add mod modAnim">
        <pc:chgData name="Josh Hug" userId="e2159f7335c131c2" providerId="LiveId" clId="{138F76F6-BDFE-43E7-A070-24B46DF0227F}" dt="2025-11-20T22:50:38.174" v="6708" actId="6549"/>
        <pc:sldMkLst>
          <pc:docMk/>
          <pc:sldMk cId="4242355415" sldId="405"/>
        </pc:sldMkLst>
        <pc:spChg chg="mod">
          <ac:chgData name="Josh Hug" userId="e2159f7335c131c2" providerId="LiveId" clId="{138F76F6-BDFE-43E7-A070-24B46DF0227F}" dt="2025-11-20T22:50:38.174" v="6708" actId="6549"/>
          <ac:spMkLst>
            <pc:docMk/>
            <pc:sldMk cId="4242355415" sldId="405"/>
            <ac:spMk id="3" creationId="{10D11314-67E9-DEB5-683C-2022D4B516DC}"/>
          </ac:spMkLst>
        </pc:spChg>
        <pc:spChg chg="mod">
          <ac:chgData name="Josh Hug" userId="e2159f7335c131c2" providerId="LiveId" clId="{138F76F6-BDFE-43E7-A070-24B46DF0227F}" dt="2025-11-20T20:46:28.684" v="3704" actId="20577"/>
          <ac:spMkLst>
            <pc:docMk/>
            <pc:sldMk cId="4242355415" sldId="405"/>
            <ac:spMk id="7" creationId="{EEA8D91D-E3BB-3FF9-2C39-3A817E5A85ED}"/>
          </ac:spMkLst>
        </pc:spChg>
        <pc:picChg chg="add del">
          <ac:chgData name="Josh Hug" userId="e2159f7335c131c2" providerId="LiveId" clId="{138F76F6-BDFE-43E7-A070-24B46DF0227F}" dt="2025-11-20T22:50:22.902" v="6704" actId="478"/>
          <ac:picMkLst>
            <pc:docMk/>
            <pc:sldMk cId="4242355415" sldId="405"/>
            <ac:picMk id="5" creationId="{BF55E4E4-5B74-A15A-1209-29C8C0426860}"/>
          </ac:picMkLst>
        </pc:picChg>
      </pc:sldChg>
      <pc:sldChg chg="modSp add modAnim">
        <pc:chgData name="Josh Hug" userId="e2159f7335c131c2" providerId="LiveId" clId="{138F76F6-BDFE-43E7-A070-24B46DF0227F}" dt="2025-11-20T20:51:50.281" v="3983" actId="20577"/>
        <pc:sldMkLst>
          <pc:docMk/>
          <pc:sldMk cId="50487789" sldId="408"/>
        </pc:sldMkLst>
        <pc:spChg chg="mod">
          <ac:chgData name="Josh Hug" userId="e2159f7335c131c2" providerId="LiveId" clId="{138F76F6-BDFE-43E7-A070-24B46DF0227F}" dt="2025-11-20T20:51:50.281" v="3983" actId="20577"/>
          <ac:spMkLst>
            <pc:docMk/>
            <pc:sldMk cId="50487789" sldId="408"/>
            <ac:spMk id="3" creationId="{B6A585BD-8BCA-03E2-999A-75D701098FFA}"/>
          </ac:spMkLst>
        </pc:spChg>
      </pc:sldChg>
      <pc:sldChg chg="del">
        <pc:chgData name="Josh Hug" userId="e2159f7335c131c2" providerId="LiveId" clId="{138F76F6-BDFE-43E7-A070-24B46DF0227F}" dt="2025-11-20T20:33:06.265" v="3433" actId="2696"/>
        <pc:sldMkLst>
          <pc:docMk/>
          <pc:sldMk cId="3657424023" sldId="408"/>
        </pc:sldMkLst>
      </pc:sldChg>
      <pc:sldChg chg="add del modAnim">
        <pc:chgData name="Josh Hug" userId="e2159f7335c131c2" providerId="LiveId" clId="{138F76F6-BDFE-43E7-A070-24B46DF0227F}" dt="2025-11-20T20:43:05.249" v="3701" actId="47"/>
        <pc:sldMkLst>
          <pc:docMk/>
          <pc:sldMk cId="27930951" sldId="409"/>
        </pc:sldMkLst>
      </pc:sldChg>
      <pc:sldChg chg="del">
        <pc:chgData name="Josh Hug" userId="e2159f7335c131c2" providerId="LiveId" clId="{138F76F6-BDFE-43E7-A070-24B46DF0227F}" dt="2025-11-20T20:33:06.265" v="3433" actId="2696"/>
        <pc:sldMkLst>
          <pc:docMk/>
          <pc:sldMk cId="1485990843" sldId="409"/>
        </pc:sldMkLst>
      </pc:sldChg>
      <pc:sldChg chg="del">
        <pc:chgData name="Josh Hug" userId="e2159f7335c131c2" providerId="LiveId" clId="{138F76F6-BDFE-43E7-A070-24B46DF0227F}" dt="2025-11-20T20:33:06.265" v="3433" actId="2696"/>
        <pc:sldMkLst>
          <pc:docMk/>
          <pc:sldMk cId="1479466131" sldId="410"/>
        </pc:sldMkLst>
      </pc:sldChg>
      <pc:sldChg chg="modSp add modAnim">
        <pc:chgData name="Josh Hug" userId="e2159f7335c131c2" providerId="LiveId" clId="{138F76F6-BDFE-43E7-A070-24B46DF0227F}" dt="2025-11-20T20:51:24.395" v="3981" actId="20577"/>
        <pc:sldMkLst>
          <pc:docMk/>
          <pc:sldMk cId="2695589514" sldId="410"/>
        </pc:sldMkLst>
        <pc:spChg chg="mod">
          <ac:chgData name="Josh Hug" userId="e2159f7335c131c2" providerId="LiveId" clId="{138F76F6-BDFE-43E7-A070-24B46DF0227F}" dt="2025-11-20T20:51:24.395" v="3981" actId="20577"/>
          <ac:spMkLst>
            <pc:docMk/>
            <pc:sldMk cId="2695589514" sldId="410"/>
            <ac:spMk id="5" creationId="{65F1F0A8-30A3-45E3-BAE3-A6574864B327}"/>
          </ac:spMkLst>
        </pc:spChg>
      </pc:sldChg>
      <pc:sldChg chg="add">
        <pc:chgData name="Josh Hug" userId="e2159f7335c131c2" providerId="LiveId" clId="{138F76F6-BDFE-43E7-A070-24B46DF0227F}" dt="2025-11-20T20:33:19.871" v="3435"/>
        <pc:sldMkLst>
          <pc:docMk/>
          <pc:sldMk cId="3235387565" sldId="411"/>
        </pc:sldMkLst>
      </pc:sldChg>
      <pc:sldChg chg="del">
        <pc:chgData name="Josh Hug" userId="e2159f7335c131c2" providerId="LiveId" clId="{138F76F6-BDFE-43E7-A070-24B46DF0227F}" dt="2025-11-20T20:33:06.265" v="3433" actId="2696"/>
        <pc:sldMkLst>
          <pc:docMk/>
          <pc:sldMk cId="3581097678" sldId="411"/>
        </pc:sldMkLst>
      </pc:sldChg>
      <pc:sldChg chg="del">
        <pc:chgData name="Josh Hug" userId="e2159f7335c131c2" providerId="LiveId" clId="{138F76F6-BDFE-43E7-A070-24B46DF0227F}" dt="2025-11-20T20:33:06.265" v="3433" actId="2696"/>
        <pc:sldMkLst>
          <pc:docMk/>
          <pc:sldMk cId="54934688" sldId="413"/>
        </pc:sldMkLst>
      </pc:sldChg>
      <pc:sldChg chg="add">
        <pc:chgData name="Josh Hug" userId="e2159f7335c131c2" providerId="LiveId" clId="{138F76F6-BDFE-43E7-A070-24B46DF0227F}" dt="2025-11-20T20:33:19.871" v="3435"/>
        <pc:sldMkLst>
          <pc:docMk/>
          <pc:sldMk cId="2378758102" sldId="413"/>
        </pc:sldMkLst>
      </pc:sldChg>
      <pc:sldChg chg="addSp modSp mod">
        <pc:chgData name="Josh Hug" userId="e2159f7335c131c2" providerId="LiveId" clId="{138F76F6-BDFE-43E7-A070-24B46DF0227F}" dt="2025-11-20T22:22:44.677" v="6688" actId="207"/>
        <pc:sldMkLst>
          <pc:docMk/>
          <pc:sldMk cId="3594636651" sldId="414"/>
        </pc:sldMkLst>
        <pc:spChg chg="mod">
          <ac:chgData name="Josh Hug" userId="e2159f7335c131c2" providerId="LiveId" clId="{138F76F6-BDFE-43E7-A070-24B46DF0227F}" dt="2025-11-20T22:09:14.824" v="4974"/>
          <ac:spMkLst>
            <pc:docMk/>
            <pc:sldMk cId="3594636651" sldId="414"/>
            <ac:spMk id="3" creationId="{08132FE3-53CD-3435-FAA4-770667706652}"/>
          </ac:spMkLst>
        </pc:spChg>
        <pc:spChg chg="add mod">
          <ac:chgData name="Josh Hug" userId="e2159f7335c131c2" providerId="LiveId" clId="{138F76F6-BDFE-43E7-A070-24B46DF0227F}" dt="2025-11-20T22:22:44.677" v="6688" actId="207"/>
          <ac:spMkLst>
            <pc:docMk/>
            <pc:sldMk cId="3594636651" sldId="414"/>
            <ac:spMk id="5" creationId="{51839104-FAD9-6CE7-035F-64656EE87A8A}"/>
          </ac:spMkLst>
        </pc:spChg>
      </pc:sldChg>
      <pc:sldChg chg="addSp modSp mod">
        <pc:chgData name="Josh Hug" userId="e2159f7335c131c2" providerId="LiveId" clId="{138F76F6-BDFE-43E7-A070-24B46DF0227F}" dt="2025-11-20T22:22:55.363" v="6692" actId="207"/>
        <pc:sldMkLst>
          <pc:docMk/>
          <pc:sldMk cId="1098180888" sldId="422"/>
        </pc:sldMkLst>
        <pc:spChg chg="mod">
          <ac:chgData name="Josh Hug" userId="e2159f7335c131c2" providerId="LiveId" clId="{138F76F6-BDFE-43E7-A070-24B46DF0227F}" dt="2025-11-20T22:08:56.091" v="4973" actId="14100"/>
          <ac:spMkLst>
            <pc:docMk/>
            <pc:sldMk cId="1098180888" sldId="422"/>
            <ac:spMk id="2" creationId="{E2352E8F-2A24-BBF6-507B-6E25629CA0B3}"/>
          </ac:spMkLst>
        </pc:spChg>
        <pc:spChg chg="mod">
          <ac:chgData name="Josh Hug" userId="e2159f7335c131c2" providerId="LiveId" clId="{138F76F6-BDFE-43E7-A070-24B46DF0227F}" dt="2025-11-20T22:09:14.824" v="4974"/>
          <ac:spMkLst>
            <pc:docMk/>
            <pc:sldMk cId="1098180888" sldId="422"/>
            <ac:spMk id="3" creationId="{AB000B1C-8E6A-9B8F-89DE-92182BB7C685}"/>
          </ac:spMkLst>
        </pc:spChg>
        <pc:spChg chg="add mod">
          <ac:chgData name="Josh Hug" userId="e2159f7335c131c2" providerId="LiveId" clId="{138F76F6-BDFE-43E7-A070-24B46DF0227F}" dt="2025-11-20T22:22:55.363" v="6692" actId="207"/>
          <ac:spMkLst>
            <pc:docMk/>
            <pc:sldMk cId="1098180888" sldId="422"/>
            <ac:spMk id="5" creationId="{61EC05AB-EA8B-8631-3CA8-FBC3638FDF82}"/>
          </ac:spMkLst>
        </pc:spChg>
      </pc:sldChg>
      <pc:sldChg chg="modSp">
        <pc:chgData name="Josh Hug" userId="e2159f7335c131c2" providerId="LiveId" clId="{138F76F6-BDFE-43E7-A070-24B46DF0227F}" dt="2025-11-20T21:12:21.509" v="4013" actId="20577"/>
        <pc:sldMkLst>
          <pc:docMk/>
          <pc:sldMk cId="2349636832" sldId="423"/>
        </pc:sldMkLst>
        <pc:spChg chg="mod">
          <ac:chgData name="Josh Hug" userId="e2159f7335c131c2" providerId="LiveId" clId="{138F76F6-BDFE-43E7-A070-24B46DF0227F}" dt="2025-11-20T21:12:21.509" v="4013" actId="20577"/>
          <ac:spMkLst>
            <pc:docMk/>
            <pc:sldMk cId="2349636832" sldId="423"/>
            <ac:spMk id="3" creationId="{AC9421B1-F20B-8C7A-BE00-55C5232C7E83}"/>
          </ac:spMkLst>
        </pc:spChg>
      </pc:sldChg>
      <pc:sldChg chg="modSp mod">
        <pc:chgData name="Josh Hug" userId="e2159f7335c131c2" providerId="LiveId" clId="{138F76F6-BDFE-43E7-A070-24B46DF0227F}" dt="2025-11-20T21:26:54.842" v="4150" actId="20577"/>
        <pc:sldMkLst>
          <pc:docMk/>
          <pc:sldMk cId="3589705691" sldId="427"/>
        </pc:sldMkLst>
        <pc:spChg chg="mod">
          <ac:chgData name="Josh Hug" userId="e2159f7335c131c2" providerId="LiveId" clId="{138F76F6-BDFE-43E7-A070-24B46DF0227F}" dt="2025-11-20T21:26:54.842" v="4150" actId="20577"/>
          <ac:spMkLst>
            <pc:docMk/>
            <pc:sldMk cId="3589705691" sldId="427"/>
            <ac:spMk id="3" creationId="{0E941677-1E03-D2D1-A607-336CD01EE1F4}"/>
          </ac:spMkLst>
        </pc:spChg>
      </pc:sldChg>
      <pc:sldChg chg="del">
        <pc:chgData name="Josh Hug" userId="e2159f7335c131c2" providerId="LiveId" clId="{138F76F6-BDFE-43E7-A070-24B46DF0227F}" dt="2025-11-20T20:33:17.860" v="3434" actId="47"/>
        <pc:sldMkLst>
          <pc:docMk/>
          <pc:sldMk cId="3543701725" sldId="432"/>
        </pc:sldMkLst>
      </pc:sldChg>
      <pc:sldChg chg="del">
        <pc:chgData name="Josh Hug" userId="e2159f7335c131c2" providerId="LiveId" clId="{138F76F6-BDFE-43E7-A070-24B46DF0227F}" dt="2025-11-20T20:33:17.860" v="3434" actId="47"/>
        <pc:sldMkLst>
          <pc:docMk/>
          <pc:sldMk cId="3152188533" sldId="433"/>
        </pc:sldMkLst>
      </pc:sldChg>
      <pc:sldChg chg="delSp mod delAnim">
        <pc:chgData name="Josh Hug" userId="e2159f7335c131c2" providerId="LiveId" clId="{138F76F6-BDFE-43E7-A070-24B46DF0227F}" dt="2025-11-20T23:08:03.518" v="6736" actId="478"/>
        <pc:sldMkLst>
          <pc:docMk/>
          <pc:sldMk cId="2382640449" sldId="434"/>
        </pc:sldMkLst>
        <pc:spChg chg="del">
          <ac:chgData name="Josh Hug" userId="e2159f7335c131c2" providerId="LiveId" clId="{138F76F6-BDFE-43E7-A070-24B46DF0227F}" dt="2025-11-20T23:08:02.963" v="6735" actId="478"/>
          <ac:spMkLst>
            <pc:docMk/>
            <pc:sldMk cId="2382640449" sldId="434"/>
            <ac:spMk id="15" creationId="{8EE114E3-9571-F678-F100-AAD02F6BBF73}"/>
          </ac:spMkLst>
        </pc:spChg>
        <pc:spChg chg="del">
          <ac:chgData name="Josh Hug" userId="e2159f7335c131c2" providerId="LiveId" clId="{138F76F6-BDFE-43E7-A070-24B46DF0227F}" dt="2025-11-20T23:08:01.724" v="6733" actId="478"/>
          <ac:spMkLst>
            <pc:docMk/>
            <pc:sldMk cId="2382640449" sldId="434"/>
            <ac:spMk id="17" creationId="{409D4A6A-8374-DB27-A528-9750E6B59753}"/>
          </ac:spMkLst>
        </pc:spChg>
        <pc:spChg chg="del">
          <ac:chgData name="Josh Hug" userId="e2159f7335c131c2" providerId="LiveId" clId="{138F76F6-BDFE-43E7-A070-24B46DF0227F}" dt="2025-11-20T23:08:03.518" v="6736" actId="478"/>
          <ac:spMkLst>
            <pc:docMk/>
            <pc:sldMk cId="2382640449" sldId="434"/>
            <ac:spMk id="19" creationId="{E7F6D435-D55C-027C-F9BD-861C49FE4257}"/>
          </ac:spMkLst>
        </pc:spChg>
        <pc:spChg chg="del">
          <ac:chgData name="Josh Hug" userId="e2159f7335c131c2" providerId="LiveId" clId="{138F76F6-BDFE-43E7-A070-24B46DF0227F}" dt="2025-11-20T23:08:02.215" v="6734" actId="478"/>
          <ac:spMkLst>
            <pc:docMk/>
            <pc:sldMk cId="2382640449" sldId="434"/>
            <ac:spMk id="21" creationId="{E1F7051D-D797-9954-618E-3C1567B251B4}"/>
          </ac:spMkLst>
        </pc:spChg>
        <pc:spChg chg="del">
          <ac:chgData name="Josh Hug" userId="e2159f7335c131c2" providerId="LiveId" clId="{138F76F6-BDFE-43E7-A070-24B46DF0227F}" dt="2025-11-20T23:08:01.249" v="6732" actId="478"/>
          <ac:spMkLst>
            <pc:docMk/>
            <pc:sldMk cId="2382640449" sldId="434"/>
            <ac:spMk id="22" creationId="{47448853-DB36-547C-17AD-ADCFB7A86044}"/>
          </ac:spMkLst>
        </pc:spChg>
      </pc:sldChg>
      <pc:sldChg chg="modSp mod">
        <pc:chgData name="Josh Hug" userId="e2159f7335c131c2" providerId="LiveId" clId="{138F76F6-BDFE-43E7-A070-24B46DF0227F}" dt="2025-11-20T21:39:02.187" v="4581" actId="20577"/>
        <pc:sldMkLst>
          <pc:docMk/>
          <pc:sldMk cId="397209715" sldId="436"/>
        </pc:sldMkLst>
        <pc:spChg chg="mod">
          <ac:chgData name="Josh Hug" userId="e2159f7335c131c2" providerId="LiveId" clId="{138F76F6-BDFE-43E7-A070-24B46DF0227F}" dt="2025-11-20T21:39:02.187" v="4581" actId="20577"/>
          <ac:spMkLst>
            <pc:docMk/>
            <pc:sldMk cId="397209715" sldId="436"/>
            <ac:spMk id="3" creationId="{8DBC865D-C067-361C-73A1-964470D2A7DF}"/>
          </ac:spMkLst>
        </pc:spChg>
      </pc:sldChg>
      <pc:sldChg chg="delSp mod delAnim">
        <pc:chgData name="Josh Hug" userId="e2159f7335c131c2" providerId="LiveId" clId="{138F76F6-BDFE-43E7-A070-24B46DF0227F}" dt="2025-11-20T23:08:15.827" v="6741" actId="478"/>
        <pc:sldMkLst>
          <pc:docMk/>
          <pc:sldMk cId="210814335" sldId="437"/>
        </pc:sldMkLst>
        <pc:spChg chg="del">
          <ac:chgData name="Josh Hug" userId="e2159f7335c131c2" providerId="LiveId" clId="{138F76F6-BDFE-43E7-A070-24B46DF0227F}" dt="2025-11-20T23:08:15.270" v="6740" actId="478"/>
          <ac:spMkLst>
            <pc:docMk/>
            <pc:sldMk cId="210814335" sldId="437"/>
            <ac:spMk id="15" creationId="{E0F63F96-E514-48AC-18A6-67E25F2D2734}"/>
          </ac:spMkLst>
        </pc:spChg>
        <pc:spChg chg="del">
          <ac:chgData name="Josh Hug" userId="e2159f7335c131c2" providerId="LiveId" clId="{138F76F6-BDFE-43E7-A070-24B46DF0227F}" dt="2025-11-20T23:08:14.239" v="6739" actId="478"/>
          <ac:spMkLst>
            <pc:docMk/>
            <pc:sldMk cId="210814335" sldId="437"/>
            <ac:spMk id="17" creationId="{5299B710-4365-8FA4-268F-1CBE5907D7B3}"/>
          </ac:spMkLst>
        </pc:spChg>
        <pc:spChg chg="del">
          <ac:chgData name="Josh Hug" userId="e2159f7335c131c2" providerId="LiveId" clId="{138F76F6-BDFE-43E7-A070-24B46DF0227F}" dt="2025-11-20T23:08:15.827" v="6741" actId="478"/>
          <ac:spMkLst>
            <pc:docMk/>
            <pc:sldMk cId="210814335" sldId="437"/>
            <ac:spMk id="19" creationId="{5250F4EA-F893-751F-6CB3-ADBF07EF245C}"/>
          </ac:spMkLst>
        </pc:spChg>
        <pc:spChg chg="del">
          <ac:chgData name="Josh Hug" userId="e2159f7335c131c2" providerId="LiveId" clId="{138F76F6-BDFE-43E7-A070-24B46DF0227F}" dt="2025-11-20T23:08:13.034" v="6738" actId="478"/>
          <ac:spMkLst>
            <pc:docMk/>
            <pc:sldMk cId="210814335" sldId="437"/>
            <ac:spMk id="21" creationId="{F238AAB1-BDC6-8D8E-CB77-98ED829359D2}"/>
          </ac:spMkLst>
        </pc:spChg>
        <pc:spChg chg="del">
          <ac:chgData name="Josh Hug" userId="e2159f7335c131c2" providerId="LiveId" clId="{138F76F6-BDFE-43E7-A070-24B46DF0227F}" dt="2025-11-20T23:08:11.404" v="6737" actId="478"/>
          <ac:spMkLst>
            <pc:docMk/>
            <pc:sldMk cId="210814335" sldId="437"/>
            <ac:spMk id="22" creationId="{4E02E377-D2B1-985A-DA39-5EBE3A3ACE3A}"/>
          </ac:spMkLst>
        </pc:spChg>
      </pc:sldChg>
      <pc:sldChg chg="addSp modSp mod">
        <pc:chgData name="Josh Hug" userId="e2159f7335c131c2" providerId="LiveId" clId="{138F76F6-BDFE-43E7-A070-24B46DF0227F}" dt="2025-11-20T21:37:14.076" v="4348" actId="20577"/>
        <pc:sldMkLst>
          <pc:docMk/>
          <pc:sldMk cId="1881543022" sldId="439"/>
        </pc:sldMkLst>
        <pc:spChg chg="add mod">
          <ac:chgData name="Josh Hug" userId="e2159f7335c131c2" providerId="LiveId" clId="{138F76F6-BDFE-43E7-A070-24B46DF0227F}" dt="2025-11-20T21:35:11.388" v="4228" actId="1076"/>
          <ac:spMkLst>
            <pc:docMk/>
            <pc:sldMk cId="1881543022" sldId="439"/>
            <ac:spMk id="4" creationId="{F0268293-7E34-0E03-1871-50D623919AA0}"/>
          </ac:spMkLst>
        </pc:spChg>
        <pc:spChg chg="mod">
          <ac:chgData name="Josh Hug" userId="e2159f7335c131c2" providerId="LiveId" clId="{138F76F6-BDFE-43E7-A070-24B46DF0227F}" dt="2025-11-20T21:36:21.155" v="4233" actId="555"/>
          <ac:spMkLst>
            <pc:docMk/>
            <pc:sldMk cId="1881543022" sldId="439"/>
            <ac:spMk id="5" creationId="{10C0FD29-6F6A-9DF3-8DE6-0FECA098623C}"/>
          </ac:spMkLst>
        </pc:spChg>
        <pc:spChg chg="mod">
          <ac:chgData name="Josh Hug" userId="e2159f7335c131c2" providerId="LiveId" clId="{138F76F6-BDFE-43E7-A070-24B46DF0227F}" dt="2025-11-20T21:36:21.155" v="4233" actId="555"/>
          <ac:spMkLst>
            <pc:docMk/>
            <pc:sldMk cId="1881543022" sldId="439"/>
            <ac:spMk id="6" creationId="{2224305C-CCC8-E4CC-5C7D-DD04517D7556}"/>
          </ac:spMkLst>
        </pc:spChg>
        <pc:spChg chg="mod">
          <ac:chgData name="Josh Hug" userId="e2159f7335c131c2" providerId="LiveId" clId="{138F76F6-BDFE-43E7-A070-24B46DF0227F}" dt="2025-11-20T21:36:11.913" v="4231" actId="555"/>
          <ac:spMkLst>
            <pc:docMk/>
            <pc:sldMk cId="1881543022" sldId="439"/>
            <ac:spMk id="7" creationId="{01AB3EC3-4104-D301-E3C7-409E485183FE}"/>
          </ac:spMkLst>
        </pc:spChg>
        <pc:spChg chg="mod">
          <ac:chgData name="Josh Hug" userId="e2159f7335c131c2" providerId="LiveId" clId="{138F76F6-BDFE-43E7-A070-24B46DF0227F}" dt="2025-11-20T21:36:11.913" v="4231" actId="555"/>
          <ac:spMkLst>
            <pc:docMk/>
            <pc:sldMk cId="1881543022" sldId="439"/>
            <ac:spMk id="8" creationId="{6739AE9D-6F26-D0F7-747C-2ADE4F1BF921}"/>
          </ac:spMkLst>
        </pc:spChg>
        <pc:spChg chg="add mod">
          <ac:chgData name="Josh Hug" userId="e2159f7335c131c2" providerId="LiveId" clId="{138F76F6-BDFE-43E7-A070-24B46DF0227F}" dt="2025-11-20T21:33:42.601" v="4158"/>
          <ac:spMkLst>
            <pc:docMk/>
            <pc:sldMk cId="1881543022" sldId="439"/>
            <ac:spMk id="9" creationId="{F9FE629E-2EB8-FFFC-8EED-3C9C9B9DB826}"/>
          </ac:spMkLst>
        </pc:spChg>
        <pc:spChg chg="add mod">
          <ac:chgData name="Josh Hug" userId="e2159f7335c131c2" providerId="LiveId" clId="{138F76F6-BDFE-43E7-A070-24B46DF0227F}" dt="2025-11-20T21:35:11.844" v="4229"/>
          <ac:spMkLst>
            <pc:docMk/>
            <pc:sldMk cId="1881543022" sldId="439"/>
            <ac:spMk id="10" creationId="{453B9EC5-84A6-0FAF-6A50-EBB0FB5A4DDC}"/>
          </ac:spMkLst>
        </pc:spChg>
        <pc:spChg chg="add mod">
          <ac:chgData name="Josh Hug" userId="e2159f7335c131c2" providerId="LiveId" clId="{138F76F6-BDFE-43E7-A070-24B46DF0227F}" dt="2025-11-20T21:37:14.076" v="4348" actId="20577"/>
          <ac:spMkLst>
            <pc:docMk/>
            <pc:sldMk cId="1881543022" sldId="439"/>
            <ac:spMk id="11" creationId="{014712B9-919F-A4D7-4C8C-69135AA797F1}"/>
          </ac:spMkLst>
        </pc:spChg>
      </pc:sldChg>
      <pc:sldChg chg="add del">
        <pc:chgData name="Josh Hug" userId="e2159f7335c131c2" providerId="LiveId" clId="{138F76F6-BDFE-43E7-A070-24B46DF0227F}" dt="2025-11-20T21:26:17.817" v="4113" actId="47"/>
        <pc:sldMkLst>
          <pc:docMk/>
          <pc:sldMk cId="1496554384" sldId="442"/>
        </pc:sldMkLst>
      </pc:sldChg>
      <pc:sldChg chg="modSp">
        <pc:chgData name="Josh Hug" userId="e2159f7335c131c2" providerId="LiveId" clId="{138F76F6-BDFE-43E7-A070-24B46DF0227F}" dt="2025-11-20T21:42:38.731" v="4740" actId="20577"/>
        <pc:sldMkLst>
          <pc:docMk/>
          <pc:sldMk cId="2428101633" sldId="443"/>
        </pc:sldMkLst>
        <pc:spChg chg="mod">
          <ac:chgData name="Josh Hug" userId="e2159f7335c131c2" providerId="LiveId" clId="{138F76F6-BDFE-43E7-A070-24B46DF0227F}" dt="2025-11-20T21:42:38.731" v="4740" actId="20577"/>
          <ac:spMkLst>
            <pc:docMk/>
            <pc:sldMk cId="2428101633" sldId="443"/>
            <ac:spMk id="3" creationId="{7708962D-325A-F807-28BF-C74368B20C19}"/>
          </ac:spMkLst>
        </pc:spChg>
      </pc:sldChg>
      <pc:sldChg chg="modSp del mod">
        <pc:chgData name="Josh Hug" userId="e2159f7335c131c2" providerId="LiveId" clId="{138F76F6-BDFE-43E7-A070-24B46DF0227F}" dt="2025-11-20T20:33:17.860" v="3434" actId="47"/>
        <pc:sldMkLst>
          <pc:docMk/>
          <pc:sldMk cId="1975379537" sldId="445"/>
        </pc:sldMkLst>
        <pc:spChg chg="mod">
          <ac:chgData name="Josh Hug" userId="e2159f7335c131c2" providerId="LiveId" clId="{138F76F6-BDFE-43E7-A070-24B46DF0227F}" dt="2025-11-20T18:56:26.222" v="368" actId="20577"/>
          <ac:spMkLst>
            <pc:docMk/>
            <pc:sldMk cId="1975379537" sldId="445"/>
            <ac:spMk id="3" creationId="{DF962FC8-327B-FF27-DA48-75648815FE94}"/>
          </ac:spMkLst>
        </pc:spChg>
      </pc:sldChg>
      <pc:sldChg chg="addSp delSp modSp add del mod delAnim modAnim">
        <pc:chgData name="Josh Hug" userId="e2159f7335c131c2" providerId="LiveId" clId="{138F76F6-BDFE-43E7-A070-24B46DF0227F}" dt="2025-11-20T20:33:17.860" v="3434" actId="47"/>
        <pc:sldMkLst>
          <pc:docMk/>
          <pc:sldMk cId="3611796351" sldId="446"/>
        </pc:sldMkLst>
        <pc:spChg chg="mod">
          <ac:chgData name="Josh Hug" userId="e2159f7335c131c2" providerId="LiveId" clId="{138F76F6-BDFE-43E7-A070-24B46DF0227F}" dt="2025-11-20T18:59:49.029" v="634" actId="114"/>
          <ac:spMkLst>
            <pc:docMk/>
            <pc:sldMk cId="3611796351" sldId="446"/>
            <ac:spMk id="3" creationId="{A10EE527-A76A-4F86-4FD2-DF0D3D45CE5C}"/>
          </ac:spMkLst>
        </pc:spChg>
        <pc:spChg chg="del">
          <ac:chgData name="Josh Hug" userId="e2159f7335c131c2" providerId="LiveId" clId="{138F76F6-BDFE-43E7-A070-24B46DF0227F}" dt="2025-11-20T18:58:02.598" v="409" actId="478"/>
          <ac:spMkLst>
            <pc:docMk/>
            <pc:sldMk cId="3611796351" sldId="446"/>
            <ac:spMk id="4" creationId="{70D46413-5D55-BF17-6F8A-996254EB1B70}"/>
          </ac:spMkLst>
        </pc:spChg>
        <pc:spChg chg="add mod">
          <ac:chgData name="Josh Hug" userId="e2159f7335c131c2" providerId="LiveId" clId="{138F76F6-BDFE-43E7-A070-24B46DF0227F}" dt="2025-11-20T19:10:45.833" v="972" actId="20577"/>
          <ac:spMkLst>
            <pc:docMk/>
            <pc:sldMk cId="3611796351" sldId="446"/>
            <ac:spMk id="5" creationId="{9F51B15D-639E-2A05-8603-0AD5FECD33A7}"/>
          </ac:spMkLst>
        </pc:spChg>
        <pc:spChg chg="add mod">
          <ac:chgData name="Josh Hug" userId="e2159f7335c131c2" providerId="LiveId" clId="{138F76F6-BDFE-43E7-A070-24B46DF0227F}" dt="2025-11-20T19:10:49.352" v="974" actId="20577"/>
          <ac:spMkLst>
            <pc:docMk/>
            <pc:sldMk cId="3611796351" sldId="446"/>
            <ac:spMk id="6" creationId="{5E11D5FA-15B5-BE6A-A0BC-5F607B316D64}"/>
          </ac:spMkLst>
        </pc:spChg>
      </pc:sldChg>
      <pc:sldChg chg="add del">
        <pc:chgData name="Josh Hug" userId="e2159f7335c131c2" providerId="LiveId" clId="{138F76F6-BDFE-43E7-A070-24B46DF0227F}" dt="2025-11-20T19:00:13.881" v="636"/>
        <pc:sldMkLst>
          <pc:docMk/>
          <pc:sldMk cId="869341596" sldId="447"/>
        </pc:sldMkLst>
      </pc:sldChg>
      <pc:sldChg chg="addSp delSp modSp add del mod">
        <pc:chgData name="Josh Hug" userId="e2159f7335c131c2" providerId="LiveId" clId="{138F76F6-BDFE-43E7-A070-24B46DF0227F}" dt="2025-11-20T20:33:17.860" v="3434" actId="47"/>
        <pc:sldMkLst>
          <pc:docMk/>
          <pc:sldMk cId="3587071318" sldId="447"/>
        </pc:sldMkLst>
        <pc:spChg chg="mod">
          <ac:chgData name="Josh Hug" userId="e2159f7335c131c2" providerId="LiveId" clId="{138F76F6-BDFE-43E7-A070-24B46DF0227F}" dt="2025-11-20T19:26:07.977" v="1247" actId="5793"/>
          <ac:spMkLst>
            <pc:docMk/>
            <pc:sldMk cId="3587071318" sldId="447"/>
            <ac:spMk id="3" creationId="{C12BDD29-25AF-E334-DF9D-E9E1C212F148}"/>
          </ac:spMkLst>
        </pc:spChg>
        <pc:spChg chg="del">
          <ac:chgData name="Josh Hug" userId="e2159f7335c131c2" providerId="LiveId" clId="{138F76F6-BDFE-43E7-A070-24B46DF0227F}" dt="2025-11-20T19:00:32.173" v="645" actId="478"/>
          <ac:spMkLst>
            <pc:docMk/>
            <pc:sldMk cId="3587071318" sldId="447"/>
            <ac:spMk id="5" creationId="{9FC05A8F-0BE7-A1BA-F24C-3E6D2366B594}"/>
          </ac:spMkLst>
        </pc:spChg>
        <pc:spChg chg="del">
          <ac:chgData name="Josh Hug" userId="e2159f7335c131c2" providerId="LiveId" clId="{138F76F6-BDFE-43E7-A070-24B46DF0227F}" dt="2025-11-20T19:00:58.717" v="689" actId="478"/>
          <ac:spMkLst>
            <pc:docMk/>
            <pc:sldMk cId="3587071318" sldId="447"/>
            <ac:spMk id="6" creationId="{6F599241-22A2-E675-A881-FA0C6319A265}"/>
          </ac:spMkLst>
        </pc:spChg>
        <pc:spChg chg="add del">
          <ac:chgData name="Josh Hug" userId="e2159f7335c131c2" providerId="LiveId" clId="{138F76F6-BDFE-43E7-A070-24B46DF0227F}" dt="2025-11-20T19:01:45.444" v="804" actId="22"/>
          <ac:spMkLst>
            <pc:docMk/>
            <pc:sldMk cId="3587071318" sldId="447"/>
            <ac:spMk id="7" creationId="{8F6945D3-5782-B8E3-C6C4-974D61F0C3F9}"/>
          </ac:spMkLst>
        </pc:spChg>
        <pc:spChg chg="add mod">
          <ac:chgData name="Josh Hug" userId="e2159f7335c131c2" providerId="LiveId" clId="{138F76F6-BDFE-43E7-A070-24B46DF0227F}" dt="2025-11-20T19:26:05.740" v="1245" actId="1076"/>
          <ac:spMkLst>
            <pc:docMk/>
            <pc:sldMk cId="3587071318" sldId="447"/>
            <ac:spMk id="9" creationId="{DCE812A4-94F0-51E8-548C-F2E998505F9C}"/>
          </ac:spMkLst>
        </pc:spChg>
      </pc:sldChg>
      <pc:sldChg chg="addSp delSp modSp add del mod">
        <pc:chgData name="Josh Hug" userId="e2159f7335c131c2" providerId="LiveId" clId="{138F76F6-BDFE-43E7-A070-24B46DF0227F}" dt="2025-11-20T20:33:17.860" v="3434" actId="47"/>
        <pc:sldMkLst>
          <pc:docMk/>
          <pc:sldMk cId="3989435306" sldId="448"/>
        </pc:sldMkLst>
        <pc:spChg chg="mod">
          <ac:chgData name="Josh Hug" userId="e2159f7335c131c2" providerId="LiveId" clId="{138F76F6-BDFE-43E7-A070-24B46DF0227F}" dt="2025-11-20T19:45:35.505" v="1352" actId="20577"/>
          <ac:spMkLst>
            <pc:docMk/>
            <pc:sldMk cId="3989435306" sldId="448"/>
            <ac:spMk id="3" creationId="{A62256FA-5369-B52B-DF52-448EBCA46C99}"/>
          </ac:spMkLst>
        </pc:spChg>
        <pc:spChg chg="add del mod">
          <ac:chgData name="Josh Hug" userId="e2159f7335c131c2" providerId="LiveId" clId="{138F76F6-BDFE-43E7-A070-24B46DF0227F}" dt="2025-11-20T19:45:06.566" v="1254" actId="478"/>
          <ac:spMkLst>
            <pc:docMk/>
            <pc:sldMk cId="3989435306" sldId="448"/>
            <ac:spMk id="9" creationId="{4C2644C1-2505-CA8F-E5A6-035812ACF4B6}"/>
          </ac:spMkLst>
        </pc:spChg>
      </pc:sldChg>
      <pc:sldChg chg="add del">
        <pc:chgData name="Josh Hug" userId="e2159f7335c131c2" providerId="LiveId" clId="{138F76F6-BDFE-43E7-A070-24B46DF0227F}" dt="2025-11-20T20:33:17.860" v="3434" actId="47"/>
        <pc:sldMkLst>
          <pc:docMk/>
          <pc:sldMk cId="3670361843" sldId="449"/>
        </pc:sldMkLst>
      </pc:sldChg>
      <pc:sldChg chg="modSp new del mod">
        <pc:chgData name="Josh Hug" userId="e2159f7335c131c2" providerId="LiveId" clId="{138F76F6-BDFE-43E7-A070-24B46DF0227F}" dt="2025-11-20T19:47:14.232" v="1674" actId="2696"/>
        <pc:sldMkLst>
          <pc:docMk/>
          <pc:sldMk cId="2653792034" sldId="450"/>
        </pc:sldMkLst>
        <pc:spChg chg="mod">
          <ac:chgData name="Josh Hug" userId="e2159f7335c131c2" providerId="LiveId" clId="{138F76F6-BDFE-43E7-A070-24B46DF0227F}" dt="2025-11-20T19:45:59.439" v="1383" actId="20577"/>
          <ac:spMkLst>
            <pc:docMk/>
            <pc:sldMk cId="2653792034" sldId="450"/>
            <ac:spMk id="2" creationId="{7D39F595-5B3C-7A30-FD47-5C1D347F2B64}"/>
          </ac:spMkLst>
        </pc:spChg>
        <pc:spChg chg="mod">
          <ac:chgData name="Josh Hug" userId="e2159f7335c131c2" providerId="LiveId" clId="{138F76F6-BDFE-43E7-A070-24B46DF0227F}" dt="2025-11-20T19:47:09.362" v="1673" actId="20577"/>
          <ac:spMkLst>
            <pc:docMk/>
            <pc:sldMk cId="2653792034" sldId="450"/>
            <ac:spMk id="3" creationId="{28CB6B43-51C9-3D59-A0B6-BD88168FCACC}"/>
          </ac:spMkLst>
        </pc:spChg>
      </pc:sldChg>
      <pc:sldChg chg="modSp add mod addAnim delAnim modAnim">
        <pc:chgData name="Josh Hug" userId="e2159f7335c131c2" providerId="LiveId" clId="{138F76F6-BDFE-43E7-A070-24B46DF0227F}" dt="2025-11-20T20:15:28.674" v="2734"/>
        <pc:sldMkLst>
          <pc:docMk/>
          <pc:sldMk cId="2675407686" sldId="450"/>
        </pc:sldMkLst>
        <pc:spChg chg="mod">
          <ac:chgData name="Josh Hug" userId="e2159f7335c131c2" providerId="LiveId" clId="{138F76F6-BDFE-43E7-A070-24B46DF0227F}" dt="2025-11-20T19:50:08.677" v="2063" actId="20577"/>
          <ac:spMkLst>
            <pc:docMk/>
            <pc:sldMk cId="2675407686" sldId="450"/>
            <ac:spMk id="2" creationId="{7D39F595-5B3C-7A30-FD47-5C1D347F2B64}"/>
          </ac:spMkLst>
        </pc:spChg>
        <pc:spChg chg="mod">
          <ac:chgData name="Josh Hug" userId="e2159f7335c131c2" providerId="LiveId" clId="{138F76F6-BDFE-43E7-A070-24B46DF0227F}" dt="2025-11-20T20:15:04.835" v="2732" actId="20577"/>
          <ac:spMkLst>
            <pc:docMk/>
            <pc:sldMk cId="2675407686" sldId="450"/>
            <ac:spMk id="3" creationId="{28CB6B43-51C9-3D59-A0B6-BD88168FCACC}"/>
          </ac:spMkLst>
        </pc:spChg>
      </pc:sldChg>
      <pc:sldChg chg="modSp add mod modAnim">
        <pc:chgData name="Josh Hug" userId="e2159f7335c131c2" providerId="LiveId" clId="{138F76F6-BDFE-43E7-A070-24B46DF0227F}" dt="2025-11-20T22:20:44.476" v="6479" actId="20577"/>
        <pc:sldMkLst>
          <pc:docMk/>
          <pc:sldMk cId="1541583441" sldId="451"/>
        </pc:sldMkLst>
        <pc:spChg chg="mod">
          <ac:chgData name="Josh Hug" userId="e2159f7335c131c2" providerId="LiveId" clId="{138F76F6-BDFE-43E7-A070-24B46DF0227F}" dt="2025-11-20T22:20:44.476" v="6479" actId="20577"/>
          <ac:spMkLst>
            <pc:docMk/>
            <pc:sldMk cId="1541583441" sldId="451"/>
            <ac:spMk id="3" creationId="{7B6CF527-64A6-D390-0AE0-9FAD91BE82E1}"/>
          </ac:spMkLst>
        </pc:spChg>
      </pc:sldChg>
      <pc:sldChg chg="modSp add del mod modShow">
        <pc:chgData name="Josh Hug" userId="e2159f7335c131c2" providerId="LiveId" clId="{138F76F6-BDFE-43E7-A070-24B46DF0227F}" dt="2025-11-20T22:07:30.756" v="4929" actId="2696"/>
        <pc:sldMkLst>
          <pc:docMk/>
          <pc:sldMk cId="3598389617" sldId="451"/>
        </pc:sldMkLst>
        <pc:spChg chg="mod">
          <ac:chgData name="Josh Hug" userId="e2159f7335c131c2" providerId="LiveId" clId="{138F76F6-BDFE-43E7-A070-24B46DF0227F}" dt="2025-11-20T19:47:55.840" v="1678" actId="14100"/>
          <ac:spMkLst>
            <pc:docMk/>
            <pc:sldMk cId="3598389617" sldId="451"/>
            <ac:spMk id="3" creationId="{7B6CF527-64A6-D390-0AE0-9FAD91BE82E1}"/>
          </ac:spMkLst>
        </pc:spChg>
      </pc:sldChg>
      <pc:sldChg chg="modSp add modAnim">
        <pc:chgData name="Josh Hug" userId="e2159f7335c131c2" providerId="LiveId" clId="{138F76F6-BDFE-43E7-A070-24B46DF0227F}" dt="2025-11-20T20:12:44.160" v="2591" actId="20577"/>
        <pc:sldMkLst>
          <pc:docMk/>
          <pc:sldMk cId="2408481330" sldId="452"/>
        </pc:sldMkLst>
        <pc:spChg chg="mod">
          <ac:chgData name="Josh Hug" userId="e2159f7335c131c2" providerId="LiveId" clId="{138F76F6-BDFE-43E7-A070-24B46DF0227F}" dt="2025-11-20T20:12:44.160" v="2591" actId="20577"/>
          <ac:spMkLst>
            <pc:docMk/>
            <pc:sldMk cId="2408481330" sldId="452"/>
            <ac:spMk id="3" creationId="{084E77F5-5576-5B84-A8BE-41F53863C8A1}"/>
          </ac:spMkLst>
        </pc:spChg>
      </pc:sldChg>
      <pc:sldChg chg="modSp add del mod">
        <pc:chgData name="Josh Hug" userId="e2159f7335c131c2" providerId="LiveId" clId="{138F76F6-BDFE-43E7-A070-24B46DF0227F}" dt="2025-11-20T20:09:03.916" v="2262" actId="47"/>
        <pc:sldMkLst>
          <pc:docMk/>
          <pc:sldMk cId="3596406547" sldId="452"/>
        </pc:sldMkLst>
        <pc:spChg chg="mod">
          <ac:chgData name="Josh Hug" userId="e2159f7335c131c2" providerId="LiveId" clId="{138F76F6-BDFE-43E7-A070-24B46DF0227F}" dt="2025-11-20T19:48:38.261" v="1749" actId="21"/>
          <ac:spMkLst>
            <pc:docMk/>
            <pc:sldMk cId="3596406547" sldId="452"/>
            <ac:spMk id="3" creationId="{B9442718-A471-64A7-9E07-4C792C2C95EC}"/>
          </ac:spMkLst>
        </pc:spChg>
      </pc:sldChg>
      <pc:sldChg chg="modSp add">
        <pc:chgData name="Josh Hug" userId="e2159f7335c131c2" providerId="LiveId" clId="{138F76F6-BDFE-43E7-A070-24B46DF0227F}" dt="2025-11-20T20:13:47.587" v="2600" actId="20577"/>
        <pc:sldMkLst>
          <pc:docMk/>
          <pc:sldMk cId="3692123762" sldId="453"/>
        </pc:sldMkLst>
        <pc:spChg chg="mod">
          <ac:chgData name="Josh Hug" userId="e2159f7335c131c2" providerId="LiveId" clId="{138F76F6-BDFE-43E7-A070-24B46DF0227F}" dt="2025-11-20T20:13:47.587" v="2600" actId="20577"/>
          <ac:spMkLst>
            <pc:docMk/>
            <pc:sldMk cId="3692123762" sldId="453"/>
            <ac:spMk id="3" creationId="{CF646588-D267-83FA-1F0F-3D9F1DBC3E95}"/>
          </ac:spMkLst>
        </pc:spChg>
      </pc:sldChg>
      <pc:sldChg chg="modSp add mod">
        <pc:chgData name="Josh Hug" userId="e2159f7335c131c2" providerId="LiveId" clId="{138F76F6-BDFE-43E7-A070-24B46DF0227F}" dt="2025-11-20T20:18:49.833" v="2739" actId="20577"/>
        <pc:sldMkLst>
          <pc:docMk/>
          <pc:sldMk cId="1155812802" sldId="454"/>
        </pc:sldMkLst>
        <pc:spChg chg="mod">
          <ac:chgData name="Josh Hug" userId="e2159f7335c131c2" providerId="LiveId" clId="{138F76F6-BDFE-43E7-A070-24B46DF0227F}" dt="2025-11-20T20:18:49.833" v="2739" actId="20577"/>
          <ac:spMkLst>
            <pc:docMk/>
            <pc:sldMk cId="1155812802" sldId="454"/>
            <ac:spMk id="3" creationId="{1706AE20-0BC6-3568-9983-67D78FEAA712}"/>
          </ac:spMkLst>
        </pc:spChg>
      </pc:sldChg>
      <pc:sldChg chg="modSp add mod modShow">
        <pc:chgData name="Josh Hug" userId="e2159f7335c131c2" providerId="LiveId" clId="{138F76F6-BDFE-43E7-A070-24B46DF0227F}" dt="2025-11-20T23:04:03.540" v="6730" actId="729"/>
        <pc:sldMkLst>
          <pc:docMk/>
          <pc:sldMk cId="1891189906" sldId="455"/>
        </pc:sldMkLst>
        <pc:spChg chg="mod">
          <ac:chgData name="Josh Hug" userId="e2159f7335c131c2" providerId="LiveId" clId="{138F76F6-BDFE-43E7-A070-24B46DF0227F}" dt="2025-11-20T23:03:54.502" v="6729" actId="20577"/>
          <ac:spMkLst>
            <pc:docMk/>
            <pc:sldMk cId="1891189906" sldId="455"/>
            <ac:spMk id="3" creationId="{DD02B60D-C223-17D1-593F-CAB1CE33B74D}"/>
          </ac:spMkLst>
        </pc:spChg>
      </pc:sldChg>
      <pc:sldChg chg="add">
        <pc:chgData name="Josh Hug" userId="e2159f7335c131c2" providerId="LiveId" clId="{138F76F6-BDFE-43E7-A070-24B46DF0227F}" dt="2025-11-20T20:19:07.546" v="2750"/>
        <pc:sldMkLst>
          <pc:docMk/>
          <pc:sldMk cId="1638964359" sldId="456"/>
        </pc:sldMkLst>
      </pc:sldChg>
      <pc:sldChg chg="addSp delSp modSp new del mod">
        <pc:chgData name="Josh Hug" userId="e2159f7335c131c2" providerId="LiveId" clId="{138F76F6-BDFE-43E7-A070-24B46DF0227F}" dt="2025-11-20T23:04:19.487" v="6731" actId="47"/>
        <pc:sldMkLst>
          <pc:docMk/>
          <pc:sldMk cId="2343588505" sldId="457"/>
        </pc:sldMkLst>
        <pc:spChg chg="mod">
          <ac:chgData name="Josh Hug" userId="e2159f7335c131c2" providerId="LiveId" clId="{138F76F6-BDFE-43E7-A070-24B46DF0227F}" dt="2025-11-20T20:19:51.743" v="2823" actId="20577"/>
          <ac:spMkLst>
            <pc:docMk/>
            <pc:sldMk cId="2343588505" sldId="457"/>
            <ac:spMk id="2" creationId="{86D15229-8E0F-BE9D-7001-55F3AD22079A}"/>
          </ac:spMkLst>
        </pc:spChg>
        <pc:spChg chg="del">
          <ac:chgData name="Josh Hug" userId="e2159f7335c131c2" providerId="LiveId" clId="{138F76F6-BDFE-43E7-A070-24B46DF0227F}" dt="2025-11-20T20:20:06.736" v="2824" actId="3680"/>
          <ac:spMkLst>
            <pc:docMk/>
            <pc:sldMk cId="2343588505" sldId="457"/>
            <ac:spMk id="3" creationId="{7615F00D-581F-F724-C1B5-EAC41023C9EC}"/>
          </ac:spMkLst>
        </pc:spChg>
        <pc:spChg chg="add mod">
          <ac:chgData name="Josh Hug" userId="e2159f7335c131c2" providerId="LiveId" clId="{138F76F6-BDFE-43E7-A070-24B46DF0227F}" dt="2025-11-20T20:29:43.634" v="3299" actId="20577"/>
          <ac:spMkLst>
            <pc:docMk/>
            <pc:sldMk cId="2343588505" sldId="457"/>
            <ac:spMk id="6" creationId="{623AB9F9-499D-92B2-47C9-B9B9A55BCE5B}"/>
          </ac:spMkLst>
        </pc:spChg>
        <pc:spChg chg="add mod">
          <ac:chgData name="Josh Hug" userId="e2159f7335c131c2" providerId="LiveId" clId="{138F76F6-BDFE-43E7-A070-24B46DF0227F}" dt="2025-11-20T20:29:49.026" v="3301" actId="1076"/>
          <ac:spMkLst>
            <pc:docMk/>
            <pc:sldMk cId="2343588505" sldId="457"/>
            <ac:spMk id="8" creationId="{583BB6F4-F1B2-12F6-5B2D-17348B7477C1}"/>
          </ac:spMkLst>
        </pc:spChg>
        <pc:graphicFrameChg chg="add del mod ord modGraphic">
          <ac:chgData name="Josh Hug" userId="e2159f7335c131c2" providerId="LiveId" clId="{138F76F6-BDFE-43E7-A070-24B46DF0227F}" dt="2025-11-20T20:28:35.944" v="3017" actId="21"/>
          <ac:graphicFrameMkLst>
            <pc:docMk/>
            <pc:sldMk cId="2343588505" sldId="457"/>
            <ac:graphicFrameMk id="4" creationId="{B0F30F60-AE65-C011-CD89-365054A8E849}"/>
          </ac:graphicFrameMkLst>
        </pc:graphicFrameChg>
        <pc:graphicFrameChg chg="add mod">
          <ac:chgData name="Josh Hug" userId="e2159f7335c131c2" providerId="LiveId" clId="{138F76F6-BDFE-43E7-A070-24B46DF0227F}" dt="2025-11-20T20:29:29.794" v="3273" actId="20577"/>
          <ac:graphicFrameMkLst>
            <pc:docMk/>
            <pc:sldMk cId="2343588505" sldId="457"/>
            <ac:graphicFrameMk id="7" creationId="{B0F30F60-AE65-C011-CD89-365054A8E849}"/>
          </ac:graphicFrameMkLst>
        </pc:graphicFrameChg>
      </pc:sldChg>
      <pc:sldChg chg="addSp modSp new mod">
        <pc:chgData name="Josh Hug" userId="e2159f7335c131c2" providerId="LiveId" clId="{138F76F6-BDFE-43E7-A070-24B46DF0227F}" dt="2025-11-20T20:31:38.431" v="3428" actId="20577"/>
        <pc:sldMkLst>
          <pc:docMk/>
          <pc:sldMk cId="2141690262" sldId="458"/>
        </pc:sldMkLst>
        <pc:spChg chg="mod">
          <ac:chgData name="Josh Hug" userId="e2159f7335c131c2" providerId="LiveId" clId="{138F76F6-BDFE-43E7-A070-24B46DF0227F}" dt="2025-11-20T20:30:49.883" v="3395" actId="20577"/>
          <ac:spMkLst>
            <pc:docMk/>
            <pc:sldMk cId="2141690262" sldId="458"/>
            <ac:spMk id="2" creationId="{C6263D5E-5766-2AB7-974C-64C88EA1D0AC}"/>
          </ac:spMkLst>
        </pc:spChg>
        <pc:spChg chg="mod">
          <ac:chgData name="Josh Hug" userId="e2159f7335c131c2" providerId="LiveId" clId="{138F76F6-BDFE-43E7-A070-24B46DF0227F}" dt="2025-11-20T20:31:38.431" v="3428" actId="20577"/>
          <ac:spMkLst>
            <pc:docMk/>
            <pc:sldMk cId="2141690262" sldId="458"/>
            <ac:spMk id="3" creationId="{4C11959C-6485-B088-F843-A2A63A5F6C6E}"/>
          </ac:spMkLst>
        </pc:spChg>
        <pc:spChg chg="add mod">
          <ac:chgData name="Josh Hug" userId="e2159f7335c131c2" providerId="LiveId" clId="{138F76F6-BDFE-43E7-A070-24B46DF0227F}" dt="2025-11-20T20:31:21.006" v="3422" actId="1076"/>
          <ac:spMkLst>
            <pc:docMk/>
            <pc:sldMk cId="2141690262" sldId="458"/>
            <ac:spMk id="4" creationId="{42CC1EAA-615D-FB65-D069-1D8CEB5F8D29}"/>
          </ac:spMkLst>
        </pc:spChg>
      </pc:sldChg>
      <pc:sldChg chg="modSp add mod">
        <pc:chgData name="Josh Hug" userId="e2159f7335c131c2" providerId="LiveId" clId="{138F76F6-BDFE-43E7-A070-24B46DF0227F}" dt="2025-11-20T20:31:46.497" v="3432" actId="20577"/>
        <pc:sldMkLst>
          <pc:docMk/>
          <pc:sldMk cId="3565986280" sldId="459"/>
        </pc:sldMkLst>
        <pc:graphicFrameChg chg="mod modGraphic">
          <ac:chgData name="Josh Hug" userId="e2159f7335c131c2" providerId="LiveId" clId="{138F76F6-BDFE-43E7-A070-24B46DF0227F}" dt="2025-11-20T20:31:46.497" v="3432" actId="20577"/>
          <ac:graphicFrameMkLst>
            <pc:docMk/>
            <pc:sldMk cId="3565986280" sldId="459"/>
            <ac:graphicFrameMk id="7" creationId="{1BCA85F7-5414-0A1A-DCA0-DC4FCCCB37EC}"/>
          </ac:graphicFrameMkLst>
        </pc:graphicFrameChg>
      </pc:sldChg>
      <pc:sldChg chg="modSp add mod">
        <pc:chgData name="Josh Hug" userId="e2159f7335c131c2" providerId="LiveId" clId="{138F76F6-BDFE-43E7-A070-24B46DF0227F}" dt="2025-11-20T20:41:09.224" v="3689" actId="20577"/>
        <pc:sldMkLst>
          <pc:docMk/>
          <pc:sldMk cId="3975819521" sldId="460"/>
        </pc:sldMkLst>
        <pc:spChg chg="mod">
          <ac:chgData name="Josh Hug" userId="e2159f7335c131c2" providerId="LiveId" clId="{138F76F6-BDFE-43E7-A070-24B46DF0227F}" dt="2025-11-20T20:41:09.224" v="3689" actId="20577"/>
          <ac:spMkLst>
            <pc:docMk/>
            <pc:sldMk cId="3975819521" sldId="460"/>
            <ac:spMk id="2" creationId="{ED49D145-12EC-F793-A1D0-F488CB9D4C24}"/>
          </ac:spMkLst>
        </pc:spChg>
        <pc:spChg chg="mod">
          <ac:chgData name="Josh Hug" userId="e2159f7335c131c2" providerId="LiveId" clId="{138F76F6-BDFE-43E7-A070-24B46DF0227F}" dt="2025-11-20T20:40:48.268" v="3680" actId="20577"/>
          <ac:spMkLst>
            <pc:docMk/>
            <pc:sldMk cId="3975819521" sldId="460"/>
            <ac:spMk id="3" creationId="{1D960D44-0A09-1509-17D0-1D0A3F7CC944}"/>
          </ac:spMkLst>
        </pc:spChg>
        <pc:spChg chg="mod">
          <ac:chgData name="Josh Hug" userId="e2159f7335c131c2" providerId="LiveId" clId="{138F76F6-BDFE-43E7-A070-24B46DF0227F}" dt="2025-11-20T20:40:52.964" v="3681" actId="1076"/>
          <ac:spMkLst>
            <pc:docMk/>
            <pc:sldMk cId="3975819521" sldId="460"/>
            <ac:spMk id="4" creationId="{98EBF133-18AD-2FAB-4ABE-EF5EB1F6766C}"/>
          </ac:spMkLst>
        </pc:spChg>
      </pc:sldChg>
      <pc:sldChg chg="modSp add mod">
        <pc:chgData name="Josh Hug" userId="e2159f7335c131c2" providerId="LiveId" clId="{138F76F6-BDFE-43E7-A070-24B46DF0227F}" dt="2025-11-20T21:21:44.620" v="4044" actId="20577"/>
        <pc:sldMkLst>
          <pc:docMk/>
          <pc:sldMk cId="1501200347" sldId="461"/>
        </pc:sldMkLst>
        <pc:spChg chg="mod">
          <ac:chgData name="Josh Hug" userId="e2159f7335c131c2" providerId="LiveId" clId="{138F76F6-BDFE-43E7-A070-24B46DF0227F}" dt="2025-11-20T21:21:44.620" v="4044" actId="20577"/>
          <ac:spMkLst>
            <pc:docMk/>
            <pc:sldMk cId="1501200347" sldId="461"/>
            <ac:spMk id="3" creationId="{DEC53125-6455-D098-B370-B0F655E4A8B4}"/>
          </ac:spMkLst>
        </pc:spChg>
      </pc:sldChg>
      <pc:sldChg chg="addSp delSp modSp add del mod">
        <pc:chgData name="Josh Hug" userId="e2159f7335c131c2" providerId="LiveId" clId="{138F76F6-BDFE-43E7-A070-24B46DF0227F}" dt="2025-11-20T21:57:01.229" v="4840" actId="47"/>
        <pc:sldMkLst>
          <pc:docMk/>
          <pc:sldMk cId="1086553403" sldId="462"/>
        </pc:sldMkLst>
        <pc:spChg chg="mod">
          <ac:chgData name="Josh Hug" userId="e2159f7335c131c2" providerId="LiveId" clId="{138F76F6-BDFE-43E7-A070-24B46DF0227F}" dt="2025-11-20T21:41:26.806" v="4600" actId="20577"/>
          <ac:spMkLst>
            <pc:docMk/>
            <pc:sldMk cId="1086553403" sldId="462"/>
            <ac:spMk id="2" creationId="{942C628B-2C2A-14C4-EC2E-21A2AD469006}"/>
          </ac:spMkLst>
        </pc:spChg>
        <pc:spChg chg="mod">
          <ac:chgData name="Josh Hug" userId="e2159f7335c131c2" providerId="LiveId" clId="{138F76F6-BDFE-43E7-A070-24B46DF0227F}" dt="2025-11-20T21:49:35.048" v="4788" actId="6549"/>
          <ac:spMkLst>
            <pc:docMk/>
            <pc:sldMk cId="1086553403" sldId="462"/>
            <ac:spMk id="3" creationId="{7238CC99-9D7F-6C77-F898-31AB785EB30B}"/>
          </ac:spMkLst>
        </pc:spChg>
        <pc:spChg chg="del">
          <ac:chgData name="Josh Hug" userId="e2159f7335c131c2" providerId="LiveId" clId="{138F76F6-BDFE-43E7-A070-24B46DF0227F}" dt="2025-11-20T21:41:47.902" v="4686" actId="478"/>
          <ac:spMkLst>
            <pc:docMk/>
            <pc:sldMk cId="1086553403" sldId="462"/>
            <ac:spMk id="4" creationId="{52321EA9-6F65-EF15-2684-2B3F82D7E4CE}"/>
          </ac:spMkLst>
        </pc:spChg>
        <pc:spChg chg="mod">
          <ac:chgData name="Josh Hug" userId="e2159f7335c131c2" providerId="LiveId" clId="{138F76F6-BDFE-43E7-A070-24B46DF0227F}" dt="2025-11-20T21:41:52.898" v="4690" actId="1076"/>
          <ac:spMkLst>
            <pc:docMk/>
            <pc:sldMk cId="1086553403" sldId="462"/>
            <ac:spMk id="5" creationId="{92577B93-EE02-01D6-26E3-5781672E622E}"/>
          </ac:spMkLst>
        </pc:spChg>
        <pc:spChg chg="mod">
          <ac:chgData name="Josh Hug" userId="e2159f7335c131c2" providerId="LiveId" clId="{138F76F6-BDFE-43E7-A070-24B46DF0227F}" dt="2025-11-20T21:41:52.898" v="4690" actId="1076"/>
          <ac:spMkLst>
            <pc:docMk/>
            <pc:sldMk cId="1086553403" sldId="462"/>
            <ac:spMk id="6" creationId="{E1DD8FE0-EDD8-E80B-3645-8CEB94733E86}"/>
          </ac:spMkLst>
        </pc:spChg>
        <pc:spChg chg="add del mod">
          <ac:chgData name="Josh Hug" userId="e2159f7335c131c2" providerId="LiveId" clId="{138F76F6-BDFE-43E7-A070-24B46DF0227F}" dt="2025-11-20T21:47:42.701" v="4753" actId="478"/>
          <ac:spMkLst>
            <pc:docMk/>
            <pc:sldMk cId="1086553403" sldId="462"/>
            <ac:spMk id="7" creationId="{F0B84DC0-0521-8E2E-97B6-FE5EE777925E}"/>
          </ac:spMkLst>
        </pc:spChg>
        <pc:spChg chg="add del mod">
          <ac:chgData name="Josh Hug" userId="e2159f7335c131c2" providerId="LiveId" clId="{138F76F6-BDFE-43E7-A070-24B46DF0227F}" dt="2025-11-20T21:56:54.792" v="4835" actId="478"/>
          <ac:spMkLst>
            <pc:docMk/>
            <pc:sldMk cId="1086553403" sldId="462"/>
            <ac:spMk id="8" creationId="{12F9F243-EDF8-BEE1-7EF0-8B9D01BFA6CF}"/>
          </ac:spMkLst>
        </pc:spChg>
        <pc:spChg chg="add mod">
          <ac:chgData name="Josh Hug" userId="e2159f7335c131c2" providerId="LiveId" clId="{138F76F6-BDFE-43E7-A070-24B46DF0227F}" dt="2025-11-20T21:56:54.940" v="4836"/>
          <ac:spMkLst>
            <pc:docMk/>
            <pc:sldMk cId="1086553403" sldId="462"/>
            <ac:spMk id="9" creationId="{64C21939-D622-F8C1-53DF-1BD642FBE5E9}"/>
          </ac:spMkLst>
        </pc:spChg>
        <pc:spChg chg="mod">
          <ac:chgData name="Josh Hug" userId="e2159f7335c131c2" providerId="LiveId" clId="{138F76F6-BDFE-43E7-A070-24B46DF0227F}" dt="2025-11-20T21:41:49.750" v="4687" actId="1076"/>
          <ac:spMkLst>
            <pc:docMk/>
            <pc:sldMk cId="1086553403" sldId="462"/>
            <ac:spMk id="10" creationId="{C0C619F0-1504-3275-34DC-60C30B2CE451}"/>
          </ac:spMkLst>
        </pc:spChg>
      </pc:sldChg>
      <pc:sldChg chg="modSp new del mod">
        <pc:chgData name="Josh Hug" userId="e2159f7335c131c2" providerId="LiveId" clId="{138F76F6-BDFE-43E7-A070-24B46DF0227F}" dt="2025-11-20T22:20:49.514" v="6480" actId="47"/>
        <pc:sldMkLst>
          <pc:docMk/>
          <pc:sldMk cId="1881144390" sldId="463"/>
        </pc:sldMkLst>
        <pc:spChg chg="mod">
          <ac:chgData name="Josh Hug" userId="e2159f7335c131c2" providerId="LiveId" clId="{138F76F6-BDFE-43E7-A070-24B46DF0227F}" dt="2025-11-20T22:07:37.260" v="4971" actId="20577"/>
          <ac:spMkLst>
            <pc:docMk/>
            <pc:sldMk cId="1881144390" sldId="463"/>
            <ac:spMk id="2" creationId="{6D9F56FC-D870-CB57-118A-18DF0718FF8F}"/>
          </ac:spMkLst>
        </pc:spChg>
      </pc:sldChg>
      <pc:sldChg chg="addSp delSp modSp add mod">
        <pc:chgData name="Josh Hug" userId="e2159f7335c131c2" providerId="LiveId" clId="{138F76F6-BDFE-43E7-A070-24B46DF0227F}" dt="2025-11-20T21:56:59.824" v="4839" actId="1076"/>
        <pc:sldMkLst>
          <pc:docMk/>
          <pc:sldMk cId="2872221831" sldId="464"/>
        </pc:sldMkLst>
        <pc:spChg chg="mod">
          <ac:chgData name="Josh Hug" userId="e2159f7335c131c2" providerId="LiveId" clId="{138F76F6-BDFE-43E7-A070-24B46DF0227F}" dt="2025-11-20T21:56:47.147" v="4834" actId="20577"/>
          <ac:spMkLst>
            <pc:docMk/>
            <pc:sldMk cId="2872221831" sldId="464"/>
            <ac:spMk id="3" creationId="{B915E06F-759E-33EF-61AE-D03CFA663B50}"/>
          </ac:spMkLst>
        </pc:spChg>
        <pc:spChg chg="add mod">
          <ac:chgData name="Josh Hug" userId="e2159f7335c131c2" providerId="LiveId" clId="{138F76F6-BDFE-43E7-A070-24B46DF0227F}" dt="2025-11-20T21:56:59.824" v="4839" actId="1076"/>
          <ac:spMkLst>
            <pc:docMk/>
            <pc:sldMk cId="2872221831" sldId="464"/>
            <ac:spMk id="4" creationId="{8D5D0173-702D-E91E-09A1-BBFD8DDD0606}"/>
          </ac:spMkLst>
        </pc:spChg>
        <pc:spChg chg="del">
          <ac:chgData name="Josh Hug" userId="e2159f7335c131c2" providerId="LiveId" clId="{138F76F6-BDFE-43E7-A070-24B46DF0227F}" dt="2025-11-20T21:56:57.776" v="4837" actId="478"/>
          <ac:spMkLst>
            <pc:docMk/>
            <pc:sldMk cId="2872221831" sldId="464"/>
            <ac:spMk id="8" creationId="{56E3C3FA-6F1B-6641-9BA2-1509D923B49D}"/>
          </ac:spMkLst>
        </pc:spChg>
      </pc:sldChg>
      <pc:sldChg chg="delSp modSp add mod">
        <pc:chgData name="Josh Hug" userId="e2159f7335c131c2" providerId="LiveId" clId="{138F76F6-BDFE-43E7-A070-24B46DF0227F}" dt="2025-11-20T22:06:17.914" v="4928" actId="478"/>
        <pc:sldMkLst>
          <pc:docMk/>
          <pc:sldMk cId="3577903220" sldId="465"/>
        </pc:sldMkLst>
        <pc:spChg chg="mod">
          <ac:chgData name="Josh Hug" userId="e2159f7335c131c2" providerId="LiveId" clId="{138F76F6-BDFE-43E7-A070-24B46DF0227F}" dt="2025-11-20T22:06:11.748" v="4927" actId="20577"/>
          <ac:spMkLst>
            <pc:docMk/>
            <pc:sldMk cId="3577903220" sldId="465"/>
            <ac:spMk id="3" creationId="{BBCC1CCA-9C4D-BAC0-4288-849F27B04599}"/>
          </ac:spMkLst>
        </pc:spChg>
        <pc:spChg chg="del">
          <ac:chgData name="Josh Hug" userId="e2159f7335c131c2" providerId="LiveId" clId="{138F76F6-BDFE-43E7-A070-24B46DF0227F}" dt="2025-11-20T22:06:17.914" v="4928" actId="478"/>
          <ac:spMkLst>
            <pc:docMk/>
            <pc:sldMk cId="3577903220" sldId="465"/>
            <ac:spMk id="4" creationId="{899AB55A-0BCF-FEAA-2E86-D0760560D54D}"/>
          </ac:spMkLst>
        </pc:spChg>
      </pc:sldChg>
      <pc:sldChg chg="addSp modSp add mod">
        <pc:chgData name="Josh Hug" userId="e2159f7335c131c2" providerId="LiveId" clId="{138F76F6-BDFE-43E7-A070-24B46DF0227F}" dt="2025-11-20T22:23:05.189" v="6696" actId="207"/>
        <pc:sldMkLst>
          <pc:docMk/>
          <pc:sldMk cId="1598389359" sldId="466"/>
        </pc:sldMkLst>
        <pc:spChg chg="mod">
          <ac:chgData name="Josh Hug" userId="e2159f7335c131c2" providerId="LiveId" clId="{138F76F6-BDFE-43E7-A070-24B46DF0227F}" dt="2025-11-20T22:09:53.879" v="5016" actId="20577"/>
          <ac:spMkLst>
            <pc:docMk/>
            <pc:sldMk cId="1598389359" sldId="466"/>
            <ac:spMk id="2" creationId="{EBF8FB29-D4AE-7255-0788-53B867F60C7A}"/>
          </ac:spMkLst>
        </pc:spChg>
        <pc:spChg chg="add mod">
          <ac:chgData name="Josh Hug" userId="e2159f7335c131c2" providerId="LiveId" clId="{138F76F6-BDFE-43E7-A070-24B46DF0227F}" dt="2025-11-20T22:23:05.189" v="6696" actId="207"/>
          <ac:spMkLst>
            <pc:docMk/>
            <pc:sldMk cId="1598389359" sldId="466"/>
            <ac:spMk id="5" creationId="{172C8293-148D-FBA4-FF2A-A5B53CB2A9F2}"/>
          </ac:spMkLst>
        </pc:spChg>
      </pc:sldChg>
      <pc:sldChg chg="add del">
        <pc:chgData name="Josh Hug" userId="e2159f7335c131c2" providerId="LiveId" clId="{138F76F6-BDFE-43E7-A070-24B46DF0227F}" dt="2025-11-20T22:19:49.174" v="6259" actId="47"/>
        <pc:sldMkLst>
          <pc:docMk/>
          <pc:sldMk cId="3358317981" sldId="467"/>
        </pc:sldMkLst>
      </pc:sldChg>
      <pc:sldChg chg="modSp add del mod">
        <pc:chgData name="Josh Hug" userId="e2159f7335c131c2" providerId="LiveId" clId="{138F76F6-BDFE-43E7-A070-24B46DF0227F}" dt="2025-11-20T22:19:48.240" v="6258" actId="47"/>
        <pc:sldMkLst>
          <pc:docMk/>
          <pc:sldMk cId="2440318579" sldId="468"/>
        </pc:sldMkLst>
        <pc:spChg chg="mod">
          <ac:chgData name="Josh Hug" userId="e2159f7335c131c2" providerId="LiveId" clId="{138F76F6-BDFE-43E7-A070-24B46DF0227F}" dt="2025-11-20T22:16:31.705" v="5801" actId="6549"/>
          <ac:spMkLst>
            <pc:docMk/>
            <pc:sldMk cId="2440318579" sldId="468"/>
            <ac:spMk id="3" creationId="{D6DB3B9C-9257-35C6-240B-779D19A75077}"/>
          </ac:spMkLst>
        </pc:spChg>
      </pc:sldChg>
      <pc:sldChg chg="modSp add mod ord">
        <pc:chgData name="Josh Hug" userId="e2159f7335c131c2" providerId="LiveId" clId="{138F76F6-BDFE-43E7-A070-24B46DF0227F}" dt="2025-11-20T22:19:56.119" v="6260" actId="6549"/>
        <pc:sldMkLst>
          <pc:docMk/>
          <pc:sldMk cId="2386574795" sldId="469"/>
        </pc:sldMkLst>
        <pc:spChg chg="mod">
          <ac:chgData name="Josh Hug" userId="e2159f7335c131c2" providerId="LiveId" clId="{138F76F6-BDFE-43E7-A070-24B46DF0227F}" dt="2025-11-20T22:19:56.119" v="6260" actId="6549"/>
          <ac:spMkLst>
            <pc:docMk/>
            <pc:sldMk cId="2386574795" sldId="469"/>
            <ac:spMk id="3" creationId="{FB99105F-4124-2DC2-298A-C4CD60D75B06}"/>
          </ac:spMkLst>
        </pc:spChg>
      </pc:sldChg>
      <pc:sldChg chg="add del">
        <pc:chgData name="Josh Hug" userId="e2159f7335c131c2" providerId="LiveId" clId="{138F76F6-BDFE-43E7-A070-24B46DF0227F}" dt="2025-11-20T21:23:18.801" v="4047"/>
        <pc:sldMkLst>
          <pc:docMk/>
          <pc:sldMk cId="1011583877" sldId="47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11503D0-B2A1-404A-4E4F-55A3EA65CD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DBCFC8-C0DE-311A-C5A6-26DC8B4883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69414A-D032-1A4D-90CB-BC259D65F81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85B715-74B6-5B23-9A47-FF3BA0B5325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20CE52-9100-415C-39A2-C29FBF018B6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4A23A8-7B1F-7746-ACE0-490D0656D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874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0.070"/>
    </inkml:context>
    <inkml:brush xml:id="br0">
      <inkml:brushProperty name="height" value="0.053" units="cm"/>
      <inkml:brushProperty name="color" value="#FF0000"/>
    </inkml:brush>
  </inkml:definitions>
  <inkml:trace contextRef="#ctx0" brushRef="#br0">27306 3079 8160,'-2'-14'0,"-1"-1"0,-3 3 865,-2 2 1,-2 4 0,-4 6 985,-1 0-1437,7 0 0,-4 6 0,4 4 0,-2 4 0,1 3 0,-1 4 0,2 2 2547,3 2-2571,4 2 0,-4 7 0,0 1 0,2 2 0,1 3 1,2 1-1,-1 4 382,-4 3 0,3 3 1,-3 7-1,2 1-355,-2 3 0,4-2 0,-6 3 1,3 1-68,-1 4 1,-5-4-1,4-2 1,-2-5-69,-3-4 0,3 5 0,0-4 0,0 2-236,0-5 0,3-4 0,-5-4 1,1 0-47,1 0 0,-3-6 0,4-2 0,1-3-1,-1-3 0,3 3 1,4-10-1,0 0-1529,0-2 1,0-4-400,0-2 1,6-6 0,5-3 1928,7-4 0,-20-39 0,-14-31 0,-1-3 0,2-2 0,1-1 0,-1 1 0</inkml:trace>
  <inkml:trace contextRef="#ctx0" brushRef="#br0" timeOffset="1">27306 3856 8002,'-10'0'-15,"1"0"1,-2 0 459,-2 0 1,-2 0-1,1 0 1,0 0-1,-1 0 1,-1 0 0,-1 2 4363,-2 2-4050,-1-2 0,14 4 0,6-6-133,8 0 0,13 0 1,6 0-1,7 0-70,2 0 0,-2 2 1,4 1-1,2 2-169,2-2 0,3 0 1,1 1-1,3 2 37,3 2 0,0-3 1,6 4-1,-1 1 46,1-2 1,4 3 0,1-4 0,-3-1-313,0 0 1,0 4-1,-1-4 1,-4 1-159,-4-1 0,-2 4 0,-1-4 0,4 2 0,-1 3 0,0-3 0,-5 0 0,4-1 0,1-4 0,7 0 0,4 0 0,0 2 0,2-2 0,-3-1 0,6-2 0,2 0 0,1 0 0,0 5 0,-1-1 0,-2 0 0,2-3 0,1-1 0,2 0 0,-1 0 0,-4 0 0,3 0 0,-1 0 0,3 0 0,0 0 0,-4 0 0,-8 0 0,0 0 0,3 0 0,4 0 0,-5 0 0,-1 0 0,-2 0 0,0 0 0,4 2 0,1 1 0,-4 2 0,3 0 0,-11-5 0,4 0 0,2 0 0,4-2 0,1-1 0,-3-4 0,-1-1 0,-1 4 0,0-6 0,-1 0 0,1 2 0,-7-4 0,-3 4 0,-5-2 0,-5 1 0,1 4 0,-9-3 0,-4 1 0,-4 4 0,-8 2 0,-4 1 0,1 0-626,-4 0 1,0 0-1315,-2 0 0,-2 0 0,7 0-3339,1 0 5279,2 0 0,14-26 0,4-6 0</inkml:trace>
  <inkml:trace contextRef="#ctx0" brushRef="#br0" timeOffset="2">32255 3065 8220,'-8'-21'0,"-3"5"889,-2 5 1,-4 8 0,9-1 967,0 8 1,-4 4-1391,8 6 1,-6 7 0,4 4 0,-2 7 0,-2 7-1,0 4 1119,1 5 1,6 5-1256,-2 9 1,-2 5 0,3 10 0,2-37 0,0 1 0,1 1-1,1 1 1,0 0 0,0 0 84,0 1 1,0-1 0,-2-1-1,-1 0 1,0 0 0,0 0 0,-4 36-167,1-5 0,-4 1 1,4-12-1,-2-3-163,-3-4 0,-2-1 0,0-6 0,2-2-390,1-1 1,2-8 0,-1-2 0,2-1-1240,1-1 0,4-4 1,-1-7-1,6-1-3380,7-3 4922,9-2 0,10-53 0,8-12 0</inkml:trace>
  <inkml:trace contextRef="#ctx0" brushRef="#br0" timeOffset="3">26846 5597 7906,'0'-14'38,"-2"-1"0,-1 1 0,-4 1 0,-1 2 856,-3 1 0,3 7 0,-1-2-278,-2 4 0,-2 2 1,-2 2-1,1 4 32,0 1 0,-1 1 0,1 7 0,-1 2-93,1 1 1,0 7 0,-2-2 0,-2 5-55,-1 4 0,-5 4 1,3 6-1,0 2-150,1 3 1,0-2 0,8 7 0,2 0-184,5-2 0,4 3 1,1-6-1,3-2 39,6-1 0,7 2 0,13-4 0,0-6 12,0-5 1,6-4 0,3-1 0,2-3-7,-1-4 0,2-6 0,-4-4 0,1-6 76,1-2 0,-1-4 0,4-2 0,-3-8-131,0-5 1,-2-6-1,3-7 1,-4-3-66,0-6 0,-1-2 0,-5-3 1,0 1-240,-2 0 0,-4-5 1,-2 0-1,-8 2-115,-7 1 1,-14 2 0,-7 0-1,-10 0 172,-8-1 1,-10 1-1,-9 2 1,-3 2 155,-5 6 1,-8 4-1,1 5 1,-1 6 53,0 7 1,8 3 0,0 5 0,7-2-573,8 2 1,5 1-626,15 2 0,18 5 0,17 0 0,16 0 1076,15 1 0,10-5 0,9 0 0,8 2 0,0 0 0</inkml:trace>
  <inkml:trace contextRef="#ctx0" brushRef="#br0" timeOffset="4">31752 5842 8560,'0'-23'40,"0"2"0,0 5 0,0-1 570,0-2 1,1 0-48,4 4 0,-3-1 0,2-1 0,0-1 0,-1 4 0,3 4 1,2 4-1,3 2 0,2 3 550,2 1 1,4 1 0,1 4 0,3 6-577,2 7 0,3 0 0,0 6 1,1 0-182,0-2 0,0 5 1,-1-3-1,0 3-192,-4 2 0,1 1 1,-7 2-1,-4 2 99,-3-2 0,-7 5 0,0 1 0,-4 5 103,-4 5 1,-6 3 0,-8 7-1,-2-1-202,-3 1 0,-2-5 1,-7-2-1,-3-2-219,-2-2 0,3-2 0,-3-4 0,2-2-452,3-6 0,3-9 0,4-6 41,1-7 1,8-6 0,2-12 0,7-7-105,6-9 0,2-12 1,4-8-1,5-6 186,2-3 0,4 3 0,2 7 1,1 2 674,-1 2 0,-2 11 0,-2 0 1,2 6 791,3 8 1,-1 5 0,4 10 0,1 4-145,-1 8 0,2 12 0,5 9 1,-1 2-940,1 3 0,0-3 0,-2-1 0,-1 0 0,-2-4 0,-5-2 0,3-3 0,-1-1-374,-3-2 0,-4-7 1,-3 1-1,-1-5-2953,1-4 1,2-1 3326,1 2 0,-6 3 0,-1-5 0</inkml:trace>
  <inkml:trace contextRef="#ctx0" brushRef="#br0" timeOffset="5">28601 4288 8331,'8'-15'-155,"3"1"0,-6 0 226,-2-1 0,-1 6 0,-2-1 0,0-1 1,0-2 741,0-1 1,0 4-1,0 0 1,0-1 479,0-2-599,0 5-319,0-4 1,-2 10-1,-3-3 1,-4 4 184,-4 1 1,-6 1 0,-2 4 0,-1 6-59,-4 7 0,-1 4 0,-2 7 0,0 0-126,0 0 1,-4 1 0,-1 3-1,1 6-63,-2 2 1,6 3-1,-2-1 1,6 0-75,-1 0 1,5 5 0,2 0 0,5-2-83,4-1 0,4-2 1,6 0-1,0-1-26,0-4 1,0-1 0,0-5-1,2 2-58,2-2 0,0 1 0,4-2 0,-1-4-72,1 0 0,0 0 0,5 2 0,0 0-41,3-1 0,2 1 0,-4 0 0,0 0 14,1 0 0,-1 4 0,1 1 0,-1-1 154,0 2 0,-4-3 0,-2 7 1,-2 1-49,-2 1 1,-3 3 0,-1-1 0,0 0-55,0 0 1,0 5-1,0 0 1,0 0-55,0 1 0,0-4 0,0 5 1,0-2-11,0 0 0,0 4 0,0-2 1,0 0-42,0-1 0,0 9 1,-1-4-1,-4-1 60,-5-2 0,-3 3 1,-1-1-1,0 3 4,-1 2 0,-6-1 0,-3-1 0,-3-2 38,-2-1 1,-6 6 0,-3 7 0,-4-1-52,-1-2 0,-2-4 0,-1-2 1,-3 1-237,-3 0 0,6 4 0,-2 0 1,3-1-722,2-2 1,6-6 0,5-2 984,7-1 0,-11-33 0,-6-6 0,-2-1 0,1 0 0</inkml:trace>
  <inkml:trace contextRef="#ctx0" brushRef="#br0" timeOffset="6">26702 8417 8052,'-15'0'0,"1"0"753,0 0-253,6 0 0,-5-1 1,3-3-1,-3 0 1,-1 0 254,0 3 0,-1 2 1,-1 4-1,-1 5-376,-2 2 0,-1 4 0,6 5 0,0 6 239,-1 5 1,1 13-1,-1 0 1,3 6-153,2 8 1,4 0-1,6 7 1,0-2-69,0-3 0,8-9 0,6-5 0,10-9-271,8-9 0,6-13 1,9-11-1,2-5 22,2-5 1,4-11-1,4-13 1,2-9-69,-1-9 1,-15-4-1,2-6 1,-9-1-302,-6 1 1,-10-3 0,-7 1-1,-9 0 1,-4 3 0,-17 3 0,-9-1 0,-13 3-24,-9 1 1,-5 6 0,-7 8-1,1 11-14,-1 7 0,1 7 0,1 11 0,5 2-238,8 2 0,7 11 0,12 9 0,7 5-944,6 4 0,7-1 0,14 5 1439,9-2 0,34 11 0,16 6 0,-20-16 0,1 0 0,-1 0 0</inkml:trace>
  <inkml:trace contextRef="#ctx0" brushRef="#br0" timeOffset="7">27263 9122 8052,'-7'8'2197,"1"0"0,-5-5-1496,1 2 0,6 5 0,-4-4 758,1 2 1,2 2-989,5 4 1,-4-4-1256,-1-1 0,6-6 0,9 2 0,3-5 784,1-5 0,26-41 0,6-16 0</inkml:trace>
  <inkml:trace contextRef="#ctx0" brushRef="#br0" timeOffset="8">27795 8489 8015,'-6'-13'248,"-4"2"0,-3 3 1142,-1 2 0,4-4 1,2 4 429,2-2 0,-5 6-958,1 2 1,4 2 0,-1 7 0,3 4-191,-1 5 0,-6-2 1,3 4-1,-2 0-164,1-1 1,5 5 0,-2-3 0,1-1-154,0 1 1,1 3-1,4-5 1,0-1-277,0-2 0,0-2 0,1-1 0,4-2-71,5-1 0,4-7 1,4 2-1,2-4-17,3-1 0,-4 0 1,5 0-1,1 0 69,3 0 0,0-6 0,1-2 0,-2-2-172,-3 1 1,3 1-1,-4-3 1,-1 3-1505,-3 1 0,-3 1-1687,-1 1 0,-7 5 3303,-3 0 0,-17 0 0,-4 6 0</inkml:trace>
  <inkml:trace contextRef="#ctx0" brushRef="#br0" timeOffset="9">28155 8518 8015,'-15'0'946,"-1"-2"2790,-3-3-2535,3 4 0,2 6 0,9 11 0,4 6-267,1 8 0,-7 6 1,-2 8-1,-4 3-607,-2 1 0,-4 4 1,0-2-1,0 1-1046,-2 3 1,5-6 0,-2-3-1,7-6-351,6-4 0,4-7 0,1-5 1070,0-2 0,-6-34 0,-2-13 0</inkml:trace>
  <inkml:trace contextRef="#ctx0" brushRef="#br0" timeOffset="10">28658 8431 8015,'-14'-4'0,"-2"-3"2054,-3-1 1,9 4-739,1-6 0,12 7 0,8-2-767,7 3 1,-1 2 0,6 0-1,-1 0 1,0 0 0,2 2-1,0 3 1,0 3 0,0 1 355,-1 1 0,-1-2 1,-4 3-1,-1-1-743,-4 1 0,0 2 1,-8 1-1,-2 0-160,-2 1 1,-2 1-1,-7 1 1,-10 4-431,-9 2 1,-11-1-1,-1 4 1,-2-4-249,-2-1 0,1 3 0,5-5 0,7-2 104,4-1 0,9-6 0,-1 0 0,7 1 276,6 2 0,10 1 0,5 0 0,4 1 310,5-1 0,-1 5 1,6 2-1,0 1 288,-2 4 1,2-4 0,-8 1 0,-3-2 302,0-4 0,-7 6 0,-1-1 0,-5 2-9,-5 0 0,-9-6 0,-10 2 0,-5-1-283,-5 1 1,2 4-1,-6-5 1,0-2-606,1-1 1,0-6 0,7-2 0,1-2-1656,6-2 0,12-9 0,6-5 1947,4-3 0,33-52 0,-12 26 0,0 0 0</inkml:trace>
  <inkml:trace contextRef="#ctx0" brushRef="#br0" timeOffset="11">29378 8647 8034,'-7'-12'1268,"-2"2"1,1 4 243,-2 6 0,1 1 1,-6 4 158,1 5-1136,-7 2 1,3 9 0,-6 3 0,0 3-38,2 2 0,-3 0 0,5 0 0,3 1-352,1 4 1,3-4 0,3 3-1,6-2-195,2-2 1,10-1 0,5 1 0,6 0 40,3 0 1,2-5 0,3-2-1,-1 0 16,-2 1 1,-5-4 0,2 3-1,-3-1 143,-6-3 0,-7 3 0,0-1 0,-7 1-74,-7 0 1,-7 3 0,-15-3-1,-2 1-443,-6 4 0,-4-4 0,-5 0 1,-3-1-231,0-3 466,2-2 0,7-8 0,4-7 130,4-9 0,20-54 0,10-26 0,0 23 0,0-1 0,0 0 0</inkml:trace>
  <inkml:trace contextRef="#ctx0" brushRef="#br0" timeOffset="12">29205 8719 7967,'19'-27'0,"2"2"830,1 1 1,4 6 0,8 0 0,4 6-26,4 2 1,-1 7-1,-1-2 1,-3 3-565,-2 2 1,-1 2-242,-6 3 0,27 9 0,5 9 0</inkml:trace>
  <inkml:trace contextRef="#ctx0" brushRef="#br0" timeOffset="13">30270 4547 9784,'9'-15'216,"1"1"1,0 1-1,5 2 1,3 3 0,3 2-1,1 2 1,4 3-1,3 1 288,4 0 1,-2 11 0,2 5 0,-3 5 52,-1 4 0,-6 10 0,-4 9 0,-5 7 64,-4 5 1,1 8-1,-6 4 1,-2 8-303,-1 5 0,-2-36 0,0 0 0,-1 0 0,2 1 0,-1-1 0,1-1-147,1 0 1,1 0-1,0-1 1,2 1-1,2-1 1,0 0-1,1-1 1,0-1 31,11 36 1,2-7 0,5-12-1,-2-1-196,1 1 1,1-7 0,0-5 0,-2-6-867,1-6 1,-3-4 0,1-1-1,-1 0-3333,1-1 4162,-6-5 1,-22 17-1,-12-2 1</inkml:trace>
  <inkml:trace contextRef="#ctx0" brushRef="#br0" timeOffset="14">30759 8345 8803,'-10'-5'293,"1"1"1,1-8-1,-3 3 244,1-4 1,7-1-1,-2-1-150,3 1 0,2-1 0,0-1 0,2-1 1,3-4-1,6-1 0,5-4 0,5-1 1,1-3 515,4-4 0,-4 4 1,4-4-1,1 5-498,0 5 1,5 4 0,-10 7-1,1 3-167,-4 5 1,-3 12 0,-3 7 0,-4 10-6,-4 8 1,1 5-1,-1 8 1,0 1-107,1 2 1,1 0 0,4-7 0,-1-1-42,1-1 0,6-7 0,4 0 0,0-7 98,0-5 1,4-9-1,1-3 1,4-2-12,4-3 1,-1-9-1,-5-8 1,-3-7-289,-1-2 1,3-5-1,4 0 1,-6-4-393,-2 0 0,1 2 0,-5 1 0,-2 1-1393,-1-1 0,-8 6 0,-3 4-791,-3 3 1,-4 8 2690,-3 3 0,-27 33 0,-14 20 0,-5-1 0,0 1 0</inkml:trace>
  <inkml:trace contextRef="#ctx0" brushRef="#br0" timeOffset="15">31176 8374 8864,'-1'-14'0,"-3"-1"735,0 1 0,-6 4 0,4 2 358,-2 2 0,3 3 1,-3 7-1,1 6-308,4 3 1,-3 8 0,-1 4 0,1 6-286,0 2 0,1 2 0,3-3 1,-1 2-333,-2-2 0,0 3 1,4-1-1,-2-1-160,-2 2 1,0-4 0,5 2 0,0-2-934,0-3 1,0-5 0,0-4-865,0-3 0,8-8 1,5-3 1788,4-4 0,28-58 0,-22 21 0,0 0 0</inkml:trace>
  <inkml:trace contextRef="#ctx0" brushRef="#br0" timeOffset="16">31334 8475 11136,'-8'6'1351,"-3"-1"0,6 8 0,1 4-757,-3 4 0,6 8 1,-4 6-1,2 2-525,-2 3 0,3 6 0,-3 0 0,5-2-597,5-4 1,2-4 0,4 4 0,-2-3-1503,3-2 0,-4-1 2030,1-5 0,-12 38 0,1 9 0</inkml:trace>
  <inkml:trace contextRef="#ctx0" brushRef="#br0" timeOffset="17">31176 9654 8503,'0'-23'0,"2"-1"605,2-2 0,4-3 0,8-3 0,5-5 947,8-4 1,8-1-1,12-10 1,7-3-927,-26 27 0,1 0 0,3 2 1,1-1-1,-2 2 0,1-1 0,1 1 1,0 1-282,1 0 0,0 1 0,2 1 0,1 0 0,-1 1 0,-1 0 0,33-17-1053,-6 4 1,-6 4 0,-5 3 0,-7 3-2312,-6 4 1,-11 11 3018,-10 4 0,-41 48 0,-12 13 0</inkml:trace>
  <inkml:trace contextRef="#ctx0" brushRef="#br0" timeOffset="18">32054 9511 8541,'-15'-20'0,"1"1"1284,0 2 1,6-4 0,3 0-1,5-1 169,5-4 1,4 4-1,10-1 1,4 3-705,-1 2 0,10 7 0,-3 3 1,1 1-642,1 4 1,-3 10-1,3 7 1,-1 8-247,-1 6 1,0 7 0,-15 5 0,-6 6-431,-5 7 1,-11 1 0,-6 1-1,-10-4-290,-8-2 0,-11 4 1,-12-3-1,-5-1 586,26-24 1,0 0-1,-31 16 1,1-9-1,5-8 467,8-9 0,12-9 1,12-12-1,11-9-66,10-7 1,19-12 0,9-3 0,10-1 246,5 0 0,1 7 0,4 1 0,-2 8 338,-2 6 1,-4 0 0,2 11 0,-1 2-456,-3 1 1,-6 10 0,-4 8 0,1 10-833,-1 6 1,-4 6 0,1-3-1,-3 0-1014,-2 0 0,5 4 1587,1-6 0,18 20 0,0 0 0</inkml:trace>
  <inkml:trace contextRef="#ctx0" brushRef="#br0" timeOffset="19">14228 4791 7873,'0'-9'518,"0"-1"0,-4 5 390,-1-4 1,-2 1-170,3-2 702,2-3 0,-6 10 1317,3-6-2091,4 5 1,-7-2 0,3 8-1,-3 2 925,0 6-1400,-5 3 0,5 3 0,-6 1 1,-1 4-1,1 1 0,0 4 1,-1 1 176,1 2 0,-1 0 0,1 1 0,1 2-80,4 2 1,-3-1-1,8-2 1,0 1-25,3 1 0,1 1 1,0-5-1,0-1 26,0 1 1,0-2 0,1-1 0,3-4-18,0-1 0,6 3 0,-4-3 0,2 0-274,4-1 0,-1 0 0,0-4 0,-1 1 0,1 2 0,2 0 0,1-4 0,2-1 0,3 1 0,-3-3 0,3 0 0,-3-4 0,-1-2 0,4 4 0,0-6 0,0 0 0,2-3 0,-3-1 0,4 0 0,0 0 0,1 0 0,-4 0 0,5-1 0,0-4 0,-2-5 0,4 2 0,-5-1 0,-1-3 0,1 0 0,5-1 0,-4 0 0,2 2 0,0 0 0,-5-10 0,5 6 0,0 0 0,-1-1 0,2 0 0,-6-2 0,0-1 0,2 1 0,-5-3 0,3 1 0,-3-1 0,-1 0 0,-2-3 0,-2 3 0,-2 1 0,3-1 0,-1 0 0,0 3 0,-3-1 0,-2 2 0,4-4 0,-4 2 0,1 1 0,-1 2 0,4-3 0,-6 0 0,0 1 0,-3 2 0,-1-3 0,0 0 0,0 1 0,0 2 0,0 0 0,-1-1 0,-3-3 0,0 3 0,-1-4 0,3 0 0,-1 0 0,-2 1 0,-4-1 0,4 3 0,0-1 0,-1 2 0,-1-4 0,-4 2 0,2 1 0,-3 2 0,0 3 0,-3 2 0,1 1 0,-1-1 0,1 5 0,0-1 0,-2 3 0,-4-1 0,4 0 0,-3 5 0,3 0 0,2 0 0,0 0 0,-2 0 0,-2 0 0,-1 0 0,0 2 0,3 1 0,-2 3 0,-1 2 0,-7-3 0,2 3 0,-1 0 0,1 0 0,-3 0 0,3 3 0,-4-3 0,0-1 0,4 2 0,1-2 0,1-1 0,0 0 0,4 4 0,-1-5 0,3 0 0,1 1 0,1-4 0,0 4-88,-1 0 0,2 2-1148,4 7 1,2-6 0,7 1 205,0 1 1,0-3-1,2 2 1030,3 1 0,-55-24 0,-7-4 0</inkml:trace>
  <inkml:trace contextRef="#ctx0" brushRef="#br0" timeOffset="20">10804 8230 8167,'-6'-8'1362,"-2"-5"-749,-6 4 0,6 1 1,1 0 714,1 1-428,4-4 1,-4 11-1,6 2 1,0 9 0,0 10 320,0 6 1,-2 0-1,-1 11 1,-2 2-882,2 2 0,1 8 0,2 1 0,0 1-114,0 1 1,0 0-1,0 6 1,0 2 34,0 1 1,0 5-1,0-4 1,0-1 31,0 2 1,-1-3 0,-4 4-1,-5-1 18,-2-3 1,-3-7 0,1-3-1,-1-1-104,1-4 0,4-2 1,1-6-1,-1-4-201,2-4 0,-5 3 0,6 1 0,-3-4-6,0-4 0,6 0 0,-4-6 0,1 1-347,4 0 1,-3-2-3367,1-5 1841,0-6 1,5-8-1,0-9-809,0-4 0,0-1 2681,0-1 0,-6 7 0,-2 2 0</inkml:trace>
  <inkml:trace contextRef="#ctx0" brushRef="#br0" timeOffset="21">10790 9079 8047,'-14'0'110,"-1"0"1,1 0 0,-1 0 2065,1 0-1364,0 0 1,2 0-1,8 0 1,8 0 0,9 0-1,5 0 1,4-2 611,5-2 0,-1-3 0,7-4 0,-1 3-539,2 2 1,-2-6 0,5 4-1,-2-1-88,-3-1 1,3 5-1,-1-3 1,-1 2-798,2 3 0,-4-4 0,4 3 0,-2 0 0,1 3 0,6 1 0,-2 0 0,4 0 0,1 0 0,0 0 0,2 0 0,3 0 0,5 0 0,-2 0 0,2 0 0,-1 0 0,0 0 0,3 0 0,-2-2 0,2-1 0,-3-2 0,-2 0 0,-7 5 0,0 0 0,0 0 0,-1 0 0,-4 0 0,-3 0 0,1 0 0,-4 2 0,4 1 0,1 2 0,0-2 0,0-1 0,3-2 0,-2 0 0,2 0 0,0 0 0,0-2 0,-2-1 0,2-2 0,2 0 0,1 5 0,-1 0 0,-4 0 0,2 0 0,-5-1 0,2-2 0,3-2 0,0 0 0,0 3 0,-2-1 0,2-2 0,-2-4 0,2 3 0,2-1 0,-2 1 0,0-4 0,3 4 0,0-1 0,0 1 0,-1 1 0,-2 5 0,-2 0 0,2 0 0,2 0 0,1 0 0,-2 0 0,-2 0 0,2 0 0,-2 0 0,4 0 0,5 0 0,-3 0 0,3 0 0,-5 0 0,-5 0 0,5 0 0,-3 2 0,3 1 0,-1 2 0,-4 1 0,2-3 0,-1 4 0,1 1 0,1-3 0,2 3 0,-1-2 0,-4-3 0,4 0 0,-4 0 0,4 2 0,1-2 0,-5-1 0,1-2 0,-1 0 0,-1 0 0,3 0 0,-7-2 0,-1-2 0,-1-6 0,-4 2 0,-2 0 0,-1 0 0,2 0 0,-5 5 0,-2-3 0,-3 1 0,-2 0 0,1 0 0,-1 5-2243,0 0-1000,1 0 0,-7 2 1720,-3 3 1523,-4-4 0,-1 6 0,0-7 0</inkml:trace>
  <inkml:trace contextRef="#ctx0" brushRef="#br0" timeOffset="22">15480 7755 7872,'5'-14'200,"0"-1"1,4 1 0,-2 1 454,1 4 1,-4 1-1,6 5 1,1-2 173,2 2 1,0 7-1,-4 6 1,-2 4-150,-1 5 1,-4 4 0,3 6 0,-4 1-97,-1 4 0,0 4 1,0 10-1,0 3-145,0 0 0,0 7 0,0-2 0,0 6-210,0 4 0,0-1 0,0 2 0,0-4-80,0-4 0,0-6 1,0-1-1,0 1 7,0-2 1,0-1 0,0-7-1,0 0 89,0 0 0,0 5 1,0-1-1,2-4-89,3-3 0,-4-3 0,4 2 1,-2 0-44,2 1 1,-3-5 0,2 0-1,0-1-111,0-1 0,-2 7 0,3-3 1,-4 0 9,-1-4 0,0 3 1,0-1-1,0-2 38,0-2 1,0 1 0,-1-8 0,-3 3-94,0 2 0,-1-2 0,3-3 0,-1-5-177,-2-3 0,1-2-1954,4 1 645,0-7 1,0-4-1,1-10-2539,4-8 4068,-3-7 0,-9-40 0,-6-16 0,3 23 0,-1-1 0,0 0 0</inkml:trace>
  <inkml:trace contextRef="#ctx0" brushRef="#br0" timeOffset="23">10819 10000 7962,'0'-15'253,"-2"6"1,-3 1 0,-3 0 0,-1 1-1,-1 1 610,-1 3 0,3 1 0,-2 1 1,-1-3-402,-2 0 1,4-1 0,-1 5 0,-1 1 980,-2 4-1081,-8-3 1,4 12 0,-6 1-1,1 7 1,0 7 0,-4 4-1,-1 6 409,-2 2 1,5 7-1,2 2 1,1 1-458,3 3 1,4 2 0,4 0-1,6-1-103,2-3 1,15-5-1,6 1 1,7-5-102,2-5 0,6 1 0,1-9 0,0-4-163,0-4 0,5 0 0,-3-6 0,0-5 97,-3-3 0,1-3 1,0-6-1,0-4 116,0-5 0,-1-9 0,-5-5 1,-1-5 14,1-4 1,-2-4 0,-3-6 0,-5 0-53,-3 0 1,-1-2-1,-2-3 1,-4-3-163,-4-1 1,-3 1 0,-4 5-1,-4-4-35,-9-1 0,-6 2 1,-9-1-1,-4 9 94,-4 4 1,1 8-1,-1 7 1,-2 2 96,-2 8 0,1 4 0,1 8 0,3 1-376,2 4 0,3 3 0,10 6-1359,7 1 1,10-2-1,17-4-3888,12-4 5506,9-3 0,20-28 0,8-12 0,4-2 0,1 0 0</inkml:trace>
  <inkml:trace contextRef="#ctx0" brushRef="#br0" timeOffset="24">15725 10489 7939,'-15'-10'-80,"1"1"1,-1-1 0,1 1 0,0-1 0,-1-1 0,3-2 525,2-1 0,-1 4 0,6 0 0,2-1 144,1-1 1,2-3 0,0-1 0,2-1 24,3-3 0,3 3 1,6 6-1,0 1 111,1-1 0,4 3 0,2 0 1,3 0-158,6 0 0,-1 3 0,6-3 0,0 2-195,3 2 1,4 3 0,1 1 0,0 0-97,1 0 0,-1 1 0,-2 4 0,-1 6-41,-1 7 1,-7 0 0,0 6 0,-5 3-50,-3 5 0,-7 0 0,2 6 0,-4 2-108,-6 2 0,3 1 0,-8 0 0,0 0-65,-3 0 1,-1 0 0,0-1 0,0-2 73,0-2 0,-1-4 1,-3 3-1,-2-2-4,-2-3 0,3-3 0,-4-4 0,-3-1-39,0 2 0,2-5 0,0-2 0,1-3-89,1-2 1,-10 0 0,4-1 0,-2-2-94,0-1 1,0-2 0,-3 3 0,-5-1-80,-3 1 0,-2-5 0,-2-1 0,-1-3-207,-1-2 1,-5 0 0,4 0 0,0-2 5,-1-3 0,6 2 0,-1-8 0,5-3 235,-1-4 0,5-1 0,2 4 0,5 1 232,4 0 0,-1-1 0,6 1 1,2 0 102,1-1 1,4 4-1,3 0 1,6-4 120,6-1 1,1 5 0,6-5 0,3 5 143,5 0 1,2 0-1,7-1 1,4 4 96,0 2 1,0 1-1,-1 5 1,3 0-15,1 0 1,4 0-1,-2 2 1,-1 1-202,1 2 1,-2 6-1,-5-1 1,-1 2-153,-4 3 0,-3-6 0,-8 1 1,-1 1-150,-2 2 0,-6-3 0,1-2-369,-3-2 0,-7 4 1,1-6-881,1 0 0,2-3 1,1-1-1,1 0-591,-1 0 1,7-8 1839,3-6 0,-1-31 0,0-14 0,4-7 0,-1-1 0</inkml:trace>
  <inkml:trace contextRef="#ctx0" brushRef="#br0" timeOffset="25">11193 7741 7927,'-15'0'397,"1"0"0,0 5 0,-1-1 0,2 1 3011,4 2-1761,-4-6-624,11 6-772,-4-7 1,8-2 0,1-3 0,3-3 0,1-3 0,1-2 0,0-3 392,3 0 0,-3 0 1,1 2-1,3 0-139,0-1 0,3 1 0,-1-1-334,1 1 1,-6 6 0,1 2-1,1 1-114,2 0 1,1 0 0,0 5-1,1 0 5,-1 0 0,1 5 1,-1 1-1,0 2 20,1 4 1,1 2 0,1 4-1,3 1 72,-3-2 1,-1 1-1,0-1 1,2 3-85,1-3 0,5-1 0,-5-1 0,0-1-96,2 0 1,-3-6 0,6-3 0,0-3 13,-2-2 1,5-7 0,-3-4-1,2-5-1,-2-3 1,3-7 0,-5 2 0,1-3-46,-4-1 1,-3 4 0,-2 0-1,-1 0 3,-4 1 0,3-2 1,-8 5-1,1 3-50,2 1 0,-6 1 1,4 1 6,-3 0 1,-2 4-94,0 1 1,1 1 112,4-2 1,3-1 52,6 6 0,-4 0 137,0 5 0,-7 2 0,2 3 15,-4 4 0,-1 6 0,0 2 0,0 4-92,0 1 1,0-4-1,0 3 1,0-1-63,0 4 1,0-1 0,0 1 0,0 0-70,0-2 0,0 9 0,0-6 1,0-1 97,0-2 0,0 2 0,0-3 0,0 0 78,0 0 1,2-7-1,3-6 1,4-1-47,4-4 0,1-2 1,2-2-1,2-4-6,1-5 0,5-9 1,-3-5-1,1-1 3,4 1 0,-1-4 0,1 4 1,-4-3 1,-1-1 0,5 4 0,-4 1 1,0 2 28,-2 4 0,0 2 0,0 4 0,-3 3 3,-1 2 0,-1 3 1,-1 7-1,0 6 28,1 3 1,4 1 0,0 2 0,-1 3-68,-2 5 0,-2-1 1,0-1-1,1 0 16,-1 1 0,1-6 0,-1 4 0,0-2-176,1 1 0,-6-1 1,-1-5-1,0-1-1044,0-3 1,-4 2-650,0-2 1,-2-5 0,-4-5-478,-2-8 1,-6-7 2303,-9-4 0,-25-30 0,-11-14 0,13 16 0,1 0 0,-1 1 0</inkml:trace>
  <inkml:trace contextRef="#ctx0" brushRef="#br0" timeOffset="26">11639 6259 7850,'-2'-15'835,"-3"1"3029,4 0-3279,1 6 0,8 3 1,5 10-1,-2 4 0,-2 4 1,1 3-1,-1 2 1,-1 2-1,0 3 0,-1 2 187,-1 3 1,4 0 0,-5 1-1,-2-2-750,-2-3 1,-1 3 0,0-3 0,0 4-382,0 0 1,0 0 0,0-4 0,0-5-1891,0-3 1,0-2-3406,0 1 2537,0-7 3117,0-8 0,-44 4 0,-12-2 0</inkml:trace>
  <inkml:trace contextRef="#ctx0" brushRef="#br0" timeOffset="27">11409 7065 7850,'0'-10'0,"0"0"742,0-1 0,1-2 0,4-3 1,5-1 330,2-2 0,9-2 1,3 2-1,5-5-54,4-3 0,4-4 0,6-1 0,2-3-299,3-2 0,-2 4 1,6-6-1,-3 1-437,-3 1 0,-1-3 0,-3 7 0,-4 1-303,-4 1 1,-5 4 0,-7 3 0,-6 7-2637,-5 5 310,-8 6 0,4 8 0,-7 2-652,0 6 2998,-7 3 0,-33 40 0,13-22 0,0 0 0</inkml:trace>
  <inkml:trace contextRef="#ctx0" brushRef="#br0" timeOffset="28">12171 6561 7850,'8'-14'141,"-2"4"1,-4 2 0,1 0 792,2 0 1,0 3 1386,-5-4-1369,0 5 0,-2-2-400,-3 6 0,4 6 0,-4 4 0,2 4-32,-2 6 1,2-3 0,-5 7 0,0 2-22,0 1 1,-2 2 0,-3 0-1,2-1-105,2 1 0,1 0 0,-3-2 1,3-1-198,1-2 1,2-7-1,5 2 1,0-3-67,0-1 1,2-6 0,3-1 0,4-1 79,4-4 1,3-1-1,2-4 1,2-1 51,3-2 1,-1-6 0,4 3 0,-2-2-184,1 1 0,-4 5 1,-2-2-1,-1 1-740,1 0 0,-3 1 1,3 2-1032,-3-3 1,-1 4-806,-1-4 1,-4 3-1,-2 1-1765,-2-4 4261,5-3 0,-22-58 0,1-12 0</inkml:trace>
  <inkml:trace contextRef="#ctx0" brushRef="#br0" timeOffset="29">12459 6547 7850,'-8'1'2111,"3"4"0,3 5 0,2 10 1,0 8-952,0 4 0,0 12 0,0 3 1,0 5-659,0 8 1,-4 0 0,-1-2 0,0-1-510,-1 1 0,4-7 0,-3-4 1,4-8-1022,1-5 0,1-12 0,2-6 0,4-6-1259,1-4 0,1-1 2287,6-5 0,-20-45 0,-5-11 0</inkml:trace>
  <inkml:trace contextRef="#ctx0" brushRef="#br0" timeOffset="30">13178 6345 7803,'0'-21'554,"-5"5"1,1-3 0,2 5 367,5 4 1,5 4 0,7 6 0,-1 0-454,0 0 1,7 5-1,1 1 1,2 2-156,0 3 0,0 4 1,4 2-1,-3 4 52,-1 1 1,-5-2 0,4 4 0,-3 1-161,-2 2 0,-8 0 0,-6-1 0,-2 0-30,-2 4 1,-2-6-1,-2 5 1,-8-2-164,-5 0 0,-6-3 0,-5-2 0,-1-1-338,0-3 1,5-4 0,0-3-1,0-3 42,2-1 1,1-2 0,7-7 57,-1-3 1,7-3 0,4-6 0,4-2 162,4-3 1,4 3 0,8-3 0,2 3 507,1 1 0,0 6 0,-4 1 0,-1 1 143,0 4 1,6-3 0,-1 1-1,-2 2-162,-1 1 1,-1 2-1,-2 2 1,-2 1-988,-2 2 1,-1 6 0,3-2 0,-3 4-519,-1 2 0,4-1 0,-3 0 0,2 1-910,-1-1 0,1 0 0,4-1 1988,1-3 0,5-49 0,3-16 0</inkml:trace>
  <inkml:trace contextRef="#ctx0" brushRef="#br0" timeOffset="31">13869 6331 7806,'9'-23'0,"-1"4"710,-1 3 0,-4 3 615,-8 4 0,-3 2 1,-6 9-777,-1 3 1,3 3-1,0 8 1,3 1-175,-2 3 1,-1 0-1,1-2 1,3 3-173,2 1 0,-1-3 1,4 5-1,-2 0-145,2-1 1,0-3 0,0-5-1,-2 1-10,2 3 0,3-3-99,5 3 0,3-4 0,6-6 212,0-4 1,1 1-1,-1-1 163,1-2 1,-1 4 0,-1-1 1,-4 2 0,3 2 0,-8 4-321,-1 1 0,-3-1 1,-4 0-409,-6 1 0,-3 4 0,-3 0 1,-1-1-273,-2-2 0,-7-2 0,2 0 0,-3-1-428,-2-3 0,5-4 0,2-6 0,-1-1-1853,1-4 2956,4-16 0,4-23 0,1-13 0,2-8 0,0-1 0</inkml:trace>
  <inkml:trace contextRef="#ctx0" brushRef="#br0" timeOffset="32">13696 6388 7806,'5'-9'68,"0"-1"0,1 5 0,-1-3 0,4 0 780,4 0 1,2 4 0,-1-4 0,2 1-109,3 4 1,-1-3 0,6 1 0,1 2-548,2 1 0,4 2 0,1 0 0,1-2-652,-1-2 0,-1 2 0,-1-4 1,2 1-739,2 0 1,-1-1 1196,-4 1 0,0 3 0,0-4 0</inkml:trace>
  <inkml:trace contextRef="#ctx0" brushRef="#br0" timeOffset="33">14487 6331 7806,'-6'-8'135,"-4"3"1,-2 3 0,-3 4 366,1 3 1,-1 4 0,-1 9 0,-1 3 155,-2 1 0,-1 7 0,6 5 0,0-1 446,-1 2-882,7-4 1,-3 4-1,6-6 1,4-1-1,4 1 1,7-2-1,4-3-77,5-5 1,-1-7 0,4-4 0,0-2-47,1-3 1,-4-1 0,3-2 0,-1 0-6,-3 0 0,-2-7 0,-2-2 0,1-6-15,-1-4 0,-1 2 0,-2-9 1,-2-3-63,3-3 1,-4-8 0,0 2 0,-2-4-103,-3-1 1,-1-1 0,-2-1-1,-2 0-142,-3 3 1,-3 9-1,-8-1 1,-3 4 94,-5 1 0,-3 13 0,-2 7 0,1 5-172,-1 4 1,5 2 0,1 3 0,1 4-367,0 4 0,9 6 1,0 1-1,4-3-238,1-1 0,4-2 0,1 1 908,6-1 0,-1 1 0,4-1 0</inkml:trace>
  <inkml:trace contextRef="#ctx0" brushRef="#br0" timeOffset="34">13998 7496 7806,'0'15'247,"5"-6"1,1-1 0,2-1 0,4-6-1,4-6 1,8-11 0,9-12 450,7-14 0,14-15 0,-24 22 0,0-2 0,2-4 0,1 0-239,4-3 0,0-1 0,1-4 0,0 0 0,3-2 0,0 1 0,-3 3 0,1 2-177,-2 2 0,-1 1 1,-1 0-1,0 1 0,0 2 1,-1 1-1,-2 2 0,0 0 35,-2 3 0,-1 2 1,30-25-1,-12 13 0,-6 1-529,-5 4 1,-8 6 0,-5 11-1260,-9 7 0,-6 12 0,-10 7-1284,-2 13 1,-11 9 2754,-9 6 0,2 6 0,-2 9 0,0 3 0</inkml:trace>
  <inkml:trace contextRef="#ctx0" brushRef="#br0" timeOffset="35">14976 6863 7806,'-14'0'0,"0"-1"0,-1-3 0,1 0 0,0-1 0,-1 5 1330,1 0 0,-1 6 0,1 4 1,1 4-581,4 5 1,-4 4-1,3 7 1,-3 4-507,-1 4 1,1 5-1,2 5 1,2 5-70,-3 3 0,6-2 0,1-4 0,4-10 12,1-8 0,6-3 0,5-13 1,7-5-52,6-3 1,4-12 0,4-10-1,4-10 120,0-8 0,1-5 1,1-6-1,-4 0 73,-4 0 0,-2-5 0,-4 0 1,-5 2-224,-3 1 0,-8 6 1,-5 3-1,-8 2-170,-9 7 0,-7 1 0,-8 10 0,0 5-851,1 3 0,-1 3 0,0 5 0,4 2-4086,5 3 5001,1-4 0,5-1 0,-9-8 0</inkml:trace>
  <inkml:trace contextRef="#ctx0" brushRef="#br0" timeOffset="36">12862 15611 7791,'0'-8'1838,"-2"2"1,-1 7-1405,-2 4 0,0 3 0,5 8 0,0 5 0,0 8 0,0 8 1,-1 4-1,-3 5 598,0 7 1,-1 6-1,5 13 1,-2 3-430,0-34 0,-1 0 0,2 39-487,-1-37 1,-1 0-1,-1 1 1,0-1-1,0-3 1,0 1-1,-1 1 1,0 1-1,1-1 1,0 1-1,1-2 1,-1-1 211,-4 37 1,4-4 0,-2-2 0,1-3-95,0 0 1,1-8 0,4 1 0,0-5-103,0-3 0,0-5 0,0 3 1,0-3-276,0-7 0,0 1 0,0-8 0,0-2-460,0-2 1,1-3-1,2-3 1,4-6-1609,1-7 0,1 0 1278,6-6 1,-3-8 932,-2-12 0,3 7 0,-5-4 0</inkml:trace>
  <inkml:trace contextRef="#ctx0" brushRef="#br0" timeOffset="37">12833 16949 7836,'-18'-12'1178,"4"2"0,7 2-22,-2 3 0,7-3 0,2-6-56,8-1 1,7 6-635,4-1 1,2 1 0,4-6 0,-1 1 0,3-1-1,4 1 505,2 0 1,6 1-1,-6 2 1,1 3-272,1 1 0,-3 1 1,5 3-1,-2-2-341,-3 2 0,3 6 1,-1 3-1,-1 2-280,2 3 0,-3 4 0,7 2 1,1 1 45,1-5 0,4 1 0,3-6 0,5 2-86,3-1 0,1-5 0,1 0 0,2-2 47,8-2 0,-6 2 0,11 1 0,3 2-5,4-2 0,-38-2 0,0-1 1,2 0-1,0 0 0,1 0 1,0 0-127,0 0 1,1 0 0,2 0 0,1 0 0,-1 1 0,0 0 0,3 0 0,1 1 44,3 0 0,0 1 0,-3 0 0,0-1 0,4-1 0,0-1 0,-2 2 0,0 0 0,1 0 0,1 0 0,1 2 0,1-1 0,0-2 0,0 1 0,1 1 0,-1 0 0,-1 2 0,0-2 0,-3-1 0,0 0 0,3 1 0,0 0 0,2-1 0,0 1-81,2-1 1,0 1 0,-2-1 0,0 0 0,1-1 0,0 0 0,-2 0 0,0 1 80,0 0 0,0 1 0,2 0 0,1-1 0,0-2 0,1 0 0,0 0 0,1 0 0,-1 0 0,1 0 0,-1 0 0,0 0 0,3 0 0,0 0 0,0 0 0,1 0 0,1 0 0,0 0 0,-1-1 0,-1 0 0,2 0 0,0-1 0,0-1 0,-1 0 0,1-2 0,0 2 0,0 0 0,1 1 0,1-3 0,1 0 0,-1 0 0,-1 1 0,-2 0 0,-1 0 0,-1-2 0,-1 0 0,0 4 0,0 0 0,-1-1 0,1 1 0,0-2 0,0 1 0,-3 3 0,0-1 0,-2-2 0,0-1 0,-2 2 0,0 0 0,0-1 0,0 1 0,-1-1 0,-1 1 0,0 1 0,1 0 0,-1 0 0,0-1-51,1 0 0,-1-1 1,-2 0-1,0 0 1,1 1-1,1 1 0,-1-2 1,1-1 50,1 0 0,0 0 0,-1 2 0,-1 0 0,0-2 0,0 0 0,-2 0 0,0 0 0,0 0 0,-1 0 0,0-1 0,1 0 0,-2-1 0,1-1 0,-3 2 0,0-1 0,-3 1 0,-2 0 0,0 3 0,0 0 0,30-6 0,-9 1 0,-7 4 0,-14 1 0,-13 2 78,-13 0 1,-16 0 0,-10 0 0,-3 2-2271,-1 3-5154,0-4 3106,6 6 1,8-7 4351,9 0 0,4 6 1,1 2-1</inkml:trace>
  <inkml:trace contextRef="#ctx0" brushRef="#br0" timeOffset="38">22227 15899 7762,'-1'-13'210,"-4"4"1,-3-3 0,-6 8 1639,-1 0 1,1 4-1011,0 5 0,1 10 0,2 9 1,1 4-1,0 8 0,1 5 304,-1 5 0,5 10 0,-4 2 0,-1 9-774,2 8 1,2-33 0,-1 1 0,3 3 0,-1 1 0,-1 0 0,-1 0-251,0 2 0,0 0 0,-1 0 0,1 1 0,0 1 0,0 0 0,0 0 0,0 0-31,-1 0 1,1-1 0,3-1 0,0-2-1,1-6 1,0-1 0,-2 37 551,0-3 1,0-4-1,5-4 1,2-9-642,3-7 0,-2-5 0,5-2 0,-2-2-151,-2-2 0,-1-4 0,0-8 0,2-3-2253,-2-5 0,-1-3 0,-1-3 2404,4-4 0,-3 3 0,2-8 0</inkml:trace>
  <inkml:trace contextRef="#ctx0" brushRef="#br0" timeOffset="39">12617 18287 7790,'-6'-24'0,"-4"2"35,-3 1 0,5 2 0,2 5 697,-1-1 0,6 6 0,-5 1 0,-1 1 1,-1 6-1,-1 4 0,1 7 295,1 2 1,-4 9 0,3 5 0,-2 6-501,1 6 1,6 5 0,-2 5-1,3 5-181,2 3 1,0-3-1,2-1 1,3 1-126,4-2 0,12-9 0,8-13 1,7-9-223,6-4 0,6-9 0,2-7 1,-1-11 33,1-12 0,-2-7 0,-5-15 0,-2-1-38,-2-2 0,-6-5 1,-10 5-1,-9 2 93,-8 1 1,-6-1-1,-6 2 1,-8 8 84,-9 4 1,-10 9 0,-7 4-1,-5 3-469,-3 2 0,0 6 1,7 3-1,1 5-1643,1 5 1,9 3-1,3 6 1939,11 0 0,33 14 0,15 2 0</inkml:trace>
  <inkml:trace contextRef="#ctx0" brushRef="#br0" timeOffset="40">21710 18100 7722,'-2'-14'899,"-3"0"1,2-1 0,-3 1 457,4-1 1,2 7-1,13 4 1,3 2-889,0 2 1,1 0 0,2 0 0,4 0-100,-1 0 1,5 0 0,-3 2 0,2 1-153,-2 2 1,3 6-1,-4-2 1,-1 6-215,-3 4 0,-5-3 0,-2 5 0,-4 0-26,-2 3 0,-1 3 0,-7 1 0,-3 3-138,-4 2 1,-10-1-1,-5 5 1,-3-2-128,-2-3 1,-2-1-1,-1-3 1,-1 0 85,1-4 0,1-4 1,3-7-1,1-2 133,3-1 0,-2-7 0,7 2 1,3-5 110,5-5 0,-1-3 1,8-6-1,2-1 62,5 1 0,5 0 1,7-1-1,1 2 188,3 4 1,-2-2 0,7 4 0,2 1 64,1-1 1,0 3 0,0 4 0,-1 0-337,0 0 0,4 4 0,-8 3 0,1 1-739,-4 3 0,0 2 0,-3 1 1,-5 1 716,-3-1 0,-16 20 0,-8 4 0</inkml:trace>
  <inkml:trace contextRef="#ctx0" brushRef="#br0" timeOffset="41">16084 16431 8336,'-8'-6'2704,"-3"3"-603,6-7 725,1 7-1344,4-3-1135,0 6 1,0 6 0,0 4-1,-2 4 1,-1 7 0,-2 6-1,2 6 183,1 4 0,1 6 1,-3 7-1,0 3-175,0 6 0,3-2 0,-1 6 0,-1-4-79,-2-2 1,-4-4-1,4-2 1,2-3-258,1-6 1,2-5-1,0-10 1,0-2-17,0-1 0,0-11-858,0 2 1,0-12-1887,0-3 1,0-11 2740,0-9 0,-13-23 0,-6-9 0,-1-4 0,0 1 0</inkml:trace>
  <inkml:trace contextRef="#ctx0" brushRef="#br0" timeOffset="42">17868 16331 7825,'-13'6'823,"2"2"1464,2 0-1853,5 5 0,-7-5 0,7 8 0,-1 3 0,0 5 0,0 3 0,2 3 397,1 4 0,2 3 0,0 6 0,0 0-223,0 0 1,5 2 0,2 3 0,-1 3-150,0 0 0,4 4 0,-5-6 0,-2 1-205,-2-1 1,4-1 0,0-4 0,-2-3-127,-1-3 1,-2-2 0,0-8-1,0 0-242,0-4 1,0-4 0,0-5 0,0-1-3208,0 1 760,0-7 0,1-2 2561,4-6 0,-3-26 0,4-6 0</inkml:trace>
  <inkml:trace contextRef="#ctx0" brushRef="#br0" timeOffset="43">16530 14302 7879,'-6'-13'449,"-4"4"1,2-3-1,-1 8 1,-1 2 460,2 5 1,2 5 0,6 8 0,0 3 775,0 5-1350,6 3 0,1 4 0,4 1 0,-2 1 0,1 1 0,-2 1 0,-3 3 524,-4 4 0,-1 1 1,0 0-1,-1 2-494,-4 3 0,-5-3 0,-9 4 0,-3-1-242,-1 0 0,-2 0 0,6-5 1,1-1-359,2-4 0,3-2 0,4-9 0,4-3-714,3-5 1,2-8 0,2-3 0,3-2-704,4-2 0,9-6 0,3-6 0,-1-8 1651,1-5 0,-2-22 0,-4-10 0</inkml:trace>
  <inkml:trace contextRef="#ctx0" brushRef="#br0" timeOffset="44">16962 14618 7879,'-16'-9'0,"-2"1"0,-1 1 0,0-2 0,5 4 0,-1 2 0,-4 3 0,0 3 1050,1 2 1,2 11-1,2 0 1,-1 5 102,1 4 1,1 2 0,2 4-1,3 1-557,2 1 1,1 7 0,5-1 0,0 2-283,0 2 1,2-6 0,4-2 0,7-3-247,4-3 0,9-5 0,-2-14 1,5-6-48,4-2 0,2-4 0,5-2 0,-3-8-4,-2-5 1,5-6 0,-3-7 0,0-2 137,-4-1 1,-4-6-1,-5 4 1,-6 0 202,-7 0 0,0-4 1,-8 7-1,-4 4-133,-7 2 0,-13 7 1,-6-4-1,-7 3-447,-3 2 0,1 7 1,-4 3-1,3 1-745,2 4 1,-4 8 0,6 5 0,2 4-247,6 5 1,4 4-1,8 5 1,4 1-1938,4 0 3150,3 0 0,53 25 0,-19-24 0,0 1 0</inkml:trace>
  <inkml:trace contextRef="#ctx0" brushRef="#br0" timeOffset="45">17465 15122 7859,'-14'-2'0,"0"-1"533,-1-2 1,6-1 0,-1 1 0,0-4-1,2-4 1,4-3 0,4-3 756,4-5 0,6-3 1,9-4-1,5-2-602,3-6 1,9-4 0,2-3-1,4-4 741,1-1-1186,0 5 1,-5-9 0,-1 7-1,0 4 1,-2 2 0,0 4-1,-3-1-152,-2 2 0,-7 9 0,-4 8 0,-3 5-2641,-2 0 846,-6 1 0,-1 7 0,-10 6 1704,-7 4 0,-25 40 0,-18 5 0</inkml:trace>
  <inkml:trace contextRef="#ctx0" brushRef="#br0" timeOffset="46">17451 14417 7829,'-22'-6'304,"2"-4"1,4-3 0,4-1-1,2-1 1,5-1 642,4-3 0,2 2 0,4-6 0,5 3-280,2 2 0,9-3 0,3 2 1,3 1-212,2 2 1,2 2 0,1 1 0,1 4-37,-1 4 0,-2 3 1,-1 2-1,-2 2-284,-3 3 0,0 4 0,-8 10 1,-3 4 27,0-1 1,-7 4-1,-2-5 1,-8-1 47,-5 1 1,-10 3 0,-5-5-1,-4 0-290,0 2 1,-3-5-1,-1 3 1,-3-3-553,-2-1 1,5-7-1,-1-3 1,2-2-805,3 2 1,5-4 0,4 4-1697,3-3 3130,8-2 0,46 32 0,18 7 0</inkml:trace>
  <inkml:trace contextRef="#ctx0" brushRef="#br0" timeOffset="47">17768 15338 7829,'-24'8'604,"0"-3"1,6-4 0,0-2 204,7-4 0,0-8 0,6-8 0,4-1-98,4-4 1,6-6 0,11-3-1,4-2-115,3-3 1,2 5 0,-1 0 0,3 3 40,2 3 0,-1-6 1,5 11-1,-2 5-137,-3 6 0,-6 2 1,-2 6-1,0 4-209,-2 4 1,-1 11 0,-7 10 0,1 3-68,-1 2 1,-6 5 0,-3-1 0,-4 1 57,-1 1 0,-6-5 0,-4 6 0,-4-3-176,-5 1 1,1-6-1,-4-4 1,-1 0-673,1-1 0,-2-2 0,-5-9 1,1-2-150,-1-5 0,5-4 0,1-4 0,3-5-2076,2-6 1,2-15 2790,2 0 0,-13-47 0,11 33 0,1 1 0</inkml:trace>
  <inkml:trace contextRef="#ctx0" brushRef="#br0" timeOffset="48">15811 17827 7961,'-13'10'319,"4"-1"1,-4-6-1,3 2 1,-3-3-1,-1-2 1362,0 0 0,4 0-353,0 0-728,1 0 1,-6 0 0,1 0 0,0 1 0,-1 6 78,1 7 0,-2 9 1,-2 10-1,-1 9-449,2 9 1,-4 5-1,2 13 1,3 1-137,4-1 1,6-2 0,6-2 0,2-7-157,2-9 0,6-12 0,9-10 0,5-11-129,3-9 1,7-6 0,-1-4-1,-1-5 175,-1-6 0,-2-15 0,-1-1 0,1-7 94,0-8 0,-7-4 0,-3-9 0,-4 0 108,-6 1 0,3-7 0,-8-2 1,0 1-108,-3 2 0,-9 11 0,-5 5 1,-6 6-63,-3 2 1,-2 15 0,-3 5 0,3 11-359,5 7 0,-2 9 1,3 6-1,4 10-1515,3 8 0,7 5 0,0 6 0,4 0 103,4 0 0,4 0 1753,7 1 0,0-8 0,3 3 0,2 2 0,-1 1 0</inkml:trace>
  <inkml:trace contextRef="#ctx0" brushRef="#br0" timeOffset="49">16185 18403 7901,'-14'14'253,"1"0"1,2 1 690,1-1 1,2-4 0,-3 1-1,3 3-100,1 4 0,-2 1 0,2-6 0,1-2 322,0-1-1447,1-7 1,11 2 0,4-12 0,3-7-1358,1-9 1638,0-4 0,-3-20 0,-1-11 0,1-5 0,1 1 0</inkml:trace>
  <inkml:trace contextRef="#ctx0" brushRef="#br0" timeOffset="50">16401 17956 7901,'-15'0'239,"1"-4"1,1-3 0,2 1 2160,1 0 1,9 1 493,1 5-2528,6 0 1,10 0-1,2 0 1,3 0 0,1 0-1,4 0 1,1 0 253,2 0 0,4 0 0,1 0 1,-2 0-471,-2 0 0,-1 0 0,0 0 0,-2 0-41,-3 0 1,-4 6 0,-5 4 0,-2 2-253,-4 3 0,-2 4 1,-7 3-1,-2 4 59,-3 4 1,-8 9 0,-9-1 0,-4 5 77,-4 5 1,-3-1 0,1 5-1,-2 0-88,2-6 0,3 0 0,5-12 0,5-2-1247,3-2 0,8-3 0,5-4-3080,6-9 4421,5-6 0,13-40 0,1-8 0</inkml:trace>
  <inkml:trace contextRef="#ctx0" brushRef="#br0" timeOffset="51">18012 17899 7803,'-14'-14'93,"-1"-1"0,1 2 1,0 2-1,-1 3 1,1 2-1,-2 3 1,-2 1 950,-1 2 1,0 2 0,3 4 0,-2 8-446,-1 9 0,-6 6 0,2 4 0,-1 5-173,0 4 1,0 9-1,-3 5 1,1 5 36,2 0 0,7-1 0,-2 1 1,4 2-81,6-3 0,2-13 0,9-9 1,3-8-280,4-6 0,11-8 1,4-8-1,4-3-69,6-6 1,3-7 0,6-12 0,0-5-75,0-7 1,0-5-1,-1-5 1,-4 1-72,-4-2 0,-4 1 1,-1-9-1,-4 1 156,-5 4 0,-3-3 0,-12 2 0,-3 4 74,-6 3 0,-10 10 1,-12 1-1,-5 8-130,-8 5 0,-2 8 0,-1 3 0,2 4-217,2 1 1,4 8 0,-1 5 0,1 6-535,2 3 1,16-3 0,-1 4 0,7-1-527,7 0 1,3 2-1,5 5 1,6 0 1286,7 0 0,4 5 0,4 5 0,4 4 0,0-1 0</inkml:trace>
  <inkml:trace contextRef="#ctx0" brushRef="#br0" timeOffset="52">18170 18662 7852,'-14'0'286,"0"0"0,-1 0 1758,1 0 1,1 1-913,3 4 1,6 1-1523,8 4 1,4-4-1,7-6 1,-1-1 389,1-4 0,18-22 0,6-12 0</inkml:trace>
  <inkml:trace contextRef="#ctx0" brushRef="#br0" timeOffset="53">18933 18057 7852,'0'-22'185,"-5"1"0,0 7 0,0-1 1056,-1 1-1025,-2-1 0,-1 6 0,-1 1 0,-1 0 0,-2 2 1,-1-1-1,-2 4 453,-4 1 0,3 2 0,-7 0 0,-3 2-111,-5 3 1,1 3 0,-4 8-1,2 3-133,-1 5 1,-1 3-1,3 2 1,0 1-240,5 4 1,0-4-1,9 4 1,5-4-147,7-1 0,4-2 0,4-3 0,4-5-139,9-3 1,5-8 0,9-3 0,0-3-150,0-2 0,-1-7 0,0-2 0,-3-4 165,-1-2 0,0-4 1,3-2-1,-3 1 126,-5-1 1,2-3-1,-2 3 1,-3 0 152,-4 1 1,0 0 3,-2 6 1,-5 8 0,-5 7 279,-8 12 0,0 9 1,-2 12-1,-1 3 53,-2-1 1,4 8 0,-1-3 0,0 6-154,2-1 1,-3-1 0,6-4 0,2-1-509,2-1 0,1-7 0,0 3 0,0-3-510,0-4 1,1 3-1,4-12 1,5-1-606,2-2 0,4-2 1243,4 0 0,-11-6 0,4-1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0.124"/>
    </inkml:context>
    <inkml:brush xml:id="br0">
      <inkml:brushProperty name="height" value="0.053" units="cm"/>
      <inkml:brushProperty name="color" value="#FF0000"/>
    </inkml:brush>
  </inkml:definitions>
  <inkml:trace contextRef="#ctx0" brushRef="#br0">21134 12273 9457,'0'-8'2506,"0"2"0,0 7 0,0 4-2225,0 5 0,0 3 0,0 3 0,0 1 178,0 2-308,0 0 1,0 1-1,0 0 1,0 3-1,-2 2 1,-1 1-1,-2 0 178,2-2 0,2 0 0,-1 4 0,-1 1-244,-2 0 0,0-2 0,4-1 0,-2-4-212,-2-1 1,0 3-1,5-5 33,0-1 0,0-7 1,-2-3 342,-2-2-87,2-1 0,-4-7 0,6-2-33,0-6 0,0 2 0,0-2 0,0-1-144,0-2 0,0-1 0,1 0 0,2-1-70,2 1 0,2 1 1,-4 2 116,2 1 0,1 1-12,-1-6 0,3 7 1,4 2 44,-2-1 1,3 6 0,-4-4 0,3 5-8,-3 5 0,4-4 0,-3 6 0,2-1-30,3 4 1,-1-2-1,1 1 1,-1 1-39,0-2 1,1 5-1,-1-5 1,0 1 7,1 1 0,-1 0-4,1 4 0,-3 0 0,-2 1 61,-5-1 1,-4 1 0,-1-1-39,0 0 0,0 1 0,0-1-44,0 0 0,-4-4 0,-3-2 0,1 0-99,-1 0 1,-4-3 0,2 3 17,-4-2 0,-2 4 0,1-5 0,1-1-65,4 3 1,-4-6 0,3 4 0,-2-3 45,-3-2 1,6 0 0,-1 0 0,-1 0 33,-2 0 1,-1-7 0,-1-1 0,1-1-43,-1-1 0,1 5 0,1-4 0,0-2-157,-1-2 0,8 3 0,-9 2 1,3 0-789,-1 0 0,-2 3-2321,1-4 855,0 6 2546,6-4 0,20 46 0,12 9 0</inkml:trace>
  <inkml:trace contextRef="#ctx0" brushRef="#br0" timeOffset="1">21710 12590 8068,'-2'-10'3040,"-3"1"-1721,4 5 0,-7-2 999,3 6-1232,3 0-578,-4 0 0,6 2 0,1 1 1,4 3-1,5 1 313,3-1 1,1 0 0,0-3-1,1 2-390,-1-2 1,0-1-1,1 0 1,1 1-49,3 2 1,-3-1-1,5-4 1,-2 0-140,0 0 1,2 0 0,-3 0 0,1 0-97,-2 0 1,4 0 0,-2 0 0,0-1-250,2-4 1,-5 3-1,3-2-724,-3 2 1,-1-3-687,-1 0 0,-4 1-2526,-1 4 2050,-5-7 1,2 7-2477,-6 0 4463,0 7 0,-19 45 0,-5 11 0</inkml:trace>
  <inkml:trace contextRef="#ctx0" brushRef="#br0" timeOffset="2">22573 12388 7997,'-7'-14'551,"4"4"701,-6 1-607,-1 5 1,-4-2 0,-1 8 0,1 2 0,-1 6 1127,1 3-1524,0 1 1,-1 2 0,1 3-1,0 5 1,-1 4 0,1 0-1,-1 1 82,1 0 1,4 0 0,2 1 0,0 2-242,0 2 1,5-6-1,-2-5 1,4-2-32,1-4 1,6-1 0,4-3 0,3-3-183,1-6 0,2-2 1,2-4-1,1-2 79,-2-6 0,1-3 0,-1-3 0,3-1 158,-3-3 1,-1-4 0,-1 4 0,-3-3-95,-2-2 1,3-3 0,-5 0-1,1 1 12,1 3 1,-7-2 0,2 7 0,-3 1 740,-2 2-143,0 2 1,-2 7-270,-3 7 1,4 7 0,-4 9 0,2 1-21,-2 3 1,3 4-1,-3-4 1,4 3-93,1 2 0,0 2 0,0 2 0,0 0-84,0 0 0,0 0 0,0-1 0,0 1-150,0 0 1,0 3-1,0-2 1,0-3-574,0 1 1,5-8 0,-1 0 0,1-6-980,2-4 1,-4 1 0,6-6-782,3-2 0,-4-8 0,0-6 2318,-2-7 0,-8-36 0,-6-15 0</inkml:trace>
  <inkml:trace contextRef="#ctx0" brushRef="#br0" timeOffset="3">20861 13223 8096,'-15'1'794,"1"4"0,0-3 1242,-1 3-1427,1 3 0,7-7 1,7 4-1,10-3 1,8-2-1,6 0 1,4 0-1,4 0 1,3 0 710,2 0 1,2 0 0,5 0 0,3 0-724,1 0 0,0 0 0,-4 0 0,3 0-248,1 0 1,6 0-1,-1-2 1,1-1-51,-1-2 1,3-6 0,-2 1 0,4-3-45,-1-1 0,2 1 0,-11 2 1,0 1-212,2-1 0,-5 0 0,3 1 1,-5 4-45,-5 0 0,-3 4 0,-4-3 0,-1 4 0,-1 1 0,1 4 0,-11 3 0,1-1 0,0 1 0,-4 4 0,4-3 0,-4 1 0,-2 1 0,0-5 0,1 3 0,-1-2 0,0-3 0,-4-1 0,0-2-2585,1 0 1244,2 0 1,-1-2-1,-2-2-193,-5-6 0,-5 2 1,-3-2-1,-4 1-3638,-1 1 5172,5-5 0,-34 20 0,-16 10 0,2-4 0,-1 0 0</inkml:trace>
  <inkml:trace contextRef="#ctx0" brushRef="#br0" timeOffset="4">21825 13496 7976,'-21'0'150,"5"5"0,-3 0 2966,3-2-2249,1-1 1,14-2 0,6 0 0,6 0-161,3 0 1,5-5 0,2 0-1,1 0-78,4-1 1,-4 4 0,2-3 0,2 4-113,1 1 0,-3 0 0,-2 0 1,1 0-126,-1 0 0,1 1 1,1 3-1,-4 2-251,1 2 0,-5 2 0,3 4 1,-3 0-84,-1 1 1,-6 1-1,-1 3 1,-1 3-8,-4 1 0,-2 9 1,-1-4-1,-1 3-341,-4-1 1,2-1 0,-7 1 0,-1 2-74,-2 2 0,-6 1 0,0-3 0,0 2 85,-2-2 0,5-4 0,-5-2 0,2-4 78,0-1 0,0-8 0,4-8 0,1-4-79,0-1 0,1-8 1,2-5-1,3-6 76,1-3 0,2-2 1,5-3-1,0 3 182,0 5 0,2 3 1,1 1-1,4 2 483,1 4 1,1-2 0,6 6 0,-1 2 215,0 1 1,1 2 0,1 0-1,1 2-273,2 2 0,5-2 0,-3 4 0,0 1-229,0 2 1,3-1 0,-3 0 0,-1 0-384,1 0 0,3-4 1,-5 2-1,-1-1-920,-2 0 1,-7-1 0,1-4 0,1 0-1539,2 0 0,1 0 2665,1 0 0,-7-6 0,-2-2 0</inkml:trace>
  <inkml:trace contextRef="#ctx0" brushRef="#br0" timeOffset="5">24069 11669 8284,'-13'-2'884,"4"-3"0,2 2 0,7-6 0,2-3 325,3 0 1,3 2 0,8 2 0,1 2 774,2 3-1629,7 1 0,-4 2 0,7 0 0,-2 2 0,-1 2 0,-2 6 1,1 3 2208,3 1-2290,-6 7 0,5 1 0,-4 7 0,0 1 0,0 4 0,-2 6 0,-4 5-50,-1 3 1,-6 1-1,-2-1 1,0 3-208,0 0 0,-5-1 1,2-7-1,-5 0-3,-5 1 1,2 2-1,-8-1 1,-4-4-244,-2 1 1,-7-1-1,3 3 1,-2-3-218,-2-3 0,-2 2 0,0-4 1,1-1 135,2 0 0,5-1 0,-4-7 0,3-2 87,2-1 0,4-6 0,2-1 1,3-5-315,-2-8 530,4 4 1,1-8 499,6 0-266,0 0 1,2-11 0,1 5 128,2-2 1,6 3 0,-2-3-1,6 0 49,4 0 1,-2-2 0,7-4 0,2 0 27,1-1 0,2 1 0,1 0 0,2-1-260,2 1 1,4-5 0,-4-1 0,-2 3-880,-2 1 0,-6 6 1,-1 1-1939,-3-3 1,-9 6 1578,-11 1 1,-6 5 0,-10 5 0,-3 6-1528,-5 7 0,-2-1 2592,2 7 0,-6 2 0,-5 4 0,0 5 0,0-1 0</inkml:trace>
  <inkml:trace contextRef="#ctx0" brushRef="#br0" timeOffset="6">24270 12949 8047,'-22'0'0,"3"-1"0,3-2 516,1-2 0,1-6 0,1-1 658,4-5 0,1 1 0,5-5 0,-2 2-146,2 0 1,-1-2-1,1 3 1,-2-2-634,2-3 0,-3 6 1,-1-4-1,-1 2-1029,-3-1 0,-2 1 0,-1 5 0,0-1-611,-1 1 0,2 0 1245,4-1 0,-10-18 0,3-6 0</inkml:trace>
  <inkml:trace contextRef="#ctx0" brushRef="#br0" timeOffset="7">28961 5122 8510,'-16'-9'0,"-2"1"178,-1 1 1,0 2 0,4 5 0,1 0 0,-1 0 0,1 0 0,0 2 0,-1 1 894,1 2 0,-1 6 0,0-1 0,-3 4-248,-1 5 0,0-3-470,4 4 1,1 0 0,-1 1 0,1 1 0,-2 4 0,-2 1 183,-1 2 1,0 5-1,5 1 1,-1 2-153,1 3 0,4 1 0,1 2 1,-1 0-84,2 1 0,2 4 1,6-1-1,0 0-109,0-2 0,8-7 1,5 0-1,6 1 49,3-3 1,-3-5 0,5-9-1,2 1 2,1-1 1,7-4 0,-1 1 0,-1-5-12,-2-4 1,-1 1 0,2-6 0,1-2-56,1-1 1,6-4-1,-4-3 1,1-4-9,4-4 0,2-6 1,1-2-1,0-2-23,0-2 0,-1-7 0,0-5 1,-2-3-142,0-5 0,-2-3 0,-11 2 0,-3-5-8,-5-5 0,-4 2 0,-6-9 0,-6 4 0,-6 2 0,-11 1 0,-12 3 0,-4 5-36,-4 3 1,-6 10 0,0 6 0,-4 8-191,-4 5 0,0 2 1,6 1-1,2 4-240,2 4 1,6 3 0,-2 2 0,4 2-610,1 3 1,7 4 0,4 9 0,7 1-2708,6-1 3782,10 4 0,25 1 0,12 2 0,5 5 0,0 1 0</inkml:trace>
  <inkml:trace contextRef="#ctx0" brushRef="#br0" timeOffset="8">28586 7295 8431,'-14'-10'134,"0"1"0,4 5 0,1-2 0,-3 1 1,0-1-1,-3-1 745,1 1 1,-1 1 0,1 5 0,-2 2 136,-3 3-769,3 3 0,-5 8 1,7 3-1,-2 6 1,-2 7-1,-1 8 0,1 5 516,2 3 0,4 11 1,2-1-1,5 3-459,4 2 0,2-10 0,6-2 1,7-9-166,8-8 0,7-10 1,5-7-1,4-6 12,4-6 0,2-10 0,3-6 0,2-6-11,2-7 0,-4-4-1,1-2 1,-4-4-33,0-4 1,-8-8-1,-4-2 1,-6 0 63,-7-2 0,-9 5 1,-7-3-1,-8 4-64,-9 1 1,-9 1 0,-12 4-1,-6 6-327,-6 6 0,-7 5 0,3 8 0,0 4-333,3 4 1,3 10 0,3 4-1,4 6-366,4 4 0,12-1 0,8 4 1,7 0-539,6 1 1,9 1 0,6 3 1456,8-3 0,9 4 0,4 3 0,3 0 0,1 0 0</inkml:trace>
  <inkml:trace contextRef="#ctx0" brushRef="#br0" timeOffset="9">29018 8014 8431,'-14'0'1533,"-1"0"0,1 0 1718,0 0-3654,-1 0 1,9 0-1,6-1-2994,8-4 3397,5 3 0,8-29 0,4-14 0,2 1 0,0 0 0</inkml:trace>
  <inkml:trace contextRef="#ctx0" brushRef="#br0" timeOffset="10">29680 7338 8528,'-11'-22'0,"-4"2"429,-1 4 1,0 7-1,2 1 1,0 1 950,-1 4 1,1 2 0,-1 2-1,3 4-636,2 5 0,-3 4 1,4 5-1,-3 5-546,3 3 0,-2 2 1,6 0-1,2 0-62,1-1 1,2-4 0,2 0 0,2 0-192,6-1 0,3 2 0,3-5 0,1-3-29,3-1 0,4-3 0,-4-2 0,1-1 220,0 1 0,3-3 1,-5 1-1,-1 3 27,-2 0 0,-2-2 1,-1 0-1,-4 1 19,-4 2 0,-3 1 0,-4 0 0,-3 2-90,-4 4 0,-10-3 1,-5 6-1,-5-1-531,-5 0 1,-2-2 0,-8 3 0,0 3-598,-4 1 1,3-3-1,-3-1 1,5-4-2520,4-6 3555,4-5 0,-13-66 0,22 22 0,0 0 0</inkml:trace>
  <inkml:trace contextRef="#ctx0" brushRef="#br0" timeOffset="11">29363 7511 8327,'0'-28'38,"2"3"1,3 3 615,4 1 1,11-5 0,5 2 0,7-1 631,6 1 0,6 3 1,2 6-1,5 3-1015,5 2 1,-6 4-1,7 7 1,-2 6-1720,-4 7 0,0 7 1448,-3 8 0,-22 10 0,-1 8 0,4 3 0,-1 1 0</inkml:trace>
  <inkml:trace contextRef="#ctx0" brushRef="#br0" timeOffset="12">28601 9194 8327,'-8'-24'164,"-7"0"0,-1 7 0,-6-3 0,0 6-1,-1 4 1,-2 6 0,-2 2 0,-4 4 574,-2 2 1,1 12-1,-5 12 1,0 5-469,0 4 1,5 8-1,-1 6 1,2 3 791,3 4-877,5-10 1,7 14 0,8-9 0,4 1 0,5 0 0,9-4 0,9-4 162,10-4 0,6-15 1,8-3-1,2-6-236,3-4 0,3-6 0,6-5 0,1-6 9,0-7 1,-4-4 0,0-5 0,1-7 29,-6-6 0,-7 0 0,-6-6 0,0-4 32,-4-4 1,-4 1-1,-5-3 1,-9 2-109,-7-2 0,-6 2 1,-2-5-1,-6-1-319,-7 1 1,-13 10 0,-12-1 0,-4 5 28,-5 5 0,3 10 0,-4 8 0,1 7 80,0 6 0,5 7 0,6 5 0,3 5-580,7 3 0,6 1 1,12-6-1,2 0-73,1 1 1,6-3-1,-2 0 338,6-3 0,7-6 0,-2 2 0,4-2-1759,2 2 2209,-1-3 0,0 17 0,1-3 0</inkml:trace>
  <inkml:trace contextRef="#ctx0" brushRef="#br0" timeOffset="13">29277 9842 8327,'-19'-5'0,"-2"-2"241,-1-1 1,-1 5 0,-1-2 0,5 2 1711,3-2-1505,2 4 0,3-6 0,6 7-448,10 0 0,19-6 0,6-2 0</inkml:trace>
  <inkml:trace contextRef="#ctx0" brushRef="#br0" timeOffset="14">29651 9266 8327,'-6'-19'625,"-4"0"1,5-1 0,5 8 370,8 2 0,7-1 0,4 4 0,6 1-415,7 0 1,0-5 0,7 3-1,1-2 198,1 0-652,-4 7 1,5-5 0,-6 5 0,1-2 0,-5 2 0,-6 1 0,-9 4 273,-6 3 0,1-2 0,-9 7 0,-5 2 19,-6 6 1,-5 4 0,-3 7-1,-1 1-279,-2 4 0,-5-2 0,3 6 0,-1 2-96,-4 2 0,-6 1 0,-2 0 0,2 0-27,2 1 0,3-3 0,1-1 0,4-3-554,1-2 1,2-3-1,6-6 1,4-4-1094,4-1 1,5-4-1,6-7-3840,9-5 5469,-1-4 0,32-65 0,-22 24 0,-1 0 0</inkml:trace>
  <inkml:trace contextRef="#ctx0" brushRef="#br0" timeOffset="15">30399 9367 8327,'-29'-8'176,"7"1"0,3 7 1316,3 0 1,1 0-1,3 2-439,2 3 0,4-2 0,6 7 1,0 2-840,0 6 1,0-2 0,0 5 0,1-2-142,4 0 1,2 7 0,4-4 0,-2 0 72,2-2 0,-3 0 1,0 1-1,0 0 10,0 0 0,-3 3 1,3-5-1,-1 0 68,-4 2 0,-2-4 0,-1 6 1,-1-1-205,-4 1 1,-3-1 0,-8 4 0,-3-2-646,-5 1 0,-3 1 1,-2-1-1,0-2-1271,0-3 1,2 0 1895,3-6 0,3-6 0,7-2 0</inkml:trace>
  <inkml:trace contextRef="#ctx0" brushRef="#br0" timeOffset="16">30284 9554 8226,'21'-29'77,"-4"7"1,7 2 0,2 3 635,1-2 0,7 3 1,-1-2-1,1 7 50,1 6 0,-3 4 1,5 1-1,0 3-968,-1 6 1,-5 2 204,-3 13 0,-5-6 0,-9 3 0</inkml:trace>
  <inkml:trace contextRef="#ctx0" brushRef="#br0" timeOffset="17">29004 11108 8232,'-7'-15'502,"-2"1"0,1 6 0,0 5 1,1 8-1,4 11 0,0 12 1,0 14 1121,-2 9 1,-5 10 0,4 3-1,-2 1-1136,-3 4 0,-4 6 1,7-35-1,-1 0 1,-1 1-1,-1 0-498,0 0 1,0 1-340,-4 2 0,-1 0 0,-14 29 1,14-34-1,0 1 0,-11 36 0,4-1 1,4-4-1,6-7 349,7-5 0,11-2 0,3 1 0</inkml:trace>
  <inkml:trace contextRef="#ctx0" brushRef="#br0" timeOffset="18">28831 6619 8242,'-24'-8'98,"0"3"1,5 2 0,-3-1 0,-1 0 0,2 0 0,1 3 0,0 2-1,1 4 891,0 5 0,-5 4 1,5 5-1,1 5-553,2 4 0,4 7 0,2 3 0,5 4-63,4 1 0,4-6 0,5-4 0,8-4-143,4-5 0,6-3 0,8-9 0,2-2-10,1-5 1,0-5 0,-5-5 0,3-5 28,2-2 1,-5-9-1,0-3 1,-7-3-32,-5-2 1,-4-1 0,-2-2 0,-1-4-86,-4 0 1,-2-1 0,-9-3 0,-3 2-95,-4-2 1,-15 6-1,-7 4 1,-2 7-340,-2 7 0,-5 5 0,3 11 0,0 2-835,4 2 0,4 11 0,6 9 0,9 3-1227,8 2 0,12 0 2362,8-1 0,23 7 0,11 4 0,6 3 0,1 1 0</inkml:trace>
  <inkml:trace contextRef="#ctx0" brushRef="#br0" timeOffset="19">29263 6978 8242,'-15'-6'594,"1"4"1,-1-4 0,1 1 198,0 0 1,4-4 0,2 2-502,2-1 0,3-1 1,6-6-693,2 1 0,11 4 400,-2 1 0,35-14 0,6-7 0</inkml:trace>
  <inkml:trace contextRef="#ctx0" brushRef="#br0" timeOffset="20">29565 6432 8242,'-7'-15'2,"-1"1"386,0-1 0,-3 6 0,6-1 0,2-1 703,2-2 0,2 4 1,4 1-1,5 0-307,2 0 1,4 4-1,2-2 1,3 1-225,1 0 1,2 1-1,5 5 1,0 2-254,-1 2 1,-4 6-1,-1-1 1,-1 3-170,1 1 0,-7 2 0,-2 2 1,-8 3-138,-4 1 0,-4-3 1,-3 5-1,-6 0-405,-6-2 1,-1 4 0,-4-5 0,-1 0-281,1-1 0,4 0 0,-1-8 0,3-2-1938,2-5 1944,6 3 1,3-7 0,10 4 590,4-3 1,-1-7-1,2 0 1,1 2 483,2 1 1,-3 9 0,-1 2 0,1 4 301,-2 2 1,5 1 0,-5 1-1,1 4-199,1 1 1,-2 2 0,1 5 0,-4-2-11,-3-3 0,-2 3 1,0-4-1,-2-1-115,-3-3 0,-3-1 0,-8-1 0,-3 3-432,-5-3 0,2-2 0,-2-4 0,-2-3-357,-1-2 1,-2-1 0,2-5-1,2-2-616,1-2 0,0-6 1,-4-8-1,4-2 1030,5-3 0,26-16 0,9-10 0,0-5 0,1 0 0</inkml:trace>
  <inkml:trace contextRef="#ctx0" brushRef="#br0" timeOffset="21">30097 6489 8242,'-21'-6'2312,"5"4"0,4-9 1,12 6-1201,8 2 1,6 1 0,3 2 0,4 0-445,2 0 0,-1 0 0,2 0 0,-5 0-315,-3 0 1,0 2 0,2 3-246,1 4 1,-1 4 0,-7 1-133,-2 1 1,-6-1 0,2 1 0,-3-1-436,-2 0 1,-5 6 0,-1-1-1,-1-2-39,1-1 0,-4-6 0,4 0 1,0 1-416,-1 2 0,-2-4 0,4 1 364,2 1 0,1 2 0,2 1 486,0 0 1,2 1-1,2 1 253,6 3 1,-2-3-1,0 3 1,-2-1 274,-2 1 1,2-1 0,-1 6 0,-2 1-11,-2 2 0,-1-3 1,-1 0-1,-2 2-112,-2 1 1,-8-3 0,0 0 0,-6 0-316,-3-2 1,-1-1 0,-2-7 0,2-1-632,3-3 1,0 1 0,6-6 0,0-4-1000,-1-4 1,7-10 0,4-9 1601,2-5 0,12-36 0,6-15 0,-6 19 0,1-1 0,-1 0 0</inkml:trace>
  <inkml:trace contextRef="#ctx0" brushRef="#br0" timeOffset="22">30500 6590 8242,'-6'-10'1137,"-4"1"1,5 5 0,7 0 541,11 2 1,3 2 0,7 2 0,3 1-648,1 2 0,0 4 0,-1-2 0,-4 1-642,-1 3 1,0 2 0,-5 1 0,0 2-186,-3 3 1,-9 4-1,1 5 1,-3 1-123,-2 0 1,-2 0 0,-3-2-1,-4-2-524,-4-1 1,0-6-1,2 1 1,2-3-1154,-3-1 0,0-6 1,-3-1 518,1-2 0,-1-1 0,1-5 218,0 0 1,-1 5 689,1 0 1,1 6-1,3-1 278,6 2 1,2 3 0,2-1 0,2 2 290,2 3 1,0-1 0,5 4 0,1-1 42,-2-3 0,3-1 0,-5 1 1,1 1 31,-1-1 1,-1-1 0,-7 1-451,-2 1 1,-6 0 0,-8-6 0,-1-2-705,2-1 0,-6-7 0,1 0 0,0-6-4436,2-7 5113,-2-2 0,4-33 0,1-14 0,-6-4 0,1-1 0</inkml:trace>
  <inkml:trace contextRef="#ctx0" brushRef="#br0" timeOffset="23">30975 6460 8242,'-15'-16'890,"6"-3"1,1 10-1,3-3 81,7 3 0,6 1 0,9 5 1,4-2 233,1 2 0,-3 1 0,5 4 1,0 1-424,-1 2 0,2 6 0,-5-2 1,-3 4-456,-1 2 0,-3-1 0,-2 2 0,-3 3-286,-2 5 0,-1 2 0,-5-1 0,-1-1-47,-4 2 0,3-4 0,-4 2 1,-1 0-462,-2-1 1,1 2 0,0-6-1,2 0-168,2 2 1,3-5 0,1 3 0,0-3 38,0-1 1,0 1 0,1 1 490,4 3 1,-3-1 0,3-5 0,-4 1 299,-1-1 1,0 2-1,-1 1 1,-4 3 216,-5-3 0,-4 1 1,-4-1-1,-3 3-118,-1-3 0,3-1 0,-5-1 0,0 1-706,1 3 0,-2-5 0,6 2 1,1-6-1117,2-4 0,2-1 0,-1-5-2244,1 0 3772,6-7 0,13-33 0,9-17 0,2-6 0,0 0 0</inkml:trace>
  <inkml:trace contextRef="#ctx0" brushRef="#br0" timeOffset="24">31363 6532 8242,'2'-13'196,"1"2"0,3 3 845,2 2 0,2-4 0,6 4 0,1 0 219,3-1 0,4 2 0,-4 5 0,3 0-366,2 0 0,-2 2 0,-1 3 0,-1 4-279,-4 4 1,-2-3-1,-6 1 1,-4 3-284,-3 4 0,-2 3 0,0-4 0,-3 2-388,-7-1 0,4 3 1,-10-2-1,1 0-479,4 2 0,0-10 1,-2 3-1,4-1-545,4 0 1,3 1 0,2 1 553,0-1 1,7-1-1,2-2 1,4-1 385,1 1 1,5-3 0,1 2 0,-1 1 275,2 2 1,-5-2-1,3 2 1,-5 3 433,-4 0 0,-4 1 0,-6 2 0,-1 5 10,-4 3 0,-5-3 0,-9 0 0,-7 2-79,-6 1 1,0 2 0,-6 0-1,0-1-369,1 1 1,2-6 0,8-4 0,4-3-509,9-2 376,6-6 0,23-48 0,15-29 0,-2-2 0,0-1 0</inkml:trace>
  <inkml:trace contextRef="#ctx0" brushRef="#br0" timeOffset="25">31967 6532 8331,'0'-14'218,"-4"-1"0,-1 1 566,2 0 1870,1 6 1,2-2-747,0 10 1,0 0-1550,0 15 1,-2-4 0,-1 8-1,-2-2 1,1 1 0,-1 3 352,0 1 1,-1-4 0,2 3-1,0-2-315,0 0 0,3 0 1,2-6-1,3-2-61,0-1 0,9-2 1,0 3-1,6-3-120,4-2 1,-4-1 0,3-5-1,1 0-297,-1 0 1,-5 0 0,3 0-2278,-4 0 1,-2-5-470,0 0 1,-4 1 2826,0 4 0,6-32 0,6-8 0</inkml:trace>
  <inkml:trace contextRef="#ctx0" brushRef="#br0" timeOffset="26">32385 6489 8545,'-15'0'0,"1"2"775,-1 2 0,1 1 0,-2 10 0,-2 5 990,-1 6 0,-5 9 0,4 5 1,-3 7-686,-2 5 1,-7 9 0,0 1 0,3-1-1125,3-2 1,9-3-1,-1-3 1,7-5-1422,6-3 0,4-9 1465,1-2 0,19 41 0,-7-32 0,0-1 0</inkml:trace>
  <inkml:trace contextRef="#ctx0" brushRef="#br0" timeOffset="27">28385 4245 7846,'-6'8'369,"-2"-2"0,-7-6 1,1 0-1,-1 0 0,1 0 1,0 0-1,-1-2 806,1-2 1,-2-4-1,-2-5 1,-1 2-206,2 1 1,1 0-647,1-4 0,1 0 0,-1-1 0,1 1 0,0-1 1,-2 3 182,-3 2 1,1 4-1,-4 6 1,-1 0-434,1 0 0,3 8 1,-5 6-1,0 8-44,1 6 1,4 8-1,8 8 1,3 10-99,2 11 1,2 14 0,5-33 0,2 2 0,-1 2 0,2 1 29,0 4 1,0 2-1,0 2 1,0 2-1,1 4 1,0 2-1,-3 2 1,0 0-103,0 2 1,-2 2-1,-2 1 1,-2 0 0,-1 1-1,-2-1 1,-1 3 0,-1-1 167,-2 2 1,-2 1 0,3-23 0,-1 0 0,0 0 0,-1 0 0,1 1 0,-1-1 0,-1 1 0,1-1 0,-2 1 15,0 0 1,-1 0 0,-1 0 0,1 2 0,-2 0 0,0 0 0,-2 3 0,-1-1 0,0 0 0,0 2 0,-1 0 0,1 0-92,0 1 1,-1 0-1,0 0 1,-2 0-1,0 1 1,0-1 0,1 0-1,0 0 1,0 0-1,0 1 1,0 1-1,1 0 151,0 0 1,0 1 0,1 0 0,-1 0 0,0 1 0,0 0 0,2-2 0,0 0 0,1 0 0,2-2 0,0 0-1,0 0-14,2 0 0,0 0 0,1 0 0,0-1 0,0 1 0,0 0 0,-1 2 0,-1 1 0,0-1 0,-1-2 0,1 1 0,-1-1-203,0-1 0,0 0 0,0 0 0,0-2 0,0 1 0,0-1 0,2-3 0,-1-1 0,1 0 1,0 0-1,-1 0 0,1 0 43,-1-1 1,1 0 0,0 0 0,1 0 0,1 0 0,0 0 0,-4 23 0,0-1 0,3-4 0,1 0-95,1-2 0,2-1 0,2-7 0,0 0 0,2 0 0,0-1 0,2-1 1,2-2 124,-1-3 1,2-1 0,0-1 0,2-1 0,-1-4 0,2-1 0,2-1-1,0 0 178,1-2 1,1-1 0,0-1 0,0-1 0,1-2 0,0-1 0,11 35-34,5-6 1,5-7 0,6-7 0,7-6 6,4-4 0,16-5 0,6-11 0,-29-15 0,2-1 53,3 0 1,1-2-1,4 0 1,1-1-1,3-3 1,0-1-1,-1-1 1,0-1 68,-1-1 1,0-1 0,-1-1 0,1 0 0,-1-1 0,0 1 0,-1 1 0,0-1-277,-3 1 1,-1 1-1,32 8 1,-21-1-1,-12 1-789,-8-1 1,-14 2 0,-8-2 0,-7 3-1025,-6 1 1,-7 1 0,-4-1 1853,-2 0 0,-9 1 0,-2-1 0</inkml:trace>
  <inkml:trace contextRef="#ctx0" brushRef="#br0" timeOffset="28">27565 6230 7792,'-70'-40'0,"32"22"0,-1 3 172,-2 1 0,-1 4 0,-4 1 0,-1 2 0,-1 1 0,-1 2 0,-4 1 0,-2 1-63,-4 1 1,-1 1 0,-7 2 0,-1 2 0,-5 1 0,-1 1-1,3 2 1,2 2-110,5 5 0,-4-6 0,13-17 0,-7-8 0,-2-3 0,1-1 0,-4 0 0,0-1 0,1 0 0,-1 0 0</inkml:trace>
  <inkml:trace contextRef="#ctx0" brushRef="#br0" timeOffset="29">20760 14158 8257,'10'8'-330,"-2"-2"1073,-2 1 0,-3-6 973,-8 4-1116,-3-3 1,-6-2 0,0 0 0,1 1 155,3 4 1,4 5 0,6 7 0,0 4-370,0 2 1,0 2 0,0 7 0,1 3-134,4 2 0,3 1 1,8 4-1,3-2-94,5-2 0,-1-1 0,1 0 0,1-7-81,2-4 1,-3-9 0,0 3 0,2-6-59,1-4 0,2-4 0,1-8 0,2-2 60,2-6 1,4-4 0,-4-4-1,-2-3 97,-2-1 1,-1 3-1,0-4 1,-1 2-79,1 4 0,-6 1 0,-4 3 0,-2 3-87,3 6 1,-4-3-1,3 3 1,-5 2 93,-4 5 1,3 5 0,-5 8 0,1 2 26,1 1 1,-6 5-1,6-3 1,1-1-181,2 1 1,1 2 0,2-7 0,2-4-36,1 1 1,7-6 0,-2-1 0,3-1-112,2 0 0,-1-1 1,1-4-1,0 0 50,0 0 0,4-4 1,3-3-1,-1 1 140,0-1 0,3-2 1,-1 2-1,1 1 73,2 0 0,5-1 0,-7 4 0,4-2 31,1 2 1,5-3 0,0 1-1,-2 2 62,-1 1 1,-2-3 0,1 0 0,-1 1-120,0-3 1,-5 6 0,-1-6 0,-2 2-555,-3 1 0,-2-6 0,-1 5 0,-2 0-581,-3-1 1,-1 4 0,-4-4 0,3 1 1089,1 0 0,10-12 0,-2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0.154"/>
    </inkml:context>
    <inkml:brush xml:id="br0">
      <inkml:brushProperty name="height" value="0.053" units="cm"/>
      <inkml:brushProperty name="color" value="#FF0000"/>
    </inkml:brush>
  </inkml:definitions>
  <inkml:trace contextRef="#ctx0" brushRef="#br0">25105 2691 7997,'0'-15'37,"0"1"0,0 4 0,0 1 1305,0-3 148,0 6 0,-5 1-965,0 10 0,-1 3 0,3 8 0,-4 3 0,-1 5 0,-3 3 767,-2 2 1,1 0-1050,2 0 0,-3-5 1,5 0-1,-1 1 1,1 1-1,0-2 161,0-5 1,3-3 0,-3-2-1,1 2-30,4 4 0,0-6 0,0 2 0,-2-5 82,2 0 0,3 2 1,5 0-134,4-4 0,4 4 1,1-5-1,2 2 26,4-1 0,-3-5 0,7 2 0,0-1-57,-2 0 1,6-1 0,-4-4 0,3 0-167,2 0 1,-2-1 0,-2-4 0,-2-3-691,-3 0 0,4-5 0,-4 4-2133,-3-4 1,-6 3-1,-3 1 788,-1-3 0,2 0 0,-2-1-2648,1 3 4557,-5-2 0,-3-3 0,-8-7 0</inkml:trace>
  <inkml:trace contextRef="#ctx0" brushRef="#br0" timeOffset="1">28630 2647 7855,'0'-14'2111,"0"4"343,0 1-1932,6 6 1,-4 3-1,2 9 1,-2 6-1,-4 4 1,-1 5 726,-2 3 1,-1 3-1003,1 4 0,2-2 1,-7 6-1,-1 4 0,0 3 1,0 3-70,1-2 1,1-1 0,-6-2 0,1 0-171,0 0 0,1-8 0,2-4 0,1-9-379,-1-6 270,4 2 1,1-23 0,8-2-1,2-10 79,6-12 0,3-1 1,3-9-1,3-2 23,5-6 0,-2 3 1,2-4-1,2 3-6,1 2 1,2 0 0,0 1-1,1 2 73,4 2 0,-3 7 1,6 3-1,-2 7 160,-3 5 0,-1 6 1,-2 2-1,-2 2 67,-3 3 0,1 7 0,-6 4 0,-3 2-66,-4 0 1,-1-1 0,-6 6 0,-2-1 161,-2 0 0,-2 2 0,-4 2 0,-5 1-147,-2-1 0,-8-1 0,0 1 0,-4 1-194,-7-1 1,3-2 0,-6-2 0,4 0-185,1 1 1,-5-6-1,1-1 1,1-1-197,1-4 0,4 3 0,3-1 1,5-2-1010,3-1 1073,8-2 0,8-5 0,10 0 525,2 2 0,3 2 1,-1 1-1,1 0 228,-1 0 1,0 6 0,1 4-1,-2 2 427,-4 3 1,4-4-1,-4 2 1,4 3-771,2 0 0,-6 0 0,-1-2 0,0 2-144,0 3 0,-5-1 0,4 4 0,-2-1 0,-1-3 0,1 4 0,-6 0 0,-3 1-672,0-4 0,-6 2 0,4-2 0,-1-2-5208,1-1 5880,1-1 0,-21-26 0,-6-7 0</inkml:trace>
  <inkml:trace contextRef="#ctx0" brushRef="#br0" timeOffset="2">13394 13266 7822,'0'-10'1573,"0"1"156,-6 6-770,4-10 1,-6 13-478,3 0 1,4 6 0,-4 9-1,3-1-12,2 0 1,0 1 0,-1 1 0,-3 1-247,0 2 0,-1 2 0,5-3 0,0 3-110,0 1 1,0 0 0,0 4 0,0-4-53,0-1 1,0 5 0,1-4 0,3 2 42,0 0 0,1-2 1,-5 4-1,0-4 128,0-1 1,0 5 0,0-2 0,0 3-103,0 2 1,-1-5 0,-3 0 0,0 1-89,0 2 1,-2-3 0,1 0 0,2 0-31,1-1 1,-2 2 0,-1-6 0,2 1-192,1 0 1,2-4-1,-2 4 199,-2-4 0,2-2 188,-3 0 0,4 1-125,1-1 1,0-4-92,0-1 1,0 1-163,0 4 1,0-4 0,-2-2-136,-3-2 256,4 6 1,-7-11 26,3 4 0,3-5 0,-3-5 1,4-4 69,1-4 0,0-2 0,0 1 0,0-2 89,0-3 0,0 1 0,0-4 0,0-1 67,0 1 1,0-2 0,1-5 0,3 1 73,0-1 1,3 0 0,-4-1 0,2-2 8,-2-2 0,3-1 0,-1 3 0,0-2-43,1 2 1,-4-4-1,3-1 1,-2-2 19,2 1 1,-4 6 0,4-3 0,-2 1-38,2 1 1,-3-1-1,3 5 1,-4 1-57,-1-1 0,2-5 0,1 1 0,2 2-138,-2 6 0,3-2 0,1 3 1,-1-4-8,1 0 0,2 5 0,-2 4 0,-1 3 36,0 2 1,5-1 0,-1 1 0,3 0 86,1-1 1,1 6 0,-1-1-1,0 0-48,1 2 0,4 2 0,2 6 1,0 0-103,-1 0 0,6 0 0,-4 0 0,2 2 0,0 2 0,-5 4 0,5 8 0,0 2 0,-1 1 0,-2 0 0,-7-4 0,0 1 0,1 3 0,-3-3 0,-2 5 0,-5-2 0,-4 0 0,-1 2 0,0-2 0,-1 3 0,-4 1 0,-3 4 0,-8-3 0,-3 2 0,-5-3 0,-8 5 0,-3-4 0,-2 3 0,-3 2 0,-1-7 0,-3-1 0,1-2-850,0 0 0,5-6 1,1-8-1,3-4-587,7-1 0,6-6 1,12-5-1,6-7-519,6-6 0,11-9 0,10-6 1956,3-2 0,-3-1 0,0-4 0,3-4 0,-1 1 0</inkml:trace>
  <inkml:trace contextRef="#ctx0" brushRef="#br0" timeOffset="3">14703 12762 7811,'-9'0'1369,"1"-1"-576,1-4 1,1 3-440,1-2 0,2 2 0,-7 2 0,-1 0 0,-2 2 0,-1 1 0,-1 3 0,1 2 649,0 3 0,-2 9 0,-2 2 1,-3 2-382,-1 0 0,-2 1 1,-5 9-1,0 4-133,1 4 0,-1 1 1,2 0-1,1 0-133,2 1 0,7-1 1,-3 0-1,4 0-68,2 0 1,4-4-1,2-1 1,2 2-63,3 2 1,1 1 0,2 0-1,0-2 57,0-2 0,0 2 1,0-2-1,0 1-65,0-2 0,7 4 0,1-6 0,1 3-75,1-1 1,-1-6 0,6 2 0,-1-4-386,1-1 1,-1 0 0,0-2 0,1-3-321,-1-5 1,-1-3 0,-2-2 0,-1 1-422,1-1 1,2-4-1,-1-1 1,0 1-504,-3-2 1,1 0 0,4-5-868,1 2 0,-1-2 2353,0-8 0,-6-41 0,-1-16 0</inkml:trace>
  <inkml:trace contextRef="#ctx0" brushRef="#br0" timeOffset="4">14674 13180 9367,'2'14'2852,"3"2"0,6 3-2085,7 5 1,-2 5 0,4 4 0,-1 4 0,1 2-1,-1-1 1,0 2 0,0 3 12,-1 5 1,-2-3-1,-2 3 1,1-3-498,-1-2 0,-4-5 0,-1 0 0,1 1-74,-2-2 0,3-2 1,-5-6-1,1-1-74,-1 1 1,0-5-1,-2-2 1,0-1-953,0-3 1,2-2 0,0-3-6206,2-4 5582,-4-2 1,7-14 0,-6-2 0,-2-6 1439,-2-4 0,-8-22 0,-5-11 0,0-6 0,0 0 0</inkml:trace>
  <inkml:trace contextRef="#ctx0" brushRef="#br0" timeOffset="5">15264 13136 7798,'-6'-14'551,"4"4"0,-4 2 653,-1 2 0,4 1 1,-6 7-346,-3 3 0,0 3 0,-3 8 0,-1 3-105,-3 5 0,2 5 0,-7 4 0,-4 6-65,-4 2 1,-1 9 0,-9 2 0,-2 4-54,-1 2 1,0-1 0,2-1 0,0-1-195,0-2 1,6-12-1,5-1 1,6-6-224,7-7 0,3-3 1,3 0-724,4-5 0,4-5-870,10-4 1,3-4-1,6-7 1,0-4-330,1-5 0,-1-1 1,1 0-1,-1 1 1703,0-1 0,-6-8 0,-1-3 0</inkml:trace>
  <inkml:trace contextRef="#ctx0" brushRef="#br0" timeOffset="6">15365 13525 7787,'-10'5'1727,"1"0"0,7-1 1,2-4-1,8 0-477,5 0 1,3 0-1,2 0 1,2-1-645,3-4 0,1 3 0,3-2 0,-2 2-208,-1 2 1,0 0 0,5 0 0,-2 0-306,-3 0 0,2 0 0,-7 0 0,0 0-318,2 0 0,-5 0 0,3 0-667,-3 0 0,-6 0 0,-2 2-226,-2 2 0,-3 0 0,-6 5-403,-2 2 1,-7 2-1,-1 1 1,-5 1 1520,1-1 0,-44 26 0,26-17 0,0 1 0</inkml:trace>
  <inkml:trace contextRef="#ctx0" brushRef="#br0" timeOffset="7">15379 13841 7787,'-9'0'910,"1"2"1885,1 3 0,4-4-1536,8 4 1,9-3-1,10-2 1,3 0-634,2 0 0,2-2 0,1-1 0,1-2-475,-1 2 0,-1 1 1,-3 2-1,1-1-1168,0-4 0,-5 3 0,-2-2 1,-1 2-1521,-3 2 2537,-9 0 0,-60-6 0,-21-2 0</inkml:trace>
  <inkml:trace contextRef="#ctx0" brushRef="#br0" timeOffset="8">16401 13496 7813,'0'-14'303,"0"-1"1,0 1 0,-2 0 0,-1-1 0,-2 1 0,0 1-1,1 2 4677,-1 1-4062,-6 1 1,9 7-491,-3 7 1,4 11 0,1 6 0,0 4-1,0 6 1,0 1 130,0 3 0,0 2 1,0-3-1,0 2-131,0 3 1,0 1 0,0 1 0,-2-2-154,-3-2 0,-1-1 0,-5 3 0,1-3-310,-1-2 0,0-3 0,-1-7 0,5-2-1840,0-2-2754,-4-2 3130,9-11 0,-4-8 0,8-10 0,1-4-165,2-5 0,4 1 1664,-4-6 0,12-19 0,-1-10 0</inkml:trace>
  <inkml:trace contextRef="#ctx0" brushRef="#br0" timeOffset="9">16789 13467 7813,'-14'-6'0,"4"4"0,1-2 1160,-3 2 0,1 0 0,0-1 44,2-2 1,4 1-1,-3 5 1,0 2-710,0 2 0,-2 5 0,-4-4 0,-1 2 119,1 3 0,-5 7 1,0 1-1,-1 0-37,0 2 1,-1-3 0,-5 6-1,4 0-182,1-2 1,-3 0-1,7-4 1,2 1-54,4-1 0,3-2-305,-2-2 0,10-6 0,12-3 0,4-2 199,3 2 0,6-3 0,-1 2 0,4-2 195,0-2 1,1 0 0,0 0 0,0 2-250,-1 2 0,-5 0 0,-2 5 0,-2 2-182,0 2 0,0-3 0,-6-1 0,-4 4 0,-4 5 0,2-1 0,-3 6 0,0-3 0,-3-2 0,-2 4 0,-4 1 0,-3 1-520,0 0 1,-3-7-1,4 1 1,1-5-2073,-1-4 1,1-4 0,3 1-2628,-2-4 5219,0-5 0,3-37 0,4-18 0,-2-1 0,0 0 0</inkml:trace>
  <inkml:trace contextRef="#ctx0" brushRef="#br0" timeOffset="10">16876 12849 7336,'-5'-10'3973,"0"0"1,2 9-3603,8 1 1,3 3-1,6 10 1,2 3 618,3 0 0,-1 6 1,4 2-1,0 3 2622,1 2-3233,-6 6 0,6 2 0,-6 6 0,3 2 0,-3 3 0,-1 5 0,-3 4-5,-3 6 1,-4 1-1,-6 4 1,0-2-331,0-2 1,-2-2-1,-2-3 1,-6 0-48,-3-1 1,-1 1 0,-1-12 0,1-4-361,0-3 1,1-8 0,2 0 0,3-5-1698,1-3 1,1-11 832,1 1 1,2-11 0,-5-3-1378,1-8 0,-2-6 2604,4-5 0,-25-17 0,-2-8 0</inkml:trace>
  <inkml:trace contextRef="#ctx0" brushRef="#br0" timeOffset="11">17509 13554 7747,'-8'0'3276,"1"0"1,18 0 0,4 0-2198,1 0 0,5-5 1,-2 0-1,0 2-775,2 1 0,-4 2 1,6 0-1,-1 0-350,0 0 1,-2 0-1,2 0 1,-1 0-960,-4 0 0,-1 0 0,-3 2-555,-3 3 0,-4 3 0,-6 6 0,-3 0-3134,-7 1 4694,1 6 0,-44 13 0,-17 5 0,22-8 0,1 0 0,-1 0 0</inkml:trace>
  <inkml:trace contextRef="#ctx0" brushRef="#br0" timeOffset="12">17379 13913 7747,'-8'7'1897,"-5"-6"0,15 6 0,3-7 0,12 0-770,9 0 0,3-2 0,1-1 0,2-2-453,2 2 1,4-3 0,-5 1 0,1 2-839,1 1 1,0-3 0,5 0 0,-3 2-1449,-2 2 1,-6 1-1,-7 0 1,-1-2 1611,-3-3 0,-41 4 0,-10-6 0</inkml:trace>
  <inkml:trace contextRef="#ctx0" brushRef="#br0" timeOffset="13">18918 12676 7428,'8'0'1555,"-11"2"0,-8 1-1037,0 2 1,1 1 0,-1-3 0,2 4 716,-3 1-871,0 1 0,-3 6 0,1-1 0,-1 0 0,1 2 1,0 4-1,-1 4 188,1 3 0,-1 6 0,1 2 0,0 4-76,-1 6 1,-4 1 0,0 8 0,1 4 158,2 1 1,2-3 0,1 6 0,2-1-48,1 1 1,7-2-1,-2 2 1,5-5-227,5-4 1,3 3-1,7-6 1,-1-2-240,0-5 1,1-3 0,1 1 0,1-1-125,3-1 0,-3-12 1,-6 2-1,-3-2-413,-1 0 0,2-3 1,-2-2-1,-1-1-1010,0-3 0,1-2 1,-2-3-417,4-4 1,4-2-1,3-7 1,2-2 1839,1-3 0,0-28 0,-5-14 0</inkml:trace>
  <inkml:trace contextRef="#ctx0" brushRef="#br0" timeOffset="14">19163 12949 7760,'-5'10'316,"-1"-2"1,-1 0 0,-1 0 797,1 3 0,-1 2 1,-2 1-623,5 1 1,-1-1 0,1 1-1,0-1-95,-1 0 0,3 1 1,-5-1-1,1 0 23,4 1 0,0-6 0,0 1 97,-2 1 1,0-6-234,5-5 0,2-8 0,1-10 0,3-2 76,2-3 1,2-2-1,4-7 1,1-2-20,-1 2 0,5-3 0,0 1 0,0 2-25,2 2 0,-5 3 1,5 3-1,-2 5-21,0 3 0,5 3 1,-3 3-1,0 6-85,0 2 1,-2 10 0,-5 5-1,2 6-39,3 3 1,-7 2 0,0 5 0,-2 0-32,-2 0 1,-5-1 0,2 0-1,-3-3-175,-2-1 0,0-5 0,0 4 1,0-1-553,0 0 1,-5-4 0,-2 3 0,1-2-680,0 0 1,-4 2 0,5-3 0,2 1-1156,1-2 1,-2-5 0,-1-3 2420,2 2 0,-5-4 0,0-1 0</inkml:trace>
  <inkml:trace contextRef="#ctx0" brushRef="#br0" timeOffset="15">19221 13626 7760,'-7'-15'4026,"-2"1"-2770,2 6 1,1 3-1,6 11 528,0 9-1342,0-1 0,5 13 0,-1-3 0,0 2 1,-3 0-1,-1-2 0,0 3 357,0 5 0,0-2 0,0 4 0,0-4-528,0-1 1,-5 0-1,-1-1 1,-2 1-848,-3 0 0,4-5 0,1-2 0,1-1-3874,0-3 2710,1-2 0,4-10 0,0-8-1836,0-10 3576,0-9 0,7-21 0,5-9 0,0-3 0,0-1 0</inkml:trace>
  <inkml:trace contextRef="#ctx0" brushRef="#br0" timeOffset="16">19623 13568 12234,'-9'2'2776,"-1"1"-2343,-1 2 0,-2 4 0,-1-2 1,0 1 617,-1 3-742,1 2 0,-5 1 0,-2 0 0,0 1 0,-1-1 1,1 1-1,-2-1 427,1 0 1,4-1 0,-1-2 0,3-1-97,2 1 1,4-3 0,2 2-345,2 1 0,3 0 0,6 0 0,3-1-24,2 1 0,2-3 1,6 2-1,2-1-72,1-1 1,0 5 0,-5-3 0,1 2-79,-1 3 0,0-6 0,1 1 0,-2 1-140,-4 2 1,2 1-1,-4 2 1,-1 2-404,1 1 0,-3 0 0,-4-4 0,0 1-1326,0 3 0,0-8 0,0 3-1572,0-1 1,0-3-1572,0-5 4890,0-13 0,-5-39 0,-2-18 0,-1-6 0,0 1 0</inkml:trace>
  <inkml:trace contextRef="#ctx0" brushRef="#br0" timeOffset="17">19796 12547 7750,'-6'-8'2965,"17"12"0,2 12-1811,6 5 0,6 3 1,-4 5-1,2 1 492,2 4-1216,-4-4 0,6 17 1,-4-4-1,-1 3 0,-3 4 1,-3 4-1,-2 7 178,1 6 1,-6-2-1,-1 3 1,-1 0-385,-4 3 0,-3 2 1,-3 1-1,-4-2-204,-1-7 1,0-2 0,-4-4 0,-1 1-166,-3 1 0,-2-6 0,2 4 1,-1-7-310,-2-2 1,-7 0 0,4-6 0,-2 0-340,0-8 0,6-5 1,-3-7-1,2-5-354,0-3 1,0-8 1146,4-3 0,-44-42 0,24 13 0,0 0 0</inkml:trace>
  <inkml:trace contextRef="#ctx0" brushRef="#br0" timeOffset="18">20530 13467 7734,'-15'5'481,"1"0"0,1 0 0,2 0 722,1-1 1,7 3 0,-2-2-631,4 4 0,2 4 1,3 3-1,2 1 102,2 3 1,-3 7 0,3 0 0,-2 7-38,-3 2 1,-1 4-1,-2 7 1,0 2-278,0 2 1,-2-3 0,-2 5 0,-4 1-205,0 2 0,-5-3 1,3-2-1,-2-1-197,-3-4 1,2-1-1,2-3 1,3-4-435,2-4 0,-4 1 0,4-2 0,-1-2-989,1-6 0,1-4 0,5-7-258,0 1 1,0-4 742,0-6 0,0-20 1,0-18 977,0-7 0,-2-32 0,-2-14 0,1 23 0,0 1 0,1 0 0</inkml:trace>
  <inkml:trace contextRef="#ctx0" brushRef="#br0" timeOffset="19">20458 13525 7749,'0'-10'0,"-2"2"793,-3 2 1,2-4 0,-5 4-14,2-2 0,3-2 0,8-2 136,4 2 1,4-1 0,1 6-1,2 2-273,3 1 0,2 2 0,5 0 1,-2 0-72,1 0 1,3 2 0,0 3-1,-1 4-149,-3 4 1,4 1 0,-6 2 0,0 2-134,-2 1 0,-6 7 0,-3-2 1,-3 1-7,-1-1 1,-3 3 0,-5-3-1,-4 4-148,-5 0 0,-9 1 1,-5-2-1,-3-1-479,-2-2 0,0-8 0,1 0 0,-1-7-903,0-2 0,0-2 1,2-5-1,2-2-1453,1-3 0,6 0 2699,-1-9 0,-4-29 0,1-18 0</inkml:trace>
  <inkml:trace contextRef="#ctx0" brushRef="#br0" timeOffset="20">21120 12547 7752,'0'-15'1287,"0"1"0,0-1 82,0 1 0,0 8 0,0 6-536,0 8 0,0 9 0,0 4 0,0 1-110,0 4 0,0 1 0,0 3 1,0 2-206,0 2 0,0 1 0,-2-3 1,-1 2-254,-2-2 1,-4 0 0,2 0 0,1 1-215,-1-1 0,-2-3 1,2-3-1,1-4-1275,0-1 1,1-2-473,5-5 1,1-7-1,3-7 103,0-8 0,6-7 0,-5-4 0,-2-5 1593,-1-3 0,4-47 0,-2 32 0,0 0 0</inkml:trace>
  <inkml:trace contextRef="#ctx0" brushRef="#br0" timeOffset="21">21436 12561 7773,'-14'0'466,"-1"0"0,1 0 1,0 0 1312,-1 0 1,1 0 0,-1 2-1023,1 2 0,0 3 0,-1 4 0,3-2-322,2 3 1,-3 0 0,4 3 0,-4-1-78,-2 1 1,1-1 0,0 0 0,1 1 209,3-1 0,-3 1 0,4-1-65,-4 0 1,3-4 0,2 0 0,0-1 310,1-1 0,3 5-427,0-3 0,2 2 0,4 3-147,2-1 1,0-1 0,5-2 0,4-1-121,4 1 1,-1 0 0,4 0 0,-3-3-121,2-1 0,-3 4 0,4-3 0,-4 1 0,-2 1 0,0-5 0,1 4 0,-1 3-878,0 0 0,-1-2 1,-2-2-1,-3 0-1604,-1 0 1,4 0-1,-3 3 2482,0-1 0,-8-14 0,-8 3 0</inkml:trace>
  <inkml:trace contextRef="#ctx0" brushRef="#br0" timeOffset="22">22012 13136 7728,'-23'-8'322,"1"-3"0,4 6 0,-1 2 0,2 2 0,1 1 0,1 0 1,1 0 772,-1 0 0,1 1 0,0 4-339,-1 5 0,-1 4 0,-1 4 0,-2 2 11,1 3 0,2 1 0,2 6 1,-1 4-123,1 4 1,-1 4 0,1 1-1,1 2-159,4 3 0,1 3 0,4 5 0,0-2-287,0-1 1,8-7 0,2 2-1,4-2-304,6 2 1,-2-9 0,5-1-1,-1-6-499,1-3 1,-3-2 0,3-3 0,-3-5-716,-2-3 1,1-6 0,-1-2 0,1-2-1016,-1-3 0,0-1 2334,1-2 0,-7 0 0,-2 0 0</inkml:trace>
  <inkml:trace contextRef="#ctx0" brushRef="#br0" timeOffset="23">22127 13323 7766,'-15'7'1055,"7"-4"0,2 7 0,1 1 113,0 2 0,-1 7 0,3 6 0,-4 6-477,-1 6 0,4 4 0,-6 1 0,-1 0 129,-2 0 1,3 2-1,1 0 1,-2 0-415,-2-4 0,3-9 1,2-1-1,2-7-1495,3-4 0,3-2-986,5-8 0,3-4 0,6-8-1372,0-2 3447,1-11 0,-20-46 0,-5-15 0</inkml:trace>
  <inkml:trace contextRef="#ctx0" brushRef="#br0" timeOffset="24">22199 13726 7766,'1'-8'1502,"4"4"1,5 0 24,2 0 0,4 2 0,2-3 0,3 4-772,1 1 0,7 0 1,5 0-1,-2 0-789,-2 0 1,-1 0-1,-1 1 1,0 2-1048,-4 2 1,1 0 0,-6-5 0,-1 2 1080,-2 2 0,-21 11 0,-4 7 0</inkml:trace>
  <inkml:trace contextRef="#ctx0" brushRef="#br0" timeOffset="25">22789 13770 7766,'-5'11'280,"-2"2"0,1 2 236,0 1 1,-1 2 0,4 0 0,-2 2 145,2 3 1,1 1 0,2 6 0,0 2-273,0 2 0,0 1 0,0-2 1,0 4-265,0 0 1,-4-2-1,-1-6 1,0 0 48,-1-1 1,-1-5-1,-2-4 1,2-5 605,1-4-823,4-4 0,-4-18 0,7-8 0,3-7-29,0-6 1,8-4-1,-3-8 1,2-1 27,-1-2 1,3-6-1,-4 2 1,4 1 164,2 3 0,1 3 0,1 4 0,4 1 208,1 2 0,1 12 1,2 2-1,-1 8 126,2 6 1,1 4 0,0 6 0,-3 2-352,-5 2 1,-4 4-1,-6 7 1,-4 1-11,-3 3 1,-4-1 0,-3 6 0,-4 0-4,-4-2 0,-6 5 0,-2-3 0,-1 3-215,-4 2 1,4-5 0,-2-2 0,-2 1-702,-1-1 1,4-4 0,4 1-1,3-5-1588,2-4 0,0-4 2412,-1-6 0,14-64 0,2-16 0</inkml:trace>
  <inkml:trace contextRef="#ctx0" brushRef="#br0" timeOffset="26">23177 12949 7714,'0'-9'1144,"0"-1"1,2 7 0,2-2 0,6 4-75,3 1 1,1 6 0,1 4-1,1 4-302,3 5 0,-2 5 1,6 10-1,-1 4-135,0 4 1,-4 6 0,1 3 0,-3 3-203,-1 5 1,-3 8 0,-2-1 0,-5 1-231,-4 0 1,-1-4 0,0 2 0,-3 1-211,-6-1 0,-1-10 1,-9-1-1,3-4-103,1-3 0,-4 3 0,-2-5 1,1 0-483,-1-4 0,0-9 0,4-2 0,-3-6-481,3-3 1,1-8 0,1-10-242,1-6 1,4-11 0,2-10 0,0-5 1315,0-5 0,-7-12 0,-5-8 0,-3-8 0,0 1 0</inkml:trace>
  <inkml:trace contextRef="#ctx0" brushRef="#br0" timeOffset="27">23580 12762 9030,'0'10'2458,"0"0"-922,0 1-1320,0 2 1,0 3 0,-2 1 0,-1 4 0,-3 0 0,-1 1 0,-1 0 0,0 4 0,-3 1 0,-2 2 323,-1 0 1,4-2 0,1-2 0,-1-2 346,2-2 0,-3-7-679,6-4 1,0-9 0,7-2 0,3-12-35,4-10 0,4-5 0,2-4 0,1-3 88,3-2 0,-3-2 0,4-2 1,0 2 21,-1 6 0,0 3 0,-5 2 0,1 4 281,-1 5 1,1 5 0,-1 4-89,0 5 1,1 10 0,-1 6 0,0 7-232,1 6 1,-6-2 0,-1 2 0,-1 2-68,-4 1 0,-1 2 0,-2-2 1,0-1-263,0-2 0,0 0 1,-2 3-1,-1-2-743,-2-1 0,-5-6 0,4 1 0,0-1-2703,-1 1 1,2-8-1438,5 3 4966,0-2 0,-12-56 0,-4-13 0</inkml:trace>
  <inkml:trace contextRef="#ctx0" brushRef="#br0" timeOffset="28">23882 12863 7690,'2'8'2328,"2"-3"0,4-5 1,7-3-1,1-4-1205,3-1 1,-2 5 0,6-3-1,-1 1-624,1 0 1,-6-1 0,4 2-1,-2 0-678,0 1 1,1 1 0,-6 2-1296,0 0-1927,-6 0 1,-1 2 3400,-7 2 0,-32 4 0,-8 7 0</inkml:trace>
  <inkml:trace contextRef="#ctx0" brushRef="#br0" timeOffset="29">24299 12575 8026,'0'-8'7227,"0"4"-6353,0 8 1,0 4 0,0 8 0,0 3-278,0 5 1,0 4-1,0 2 1,0 2 618,0 2-1069,0 6 0,-5-9 0,-1 8 1,0 1-1,-2 0 0,0 0 1,-2-3-331,2-2 0,-3-3 0,4-7 0,1-2-1623,0-3 0,-1-2 0,4-7-1527,-2-1 1,-1-9 3332,1-1 0,3-70 0,-1 23 0,0 0 0</inkml:trace>
  <inkml:trace contextRef="#ctx0" brushRef="#br0" timeOffset="30">24573 12676 7690,'8'-10'4194,"-4"1"0,-2 4-2673,-2-5 0,-2 9-1067,-2 1 0,0 1 1,-5 9-1,-2 1-80,-2 2 1,-2 3-1,1 2 1,-2 2-177,-3 3 1,3-4 0,-3 3 0,1-1-19,-1-3 0,3 2 0,-2 0 0,6-3-88,2-1 1,2-6-1,-2-1 57,6 3-56,2-6 1,8 2 0,4-5 0,3 2 332,1-2 0,1-1 0,-1-1 0,0 4 128,1 5 0,1-2 0,1 1 0,2 3-554,-1 0 0,-2 3 0,-2-1 0,-1 1 0,-3-1 0,1 0 0,-5 1 0,1-1-696,-1 0 0,-1 1 0,-5-1 1,0 1-1455,0-1 1,0 0 0,0 1-4294,0-1 6443,0-6 0,-26-40 0,-6-16 0</inkml:trace>
  <inkml:trace contextRef="#ctx0" brushRef="#br0" timeOffset="31">9092 16877 7964,'-6'-8'459,"-4"4"1,-3 2 1141,-1 2 0,8 0-212,6 0 0,6 8-857,8 6 0,1 2 0,-2 7 0,-2-1 0,-2 1 0,1 4 1036,-2 5 1,3 0-1205,-6 6 1,5 2 0,-6 6 0,0 4 0,-3 1 0,-1 3 191,0 2 0,-5 4 0,-1 0 0,-2 3-300,-3-3 0,-2 0 0,0-5 0,2-2-34,1-5 1,7-9-1,-2-7 23,4-7 1,1-12-322,0-13 0,0-13 0,0-12 0,0-7 262,0-7 0,0-9 0,-2-6 0,-1-7-139,-2-6 1,0 3 0,4 0 0,-2 0-61,-2-3 1,0-3 0,7-2 0,3-2 45,4-3 0,5 4 0,4-4 0,3 4 9,1 1 1,2 8-1,5 6 1,-2 10-43,-3 8 0,3 11 0,-3 12 0,2 6 0,-2 6 0,3 3 0,-5 4 0,2 3 0,0 4 0,-6 9 0,0 1 0,-6 0 0,-2 2 0,-2 1 0,1 6 0,-4-3 0,-3-1 0,-2 0 0,0 3 0,0-1 0,0-2 0,-7 0 0,-2 3 0,-4-1 0,-1-2 0,-2 0 0,-3 3 0,-5-2 0,-4-1 0,-5-6 0,-2 1 0,-2-3-572,-3-2 1,-2-1 0,1-3 0,1-5-1233,1-4 1,12-1 0,0 0 0,6-1 1803,9-4 0,23-22 0,13-12 0</inkml:trace>
  <inkml:trace contextRef="#ctx0" brushRef="#br0" timeOffset="32">10401 16374 7888,'-11'-8'139,"-3"3"1,-4-1 0,4 1 0,0 2 456,-1 1 0,-1 4 0,-1 1 215,-3 2 1,-4 11 0,4 0-1,-1 4 1,-2 6 0,1 3 0,-3 4-1,-3 6 1,0 4 549,-1 5 1,5 3 0,0 8 0,-2 3-760,-1 6 0,5 2 1,3 3-1,3 3-209,1 0 0,8-35 0,1 0 0,-3 36 0,4-1-117,3 3 1,9-11 0,2 6 0,6-4-227,4-4 1,-1 1 0,6-14 0,1 1-51,2-1 0,2 0 0,0-9 0,0-2 0,-1 0 0,1-7 0,-2 0 0,-1-2 0,-2 1 0,-7-5 0,4-7 0,-2-1-1202,1-3 1,4-4-1,-5-4 1,0-6-689,2-2 0,-4-4 0,7-4 0,0-8 1890,-1-9 0,-3-30 0,-5-7 0</inkml:trace>
  <inkml:trace contextRef="#ctx0" brushRef="#br0" timeOffset="33">10603 16777 8335,'-14'1'0,"1"4"863,3 5 1,4 4 0,6 5-1,1 5 582,4 3 0,5 4 0,9 2 0,3 4 1549,1 0-2509,4 11 0,-5-10 1,5 10-1,-1-3 0,-2-2 1,0 2-1,-2 1 353,-3 2 1,-3 0 0,-1-5 0,-1 0-637,1 1 1,-1 4 0,-1 0 0,-2-2-759,-1-1 0,-1-4 0,6-1 1,-1-5-1438,0-4 0,-4-1 0,0-11 0,1-3 1993,1-5 0,-23-55 0,-6-20 0</inkml:trace>
  <inkml:trace contextRef="#ctx0" brushRef="#br0" timeOffset="34">11279 16662 7872,'-14'0'169,"-5"1"1,-2 2 0,0 4 2482,0 1-2038,2 1 1,0 11-1,-2 0 1,-1 4 0,-2 7-1,-2 5 1,-1 8 314,-3 4 1,-7 3 0,2 6 0,-2 2-448,-3 4 0,-6 1 0,21-29 0,0 0 1,0-1-1,0 1 92,1-1 0,-1 1 1,-23 30-1,6-11 0,4-2 136,4-3 1,6-7 0,4-10-1079,4-7 1,12-10-1,8-12-796,8-6 0,12-5 0,2-8 1,4-5 1163,2-8 0,-28-38 0,2 25 0,0 1 0</inkml:trace>
  <inkml:trace contextRef="#ctx0" brushRef="#br0" timeOffset="35">11466 17381 7817,'-22'5'1006,"3"0"0,3-1 1,3-2 260,3 3 0,10-5 0,10 1 1,3-5-261,1-4 1,5 3 0,2-3 0,0 0 38,-1 0 0,6 5 1,-2-4-1,2 2-264,-2 1 1,8-3 0,-4 4 0,3-3-533,-1-2 0,-1 3 1,1-3-1,2 0-502,2 0 0,-1 0 0,-4-3 1,-2 3-713,-3 1 0,2-2 1,-7 4-3142,-1 2 1,-9 3 4104,-4 4 0,-48 30 0,-13 12 0</inkml:trace>
  <inkml:trace contextRef="#ctx0" brushRef="#br0" timeOffset="36">11452 17698 7818,'-10'0'1201,"1"0"1,12-2 0,3-1 0,10-4-277,8-1 0,10-1 1,4-4-1,4 2 295,1 1 0,0 2 0,0-3 0,0 3-530,0 2 1,1 1-1,-3 3 1,-3-1-700,-4-2 1,-4 0-1,-1 5 1,-2 0-775,-3 0 1,-3 0-1,-6 0 1,-1 0-1040,0 0 0,5-4 1822,1-1 0,-1-6 0,-5 3 0</inkml:trace>
  <inkml:trace contextRef="#ctx0" brushRef="#br0" timeOffset="37">12905 16921 7794,'0'-15'0,"-2"2"794,-3 4 1,-3 4 594,-6 10 1,4 4 0,1 12 0,-1 8 817,2 8-1830,-5 4 1,5 9 0,-6 3 0,0 4-1,-1 5 1,1 6 0,0 2-184,-1 2 1,1-5-1,1-1 1,2-4-893,1-6 0,7-11 0,-2-13 0,4-7-4409,1-6 5107,6-9 0,2-68 0,6-21 0</inkml:trace>
  <inkml:trace contextRef="#ctx0" brushRef="#br0" timeOffset="38">13279 16978 7794,'-16'2'197,"-3"2"0,-2 3 0,-3 4 0,5-1 1254,3 1 1,-3 2 0,-2 3 0,-2 3-642,-2 5 1,2 3-1,-1 2 1,0 0-291,2-1 0,-3 6 0,5-2 0,3-3 69,1-4 0,6-7 0,2 1 496,2-3 0,1-6-494,5-1 0,2-6 1,2 2-1,6-2-180,3 2 0,3-2 0,3 5 1,3 0-159,1 0 0,-1-3 0,-4 3 1,2 0-254,3 0 0,1-3 0,5 4 0,-2 3 0,-3 0 0,1-2 0,-5 1 0,-3 4 0,-1 2 0,-2 2 0,-1-4 0,-2 1-175,-1 3 1,-7-3-1,2 3 1,-3-3-3527,-2-1 0,0-1-303,0 0 4004,-7-6 0,-39-59 0,15 15 0,0 0 0</inkml:trace>
  <inkml:trace contextRef="#ctx0" brushRef="#br0" timeOffset="39">13523 16273 7731,'-1'-13'2298,"-4"4"0,3 4-1793,-2 10 0,8 4 1,6 12-1,3 6 470,1 5 1,7 8-1,3-1 1,3 2 386,2 2 0,4 4 1,3 4-1,-1 8-840,0 5 0,2 0 0,-7 6 0,-4 4-299,-4-1 0,-4 1 1,-9-2-1,-4 0-51,-3 0 0,-6 1 0,-4 1 0,-8-2-297,-4-7 1,-4-2-1,-7-3 1,-1 4-407,-1 2 1,-7-10 0,1 0 0,-2-4-821,-2 0 1,0-11 0,1-1 0,2-8-2052,2-9 3402,6-12 0,-26-45 0,-9-22 0,20 16 0,0 0 0,0 0 0</inkml:trace>
  <inkml:trace contextRef="#ctx0" brushRef="#br0" timeOffset="40">14343 17266 7812,'-9'-8'438,"-1"3"0,1 2 0,1-2 763,3-5 1,10 2-1,6 0 1,6 1 1445,7-1-2205,4 4 1,0-2 0,3 6 0,1-2 0,1-1 0,-1-2 0,0 2 349,2 2 1,-4 1-1,4 0 1,-4 0-559,-1 0 0,0 0 0,-1 0 0,1 0-232,0 0 1,0 0 0,-2 0 0,-3 0-673,-5 0 1,-3 0 0,-2 0-1005,1 0 0,-7 1 1,-3 4 174,-4 5 1,-1 2 0,0 3-2153,0-1 3651,0 0 0,-31 14 0,-14 4 0,-3 3 0,0 0 0</inkml:trace>
  <inkml:trace contextRef="#ctx0" brushRef="#br0" timeOffset="41">14531 17755 7883,'-15'-2'1283,"1"-2"1,6 0-15,3-5 0,15-1 1,6-3-1,4 2-336,6 2 0,3 1 0,3-3 0,3 3-530,2 1 1,-1-2 0,3 4 0,-4 2-450,0 1 0,-3 0 0,5-1 0,-2-2-1136,-3 2 1,3 2 0,-1 1-1,-2 0 1182,-2 0 0,-27 6 0,-6 2 0</inkml:trace>
  <inkml:trace contextRef="#ctx0" brushRef="#br0" timeOffset="42">16818 16460 7861,'-14'-5'170,"-1"1"0,-4-1 1,0 5-1,1 0 0,2 0 1,2 0 804,0 0 0,-1 5 0,2 1 0,2 2-564,2 3 1,-6 2-1,-4 1 1,1 2 51,2 3 0,-4 4 0,-4 7 0,-3 4 91,-2 4 1,0 5-1,0 4 1,0 2-45,1 2 0,0 7 1,4 4-1,7-1-194,6-2 1,4-1-1,7-1 1,2 1-39,3-1 0,9-5 0,12-4 1,4-5-262,4-5 1,4 2-1,-3-5 1,0 0-185,0 1 1,-3-3 0,-6-4 0,-4 0-340,-1-1 0,-3-4 0,-7-1 0,-1-2-517,1-4 0,-5 4 1,1-3-221,-1-6 0,-3 1 0,7-8 1243,1-2 0,-5-33 0,1-10 0</inkml:trace>
  <inkml:trace contextRef="#ctx0" brushRef="#br0" timeOffset="43">17048 16748 7930,'-9'1'800,"-1"4"0,2 5 1,-2 7-1,6 4 20,2 2 1,-3 1-1,0 6 1,1 2-216,-3 2 0,6 5 0,-4 0 1,3 2 108,2 3 0,-5-3 0,1-1 0,0-3-243,3-2 1,1 3 0,-2-4 0,-1-2-374,-2-2 0,0-1 0,5 2 0,0-1-1015,0-1 0,0 1 0,0-11-1214,0-1 1,2-4-553,3-4 0,1-5 2683,4-10 0,-4-42 0,-6-15 0</inkml:trace>
  <inkml:trace contextRef="#ctx0" brushRef="#br0" timeOffset="44">17350 17251 7883,'-6'-8'3775,"6"-3"-2649,0 6 1,2-1-1,7 3 1,4-2-104,4 2 1,-1 1 0,5 2-1,-2 0-407,1 0 1,4 0 0,-4 0 0,1 0-412,0 0 0,3 2 0,-3 1 0,1 2-307,4-2 0,-1-1 1,1-2-1,-2 0-551,1 0 0,1 0 0,0 0 0,-2-2-564,1-3 1,-4 2-1,0-5 1,-2 0-575,0 0 0,0 5 1791,-4-2 0,-46 67 0,10-22 0,1 0 0</inkml:trace>
  <inkml:trace contextRef="#ctx0" brushRef="#br0" timeOffset="45">18300 17309 7948,'0'14'400,"0"-4"1,0 0 0,0 1 228,0 2 0,0 6 0,-2 2 0,-1 3-151,-2 6 0,0 0 0,5 10 1,0 3-198,0 4 1,0 6-1,0-6 1,0 1-10,0 2 0,0 0 1,0 2-1,-1-4-155,-4-3 0,3-8 1,-4-2-1,1-3-57,0-3 0,1-4-270,4-10 1,0-10-1,0-10-37,0-13 1,1-14 0,2-8-1,2-8 102,-2-9 1,4-2 0,-2-9 0,-2 1 55,-2 2 0,-1-9 0,0 5 0,0 2 305,0 2 0,7-2 0,1 4 0,1 6 339,1 7 1,4 9 0,7 13 0,0 4-115,0 5 0,4 10 1,-2 4-1,1 3-235,0 2 0,-7 7 0,4 4 0,-3 5-90,-4 3 1,2 7 0,-11-2 0,-2 3-13,-1 1 0,-4 1 0,-4 2 1,-7 1-181,-5 1 0,-7 1 0,2-5 1,-1-1-573,0 1 0,2-2 0,-4-3 0,4-6-399,1-7 1,-3-5 0,7-7 1046,4-4 0,-8-54 0,5-19 0</inkml:trace>
  <inkml:trace contextRef="#ctx0" brushRef="#br0" timeOffset="46">18688 16129 7798,'0'15'1396,"7"5"1,4 4-1,6 5 509,7 5 1,0 2-1429,5 8 0,-3 5 1,9 6-1,-3 5 1,-2 7-1,-4 4 1,-4 2-1,-6 2 1,-5 4-1,-6-1 351,-3 0 1,-2-6 0,-3-4-1,-5-1-729,-7-2 0,-4 4 0,1-7 0,-2-3-537,-3-4 0,6-2 1,-4-9-1,3-4-1189,4-3 1,-4-11 0,9-12 1626,-4-8 0,-48-16 0,-20-10 0,23 7 0,0-1 0,0 1 0</inkml:trace>
  <inkml:trace contextRef="#ctx0" brushRef="#br0" timeOffset="47">19177 15841 7813,'-6'-8'662,"-4"4"0,2-3 1,-1 2-1,-1 4 0,2 4 222,4 7 1,2 7-1,2 4 1,0 1-356,0 4 0,5 1 1,0 2-1,-2 1 31,-2 4 1,-1 1-1,-1 5 1,-2-3-168,-2-2 1,-6 5 0,1-2 0,-3 2-348,-1-1 1,-1-3 0,1-4 0,0 0-884,-1-4 0,7-6-378,3-8 0,5-6 1,5-5-1,5-7-4100,3-11 5315,1-5 0,-3-19 0,-1-9 0,1-2 0,0-1 0</inkml:trace>
  <inkml:trace contextRef="#ctx0" brushRef="#br0" timeOffset="48">19595 15841 7813,'-15'0'561,"1"0"0,0 0 1,-1 0-64,1 0 1,-1 2-1,1 3 1,-2 3 478,-3 0 1,3 5 0,-3-4 0,1 4-246,-1 1 1,1 2 0,-6 2 0,0 1-218,2-1 1,-4 2 0,7 1 0,0 0-193,-2 0 0,0 3 0,-3-5 0,5-1 79,3-2 1,7-2-1,1 0-203,1 1 1,3-1 0,5 1 0,4-3-69,5-2 0,2 3 0,4-5 0,3 1 113,5 1 0,-1-2 0,-1 3 0,1-3 5,-1-2 1,-4 1 0,1-4 0,-3 3-86,-2 2 1,0-3-1,1 3 1,-2 0-262,-4 0 1,-1 2 0,-5 4-1201,2 1 0,0-1 1,-5 0-2691,0 1 0,0-6 3987,0 1 0,-6-52 0,-2-7 0</inkml:trace>
  <inkml:trace contextRef="#ctx0" brushRef="#br0" timeOffset="49">19667 16144 7813,'-7'-8'673,"4"1"817,-7 7 1,9-1 0,1-3 0,8 0-108,5 0 1,3 3 0,3-1 0,5-1-572,3-2 0,-3-1 0,0 3 0,1-2-575,3 2 0,-1 1 0,-2 2 1,-2-2-460,-2-2 1,-1 2 0,-2-3-2337,1 4 0,0 1-3160,-4 0 5718,-7 0 0,-2 6 0,-6 2 0</inkml:trace>
  <inkml:trace contextRef="#ctx0" brushRef="#br0" timeOffset="50">20372 15568 7791,'0'-14'0,"0"-1"0,0 1 1518,0 0 0,0 7 0,0 9-254,0 10 0,0 11 1,0 10-1,0 6-484,0 2 0,0 4 0,0 3 0,0 6-204,0 7 0,-2-2 1,-1 5-1,-4 0-73,-1 3 0,4-1 0,-4-1 0,0-2-447,0-7 1,4 0-1,0-10 1,2-3-873,2-3 1,5-14-1,1-2-4525,2-7 5341,2-9 0,4 5 0,1-5 0</inkml:trace>
  <inkml:trace contextRef="#ctx0" brushRef="#br0" timeOffset="51">21364 17036 8739,'-9'0'3230,"-1"0"-2395,-1 0 1,3 6 0,0 4 0,2 4 580,2 5-1155,3 4 0,-4 13 0,0 8 0,2 7 0,0 6 0,0 6 0,-4 4 151,-1 3 1,5 2-1,-3 0 1,1 0-238,0 0 1,-5-7-1,4-2 1,0-6-42,-1-4 1,-2 1 0,2-4-1,1-2-246,-1-3 1,-2-1 0,4-8-1,2-1-746,1 0 1,-3-1-1,1-7 1,0-3-419,3-5 1,2-3 0,4-3 433,5-4 0,3-6 0,-1-12 842,-2-10 0,-10-24 0,-6-18 0,-1-2 0,-1-5 0,0 0 0,0 0 0</inkml:trace>
  <inkml:trace contextRef="#ctx0" brushRef="#br0" timeOffset="52">21307 17093 7846,'-2'-27'149,"-3"3"0,-1-2 0,-5 7 0,3 2 537,1 1 1,3 1 0,4 1 0,1 0 69,4-1 0,3 1 0,6 1 0,1 2-166,-1 1 1,2 1 0,3-4-1,4 3-21,-1 5 1,5-1-1,-3 1 1,3 2-89,2 1 1,0 4 0,0 3-1,-1 4 8,1 4 0,0 6 0,-2 2 0,-3 2-172,-5 2 0,-3-1 0,-3 3 0,-2 5-46,-1 3 0,-7-1 0,0 4 0,-6 1 33,-7-2 1,-2 4 0,-4-4 0,-3 1-104,-5 1 0,-8-7 0,-4 3 0,0-3-379,-4-4 1,-2 1 0,1-13-1,1-5-772,1-3 1,7-4 0,-1-9 0,6-8-2266,7-9 1,8-9 3214,12-12 0,2-7 0,2-7 0,0-5 0,0 1 0</inkml:trace>
  <inkml:trace contextRef="#ctx0" brushRef="#br0" timeOffset="53">23134 17798 7889,'-15'-5'0,"1"1"1063,0 0 0,1 1 0,2 0 0,4 0 151,6 4 1,-2 1 0,9 8 0,-1 1-685,0 2 1,4 6 0,-4 2 0,-2-1 608,-1 1-760,-2 5 0,0 1 0,0 8 0,0 2 0,0 3 0,-2 0 0,-1 0-146,-2-2 1,-6 2-1,3 5 1,-2 0-269,1-4 1,1-7-1,-2-2 1,5-5-1710,4-3 1,1-7 25,0 3 1,1-11 0,4-6 0,3-6-382,0-6 1,3-6 2098,-6-4 0,-6-48 0,-3 25 0,0-1 0</inkml:trace>
  <inkml:trace contextRef="#ctx0" brushRef="#br0" timeOffset="54">23450 17870 7889,'10'0'1812,"0"0"485,-7 0-1536,3 0 0,-7 0 0,-4 0 38,-5 0 1,-3 5 0,-1 1 0,0 1-228,-1-1 0,-4 5 0,-2-1 1,-1 3-282,-4 1 0,-1 2 0,0 2 1,1 2-108,2 3 0,2-4 0,-2 3 0,3-1-35,0-3 1,5 3-1,-1-2 1,6-2 27,6-1 0,3-1 0,2-1 116,0 0 0,2-4 0,3 0 165,4 1 0,4-3 0,1 1-197,1 3 0,-2 0 0,-2 3 0,-3-1-131,-2 1 1,4 1 0,-4 1 0,1 2-261,-1-1 0,-1-2 0,-5 0 0,0 1-353,0 3 1,0-1 0,0-5 0,0 1-776,0-1 1,0 0-1,0 1 1,0-1-1777,0 1 0,0-6 3034,0 1 0,-7-39 0,-1-5 0</inkml:trace>
  <inkml:trace contextRef="#ctx0" brushRef="#br0" timeOffset="55">23853 17928 7871,'-6'-13'203,"-2"2"197,0 1 1,-5 7-1,5-3 1,-2 1 550,1 0 1,-1 0 0,-4 5-290,-1 0 1,1 2-1,-2 3 1,-1 4-118,-3 4 1,0 8-1,0 3 1,-2 3 169,0 2 1,-4-1-1,5 3 1,-1 2-319,-4 6 0,4-2 1,0 1-1,2 2 70,8 1 1,-1-2 0,6-1-1,1 1-291,0-3 0,2-1 1,9-6-1,5 0-198,3 0 0,1-5 0,2-2 0,2-3-291,1-6 1,2 2-1,-4-7 1,2 0-377,-1-4 1,3-2 0,-2-2-1,0 0-547,2 0 0,-5-5 0,3-1 1,-3-2-1407,-2-3 1,-4-4 2641,0-4 0,-7 9 0,3-2 0</inkml:trace>
  <inkml:trace contextRef="#ctx0" brushRef="#br0" timeOffset="56">23479 18287 7847,'-5'-9'573,"1"-1"1,-3 7 0,6-3 752,1-1 1,3 6 0,13-6 0,5 2-359,7 1 1,3-3 0,5 4 0,0-2-110,-4 2 1,0-3-1,0-1 1,-1 1-882,-3 0 0,-1 1 0,-8 5 0,0 0-1551,2 0 0,-5 1 0,3 4 1573,-3 5 0,-27 22 0,-7 6 0</inkml:trace>
  <inkml:trace contextRef="#ctx0" brushRef="#br0" timeOffset="57">24601 18014 7836,'-14'-22'23,"0"2"0,-1 9 1,1 3-1,-1 0 0,1 2 1,0-2-1,-1 2 1996,1-1 0,4 2 0,1 5-240,-3 0-1507,6 0 1,-2 0-1,3 0 1,-4 0-1,-4 2 1,-1 1-1,-1 4 468,1 1 0,-5 0 0,-2 3 1,-2-2-384,-2 2 0,2 2 0,1 2 0,1-1-203,4 0 0,1 1 1,1-1-1,1-1-86,0-3 1,6 2-1,3-2-148,3 3 0,2 1 0,0 1 0,2-1-32,3 0 1,-2 1 0,5 1 0,-2 3 134,-3 5 1,-1 3 0,-2 3-1,0 4-33,0 4 1,0 2-1,-2 0 1,-2-1 5,-6 1 1,-3 0 0,-1 0-1,-1-5 93,1-5 1,1 0 0,4-10 0,2-3 245,1-1 0,6-3 0,0-3-70,8-6 1,5-2-1,3-2 1,3 0-29,5 0 1,-2-2 0,2-1 0,0-2-202,-2 2 1,4-3 0,-7 1-1,-1 2-251,-2 1 0,-2 2 1,1 0-1,-1 0-537,0 0 1,-4 0-1,0 2-966,1 3 0,-3 3 0,1 6-3323,2 0 5041,-4-6 0,-7 5 0,-8-5 0</inkml:trace>
  <inkml:trace contextRef="#ctx0" brushRef="#br0" timeOffset="58">24788 18072 7836,'0'-23'1171,"0"4"0,2 3 759,3 2 0,-4 7 0,4 7-1054,-3 8 0,-2 11 0,0 7 1,-2 4-324,-3 4 1,2 1 0,-6-3 0,-3 2-196,0-2 0,-3-2 1,1-1-1,1 0-347,3-1 0,-6 4 0,5-1 0,0-6-660,-2-2 1,2 1 0,0-4-1,3 1-1445,1 0 0,3-2 0,4-4 0,0-1 2094,0 0 0,0 7 0,0 2 0</inkml:trace>
  <inkml:trace contextRef="#ctx0" brushRef="#br0" timeOffset="59">24990 18676 7836,'-7'-8'1172,"-2"3"1,1 4 0,-2 1 51,-1 0 0,-2 8 1,-1 4-1,-1 7-641,1 4 1,-5 1 0,-2 6 0,0 2-705,1 2 1,-1-1-1,3-4 1,1-2-1113,4-3 0,0-3 0,8-7-3020,2 1 4253,1-7 0,41-59 0,-15 15 0,0 0 0</inkml:trace>
  <inkml:trace contextRef="#ctx0" brushRef="#br0" timeOffset="60">25407 18805 7836,'-22'0'463,"-4"0"1,7 0 0,1 0 0,4-1 697,4-4 0,10 3 1,10-4-1,3 1-1105,1 0 0,5-1 1,2 3-1,1-4-56,4-1 0,33-8 0,10-6 0</inkml:trace>
  <inkml:trace contextRef="#ctx0" brushRef="#br0" timeOffset="61">25752 18733 7836,'-14'7'212,"1"-4"0,2 5 0,3 0 452,2 0 1,1-3 0,5 4-120,0 3 1,1-4 0,4 0 0,6-2-1440,7-3 0,-2-1 894,3-2 0,29-13 0,6-3 0</inkml:trace>
  <inkml:trace contextRef="#ctx0" brushRef="#br0" timeOffset="62">26040 18762 8468,'0'-9'415,"0"-1"0,6 7 1,4-4-1,3 3-980,1-1 0,1-5 565,-1 5 0,39-19 0,9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0.217"/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57D200"/>
    </inkml:brush>
  </inkml:definitions>
  <inkml:trace contextRef="#ctx0" brushRef="#br0">25781 4316 8325,'-14'-8'-41,"1"2"1,2 1 0,1 0 0,0 1 0,2-3 856,4-2 1,-3-4 0,3-1 0,0-1-58,3 1 1,1 4-84,0 1 0,0 4 1,0-2-146,0 6 0,0 10 0,0 14 0,0 1-279,0 0 0,0 4 0,-2 6 0,-1-2-17,-2-2 0,0-1 1,5 0-1,0-2 4,0-3 1,0 2 0,0-7 0,2-2 21,3-1 1,3-1 0,6-1-83,0 1 0,1-7 0,-1-4 0,1-2 35,-1-2 1,0 2 0,1 1 0,-1 2 71,1-2 1,4-2 0,2-1 0,1 0 26,3 0 0,4 0 1,5 0-1,4 0 42,4 0 0,1-1 0,2-2 0,1-2 41,2 2 1,5 1-1,-4 2 1,2 0-164,4 0 1,1 0-1,0 0 1,-2 0-234,-1 0 0,-5 0 0,5 0 0,-1 0 0,-1 0 0,-1 0 0,-5 0 0,3 0 0,4 0 0,0 5 0,0 0 0,3-2 0,1-2 0,3-1 0,2 0 0,1 0 0,-1 0 0,-7 2 0,-3 1 0,0 2 0,0-2 0,-4-1 0,1-2 0,-3 1 0,-2 4 0,0-3 0,2 3 0,-1-4 0,0-1 0,2-5 0,-8-1 0,4-2 0,1-3 0,5 3 0,-2 0 0,-3 0 0,-3 0 0,-3 5 0,3-4 0,-3 2 0,-2 1 0,-6-1 0,-5 5 0,0 0-214,-2 0 0,4 0 0,-7 0 0,-1 0 34,-3 0 0,1 0 1,4 0-1,4 0 33,3 0 1,2 0-1,-2 0 1,-2 0 84,-1 0 1,-1 0 0,2 0 0,-2 0 0,-3 0 0,0 0 0,-6 0-531,0 0 382,-6 0 141,-1 0 103,-7 0 1,0-2 0,-2-3 25,-3-4 1,4 1 0,-4-2-32,3-1 1,2-7 0,0-1-1,0 2-22,0 1 0,0-3 0,0-2 0,0-2-9,0-2 1,5 2 0,0-1 0,-2 0 49,-1 2 1,-2 0 0,0 4 0,1-1-132,4 1 0,-3 1 1,3-1-1309,-4-1 0,-1 0 1391,0 4 0,-13 7 0,-3 2 0</inkml:trace>
  <inkml:trace contextRef="#ctx0" brushRef="#br0" timeOffset="1">30255 4331 8519,'-14'-5'56,"0"0"1,-1 2-1,1 1 1,-1 2 0,1 2 832,0 3 1,-1 4 0,2 9 0,4 1-708,4-1 0,-1 3 0,1-1 1,2 1-75,1 0 1,2-2 0,0-4-1,0-1 205,0 0 0,2 1 1,2-1-88,6 0 0,-2-1 0,0-2 1,0-3 70,0-1 0,2 4 0,4-3 0,2 2 20,3-1 1,-3 1 0,5 3-1,-2-2-52,0-2 0,2-1 0,-3 4 1,1-4-316,-2-2 0,4 4 0,-2-6 0,-1 0 122,-2-3 1,-2-1-30,1 0 0,-2-6 1,-4-4-24,-4-3 1,-2 4 0,0-1 0,2-1 6,-2-2 1,-1-1 0,-2-1-262,0 1 0,5 0 1,0-2-1,-1 0-117,3 1 1,-4-2 0,5 7 0,0-3-934,0-1 1,-5 0-2527,2-1 3810,-4 1 0,-45 25 0,-12 7 0</inkml:trace>
  <inkml:trace contextRef="#ctx0" brushRef="#br1" timeOffset="2">3999 16172 7985,'-28'-9'1247,"-1"-1"0,6 7-876,4-2 181,10 4 0,9 5 0,9 1 1,6-2-1,4-1 0,5-2 1,3 0-1,2 0 413,-1 0 1,6-2-1,1-1 1,2-3-507,3-2 0,-3 0 0,3-3 0,1 3-147,1 1 1,9-2-1,-8 2 1,2 1-183,0-1 1,4 1 0,2 3 0,2-2-17,0 2 0,0 0 1,6-2-1,1-3-22,3 0 1,-1-5 0,-3 3 0,2-2 109,1-3 0,7-4 0,-3 0 0,1 0-3,0-2 1,0 3 0,7-4 0,1 1-91,1 4 0,-34 8 1,0 2-1,38-8 0,-40 8 1,1 0-167,0 0 0,0-1 1,1 1-1,0 0 0,2 0 1,0 0-1,-1 0 0,-1 1 12,0 1 0,1 0 1,-1-1-1,0 0 0,2 1 1,-1 2-1,0-2 0,0 0 18,0 0 1,0 0-1,-2 4 1,0-1 0,0-1-1,-1 0 1,2 0 0,0 1 9,0 0 0,0-1 0,4-2 0,-1 1 1,1 0-1,0 1 0,-2 0 0,1 0 60,-1 0 1,0-1-1,-1-1 1,0-1 0,1 1-1,0 1 1,1-2-1,0 0 62,0 2 1,1-1-1,2-2 1,0 1 0,-2 1-1,0 0 1,1-1 0,1 0-54,0-2 0,1 1 0,1 2 1,-1 1-1,1 0 0,-1 0 0,0 0 1,0 0-16,-1-1 0,0 2 0,-1 1 0,0 1 0,3-2 1,-1 1-1,0 1 0,0 0-53,-1 1 1,1 0 0,3-2 0,-1-1 0,-3 1 0,0 0 0,1-1 0,1 1-9,0-2 0,0 1 0,2 2 0,0-1 0,0-2 0,-1-1 0,-2 0 0,1 0 25,-1 1 0,1 0 0,0-2 0,1-1 0,1 3 0,1 0 0,1-1 0,1 1 9,-1-2 1,0 2 0,0 2 0,0 1 0,-4-2 0,0 1 0,1 0 0,1 1 3,0-2 1,1 1-1,0 1 1,1 0-1,1-1 1,0 0-1,-1 1 1,0 0-17,-1 1 0,1 0 1,-2 0-1,0 0 1,2-1-1,2 0 1,0 0-1,0-1 3,0 0 1,1-1-1,0 0 1,0 0 0,0 1-1,-1-1 1,1-1 0,0 0 12,1 0 0,0 0 0,4-1 1,0-1-1,-2 3 0,-1 0 1,1-1-1,0 1 61,1 0 0,0 0 1,-2-3-1,0 1 1,4 1-1,0 0 1,1-1-1,0 0-42,0 0 0,0 0 1,3 1-1,-1-1 0,-4-2 1,1 0-1,0-1 1,1 1-38,1 0 1,0 0 0,3-1 0,1 1 0,-1 1-1,0 0 1,-1 0 0,-1 0-1,1 1 1,0 1 0,-1-1 0,-1 0 0,5-2 0,1 0-1,0 0 1,0 1-88,0 1 1,0 0 0,1-1 0,-1 0 0,-5 1 0,0 2 0,2-2 0,0 0 95,1 0 0,0 0 1,2 2-1,0-2 1,1 0-1,0-1 1,-2 2-1,-1 0 1,0 1 1,-1 0 0,-1-1 0,-1 1-1,4 2 1,1-1 0,0 0 0,0-1 1,0 2 1,0-1 0,1 1-1,-1 1 1,-4-1 0,0 0-1,2 0 1,1-1-1,1 0 0,0-1 0,3 0 0,1 0 0,-1 1 0,1 1 0,-2-2 0,1-1-8,-2 0 0,1 0 0,2 0 0,0-1 0,2-2 0,0-1 0,1 1 0,0 0 0,2 0 0,-1-1 0,-2 1 0,-1 0 0,1 0 0,0 1 0,0 0 0,1 1 0,0 0 0,0 0 0,3 1 0,0 0 0,-1-1 0,0-1 0,-2 2 0,0 0 0,1 1 0,-1 0 0,0 0 0,1 1 0,0 2 0,0 0 0,-1 0 0,1 0 0,-3 0 0,1 0 0,-2 0 0,0 0 0,-2 0 0,0 0 0,0 0 0,1 0 0,0 0 0,0 0 0,5 2 0,-1 1 0,-2 0 0,-2 0 0,0 0 0,-1 1 0,2-1 0,-1 0 0,1 0 0,0 0 0,5-1 0,0 0 0,0 0 0,0 2 0,-1 0 0,0 0 0,0-2 0,-1-1 0,-4 2 0,1 1 0,2-2 0,1 0 0,2 1 0,1-1 0,0 1 0,0 1 0,-26-3 0,0 0 0,1 0 0,-1 0 0,0 1 0,0 0 0,25-1 0,1 1 0,0-1 0,-1-1 0,2 0 0,-1 0 0,-24 0 0,-1 0 0,1 0-93,1 0 0,1 0 0,0 0 0,-1 0 1,0 0-1,0 0 0,1 0 0,0 0 0,0 0 1,0 0-1,-1 0 0,0-1 93,-1-1 0,1 1 0,-1-1 0,3 1 0,0 0 0,-1 0 0,2-2 0,-1 0 0,0-1 0,0 1 0,1-1 0,-1 0 0,-1 0 0,0 0 0,0-1 0,-1 1 0,0-1 0,0 0 0,0 0 0,0 0 0,1 0 0,0 1 0,0-1 0,0 0 0,2 0 0,0 0 0,-1 1 0,-1 0 0,-1 1 0,-1 0 0,1 0 0,-1 0 0,0-1 0,-1 1 0,0 0 0,-1 0 0,1 0 0,-1 1 0,1-1 0,25-3 0,-1 1 0,0 2 0,0 1 0,-4 0 0,-2 1-788,-4 0 1,-1 0 0,-3 1-1,-1 0 1,-2 1 0,-1 0 0,-2 0-1,0 1 788,-1 0 0,-1 1 0,-3 1 0,0 1 0,0-2 0,0-1 0,1 0 0,0-1 0,1 0 0</inkml:trace>
  <inkml:trace contextRef="#ctx0" brushRef="#br1" timeOffset="3">6647 15122 7988,'-15'0'230,"1"0"0,-1 0 1,3 2 817,2 2 1,-1 6-601,6 9 0,0 4 1,5 7-1,0 4 1,0 4-1,2 3 566,3 3 1,-2-1-733,6 0 0,-1 5 0,4 1 0,-4 1 0,0 0 0,-2-4 134,0-1 1,1-2 0,-4-2-1,2-1-87,-2-1 0,-1-7 0,-2 1 0,0-1-97,0 2 1,-2-4 0,-1 2-1,-2-5-125,2-3 0,1-4 1,2 2-1,0-1-881,0-4 0,-5-5-1523,1-3 0,0-7 2297,9-2 0,10-26 0,7-12 0</inkml:trace>
  <inkml:trace contextRef="#ctx0" brushRef="#br1" timeOffset="4">6632 16849 7989,'-14'-8'109,"-1"1"0,1 2 0,1-1 0,2 0 0,1-1 745,-1 4 1,-2 1-292,-1 2 1,0 0 0,-1 0 169,1 0 0,4 0 0,1 0-202,-3 0 1,1 7-1,0 2 1,2 4-27,-3 2 0,4 5 1,-1 4-1,-2 4-189,-2 0 1,0 3 0,2 1 0,3 3-52,1 2 0,-2 1 0,4 7 0,2 1-24,1 2 1,4 2 0,3-4 0,6 2-43,6-2 1,-1-7 0,5-6 0,0-2-144,3-3 0,3-5 1,2-6-1,1-5-112,4-8 0,-2-2 0,5-4 0,-1-4 1,1-8 1,-3-9 0,2-10-1,1-6 44,0-2 1,-10-7 0,2-2 0,-4-1-6,-2-3 0,-2 1 0,-9-1 0,-2-2-1,-5 1 0,-4 6 0,-2-2 0,-6 1-25,-7 4 1,-8 7 0,-12 7-1,-4 7-30,-4 5 1,-3 6 0,-1 5-1,-2 5-158,2 8 0,1 5 1,3 9-1,2 2-786,2 3 1,8-6 0,3 3-1,11-4-1317,9-2 2333,6-6 0,52-53 0,-19 13 0,0 0 0</inkml:trace>
  <inkml:trace contextRef="#ctx0" brushRef="#br1" timeOffset="5">23148 14029 7988,'0'-20'593,"-1"1"0,-3 2 0,0 1 1614,0 1 0,-2 9-1881,1 6 1,-4 8 0,4 11 0,0 7 371,-1 6 1,4 6 0,-4 10 0,1 5 322,0 3 1,0 8-1,5 4 1,-1 7-765,-2-34 1,1 0 0,1 3-1,0 1 1,-1 2 0,0-1 0,0 1-1,0-1-92,0 0 0,0 1 1,1-2-1,0-1 1,-2-2-1,0-1 0,-2 39-21,0-1 0,0-9 0,5-8 0,0-4-475,0-5 0,0 1 0,0-8 0,0-4-570,0-7 0,0-5 0,0-1 1,0 0-742,0 0 1,0-7 0,0-1 0,0-2 1641,0 0 0,-70 20 0,26-20 0,0 0 0</inkml:trace>
  <inkml:trace contextRef="#ctx0" brushRef="#br1" timeOffset="6">22472 16388 7988,'-29'-14'415,"1"-1"1,7 6 0,5-1-1,6-1 1,4-2 0,4-1 1023,5-1 1,5 1 0,8 1 0,4 2-669,3 2 1,5 4-1,2-3 1,2 1-114,2 4 1,6 2 0,0 2 0,4 4-271,4 5 1,7 4 0,-3 5-1,4 5-203,2 3 0,-5 2 0,-1 1 0,-1 4-150,-4 4 1,-6 4 0,-13 1 0,-4 2-80,-5 3 1,-10 3 0,-5 6 0,-8 1-388,-5 0 0,-12-1 0,-8 2 0,-6 2-19,-2 1 1,-9-1 0,1-6 0,-4-4-84,-6-2 0,-1 2 0,-1-7 0,-1-9 185,1-8 1,4-13-1,0-11 1,2-7 283,5-11 1,6-5 0,16-11-1,6 1 408,7 1 1,6-6-1,11 9 1,9 2 26,7 2-1,13 4 1,9 7 0,5 3-46,2 2 0,5 1 1,-3 5-1,3 2 7,1 2 0,6 9 0,-1 8 0,-3 1-711,-4 4 1,-6 1 0,-6 2-1,-3-2-1619,-6-3 1,-7 2 0,-13-7 1997,1-2 0,-26-1 0,-7-1 0</inkml:trace>
  <inkml:trace contextRef="#ctx0" brushRef="#br1" timeOffset="7">892 16417 7961,'-24'14'-36,"0"1"1,0-1-36,1 1 0,4-6 1,8-1 1690,1-2 1,2 2-859,-1-8 1,4-1 0,10-10 0,4 1-55,4-1 1,2 0 0,-1 0 0,0 1-80,1-1 1,-1-2-1,2 0 1,2 2-57,1 1 1,0 6-1,-4-4-188,-1 1 1,7-2 0,-1 2-76,-2-1 1,6 5 0,-10-2 0,2 4-118,0 1 1,4 0 0,0 0-1,1 0-123,0 0 1,5 0 0,-3 0 0,3 0-7,-2 0 1,3 0 0,-3 0 0,2 0-89,-2 0 1,1 0 0,-4 0 0,0-2 56,0-3 1,3 4 0,-5-6 0,-2 2 10,-1 1 1,-1-1 0,-1 5 0,1 0 6,-1 0 0,0-5 1,1 0-11,-1 2 0,0 1-16,1 2 81,-1 0-30,-6 0 0,-8 0 1,-9 0-1,-6 0-336,-4 0 0,-3 0 0,-7 0 0,-1 0-50,-4 0 0,-3 0 0,-6-1 0,0-2-144,0-2 1,-5-5 0,-2 4 0,1-1 283,-1 1 0,2 0 0,5 3 0,1-2 412,4 2 1,3 3-1,8 3 1,4 3 122,9 2 0,1 2 1,8 4-160,2 0 1,3 1 0,5-2 0,5-2-43,2-2 1,4 1 0,2 3 0,3-2 29,1-1 0,7-6 0,6 4 0,2-1-47,3-4 0,1-1 0,2-4 1,2-1-3,3-2 0,-3-6 0,3 1 1,-2-3-61,2-1 1,-6 0-1,3-1 1,-2 1-38,-3-1 0,-8 3 1,-2 0-1,-6 4-87,-3 2 0,-4 0 63,-7 1 1,-5 3 0,-10-4 84,-5 0 0,-7 4 1,-6-4-1,-2-1-241,-6-2 0,-7 1 0,0 0 1,-4 0-216,-1 0 0,0 0 0,0-4 0,0 4 134,-1 2 0,6-4 0,1 6 0,2 0 161,3 3 1,8 1-1,5 0 85,3 0 1,8 1-170,3 4 1,10-3 0,5 3-1,2-4 47,3-1 0,6 5 0,2 0 0,5 0 163,0 1 1,3-4-1,2 4 1,4-1 101,0 0 0,4 1 0,-2-3 0,4 2 54,5-2 0,-2 4 1,5-3-1,1 0-2,-1-3 1,-3-1 0,4 0 0,1 0 28,-2 0 1,1 0 0,-6 0 0,2-1-366,-2-4 0,-1-2 0,-3-4 0,-4 3-226,-5 2 0,-7-4 0,-5 4-637,-5-2 1101,-5 5 1,-17-4-1,-4 7 1,-3 0 148,-1 0 1,-7 5 0,-3 1 0,-3 2-182,-2 4 0,-4-6 0,-1 0 0,0-1-276,-1 0 0,0 1 1,-3-2-1,4 0 6,4 0 1,-4-3 0,1-1-1,1 0 64,1 0 1,9-1 0,3-3 0,3 0 65,1 0 1,9-4 92,6-1 0,8 2 1,11 3-1,7 2 0,6 2 1,0-2-1,8-1 1,4-2 41,8 2 1,-1 2 0,3 1-1,4 0-6,2 0 1,15 0-1,1 0 1,4-2-62,-40 0 1,1-1 0,36 0 0,-37-1 0,1-2 0,1 1 0,-1 1-124,2 0 1,-1 0-1,33-9 1,-6 5 0,-7-2-50,-6 1 0,-8 4 0,-1-3 1,-7 2-16,-7 2 1,-9 3-1,-5 1-159,-3 0 413,-8 0 1,-3 0-1,-10 0 284,-4 0 0,-4 0 0,-3 0 0,-2 0-211,-1 0 1,-5 0-1,3 0 1,-1-2-203,-4-3 0,-1 2 0,-2-5 0,-1 0-52,-3 0 1,2 5 0,-4-3-1,0 1 44,-4 0 0,4 0 0,2 5 0,1 0 52,-2 0 0,4 0 1,-4 0-1,5 2-9,6 3 1,2-4 0,6 6 0,3-1-192,2 4 0,4-2 0,7 0-72,4-2 1,5 0 0,9-2-1,5 0 188,3 0 0,3 2 0,2 0 1,5 1 223,5-1 1,-2 4-1,7-4 1,0 2 29,1 3 0,0-3 0,8 2 0,3 0-107,0-2 1,7 4-1,1-4 1,3 2-173,2 0 1,-2-6-1,-1 4 1,-3-1-53,-3-4 0,1-1 0,-3-2 0,0 0 74,-5 0 0,-5-2 1,-9-1-1,-2-4 76,-2-1 1,-8 4 0,-1-4 0,-8 1 49,-5 4 1,-7 1 125,1 2 0,-8 0 0,-2 0 13,-8 0 1,-5 0-1,-2 0 1,-1 0-181,-3 0 1,2 0-1,-7-1 1,-2-2-149,-1-2 0,-7-5 0,-1 5 0,-2 1 39,-3-3 0,4 4 1,-3-5-1,1 0 105,1 0 0,-4 3 0,2-3 0,-2 0 93,-2 0 1,6 3 0,3-3-1,4 0 179,1 0 0,2 0 0,5-3-383,7 2 1,7-1 0,10-3-162,3 4 0,4 1 0,10 5 0,5-2 47,3 2 1,7 1 0,1 2 0,2 0 133,3 0 0,3-5 1,3 0-1,4 2 127,1 2 0,2 1 0,6 0 1,3-2 143,6-3 0,2 4 1,2-6-1,-2 2-55,-3 1 0,5-3 0,-3 4 1,1-2-101,-4 2 0,-5-3 0,-4-1 1,1 1-17,-1-1 0,-6-2 0,-3 4 0,-3 0-46,-2-1 0,-4-1 0,-3-4 0,0 2 10,-4-3 0,-2 4 0,-1-1 0,-1-2 117,1-2 0,-5 3 0,-1 1 0,-1-2 86,0-2 1,2 3-1,4 1 1,-5-3-139,-3 0 0,0 2 0,0 2 0,-1 0-87,2 0 0,-10 5 1,3-2-1,-1 3-68,0 2 1,-4 0 0,1 0 0,1 0 94,2 0 0,-4 0 0,1 0 1,1 0 82,2 0 1,3 2 0,2 1-1,1 2 100,-2-2 0,4-1 0,0-2 1,0 0-57,0 0 0,4 0 1,-3 0-1,2 0-96,0 0 1,-4-2 0,2-1 0,-1-2-40,-4 2 1,-1 1 0,-1 2 0,-1 0-54,1 0 0,-6 0 1,1 0 27,1 0 1,-3 0 0,0 2-12,-2 3 1,1-4-1,-4 6-230,2-1-84,-1-4 198,-4 4 1,2-6-72,3 0 0,-2 5 1,7 0-478,1-2 470,2 5 0,1-5 0,2 5 0,2 0-177,1 0 1,5 0-1,-3 2 1,1-4 46,3 0 0,3-4 0,0 3 0,0-4 37,-4-1 0,1 0 0,-6-1-298,-1-4 0,-4-3 1,-4-6-590,-5-1 1,-10 6 0,-5-1 0,-2 1 356,-3 1 0,1-4 1,-1 6 880,1-2 0,-7 5 0,-1-4 0</inkml:trace>
  <inkml:trace contextRef="#ctx0" brushRef="#br1" timeOffset="8">6690 15626 7981,'-13'1'172,"3"4"1,-1-2 1253,6 7-700,-6-1 1,10 1 152,-4 0 1,5-7 193,5 2 1,-2-4-418,6-1 1,-6-1-175,2-4 0,-2 2 1,1-7 179,0-1 0,1-2 0,-5-3-242,0-3 1,0 3 0,0-5 0,0 2-61,0 0 0,0-7 0,0 2 0,0-3-84,0-2 1,0-6-1,0-3 1,0-4 81,0-1 1,0 0 0,0 0 0,0-2 79,0-3 1,0 8-1,0-3 1,0 1-113,0 1 0,0 2 1,0 1-1,0-1-304,0 3 1,-5-4 0,-1 5 0,0-2-23,-1-3 0,-4 3 0,3 0 0,-1 1 0,-1-1 0,5 2 0,-4-5 0,-1-2 0,2 2 0,-3 7 0,4-3 0,1 1 0,0-3 0,-1 3 0,4 1 0,-2 4 0,2 1 0,0-5 0,0 1 0,-2 1 0,2 1 0,-1-2 0,1-1 0,-3 1 0,-2-2 0,3 4 0,-3-2 0,2 2 0,2 2 0,-2-6 0,1-2 0,2 1 0,1 2 0,-2-3 0,-1-1 0,2-4 0,1-1 0,2 5 0,-2 0 0,-1-1 0,-2 2 0,1 1 0,4 4 0,-2-2 0,-3 2 0,4 7 0,-6 4 0,3 3 0,-1 5 0,0 9 0,5 0-199,0 14 1,0 1-1,0 15 1,0 4-185,0 7 1,0 11 0,0 6 0,0 7 133,0 6 0,0 7 1,0 6-1,0-36 1,0 1 86,0 3 0,0 2 0,0 2 1,0 1-1,0 7 0,0 2 1,0 3-1,0 1-29,0 5 1,0 0 0,0-4 0,0-1 0,0 0 0,0-1 0,0-5-1,2 0 225,0-5 1,0-2 0,0-6-1,0-2 1,7 33 0,2-13 36,2-12 1,6-13-1,0-6 1,-1-6-70,-2-4 1,-2-4-92,1-11 0,-6-2 0,-1-9 0,-1-4-37,-4-9 1,-1-7 0,-4-13 0,-3-10 106,-4-11 1,-4-14 0,5 28 0,0-1 0,-1-4 0,0 0-62,0-6 1,-1 0-1,-2-3 1,0-1-1,1-4 1,1 0 0,0-3-1,0-1-86,-1-3 1,1-2 0,-2-6-1,0-1 1,2-2 0,1-1-1,0 0 1,2 0 133,1 0 0,0 1 1,0 9-1,1 4 1,2 5-1,1 3 1,1 10-1,-1 2 95,1-29 1,1 9 0,0 10 0,0 4 119,0 4 1,0 9 0,0 7-1,0 7-324,0 6 62,0 9 1,1 12 0,2 14 0,5 14-52,5 16 0,-2 14 1,9 18-1,-12-35 1,1 2-61,1 4 0,-1 1 1,-1 4-1,0 1 1,2 4-1,-1 1 1,0 3-1,-2 1-210,1 2 0,-1 0 0,0 7 0,0 0 1,0 4-1,1 1 0,-1 0 0,0 1 254,1-3 1,-2 0-1,-1-6 1,-2-1-1,0-4 1,-1-1 0,-1-3-1,0 0 131,-1-2 1,0-2 0,0-5-1,0-3 1,0-3 0,1-1-1,1-4 1,0 0 443,2 37 1,3-6 0,-4 2 0,2-7-132,-2-3 1,3-10 0,-1-11 0,-2-9 71,-1-9 0,0-7 1,1-13-367,2-10 0,-1-16 0,-4-14 0,0-18-3,0-16 1,0 27 0,0-2-1,0-6 1,0-2 0,0-4-1,-1-2 103,-2-3 0,1-1 0,1-4 0,-1 0 0,-2-2 1,0 1-1,0 0 0,0 0-88,0-1 0,0 0 0,0-1 1,0-1-1,-1-5 0,0 0 0,2-3 1,1 1 178,1-2 0,1 1 1,0 6-1,0 2 1,0 7-1,0 3 1,0 2-1,0 2 2,0 3 0,0 1 0,0 2 0,0 0 1,0 4-1,0 0 0,0 3 0,0 1 137,0-38 1,-2 3 0,-3 4 0,-4-1-388,-4 2 1,-1 5 0,-1 14 0,1 7-152,-1 6 276,1 11 0,6 21 0,3 15 0,4 10-251,1 12 0,0 14 0,0 15 1,0 10-5,0 12 0,2-37 0,0 1 0,2 4 0,-1 1 0,0-1 0,0 0 2,0 1 1,1 0 0,1-2 0,-1 0 0,-1 2 0,-1 0 0,0 0 0,1 1 114,0-1 0,0 1 1,-1-1-1,-1-1 1,3-5-1,0-1 0,0-1 1,-1 0 50,0 35 0,3-7 1,-1-13-1,-2-18 162,-1-14 0,0-16 0,1-9 0,2-14-31,-2-12 1,-2-16 0,-1-18 0,0-14-21,0 31 1,0-1 0,0-10 0,-1-1 0,-1-3-1,-1-2 1,-1-2 0,-2-1-8,0-3 0,0-1 0,-2-6 0,0-2 0,2 21 0,-1-1 0,0-1 0,0-2 0,0-2 0,-1 0-190,1-2 1,-1-1-1,1 0 1,-1-1-1,1 0 1,1 1-1,1 3 1,0 0-1,1 1 1,-1 1-1,0 0 1,0 1 72,0 1 0,0 0 1,1 2-1,-3-23 1,1 2-1,0 8 1,1 3-1,1 9 1,0 2-5,0 7 1,1 3 0,0-30 0,6 14 0,4 9 60,1 12 0,0 10 0,3 15-982,-1 0 712,-7 6 0,5 4 0,-3 16 0,3 13 200,0 15 0,4 18 1,-2 14-1,-4-31 1,1 1-70,0 4 0,0 2 0,0 5 0,0 1 0,1 6 0,-1 2 0,0-1 0,0 1-234,1 1 1,-1 0 0,-3 2 0,0 0 0,-2 2 0,0 0-1,0 1 1,-2 0 171,0-1 1,0-2 0,0-3-1,0-2 1,0-7 0,0-2 0,0-3-1,0 0 216,0-4 0,0-2 0,-5 28 0,0-18 624,2-17 1,2-19 0,1-16-438,0-8 1,0-19-1,-2-13 1,-1-15-73,-2-10 1,0 22 0,-1-2 0,2-4-1,0-1 1,-1-5 0,0-1-7,0-4 0,1-1 1,0-2-1,0 0 1,-2-3-1,0-1 1,2-1-1,1 0-154,-1-1 0,1-1 0,1 0 1,1 1-1,2 4 0,1 0 1,1 2-1,1 0 96,-1 3 1,1 0 0,1 2 0,0 1 0,1 8 0,1 2 0,-1 5 0,-1 1-23,5-31 1,-7 14 0,3 12 0,-1 8-155,0 9 19,0 13 0,-5 16 1,-2 11-1,-1 8-149,-2 10 1,-5 10 0,4 13 0,0 9-183,-1 3 0,-2 2 0,2-7 0,1 0 274,-1-3 1,3-3 0,4-2 0,0-8-100,0-8 0,0-6 1,0-5 283,0-5 0,0-11 0,0-10 1,1-9-26,4-6 0,-3-11 1,2 0-1,-2-9 106,-2-5 1,0-7-1,0-6 1,0-4 32,0-3 0,0-7 0,0 4 1,2-3-60,2 1 1,3 3 0,2 2 0,-2 11-29,-1 9 1,-4 7-1,3 8-87,-4 3 228,-1 10 1,-1 12 0,-3 8 41,0 2 0,-6-3-87,5 5 0,-1-7 0,3 3 907,-2 1-504,0-6 1,5 7 236,0-3-677,-6-3 0,4 6 0,-4-5 118,-1 2 1,4 0-128,-6-5 1,5 1 0,-2 2 227,0 2-533,4 0 1,-4-4-168,6 4 0,1-2 252,4 7 0,3-7 0,6 2 0,2-2 156,3 2 1,-1-2 0,6 5 0,2-1 88,1-4 0,3 3 0,2-1 0,2-2 7,-2-1 0,4-2 1,3 0-1,2 0-25,3 0 0,-1 0 0,0-2 1,0-1-122,0-2 0,0-4 0,-1 2 0,-2 1-63,-2-1 1,1-2 0,2 4 0,-2 2-58,-6 1 0,-1 2 1,0 0-1,2 0 69,-2 0 1,-2 0 0,-1 0 0,-1 0 86,1 0 0,0 0 1,0 0-1,1 0 155,4 0 1,-4 0 0,5 0-1,-1-1-76,-1-4 0,6 3 1,-4-3-1,2 2-42,3-2 0,0 4 1,0-4-1,-2 4-32,2 1 0,-3 0 0,1 0 0,0 0-35,-1 0 0,3 0 0,-5 0 0,1 0-12,-1 0 0,8 0 1,-5 0-1,-1 0-25,0 0 1,-5 0 0,6 0-1,0 0-10,-1 0 0,0 0 1,-5 0-1,3 0 18,2 0 1,-4 4 0,4 1 0,0-2 36,0-1 1,-4-2 0,6 0 0,1 0 8,1 0 0,-2 0 0,-1 0 0,2 0 16,1 0 1,3-5 0,-1 0 0,-2 1-59,-2-3 0,2 6 0,-1-4 1,5 2-11,3-2 0,0 3 0,-5-3 0,0 4 0,0 1 0,1-5 0,-1 0 0,0 2 0,0 1 0,0 2 0,2-1 0,1-2 0,2-2 0,0 0 0,-5 3 0,2-1 0,3-2 0,2-4 0,2 2 0,-4 1 0,-3 0 0,0-1 0,3 4 0,3-3 0,0-2 0,-1 4 0,-7 0 0,2 2 0,3 2 0,-2 0 0,5 0 0,-1 0 0,-4 0 0,-1 0 0,0 0 0,1 0 0,2 0 0,0 0 0,-5 0 0,0 0 0,0 0 0,5 0 0,0 0 0,0 0 0,2 0 0,-4-5 0,7 0 0,0 1 0,-2-3 0,5 6 0,-5-6 0,2 2 0,-1 1 0,6-3 0,3 4 0,-4-2 0,-3 2 0,4 0 0,4 0 0,-1-2 0,-2 2 0,-1 1 0,-1 2 0,3 0 0,2 0 0,0-5 0,2 0 0,-5 2 0,2 2 0,-3 1 0,6 0 0,-2-2 0,0-3 0,2 4 0,-3-4 0,3 3 0,1 2 0,6-5 0,2-1 0,-2 0 0,-1-1 0,0 1 0,4 3 0,3-4 0,-37 3 0,1 0 0,37 0 0,-1-4 0,-2 0 0,2 0 0,0 3 0,3-3 0,-5 1 0,0 4 0,0 2 0,-1-1 0,-1-1 0,-1-2 0,3 0 0,-8 5 0,4 0 0,1 0 0,4 0 0,1 0 0,-3-1 0,-6-4 0,3 3 0,-3-3 0,6 4 0,3 1 0,-1 0 0,-4-2 0,2-1 0,3-2 0,1-4 0,-37 5 0,-1 1 0,37-3 0,-3-1 0,2-2 0,3 2 0,-1-1 0,0-3 0,-6 3 0,-6 0 0,-1 2 0,1 3 0,-1 1 0,3 2 0,-6 0 0,-3 0 0,-6 0 0,0 0 0,1 0 0,2 0 0,-3 0 0,-1 0 0,1 0 0,-2 0 0,8 2 0,-4 1 0,-1 2 0,2-2 0,0-2 0,2-1 0,-1 0 0,1 0 0,-1-4 0,1-3 0,-1 1 0,1-1 0,-1 1 0,-1 3 0,-1-2 0,-3 2 0,0 1 0,2 2 0,-1-1 0,1-4 0,-3 3 0,0-2 0,1 2 0,-1 2 0,0 0 0,3 0 0,-3 0 0,-1 0 0,-2 0 0,-3 0 0,1 0 0,2 0 0,0 0 0,-5 0 0,-1 0 0,-4 0 0,8 0 0,-2 0 0,0 2 0,1 2 0,-7-2 0,2 3 0,4-2 0,2 2 0,2-4 0,-3 4 0,1-3 0,2-2 0,0 0 0,-5 0 0,0 0 0,0 0 0,2 1 0,1 2 0,2 2 0,-1-2 0,-7-1 0,-2-2 0,2 2 0,2 2 0,-1-2 0,-1 3 0,-1-2 0,0 2 0,-2-4 0,3 6 0,2-2 0,-1-1 0,6 1 0,-9-3 0,2 1 0,-2 2 0,7 0 0,-5-4 0,0 2 0,2 2 0,-6 0 0,3-3 0,1 1 0,1 2 0,-2-1 0,-3-4 0,1 2 0,0 3 0,0-4 0,1 4 0,-3-3 0,0-2 0,-3 0 0,7 0 0,-1 0 0,-1 0 0,0 0 0,-5 0 0,3 0 0,2 0 0,-4 0 0,4 0 0,0 0 0,-1 0 0,-4-5 0,2 0 0,-2 2 0,2 1 0,-6 2 0,3 0 0,-6 0 0,1 0 0,-1 0 0,1 0 0,-4 0 0,-1 0 0,3 0 0,-3 0 0,1 0 0,4 0 0,-5 0 0,-1 0 0,0 0 0,-1 0 0,6 0 0,-2-1 0,-1-2 0,-3-2 0,2 0 0,0 3 0,1-1 0,4-2 0,-5-1 0,-1 3 0,0-2 0,-1 2 0,2-4 0,-4 3 0,2-1 0,-1-2 0,-2 6 0,-2-4 0,1 3 0,-1 2 0,0 0 0,1-1 0,-1-4 0,1 3 0,-1-2 0,0 2 0,1 2 0,-1 0 0,0 0 0,1 0 0,-1 0 0,-4 0 0,-1 0 0,3 0 0,0 0 0,3 0 0,-1 0 0,1 0 0,-1 0 0,0 0 0,-4 0 0,0 0 0,1 0 0,2 0 0,1 0 0,-6 0 0,-2 0 0,-6 0 0,0 0 0,-6 0 0,4 0 0,-4 0 0,6 0 0,0 0 0,-5 2 0,0 2 0,-1 3 0,3 4 0,-2-1 0,2 1 0,-4 2 0,1 1 0,0 2 0,-1 3 0,-2-1 0,2 4 0,1 1 0,5-20 0</inkml:trace>
  <inkml:trace contextRef="#ctx0" brushRef="#br1" timeOffset="9">23048 12644 27522,'0'2'-2,"1"23"-29,2-2 2,2-3 0,0 4 0,-5-3 0,0 0 10,0 0 0,5 4 0,0-1 0,-2 3 21,-2 2 0,-1 0 1,0 0-1,0 1-65,0 4 1,0-4 0,0 4 0,0-4-49,0-1 1,0 0 0,0-1 0,0 1 31,0 0 1,0 0-1,0-1 1,0 1 33,0 0 0,-1 0 0,-2 0 0,-2 1-22,2 4 0,1-4 1,2 3-1,0-2-45,0-2 1,0-1-1,0 1 1,0 0 5,0 0 1,0-5 0,0-2 0,0-1 95,0-4 0,0 4 1,0-2-1,0 1-2,0 0 0,0-4 1,0 5-1,0 0 2,0 3 1,0 3-1,0 0 1,0-1-51,0-2 1,0 5-1,0 4 1,0-1-88,0-1 0,0-3 0,0 1 0,0 0 62,0 0 1,0-2 0,0-2-1,0-2 28,0-2 1,0 4 0,0-2-1,0-1 14,0-3 1,0-1 0,0-1-1,0 4-16,0 1 0,0-2 0,0 2 0,0 0 17,0 1 0,0-6 0,0 3 1,0-3-86,0 2 1,0-7-1,2 2 1,1-1-82,2-1 0,-1 3-494,-4-1 437,0-6 619,0-1 651,0-7-509,0-7 0,-1 6-253,-4-4 0,-3 3-59,-6 2 1,4 0 0,0 0 69,-1 0 1,-2-1 0,-1-3 0,0-2 1,-1-2 1,1 3 0,-1-3-1,1 0-42,0 0 0,-6 5 1,1-2-1,2 4-202,1 1 1,0-5 0,-2 0-1,-1 2-44,1 1 0,2 2 0,2 0 1,0 0 70,-1 0 0,1 5 1,-1 0 15,1-2 1,4 3-655,1-1 202,6 6 347,-4-3 0,7 7 157,0-1 1,0 1 0,2-1-175,3 0 1,-4-4 0,6 0-142,-1 1 0,-4-3 0,4 0 0,0-2 1,-2-1 110,5-5 0,-4 0 0,5 0 159,1 0 1,-3-5 0,0-1 0,0-1-42,0 1 1,-3 0 0,3 1-11,-2-5 0,5 2 0,-1-1 1,1 4 0,0-3 59,-1 1 1,-1 3 0,6 4 178,-1 0 1,0 0 0,2 0-1,2 0 18,1 0 1,5 0-1,-3 0 1,3 0-185,6 0 0,-1 1 0,5 2 1,-4 2-61,-1-2 1,1 1 0,2-1-1,2 2-140,-2-2 0,-3 0 1,-4 0-1,-1 2 52,2-2 1,-1 4-1,1-3 1,-4 0 231,-1-3 0,0 4 0,-2 0 0,3-2-53,1-1 1,4-2-1,-3 0 1,3 0-116,2 0 0,-2 0 0,-1 0 0,-2-2 0,1-3 0,2 4 0,2-6 0,0 2 0,0 1 0,-1-1 0,1 5 0,0 0-39,0 0 0,-2 0 1,-2 0-1,-1 0-14,2 0 0,1 0 0,2 0 0,0 0 81,-1 0 1,-4 0-1,0 0 1,4 0 34,4 0 0,-7 0 0,6 0 1,-1 0-64,2 0 0,3 0 0,-3 0 0,3 0 0,2 0 0,-5 0 0,3 0 0,0 0 0,4 0 0,-3 0 0,3 0 0,-1 0 0,-1 0 0,6 0 0,-3 0 0,3 0 0,-1 0 0,-2-5 0,3 0 0,2 0 0,3-1 0,-4 4 0,4-4 0,-3 1 0,-2 0 0,5 1 0,0 4 0,-2 0 0,-1 0 0,-2 0 0,1 0 0,0 0 0,4 0 0,-8 0 0,3 0 0,-1 0 0,0 0 0,5 0 0,3 0 0,0 0 0,-1 0 0,1-5 0,-2 0 0,4 2 0,4 1 0,0 1 0,-1-3 0,-3 0 0,3 0 0,2 3 0,4-1 0,1-1 0,-1-2 0,-2 0 0,-1 4 0,1-2 0,3-2 0,-4 0 0,1 3 0,-6-1 0,-4-2 0,6 1 0,-3 4 0,4 0 0,2 0 0,-5 0 0,-1 0 0,3 0 0,1 0 0,-4 4 0,1 1 0,0-2 0,-2-1 0,5-2 0,-5 0 0,2 0 0,0 0 0,-7 0 0,2 2 0,-2 1 0,2 2 0,-4 1 0,0-3 0,-4 2 0,0-2 0,2 0 0,1 1 0,0 0 0,0 0 0,-1-3 0,-2-1 0,-2 0 0,2 0 0,-5 5 0,-1 0 0,-4-2 0,-1-1 0,0-2 0,-2 0 0,-3 0 0,-5 0 0,-8 1 0,-1 4 0,-9-3 0,-1 2 0,-3-2 0,-10-4 0,-4-1 0,-4-2 0,-3-4 0,-6 2 0,-4 1 0,-4 0 0,-5-4 0,-4 5 0,-2 2-131,-2 1 0,-9-2 1,-5-1-1,-2 2 145,0 1 1,-2 2 0,-8 2 0,35-1 0,-1 1 11,-4 0 0,0 1 1,2 1-1,-1 1 1,-3-1-1,-1-1 1,2 0-1,0 0-25,1 0 0,0 0 0,0 0 0,1-1 0,-2-1 0,0-2 0,1 1 0,0-1-1,2-2 0,2 1 0,1 1 0,1-1 0,-1-3 0,1 0 0,-1 0 0,0-1 0,-2 0 0,1-1 0,-37-7 0,39 7 0,0 1 0,-36-5-14,1 1 0,-1 7 0,36 0 0,-1 1 0,0 1 0,1 1-86,-38 0 0,-2 0 1,-1 0-1,39 0 1,0 0 71,-3-1 1,1 2 0,1 1 0,0 0 0,-2 1 0,1-1 0,1 0 0,0 1-8,1 0 1,0 0 26,-1-2 0,1 0 0,-1 2 0,-1 0 1,1-2-1,0 0 150,1 1 1,1 1-130,0-3 1,1 1-1,0 3 1,0-1-1,-40-5 99,39 0 1,1-1 0,-39 0 0,0-5-1,2 0-112,2 0 0,-2 5 0,1-2 0,2 4 0,2 1 0,1 0 0,1 0 0,1 0 0,-2 0 0,10 0 0,-5 1 0,6 2-87,3 2 0,-4 2 1,0-4-1,3 2-41,4-2 1,4 3 0,5-1-1,-1-2 119,6-1 1,-1-2-1,10 0 1,5 0 67,6 0 1,5 0-1,2-2-127,0-3-224,6-3 199,1-6 1,14 4 0,2 2-1,4 2 66,1 3 0,7 3 1,3 3-1,3 3 105,2 2 1,6-3 0,2 5 0,1 1-51,1 2 1,5-1 0,9 0 0,3-3 0,2 2 1,-1 2-1,2 0 1,4-2-21,4-1 0,10-1 0,-36-2 0,1-1 0,1 0 0,2-1 6,0 1 0,1-2 1,2-1-1,1-1 0,-1 2 1,0 0-1,2 0 1,-1 0-20,2 0 1,-1 0-1,-3-2 1,0-1-1,0 1 1,-1 1-1,0-2 1,-1-1 45,1 0 1,-1 0 0,4 0-1,0 0 1,-2 0 0,0 0 0,1 0-1,0 0 0,0 0 0,0 0 0,0 0 0,0 0 0,3 0 0,0 0 0,0 0 0,0 0-33,0 0 0,-1 0 0,2 0 0,0 0 0,-4 0 1,0 0-1,1 0 0,1-1-32,0-2 0,1 1 0,1 1 0,0-1 0,-1-2 0,0 0 0,-1 0 0,-1 0-13,1 0 0,-1 0 0,1 1 0,-1 1 1,2-3-1,1 0 0,-1 1 0,0-1-18,-1 1 1,1 0-1,-1-2 1,-1 1 0,-4 1-1,1 1 1,1 0-1,0-2-12,0 0 1,1-1-1,0 2 1,1 0 0,-4-1-1,0 0 1,-2 1-1,0-1-37,-1 1 1,-1 0-1,39-9 1,-39 9-1,1 0 1,38-6 5,-2 1 0,-6 4 1,-6-3-1,-1 0 119,1 0 0,-7 0 0,0-1 0,-6 2-34,-4 1 1,-1 4 0,-4-3 0,-3 4 29,-3 1 0,-2 0 0,-9 0 0,-2 0 38,-1 0 1,-6 0 0,1 0-49,-3 0 39,-8 0 1,-3 5-183,-10-1 1,2 1 0,-7-5-766,-1 0 0,-2 0 1,-1 0-1,0 0-1039,-1 0 1,6 0-1,-1-1-2710,-1-4 4649,4 3 0,-12-55 0,3-7 0</inkml:trace>
  <inkml:trace contextRef="#ctx0" brushRef="#br1" timeOffset="10">25723 8878 7958,'-6'-8'386,"4"0"1,-4 4 0,1-2-1,-1 0 3642,-2-1-2416,5 2-1231,3 18 1,3-2 0,5 15-1,0 4 1,-2 7 0,1 5 0,-3 2 352,3 4 1,-6 8 0,4 10-1,-3 4-556,-2 9 1,-7-1 0,3-37 0,-1-1-1,-1 1 1,-1 0 210,-7 39 0,-2-2 0,-2-7 0,-1-6-280,1-7 1,-2-2 0,0-8 0,3-4-295,1-4 1,3-5 0,3-6 0,4-2-1193,0-3 0,6-4 73,0-11 1,6-2 0,8-11 0,1-5-1945,-1-10 3248,1-20 0,-12-7 0,-4-13 0,0-2 0,1-9 0,-1 0 0,1 1 0</inkml:trace>
  <inkml:trace contextRef="#ctx0" brushRef="#br1" timeOffset="11">25637 8892 7958,'-6'-27'0,"-4"3"0,-1 5 421,1 3 1,4 1 0,8 1 0,4-1 922,8 1 1,9 4 0,10 2 0,6 2-425,2 3 1,9 1-1,4 2 1,7 2-504,6 3 1,2 4 0,-2 9 0,-5 3-91,-3 1 1,-9 7 0,-7 6 0,-6 2 59,-2 3 1,-16 3-1,-1 3 1,-9 2 44,-5-1 0,-3-3 0,-2-1 0,-6 1-18,-7-1 0,-9-5 1,-10-1-1,-5 0-108,-4-1 1,-6 1-1,-2 2 1,-1-6-318,-3-2 0,-2-7 1,0-4-1,5-4-811,8-8 1,3-6-1,9-8 1,6-9-1326,2-7 0,6-5 0,7-4 0,7-1 2147,6-1 0,24-14 0,12 3 0</inkml:trace>
  <inkml:trace contextRef="#ctx0" brushRef="#br1" timeOffset="12">27047 8690 7958,'0'-14'1656,"0"0"0,-2 12 1,-1 9-1,-2 8-572,2 9 1,2 5 0,-1 5-1,-1 6-264,-2 6 1,-4 1-1,2 5 1,-1 3-188,-3 1 1,-2 8 0,-1 3-1,-2 1-247,-3 0 1,3 0-1,-5-5 1,2-3-289,-1 0 1,1-9 0,5-3 0,1-5-286,4-5 0,-3-3 0,8-7 0,0-4-1621,3-5 1,2-10 0,4-4-800,5-3 0,7-9 0,2-4 2607,-1-6 0,-16-29 0,-11-21 0,0-3 0,1-6 0,-1 0 0,0 0 0</inkml:trace>
  <inkml:trace contextRef="#ctx0" brushRef="#br1" timeOffset="13">26961 8633 7958,'-18'-18'0,"4"4"0,6 1 0,5 0 0,4 5 0,4 2 0,5 1 2201,2 0 0,4 1 0,4 4 1,4 1-1006,3 4 0,1 3 1,1 6-1,0 1-533,0-1 1,4 5 0,1 2 0,-2 2-148,-2 2 0,1 4 0,1 3 0,1 3-134,-1 2 1,-1 1 0,-4 5 0,-2 2-210,-1 3 1,-6 3-1,-1 5 1,-5-2-130,-8-1 1,-2 0 0,-4 5 0,-2-2-52,-6-4 0,-9 3 1,-5-6-1,-7 2-196,-7 4 0,0-6 0,-10 1 0,1-1-166,-1 4 1,-4-2-1,-7 0 1,-1-1-175,4-4 1,9-9 0,-1-8 0,3-8-449,2-5 1,11-8 0,5-7 0,4-9-591,6-11 1,1-10 0,3-7 1580,3-8 0,11-7 0,5-8 0,2-2 0,0-1 0</inkml:trace>
  <inkml:trace contextRef="#ctx0" brushRef="#br1" timeOffset="14">27853 10129 7958,'-10'13'280,"2"-2"1,0-1-1,0-1 2635,-3-1-2404,5-1 1,-1-9-1,7-3 1,2-4 16,3-4 0,1-3 0,5-5 0,0-6 14,5-5 1,-1-8 0,6 0 0,-2-6 75,0-7 1,5-4 0,-3-7-1,-1-10-302,-9 32 1,-1-1-1,2 0 1,0-2-1,-2-2 1,-1 0-1,1 1 1,0-1 76,0 2 0,0 1 0,-4 0 1,0 2-1,8-38 0,-1 8 115,-1 8 1,-2 11-1,-2 5 1,0 5-219,0 4 1,-3 6 0,3 9-1,-2 5-268,-3 3 0,4 1 1,-1 1-23,2 0 0,-3 4 0,5 0-71,1-1 1,2 5-1,1-1 117,0 1 1,1 4 0,-1-2 0,2 0-41,3 0 0,4 2 0,5-3 1,3 2-7,2-2 0,-1 4 0,7-6 0,1 2 0,1 1 0,2-6 0,1 4 0,-1-1 0,0 1 0,-6-1 0,-5 4 0,-5-2 0,-3 2 0,-11 2-2758,1 1 0,-11 1 0,-4 4-2155,-12 5 4913,-2 9 0,-38 15 0,-17 5 0,23-8 0,-1 0 0,1 0 0</inkml:trace>
  <inkml:trace contextRef="#ctx0" brushRef="#br1" timeOffset="15">28083 9065 7958,'-22'12'1264,"2"0"897,4-3 0,12-6-1075,8 2 1,12-3-1,18-2 1,4 0 218,4 0 1,7 0 0,4-2 0,3-1-146,2-2 1,7 0 0,4 5 0,1 0-933,-4 0 1,-12 0 0,-6 0 0,-5 0-229,-4 0 0,-11 5-551,-8 0 0,-12 5 1,-7-4-1,-6 0 551,-3 1 0,-36-8 0,-17-6 0,-6-1 0,0 0 0</inkml:trace>
  <inkml:trace contextRef="#ctx0" brushRef="#br1" timeOffset="16">23163 10259 7941,'-2'-15'96,"-1"1"1,-4 1 330,-1 4 1,5 4 0,-3 10 0,1 6 0,0 6 0,2 9 0,1 6 236,2 6 1,-1 4 0,-2 3 0,-2 3-234,2 4 0,1 4 1,2 3-1,-2 5 117,-2 8 1,-3 0-1,-4 7 1,2-1-370,3-37 0,0 0 0,0-1 0,0 1 0,-2 1 0,1-1 0,0 1 0,0-1 13,-8 38 0,1-1 1,0-4-1,-1-4-9,1 0 1,-1-6 0,1-1 0,1-4-10,4-2 0,-4 2 0,3 2 0,-1 1-79,2-1 0,-4-2 0,3-1 0,-1 1-41,1 3 0,4-4 0,6 1 1,0-6-86,0-4 0,2 1 1,1-4-1,3 2-94,2-1 1,2-7-1,4-4 1,0 1 26,1 0 1,-6-5-1,-1 2 1,0-6 235,0-4 0,-4 3 0,0-3 0,-2 2-5,-2-2 1,0 2 0,0-7 0,0 0-88,0 2 1,0-5 0,0 3 0,0-3-131,0-2 1,0 1 0,0-1-248,0 0 0,5 1 0,0-1-253,-2 1 1,-2-6 69,-1 1 1,0-5-872,0 4 0,0-7-2116,0-2 3501,-6-7 0,-22-39 0,-10-18 0,-5-3 0,0 0 0</inkml:trace>
  <inkml:trace contextRef="#ctx0" brushRef="#br2" timeOffset="17">10545 6230 7764,'-14'0'23,"0"0"1,-1 0-1,1 0 1610,-1 0 0,6 0 2502,-1 0-2875,7 0 1,-2 0-1,10 0-897,5 0 0,2 0 0,3-2 0,-1-1 499,1-1 0,-1-1 1,2 3-1,2-1-249,1-2 1,5-1-1,-4 3 1,3-2-165,2 2 0,-2-1 1,1 1-1,1-2-324,3 2 1,-1 2 0,-2 1 0,-1 0-126,2 0 0,1 0 0,0 0 0,-1 0 0,-2 0 0,-5 0 0,5 0 0,0 1 0,-2 4 0,5-3 0,-4 2 0,1-2 0,0-2 0,-2 0 0,2 0 0,-3 0 0,0 0 0,-4 0 0,6 0 0,-3 0 0,-2 0 0,0 0 0,-1 0 0,2 0 0,-1 0 0,-2 0 0,-2 0 0,1 0 0,-1 0 0,2 0 0,2 2 0,1 1 0,-2 2 0,-1-1 0,0-2 0,2 1 0,1 2 0,0 0 0,-3-5 0,2 0 0,1 0 0,2 0 0,-4 0 0,4 0 0,2 0 0,-4 0 0,5 0 0,1 0 0,3 0 0,-4 0 0,-2-2 0,0-1 0,1-2 0,1-1 0,3 3 0,-2-2 0,-1 2 0,-4-1 0,2 1 0,0-2 0,1 2 0,-1 2 0,4 1 0,-2-2 0,1-3 0,4 4 0,5-4 0,2 2 0,1-2 0,5 2 0,-2-5 0,6 0 0,7 0 0,-2 0 0,2-4 0,3 3 0,4-2 0,1-2 0,6-2 0,0 1 0,-1 0 0,4-1 0,-4 1 0,2 1 0,4 4 0,-9-3 0,4 6 0,-6 0 0,-4-1 0,1 2 0,-2 5 0,-2 0 0,-1 0 0,-5 0 0,5 0 0,1 0 0,2 0 0,-5 0 0,-1 0 0,-3 0 0,1 0 0,7 0 0,-4 0 0,2 0 0,-1 0 0,-5-1 0,2-2 0,1-2 0,3 2 0,-4 1 0,-1 0 0,-3-1 0,-2-2 0,0 1 0,0 4 0,1 0 0,-1 0 0,0 0 0,-2 0 0,1 0 0,1 0 0,-8 0 0,7 0 0,-4 0 0,-1 0 0,-3 0 0,4 0 0,0 0 0,-1 0 0,3 0 0,-6 0 0,-2 0 0,-2 0 0,-3 0 0,-1 0 0,-4 0 0,-1 0 0,0 0 0,-4 0 0,2 0 0,1 0 0,-6 0 0,0 0 0,-6 0 0,-1 0 0,-7 0 0,0 0 0,-7 0 0,6 0 0,-7 0 0,3 0 0,2-5 0,-7 0 0,7 0 0,-5 5 0,3 0 0,4 0 0,-7 0 0,3 2 0,-5 3 0,2-2 0,-1 6 0,-1 1 0,-4 4 0,4-6 0,2-1 0,2-1 0,-1-4 0,4 4 0,-2 1 0,-1-6 0,1 4 0,4-2 0,-4 2 0,3-4 0,2 6 0,0-9 0,2-3 0,3-4 0,-4 1 0,6-2 0,-3-1 0,1-2 0,2-1 0,-4 0 0,3-1 0,2 1 0,-3-2 0,3-2 0,0-3 0,0-1 0,-3 3 0,3-4 0,0 1 0,0 0 0,-4-2 0,4-5 0,0 2 0,0 3 0,-3-5 0,3 3 0,-1-2 0,-4 0 0,0 3 0,0-2 0,2 1 0,-2 2 0,-1 2 0,-2-4 0,0 4 0,0 1 0,0-3 0,0 3 0,-2 1 0,-3-1 0,4 2 0,-4 3 0,3-2 0,2-1 0,0-5 0,-1 3 0,-2 0 0,-2 0 0,0-4 0,5 1 0,0-3 0,0-2 0,0 5 0,0 0 0,0-2 0,0-1 0,0 3 0,0 2 0,0-1 0,0 1 0,0-2 0,0-3 0,0 1 0,0 2 0,0 5 0,0-3 0,0-1 0,0 1 0,0 0 0,0-2 0,0 3 0,0 0 0,5 4 0,0-6 0,-2 2 0,-2 4 0,-1-4 0,2 0 0,1-1 0,2-4 0,0 5 0,-5 1 0,1 1 0,4-1 0,-3 1 0,3 5 0,-4-1 0,-1 1 0,0 4 0,0 1 0,0-2 0,0-2 0,0-2 0,0 6 0,0-1 0,0 5 0,0-4 0,0 4 0,0-5 0,0 7 0,0-3 0,0 6 0,7 0 0,1 0 0,6 0 0,0 0 0,1 0 0,-1 0 0,-4 0 0,-1 0 0,2 0 0,2 0 0,6 0 0,1 1 0,-1 3 0,2 0 0,-1 3 0,6-4 0,-2 2 0,1-2 0,3 3 0,0 1 0,1-1 0,0 1 0,1-1 0,2-3 0,2 2 0,-2-2 0,5-1 0,-1-1 0,3 3 0,-1 0 0,-1 1 0,3-5 0,-2 0 0,2 0 0,-3 0 0,0 0 0,-1-1 0,1-4 0,-5 3 0,3-3 0,-1 4 0,0 1 0,-1-5 0,-3 0 0,2 2 0,2 1 0,4 2 0,-4 0 0,-2 0 0,-2 0 0,4 0 0,-1 0 0,1 0 0,1 0 0,-4 0 0,2 0 0,-3 0 0,-1 0 0,-5 0 0,-1 0 0,-1 0 0,0 0 0,1 0 0,1 0 0,-3 0 0,-1 0 0,-2 2 0,4 1 0,1 2 0,-1-2 0,-3 0 0,4 1 0,-3 0 0,-2 0 0,4-1 0,1 0 0,-1 2 0,-3-2 0,2-1 0,0-1 0,0 2 0,-1 2 0,4 0 0,-3-5 0,0 0 0,0 0 0,4 0 0,-1 0 0,3 0 0,2 0 0,-5 0 0,0 0 0,2 0 0,1 0 0,2-5 0,-1 0 0,1 1 0,0-3 0,0 6 0,-2-4 0,-1 3 0,-2 2 0,-2 0 0,3 0 0,-1 0 0,2 0 0,-5 0 0,0 0 0,-1 0 0,4 0 0,-1 0 0,-1 0 0,0 0 0,1 0 0,-4 0 0,5 0 0,0 2 0,-2 3 0,-1-4 0,-6 4 0,-1-3 0,0-2 0,-4 0 0,0 0 0,-7 0 0,3 0 0,-19 0 0,10 0 0,-10 0 0,13 0 0,0 0 0,0 6 0,0 4 0,0 4 0,0 4 0,0 2 0,0 3 0,0 1 0,-1 6 0,-2 4 0,-2 4 0,-2-1 0,4 1 0,-2 2 0,2 2 0,-3 1 0,-1 0 0,1-1 0,0-4 0,-1 4 0,4-4 0,-3 2 0,-2-2 0,4-3 0,-2-6 0,1 0 0,0 0 0,-1-1 0,3 0 0,-2-3 0,2-1 0,-4 0 0,3 5 0,-1-2 0,-2-3 0,6 3 0,-4-4 0,3 1 0,2 0 0,-1-2 0,-2 4 0,-2-4 0,2-1 0,1 3 0,2-5 0,0 0 0,0 2 0,0-5 0,0 3 0,0-3 0,0-2 0,0 1 0,0-1 0,0 2 0,0 3 0,0-3 0,0 4 0,0-4 0,0-2 0,-2 0 0,-1 1 0,-2-1 0,2 1 0,2-6 0,-1 1 0,-3 1 0,4 2 0,-4 1 0,3-6 0,2-2 0,0-6 0,0-1 0,0-4 0,0 3 0,0-4 0,0 4 0,0-2 0,7 2 0,1-4 0,6 6 0,-4-2 0,-1-1 0,2-2 0,2 0 0,2 5 0,-1 0 0,0 0 0,2 0 0,2 0 0,3 0 0,1 0 0,-3 0 0,4 0 0,-1 0 0,0 0 0,-2 0 0,2 0 0,0 0 0,1 0 0,-4 0 0,3 0 0,1 0 0,-1 0 0,-3 5 0,4 0 0,-1-2 0,0-1 0,1-1 0,1 2 0,-3 2 0,-1-2 0,-2 1 0,4-1 0,-1 2 0,-3-2 0,2-2 0,0 1 0,-3 1 0,-1 2 0,3 0 0,1-4 0,-3 3 0,-1 0 0,-1 3 0,-1-4 0,0 2 0,1-2 0,1 0 0,1 0 0,2 2 0,-1-2 0,0 1 0,-1-1 0,2 2 0,-1-2 0,3-2 0,0-1 0,-1 2 0,1 3 0,3-4 0,-5 4 0,0-3 0,2-2 0,-3 5 0,4-1 0,1 0 0,-1-3 0,-3 1 0,5 1 0,0 2 0,-2-2 0,6 0 0,-6 0 0,2 2 0,0-2 0,0-1 0,5-2 0,-1 0 0,1 0 0,-2 0 0,1 0 0,-1 0 0,3 0 0,2 0 0,-3 0 0,0 0 0,-1 0 0,1 0 0,2 0 0,1 0 0,1 0 0,1 0 0,-4-2 0,4-1 0,4-2 0,-1 1 0,1 4 0,2 0 0,2 0 0,1 0 0,0 0 0,-1 0 0,-4 0 0,2-5 0,-5 0 0,0 2 0,0 1 0,-1 2 0,-5 0 0,-1 0 0,1 0 0,-2 0 0,-3-1 0,-3-3 0,0 0 0,-5-1 0,3 5 0,-3 0 0,-8-2-2715,-3-3 0,-5 4 2715,-5-4 0,-35-5 0,-17-1 0,-7-1 0,1 0 0</inkml:trace>
  <inkml:trace contextRef="#ctx0" brushRef="#br2" timeOffset="18">22803 5036 8786,'-14'0'552,"-1"0"0,4 1 0,6 4 1,10 5-1,8 3 0,6 1 708,5 0 1,3 7-1,2 3 1,1 3-482,4 2 0,-4 6 0,4 4 1,-4 2 188,-1 2 1,0 1-610,-1-1 0,0 0 0,-4 0 0,-4 2 1,0 1-1,-3 1-43,-4-6 0,1-3 1,-4-6-1,1 2-500,-1-2 0,2-3 0,-4-4 0,0-2-1322,-3-2 1,2-2 0,-1-5-1384,2 0 0,2-6 2889,4-3 0,-32-73 0,6 24 0,-1 0 0</inkml:trace>
  <inkml:trace contextRef="#ctx0" brushRef="#br2" timeOffset="19">23594 4993 7792,'-6'-10'548,"-4"1"0,-3 4 1,-1-3-1,0 1 931,-1 4 1,4 2-1,-2 2 1,-3 6-322,0 7 1,-6 7 0,-2 9 0,-5 4-606,-4 4 1,-1 10 0,-7 5 0,-6 4-180,-2 6 1,22-31 0,1 1-1,-3 2 1,0 1 0,0-2-1,-1 0-128,-1 0 0,0-1 1,-24 28-1,1 0 1,8-7-550,9-6 1,7-9 0,7-7-1598,9-7 1,6-9-1,9-8 1900,4-1 0,16-28 0,9-11 0</inkml:trace>
  <inkml:trace contextRef="#ctx0" brushRef="#br2" timeOffset="20">24155 5209 7772,'-6'-15'407,"4"6"1,-4-1 83,0-1 1,2 4-1,-4 1-120,2 0 0,0 4 0,1-4 0,-5 1 1,-3 0-1,-1 3 0,0 6 0,-2 5 406,-4 4 0,-2 3 0,-7 5 0,1 8-395,-1 7 1,-2 6 0,-1 3 0,-1 3 39,1 4 1,1 4-1,3 2 1,1-1-19,3 1 0,9-2 0,10-3 0,4-5-230,1-4 1,11-7 0,5-3-1,5-5-303,4-6 0,7-7 0,2-6 1,-2 0-150,-2-2 0,-1-2 0,0-6 1,0 0-487,-1 0 0,-1 0 1,-3 0-208,-4 0 0,-4 0 0,-4-2-795,-2-2 1,-5 2 214,-10-3 0,-5 4 1551,-9 1 0,-42-26 0,23 10 0,0 0 0</inkml:trace>
  <inkml:trace contextRef="#ctx0" brushRef="#br2" timeOffset="21">23681 5727 7772,'-15'0'-1562,"1"0"2618,-1 0 1,7-2 0,5-1 0,6-4-92,7-1 0,11-1 0,8-6 0,9 1-216,8 0 1,1-1-1,4 1 1,0 1-509,0 3 0,-1-1 0,4 6 0,0 2-474,-4 2 1,-10 1 0,-7 0-1,-2 0-818,-2 0 1,-9 6 1050,-5 4 0,-14 28 0,-9 8 0</inkml:trace>
  <inkml:trace contextRef="#ctx0" brushRef="#br2" timeOffset="22">25421 5122 7772,'-6'-13'272,"-4"4"1,-2-2-1,-3 4 1,-1 1 0,-1-1-1,-3 4 1,3 2 737,1 1 1,-3 1-1,-2 2 1,0 4 312,0 1-1084,-4 1 1,7 4-1,-4-2 1,-1-1-1,1 1 1,-2 2-1,2 1 124,3 1 0,-2 4 0,2 0 0,1-1-211,2-2 1,2-2 0,-1-1-1,1-2 19,-1-1 0,3-1 0,0 4 0,4-2-114,2-1 1,0-1 0,2 6-1,-2-1 2,-2 1 1,5-1-1,-2 2 1,3 3 31,2 5 1,-4 3 0,-1 2 0,0 0-95,-1 0 0,4 1 0,-4 4 1,1 2-50,0 1 0,-6 5 1,1-4-1,-2 4-22,-3 1 1,1 0 0,-1-1-1,1-3 82,0 0 0,4-7 0,0 1 0,1-4 221,1-5 1,1-3-100,7-7 1,2-6 0,3-3 0,4-3 256,4-2 0,2 0 1,-1 0-1,2 0 41,3 0 1,-1 0-1,6 0 1,1 0-125,2 0 0,2 0 1,0 0-1,0 0-184,0 0 0,-1 0 0,1 0 0,0 0-478,0 0 1,-7 0 0,-3 0 0,-3 0-1108,-1 0 1,-1 1 0,-1 4-1636,-4 5 1,3-2-731,-8 1 3830,1-6 0,-18-41 0,-3-18 0</inkml:trace>
  <inkml:trace contextRef="#ctx0" brushRef="#br2" timeOffset="23">25551 5482 7778,'-15'-14'242,"1"-1"1,0 1-1,1-1 1086,3 1 1,2 4-576,4 1 0,-4 6 0,-5-1 0,2 8-204,1 5 1,0 6 0,-6 4 0,-1 5 11,-2 3 1,-1 8 0,6 3 0,0 4 155,-1 1 1,2 5 0,4-1 0,4-4-492,3-3 0,4-8 1,4 1-1,9-4-207,7-5 1,7-10 0,6-10 0,7-8 68,4-5 1,8-12 0,-2-6 0,-1-8-91,-3-7 0,-4 0 1,0-10-1,-4-3-106,-7-1 0,-7 5 1,-17 3-1,-4 4 31,-3 0 0,-15 3 0,-6 2 0,-8 6-339,-7 2 0,-3 9 1,-6 5-1,0 5-314,0 8 1,4 2-1,3 5 1,0 5-78,4 7 1,7 13-1,4 3 1,4 4-2247,4 5 3053,8 1 0,14 12 0,8 8 0,3 4 0,0 1 0</inkml:trace>
  <inkml:trace contextRef="#ctx0" brushRef="#br2" timeOffset="24">26069 6129 10864,'-13'2'950,"3"3"1,2-4 0,5 6-69,-2-1 0,-1-3 0,3 7 1,-4 3-254,-1 4 0,-3 6 0,-6 7 0,-4 4-470,-2 4 0,0 4 0,-6 2 0,0 3-602,0 1 1,5-5 0,2-8 0,3-3-1211,6-5 1653,-2-8 0,33-68 0,0-25 0</inkml:trace>
  <inkml:trace contextRef="#ctx0" brushRef="#br2" timeOffset="25">26932 5309 7775,'-5'-9'1928,"0"-1"1,1 8-490,4 2 1,0 4 0,1 8 0,2 6 1760,2 3-2892,0 3 1,-5 5 0,0-1 0,-2 3 0,-1 1 0,-2 3 0,1 2-25,-3 3 0,1 1 1,-5 2-1,1 1-766,-1-1 0,-2 0 0,-3 0 1,-2 0-294,-1 0 0,0-4 1,5-3-1,-1-2-43,1-7 1,1 0 817,4-7 0,-4-1 0,5-5 0</inkml:trace>
  <inkml:trace contextRef="#ctx0" brushRef="#br2" timeOffset="26">26673 5137 9272,'-5'-10'657,"0"0"0,2 7 1,8-2-1,6 2 157,7-2 1,4 4 0,9-6 0,1 1 1721,1-4-2106,7 4 1,2-7-1,7 5 1,1-1-1,-1 1 1,-2 0 0,-4 1 90,-5 1 0,2-4 0,-8 6 0,-5 0-397,-6 3 1,-5 1 0,-2 0-4,1 0 1,-7 6-1,-3 4 1,-4 2-66,-1 3 1,0-1 0,0 1-1,0 1 42,0 3 0,0-2 0,0 7 0,0 2-54,0 1 0,0 2 0,0 0 0,0-1-199,0 1 1,5 5 0,0-1-1,-2 1 74,-1 1 0,-2 2 0,0 6 0,0 0-22,0 0 1,-5 1-1,-2 0 1,-1 3 7,-3 1 0,0 4 1,0-2-1,1 0-64,-1-1 1,3-1-1,0-5 1,2 0-24,2 1 1,3-3 0,1-1 0,0-5 5,0-4 1,0-1 0,0-11 0,1-3 685,4-5 1,-3 2 259,3-3 1,-5-4-448,-5-1 0,-3-3 1,-7-2-1,-1 0-521,-3 0 0,2 0 0,-9 0 0,-3 0-576,-3 0 0,-6 0 0,3 0 0,-2 0-185,-3 0 1,-1 4 0,-3 1 0,3-2 958,3-1 0,-15-15 0,-6-6 0,-4-1 0,1 0 0</inkml:trace>
  <inkml:trace contextRef="#ctx0" brushRef="#br2" timeOffset="27">15538 6647 7784,'-10'0'65,"2"-1"0,0-2 1,2-4 526,-1-1 1,2 3-1,4-3 1,-2 0 468,-2 0-677,0 5 1,5-5-1,0 3 1,0-4 968,0-4 1,-2 5-839,-2 3 1,0 4-1,-5 2 1,-2 4-117,-2 5 0,-2 9 0,1 6 0,-2 6-135,-3 2 1,5 7 0,-2-1-1,4 4-113,1 5 1,5-5 0,3 2 0,6-7-60,6-3 0,11-3 1,4-8-1,3-6-95,1-7 1,6-5-1,1-6 1,2-1 144,3-4 1,-5-8 0,0-8-1,-1-1 112,-1-4 1,-4-2 0,-6-4-1,-3-2-117,-2 2 0,-7 2 0,-3 1 0,-1 0-105,-4 0 1,-8 2-1,-5 2 1,-4 2-276,-5 3 0,-5-1 0,-8 3 0,-3 1-470,-2 4 0,3 0 1,-2 7-1,-1-1 14,0 1 0,5 1 0,-2 5 1,6 0-3550,4 0 4248,9 0 0,35-13 0,11-3 0</inkml:trace>
  <inkml:trace contextRef="#ctx0" brushRef="#br2" timeOffset="28">18731 6460 7790,'-14'0'1200,"0"0"-364,-1 0 1,6 0-1,1 2 1,3 3 113,7 4 1,-1-1 0,9 2 0,-1 3-407,-1 4 0,3 6 0,-4 5 0,-1 3-59,1 2 0,2-1 1,-4 7-1,-2 1-114,-1 1 1,-2 2-1,0 1 1,0-3-152,0-2 0,-2-3 0,-1-4 0,-2 0-153,2-5 0,1-4 1,1-9-1,-2 1-485,-2-1-192,0-6 0,5-3-922,0-10 1,0 2-1681,0-7 3212,0 7 0,6-23 0,2 2 0</inkml:trace>
  <inkml:trace contextRef="#ctx0" brushRef="#br2" timeOffset="29">19451 4504 7893,'-8'6'674,"-5"-3"1,3 5 1108,-2-2 1,4-2 0,3-9-327,3-5-1154,9-2 0,-4-9 0,6-3 0,3-3 1,0-2-1,3-2 0,-1-2 782,1-6 0,-1 3 0,0-3 0,-1-1-207,-3-1 0,3 2 1,-4 3-1,2 0-430,-1 5 1,1 2 0,-5 3 0,1 4-199,-1 1 0,-1 2-654,-5 4-1666,0 7 0,0 8 9,0 10 1,0-2 0,0 2-4010,0 1 6070,0 2 0,0-31 0,0-8 0</inkml:trace>
  <inkml:trace contextRef="#ctx0" brushRef="#br2" timeOffset="30">17106 5727 7862,'-8'-10'251,"1"2"0,3 0 527,-1 0 0,0 3 475,5-4-399,0 5 0,2-7-150,2 6 0,4 1-481,7 4 0,-6 1 1,-1 4 28,-1 5 1,2-2 0,-4 1-203,-2 2 1,-1 2-1,-2 2 1,-2-3-136,-2-2 0,0 3 0,-5-5 0,-1 1-78,2 1 0,-5-5 0,4 3 0,-4-2-120,-1-3 0,4-1 0,0-4-10,-1-3 0,5-3 0,1-6 211,3 0 1,2-1-1,2 1 210,3 0 0,3 1 0,6 3 597,1 5 0,-1-1 150,0 1 0,-1 7-624,-3 7 0,-4 4 0,-6 2 60,0-1 1,0-5-918,0 1 146,0 0 1,-1 2 0,-4-2 0,2-4-767,-7-6 0,7-1-2411,-2-4 3637,3 3 0,6-43 0,5-25 0,-1 2 0,0 0 0</inkml:trace>
  <inkml:trace contextRef="#ctx0" brushRef="#br2" timeOffset="31">27623 6935 7746,'-15'5'142,"2"1"0,2 1 0,3 1 1062,2 0 1,1-4-597,5 6 0,2-7 0,2 4-110,6-1 0,3-3 0,1 5 0,1 0-34,-1 0 0,5-3 0,0 3 0,-1 0 6,-2 0 0,3-3 1,0 3-1,-1-2-78,-2-3 1,0-1 0,1 0 0,3 1-205,-3 2 0,4-1 1,-2-5-1,0-4-20,2-5 0,-5-2 0,3-3 0,-3 1-66,-1-1 0,1-4 0,1-2 0,1-1-31,-5-3 0,1-3 0,-4 0 1,1-1 56,-2 0 0,2-5 1,-6-1-1,0 0 57,1 0 0,-4-5 1,3 3-1,-4 0-59,-1 4 0,0-2 0,0 1 0,0 1-1,0-3 0,0 6 0,2-4 0,1 4-126,2 1 0,0-1 0,-5-2 0,1-2-4,4 2 1,-3 2 0,3 3-1,-2 1 137,2 2 1,-2 5 0,5-3 0,-2 1 61,-3 3 0,5 2 0,2 2-113,3 0 1,1 1-1,1 2 1,1 3-62,3 1 1,-3 2 0,3 5 0,-2 0-163,3 0 0,-4 2 0,3 3 0,-3 3-580,-2 0 0,-1 5 0,-2-5 0,-3 1-1046,-1 1 0,-3-1 1,-4 6-1332,0-1 3099,0-6 0,-57-2 0,-15-6 0</inkml:trace>
  <inkml:trace contextRef="#ctx0" brushRef="#br2" timeOffset="32">28961 5914 7762,'-13'-2'-213,"3"-3"1,-3 4-1,5-6 761,0 1-192,2 4 0,0-9 0,-2 5-224,0-2-474,1 4 0,6-2-221,-4 6 894,3 6 0,-9-2 1,5 4 259,-2-2 0,3 4 1,-5-4-171,-1 2 0,-2 0 1,-1 3-1,-1-3-35,1-1 1,5 4 0,-1-2-1,-1 4-10,-2 1 0,-3 2 1,-2 4-1,-1 4 14,2 3 0,-4 6 1,0 3-1,-1 2-53,-4 7 0,5-2 1,2 5-1,3-3-95,2-2 0,4 0 0,2-2 0,2-1-44,3-1 1,1-2-1,4 1 1,2-3-54,6 0 1,3-3 0,1 5 0,1-2-130,-1-3 1,0-1-1,1-3 1,-1 1-130,0 0 0,-6-5 0,-1-2 0,-2 1 14,-1-1 0,1-3 0,-5 4 0,0-3 40,0-2 0,-1-2 1,-3-2-1,-2-1-918,-2-3 1,3 3-1010,-4-4 0,4-3 1,-5-2-1890,-1-8 3875,5-10 0,-17-26 0,-5-13 0,0-5 0,0 0 0</inkml:trace>
  <inkml:trace contextRef="#ctx0" brushRef="#br2" timeOffset="33">27838 6460 7914,'-14'0'1311,"0"0"-570,6 0 1,3 0 0,11 2 0,9 1 0,7 2 0,5-2 0,3-1 0,4-2 346,4 0 1,4 0-1,0 0 1,-2 0-792,-2 0 1,-6 0 0,1 0-1,-4 0-854,-5 0 1,-3 4-1730,-7 1 0,-6 2 2286,-3-3 0,-48-8 0,-13 2 0</inkml:trace>
  <inkml:trace contextRef="#ctx0" brushRef="#br2" timeOffset="34">29263 6360 7764,'-15'-7'36,"6"6"1,-1-4 0,-1 3 279,-2 2 0,4 0 1,-1 0-1,-1 0 0,-2 2 1,-1 1-1,-1 3 1625,1 2-1739,-1 2 0,1 4 0,0 1 0,-1 1 276,1 3 0,-2-1 1,-2 4-1,-1 0-108,2 1 0,1 5 1,1 6-1,2 0-81,4 1 0,-2-5 0,6 5 0,2-1-93,1-1 0,4 1 1,2-7-1,8-3-46,5-5 1,6-3 0,5-3 0,1-3-50,0-5 1,4-4-1,3-2 1,0-4 11,4-5 1,-3-7 0,0-4 52,-2-2-103,-1-1 0,-2-4 0,-4-1 0,-5 0 12,-6 0 1,-4-4 0,-3-1 0,-6 1-79,-2-3 0,-4 6 0,-4-4 0,-8 4-93,-9 1 1,-10 1 0,-6 0 0,-2 4-88,-2 5 0,-1 5 0,1 4 0,0 5-383,0 4 0,6 1 0,5 1 1,7 4-117,6 5 1,3 7 0,3 3-1,5-3-207,8-1 1,8 3-1,11 1 1,6-3 888,7-1 0,24-8 0,12-2 0</inkml:trace>
  <inkml:trace contextRef="#ctx0" brushRef="#br2" timeOffset="35">29809 6647 7764,'2'-14'0,"1"0"649,2-1 0,1 6 3181,-1-1-2865,3 0 1,0 4 0,-3 6-490,-3 8 0,-4 5 0,-3 1 0,-3 1-286,0-1 0,-5 0 0,5 1 0,-1-1-259,-1 1 0,2-1 0,-3 0 0,1-1-1334,-1-3 0,3 2-3208,-1-2 4611,-1 3 0,40-69 0,-9 19 0,0 0 0</inkml:trace>
  <inkml:trace contextRef="#ctx0" brushRef="#br2" timeOffset="36">30313 6230 7801,'0'-14'307,"0"-1"0,0 1 0,0 0 873,0-1 0,0 6 1189,0-1-1626,0 7 0,0-2 0,-2 10-304,-3 4 1,2 4 0,-5 3 0,0 2-177,0 1 0,4 2 1,-4-2-1,0 3-145,0 1 1,3 4 0,-3-5-1,1 1 25,4-4 0,-3 2 1,1-2-1,2 0-169,1 2 0,4-10 1,3 5-1,4-2-37,4-1 0,1 5 1,2-10-1,2 1 104,1 1 0,0-2 1,-4 3-1,-1-1 54,0 1 1,-4 0 0,-2 2 2,-2 1 0,-1-3 0,-5 9 1,-1-4-92,-4-2 0,-5 5 0,-9 0 1,-5-1-251,-3-2 0,-3 0 0,-4 1 1,-3 3-426,0-3 1,-4-1-1,2-1 1,-2-3-382,-2-2 1,0 1 0,1-6 0,5-2-1140,9-1 2188,5-9 0,26-34 0,12-15 0,-3-7 0,1 0 0</inkml:trace>
  <inkml:trace contextRef="#ctx0" brushRef="#br2" timeOffset="37">30284 6115 7764,'0'-14'2807,"7"-1"-1677,2 1 1,4 6 0,1 3-385,1 3 1,-1 2 0,2 0 0,2 0-342,1 0 1,5 0-1,-3 0 1,1 0-443,4 0 1,-1 5 0,1 0 0,-4-2-915,-1-1 1,-2-2-1,-3 0 951,3 0 0,-22-13 0,0-3 0</inkml:trace>
  <inkml:trace contextRef="#ctx0" brushRef="#br2" timeOffset="38">30831 5870 7764,'0'-8'2695,"1"2"0,4 8-1764,5 2 1,3 6-1,1 8 1,0 2-146,1 3 0,1 2 0,1 7 0,3 3-271,-3 2 1,-1 2 0,-2 5 0,-1 3-312,-3 1 1,-4 4-1,-6-2 1,0 0-36,0-1 0,-6 5 0,-5-2 0,-9-1-147,-8-3 0,-3-3 0,-7-2 1,-2 0-268,-2 0 1,-1-1 0,0-4 0,2-3-288,2 0 1,-1-4 0,7 2-1,2-2-532,6-3 0,1-5 1,8-6-1475,3-5 0,10-9 2538,3-13 0,13-38 0,9-21 0</inkml:trace>
  <inkml:trace contextRef="#ctx0" brushRef="#br2" timeOffset="39">31306 6503 7764,'6'-8'904,"-3"-4"0,7 4 0,3-2 110,4 1 1,6 5-1,5-2 1,1 1-73,0 0 1,4 1-1,1 4 1,-2 0-335,-2 0 1,-1 0-1,-2 0 1,-3 1-528,-5 4 0,2-2 0,-2 5 1,-1 0-876,-2 0 1,-8-3-1470,-3 4 0,-5 1 2263,-5 4 0,-41 1 0,-17-1 0</inkml:trace>
  <inkml:trace contextRef="#ctx0" brushRef="#br2" timeOffset="40">31234 6777 9906,'3'0'3111,"8"-2"-2134,8-3 0,0 4 1,5-4-1,4 3-126,4 2 0,-2 0 0,5 0 0,0 0-719,4 0 1,-4 0-1,-3 0 1,-5 0-1345,-3 0 1,-5 0-1,3 0-415,-1 0 0,-6 0 1627,-6 0 0,-31-12 0,-4-4 0</inkml:trace>
  <inkml:trace contextRef="#ctx0" brushRef="#br2" timeOffset="41">32212 6302 7756,'10'-5'0,"-2"-1"2061,-2-2 1,4 6-1080,-6 2 1,1 8-1,-6 11 1,-3 5 128,0 4 1,-8 2 0,3 4 0,-4 2-420,-1 1 1,-1 6 0,1-1 0,-1 4-466,1 1 1,-5-1 0,1 0-1,2 2-573,0-1 1,10-3 0,-8-2 0,1-4-500,0-4 1,3-4-1,2-1 1,2-2-2279,3-3 3123,1-3 0,-11-19 0,-3-4 0</inkml:trace>
  <inkml:trace contextRef="#ctx0" brushRef="#br2" timeOffset="42">30241 10619 8377,'-6'-8'1199,"-4"3"1,-3 3 213,-1 2 1,6 7-938,3 2 0,3 5 1,2 6-1,0 4 0,0 3 1,0 3 697,0 4 1,0 3-846,0 6 0,0 0 0,0 2 0,0 1 0,0 2 0,0 0 40,0 1 1,0 1 0,-1 4 0,-4-2-440,-5-3 0,4 4 0,0-5 0,1-3-535,0-5 0,0-7 0,5-9 0,2-6-504,3-7 0,-2 0 0,6-8 1,1-4-698,-2-7 1,5-16 0,-5-7 1805,0-4 0,-13-15 0,-8-17 0,-1-1 0,-2-8 0,0 0 0,0 1 0</inkml:trace>
  <inkml:trace contextRef="#ctx0" brushRef="#br2" timeOffset="43">30126 10662 8345,'-5'-29'0,"0"2"0,2 3 0,1-3 0,4 4 0,4-1 1089,9 0 0,6 2 0,7-2 1,1 6 371,0 7 1,1 0 0,4 6 0,4 2-872,4 1 1,-5 9 0,-2 4 0,-2 5-165,1 3 1,-2 7 0,-8-2 0,-5 3-60,-3 2 1,-8-1 0,-3 1 0,-4 0-41,-1 0 0,-1-1 0,-6 1 1,-7 0-159,-8 0 1,-6-2 0,0-1 0,-1-4-376,0-1 0,-4-2 1,-3-6-1,1-2-955,0-2 1,0-5-1,3 0 1,-3-2-386,-2-2 1,5-6 0,-2-4 0,6-1 1545,4 1 0,-3 17 0,4 9 0</inkml:trace>
  <inkml:trace contextRef="#ctx0" brushRef="#br2" timeOffset="44">31176 10374 8343,'-29'0'330,"5"0"1,2 0 0,1 2 839,4 2 1,1 4-753,1 7 0,1 1 1,-1 3-1,1 6 1,0 7-1,-1 8 1,1 5-1,0 5 1,-1 1-1,1 5 311,-1 5 0,1-1 0,1 6 0,4-2-371,4-3 0,3-2 1,5-3-1,5-2-169,7-1 0,7-8 1,-1-2-1,1-8-140,4-5 1,1-1 0,0-2 0,-1-1-233,-2-2 0,-5-7 0,3 3 0,-1-4-977,-3-2 0,-2-1 1,-2-4-948,0-4 0,-4-3 2107,0-2 0,-7 6 0,3 2 0</inkml:trace>
  <inkml:trace contextRef="#ctx0" brushRef="#br2" timeOffset="45">31262 10590 8279,'0'-15'46,"0"1"646,0 0 0,7 7 1,2 7 510,4 8 0,2 11 1,-1 7-1,0 6-319,1 6 0,-1 5 0,1 4 1,-3 1-219,-2-2 1,3 5-1,-5 0 1,0 1-166,-4-4 1,3-4 0,-1-2 0,1-2-349,-1-2 0,0-7 0,-2-1 0,2-6-759,2-3 1,-3 3 0,3-5 0,0-3-5843,0-5 1703,-5 2 4745,3-12 0,-25-39 0,-5-18 0</inkml:trace>
  <inkml:trace contextRef="#ctx0" brushRef="#br2" timeOffset="46">31665 10662 8497,'-14'-15'683,"-1"7"1,1 3-92,0 4 1,4 2 0,1 6 0,-4 7 706,-5 9 1,-1 5 0,-8 6 0,-5 4-938,-3 4 1,-10 9-1,-8 7 1,25-26 0,-1 1-248,-2 2 1,-1 1-1,1-3 1,-2-1-1,0-1 1,1 0 0,2-1-1,2 0-48,-21 27 0,12-10 0,10-8 1,11-7-914,9-9 1,14-12 0,9-6-1,11-5-1748,10-5 0,4-5 2594,2-9 0,-9-8 0,1-7 0,3-4 0,-1 0 0</inkml:trace>
  <inkml:trace contextRef="#ctx0" brushRef="#br2" timeOffset="47">31565 11065 10294,'-8'-7'1111,"3"6"0,10-4 1,6 3 70,6 2 1,6-5-1,7 1 1,2 0 575,2 3-1685,6 1 0,-8 0 1,4 0-1,-1 0 1,-3 0-1,-1 0 1,-2 0-1011,-1 0 1,-5 1-1,-6 4 1,-4 3-776,-3 0 1,-7 7 1711,2-1 0,-4-6 0,-1 5 0</inkml:trace>
  <inkml:trace contextRef="#ctx0" brushRef="#br2" timeOffset="48">31622 11338 8211,'-6'-10'643,"-4"1"1,4 4-1,3-5 715,6-1 0,6 0 1,10 1-1,5 4-471,4 0 1,5 4 0,2-3 0,1 4-689,-1 1 0,-2 0 0,-2 0 1,1 0-1020,1 0 1,-4 1-1,-7 2 1,-1 4 819,-3 1 0,-34 27 0,-10 11 0</inkml:trace>
  <inkml:trace contextRef="#ctx0" brushRef="#br2" timeOffset="49">32385 11021 8184,'-15'-6'226,"6"3"1,1-7 2156,1-1-1139,2 5 1,5-2-1,-1 6-53,-4 2 0,2 3 1,-5 12-1,0 1-637,0 3 1,-2 5 0,-3 8 0,2 3-277,2 2 1,1 1 0,-2 4 0,5-2-172,4-2 0,1-4 1,1 2-1,6-2-239,7-7 1,7-6 0,8-12 0,1-4 4,4-3 1,-4-2-1,5-3 1,-1-5 99,-1-7 0,-4-10 1,-7-3-1,-2-5 35,-8-4 1,1 0-1,-8-3 1,-3 2-225,-6-2 1,-5 0-1,-10 0 1,-5 3-438,-4 2 0,-2-3 0,-2 6 0,-1 5-383,1 6 0,3 6 0,5 6 1,3 4-130,0 3 0,10 10 0,-2 5 1165,5 5 0,7 38 0,4 16 0,1 3 0,0 0 0</inkml:trace>
  <inkml:trace contextRef="#ctx0" brushRef="#br2" timeOffset="50">32644 11439 8890,'-15'0'2886,"1"0"-1514,6 0 0,3 0 1,10 0-1061,4 0 0,-1 0 0,2 0-1562,1 0 0,2 0-2404,1 0 3654,1 0 0,-20 6 0,-5 2 0</inkml:trace>
  <inkml:trace contextRef="#ctx0" brushRef="#br2" timeOffset="51">33003 10863 8373,'-22'-8'0,"3"3"1282,3 4 0,6 1 1,2 1-355,2 4 1,1 0 0,5 8 0,0 3-558,0 0 1,0 1 0,0 1 0,0 3-201,0 1 1,0-3-1,0 4 1,0-3 54,0-2 0,0 3 0,0-2 0,0-2-93,0-1 0,0-1 0,2-1 0,1 1-39,2-1 1,6-4-1,-2-1 1,4 1 18,1-2 1,1 3-1,-1-5 1,2 1-64,3-1 1,-3 5 0,4-1 99,-4 3 1,-7 0 0,-1-2 0,-1-2 109,-4 3 0,-8 0 0,-5 4 0,-4 2-265,-5 1 1,1 0 0,-6-4 0,-1-1-944,-3 0 1,-2 1 0,-2-1 0,-1 1-588,1-1 1,3-6 0,3-3 0,2-4-2220,-1-1 3754,4 0 0,-6-64 0,16 24 0,-1 0 0</inkml:trace>
  <inkml:trace contextRef="#ctx0" brushRef="#br2" timeOffset="52">32874 10849 8373,'-5'-10'912,"0"1"0,0-1 0,7-4 791,3-1 1,4 7-1,9 3 1,3 4-933,1 1 0,2 0 1,5 0-1,0 0-532,-1 0 0,1 1 0,-2 3 0,-1 2-630,-2 2 0,-7-3 1,3 3-1,-4-2-5997,-2-3 6388,0 5 0,-18 0 0,-6 7 0</inkml:trace>
  <inkml:trace contextRef="#ctx0" brushRef="#br2" timeOffset="53">33377 10489 8373,'-14'-8'0,"0"3"2046,-1 4 0,6 1-668,-1 0 0,13 11 1,2 5-1,8 6-363,6 9 0,-2 4 0,9 9 1,1 4-268,0 5 0,10 5 1,-10 3-1,-1 1-205,-5-1 1,-7-2 0,-4-2-1,-7 1-308,-6-1 0,-7-1 0,-11-3 1,-6-5-807,-5-3 0,-3-2 0,3-1 0,-2-4-875,3-4 0,-1-10 0,0-7 0,-4-6-4954,0-6 6400,4-3 0,-20-5 0,-8-1 0,-3 0 0,1 0 0</inkml:trace>
  <inkml:trace contextRef="#ctx0" brushRef="#br2" timeOffset="54">32543 11554 8411,'-15'0'107,"1"0"1,0 0 0,1-2 480,3-3 0,4 2 1,8-5-1,2 0 1,6 2-1,4-2 0,4 1 158,1 1 1,5-4 0,-3 6 0,0 0-484,-1 3 0,0 1 0,-6 0-368,0 0 192,-6 0 0,-1 1 0,-9 4 234,-3 5 1,2-2-1,-6 1-24,-3 3 0,4-4 1,0 1-634,2 2 1,-4-3 0,6 2-1379,0 1 0,3-3-890,1 2 2604,0-1 0,-13-1 0,-3-1 0</inkml:trace>
  <inkml:trace contextRef="#ctx0" brushRef="#br2" timeOffset="55">31953 12172 8293,'-13'-1'1426,"4"-4"1,2 2-1,10-5 1,7 0-240,9 0 0,8 3 0,7-3 0,4 0 1452,4 0-2269,7 5 0,-4-10 1,3 5-1,-3-1 1,-2 1-1,-1 1 1,-4 4 8,-4 1 0,-6 2 1,-2 0-895,-2 0 0,-8 2 1,-2 3-1168,-7 4 1,-6 4-1,-2 1 1,-3 1-964,0-1 1,-9 1 2644,-2-1 0,-22 5 0,-10 2 0,-8 2 0,1 0 0</inkml:trace>
  <inkml:trace contextRef="#ctx0" brushRef="#br2" timeOffset="56">32039 12345 8293,'-14'0'0,"0"0"871,-1 0 1,9 0 425,6 0 1,6 0 0,10 0 0,3 0-203,5 0 1,8 0 0,2 0 0,-2 0-693,-2 0 0,-1 0 0,0 0 0,-1 0-640,1 0 1,-2 0 0,-1 0 0,-4 0-668,-1 0 1,3 0-1,-5 2-5289,-1 2 6193,-8-2 0,-42 24 0,-16-2 0</inkml:trace>
  <inkml:trace contextRef="#ctx0" brushRef="#br2" timeOffset="57">32816 12158 10973,'-9'2'1702,"1"4"1,0 7-1300,0 4 0,0 9-230,-2-2 0,-3 10 1,5 4-1,-1 3 1,1 3-1,1-1 367,4 0 1,1-6-456,2-4 0,2-4 0,4-7 1,9-7-1,7-9 0,5-4 84,2-2 1,0-13 0,1-6 0,2-8-63,2-7 1,-5 2 0,-7-5 0,-1 1 44,-4-1 1,-2 5 0,-6-2 0,-4 4-27,-3 1 1,-9 2-1,-4 1 1,-6 4-122,-7 1 1,-4 7 0,1 6 0,2 1-228,1 4 0,1 2 0,-1 1 0,5 0-1596,3 0 0,7 4 1818,-1 1 0,26-13 0,2-8 0</inkml:trace>
  <inkml:trace contextRef="#ctx0" brushRef="#br2" timeOffset="58">7150 6316 7774,'-5'-9'0,"-1"1"560,-2 1 1,3 1-1,-5 3 954,-1-2 0,3-5-883,-1 6 0,4 0 0,-3 9 1,0 5-1,2 4 27,-1 5 0,1-1 0,1 4 0,-3 1-216,0-1 1,-3 2 0,4 5 0,1 0-105,0-1 1,1 6-1,5 0 1,0-2-154,0-2 0,0-1 1,0 0-1,0-1 11,0 1 1,0 0-1,1-2 1,3-1 103,0-2 0,1-5 0,-5 5 1,0 0-6,0-2 0,0 4 0,-1-6 0,-4 1-179,-5 0 1,2 5 0,-1-4-1,-3 2-564,0 0 0,-3-2 0,1 4 1,-1-4-388,1-1 1,0 3-1,1-5 1,2-1-1149,1-2 1,1-3 116,-6-4 0,1-4 1,-1-10 1865,1-4 0,-31-22 0,-14-9 0,-4-3 0,0 0 0</inkml:trace>
  <inkml:trace contextRef="#ctx0" brushRef="#br2" timeOffset="59">6675 6878 7824,'0'-10'1160,"0"0"-26,0-1 0,0 3 1,2 0-104,3 2 1,4 1 0,9 5 0,1 0-212,-1 0 0,2 0 0,1 0 1,2 0-635,2 0 0,2 0 0,2 0 0,0-2-698,0-2 1,-1 0-1,3-4 1,1 0-406,1 0 1,-1-1 0,-6-6-1,-4 3 917,-1 2 0,-34 29 0,-12 13 0</inkml:trace>
  <inkml:trace contextRef="#ctx0" brushRef="#br2" timeOffset="60">7726 6345 7780,'-15'0'240,"-1"5"0,-1 1 0,-3 4 287,3 6 0,-1-2 0,1 7 0,-3 0 0,3 3 0,1 3 0,1 3 0,1 2 415,0 2 0,1 6 0,2 0 0,1 6-481,-1 7 1,5 3-1,-1 2 1,2 1-184,1 3 1,-1 2-1,5 3 1,1-4-221,4-4 1,3-8 0,7-2 0,-1-2-9,0-4 0,6-3 0,0-13 0,1-3-362,0-5 1,4-3 0,-2-3 0,1-3-960,0-6 0,0-4 0,5-3 0,-2-5 1271,-3-5 0,-36-17 0,-13-15 0</inkml:trace>
  <inkml:trace contextRef="#ctx0" brushRef="#br2" timeOffset="61">7826 7050 7144,'-6'-8'326,"3"-3"2850,-7 6-2357,7 0 1,-2 5 0,10 0 0,4 0 0,4 0-1,3-1 1,2-2 0,3-2 0,3 0 0,4 0 752,4 0 1,2-4-1,-4 4 1,2 0-1267,2-1 1,1 4 0,-3-4 0,0 1-408,-5 0 1,2 1 0,-7 4-1,1 0-725,-4 0 1,-3 0 0,-2 0-1124,1 0 0,-3 1 0,0 2-163,-3 2 1,-4 0 2111,4-5 0,-31-6 0,-3-2 0</inkml:trace>
  <inkml:trace contextRef="#ctx0" brushRef="#br2" timeOffset="62">8704 6532 7773,'0'-14'-118,"0"-1"0,0 1 1280,0 0 0,8 1-748,6 3 0,2-2 0,8 4 0,2-2 0,1 2 0,2 2 0,-2 2 0,-2 3 0,-2 1 0,-1 1 549,1 4 0,-11 3 0,1 8 0,-5 3-503,-5 5 1,-1 3 0,-4 2 0,-2 0-358,-6 0 1,-3 0 0,-1-1 0,-1 1-113,1 0 1,0-5 0,-1-2 0,1-1-961,-1-3 1,6-2-620,-1-2 0,9-4 1361,1-1 0,6-6 0,8 2 0,1-2 302,-1 2 1,5-2-1,1 7 1,-3 0 147,-1-2 0,0 6 0,2-1 1,1 4 90,-1 1 1,-7 3-1,-3-2 1,-2 0 236,-3 2 0,4 0 0,-3 4 0,-2-2-157,-5-3 1,0 4 0,-7-3 0,-1 0 24,-2 0 1,-3 3-1,-1-5 1,-4-2-555,-2-1 0,1-1 0,-4-2 0,4-2-958,1-2 1,-3-5 0,5 0-1,2-2-680,1-2 1,3-8 0,2-5 0,3-6 1772,1-3 0,-4-26 0,-2-11 0,1-8 0,0 1 0</inkml:trace>
  <inkml:trace contextRef="#ctx0" brushRef="#br2" timeOffset="63">9063 6014 7773,'5'-16'139,"0"-3"0,6 5 0,-1-1 0,3 9 599,1 4 1,0 6 0,1 5 0,-1 10 329,1 7 1,1 4 0,1 4-1,4 4-206,1 4 1,-4 1 0,3 2 0,-2 1-356,0 2 0,2 6 0,-4-1 0,3 3-99,-3 2 0,-6-6 1,-3 1-1,0 2-203,0 0 1,-4 1 0,0-3 0,-2-5-273,-2-3 1,0 0 0,0 1 0,-2 0-579,-2-4 0,0 1 0,-5-5 0,-2 4-209,-2 1 0,-6-1 1,-1-2-1,1-3-31,-2-2 1,4-7-1,-6-5 1,3-4-472,2-6 1,2-5 0,2-10 1355,-1-3 0,-5-35 0,-3-14 0</inkml:trace>
  <inkml:trace contextRef="#ctx0" brushRef="#br2" timeOffset="64">9625 6834 7735,'-8'-1'2955,"4"-2"-1828,8-2 0,8-2 1,9 4-1,0-2-456,0 2 1,4-3-1,-1-1 1,5 1-201,5 0 1,-4-4 0,4 4 0,-4-1-503,-1 1 0,-2 1 1,-3 5-1,-3 0-714,-1 0 1,-8 0-1,0 2-710,-4 2 0,-3 4 0,-5 8 0,-1 2-3116,-4 1 4571,-3 7 0,-31 8 0,-13 5 0,-3 8 0,-1-1 0</inkml:trace>
  <inkml:trace contextRef="#ctx0" brushRef="#br2" timeOffset="65">9668 7180 7668,'-8'6'113,"3"-4"1074,10 3 1,9-9 0,10-2 0,3 0-162,2-1 1,1-4-1,2 3 1,4-2-590,0 1 1,-2 4-1,3-3 1,-2 2-606,-3 2 0,-2-2 0,-3 1 0,-3 2-2996,-4 1 0,-4 2 3164,-2 0 0,-57 13 0,-15 3 0</inkml:trace>
  <inkml:trace contextRef="#ctx0" brushRef="#br2" timeOffset="66">10776 6748 7831,'0'-14'303,"-5"-1"1,0 1-1,0 1 1,0 2 2922,1 1-2699,-8 1-24,11 1 1,-7 3 167,3 10 0,2-2-307,-7 7 0,5 4 0,-3 7 1,0 1-1,0 4 0,-1 1 294,1 2 1,-5 1-1,5 4 1,-2 4-292,1 4 0,6 2 0,-2 3 0,3 2-191,2 2 1,0-6-1,2-2 1,3-8-67,4-4 0,6-4 0,4-3 1,5-6-170,3-7 1,2-5 0,0-6 0,1-1 84,3-4 0,-2-8 0,2-8 0,-2-1 269,-2-4 0,-5-1 0,-2-3 0,-1-2 55,-4-2 1,-6 1-1,-3 4 1,-1 0-107,-4 0 1,-1 0 0,-4 1-1,-3-1-261,-4 0 1,-4 5 0,-3 2 0,-3 1-314,-5 3 1,-2 2 0,1 4-1,2 0-404,2 3 1,-3 6 0,5-2 0,2 3-391,1 2 0,6-5 0,1 1-2769,-3 0 3893,6 3 0,6 7 0,8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0.2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21969 6230 7750,'0'-14'63,"0"4"370,0 1 1,0 4 757,0-5-665,0 7 1,-2-3 0,-3 6 0,-4 0 432,-4 0 1,-3 4-658,-3 1 0,-4 6 1,-6 1-1,-1 4 1,-4 4-1,-4 4 94,-3 7 1,-9-1-1,-3 7 1,-3 0-53,-1-1 0,-1 6 0,2 3 0,3-5-180,6-4 1,8-2 0,6-7 0,5-3 422,9-5-667,6-3 1,15-8-80,3-3 0,3-3 168,6-2 0,-1 1 0,-2 2 469,-1 2 0,-5 2 1,4-3-1,2 6 34,2 3 1,6 3 0,2 1-1,2 3-216,2-3 1,2 4 0,2 0-1,0 0-180,0-1 0,-2 4 0,-2-5 0,-2-1-704,-3-2 1,0-6 0,-6-2-4731,0-2 4151,-6 5 0,-1-16 0,-9 2 1,-4-6 116,-9-6 1,1 4-1,-7-10 1,1 2 289,-4 0 0,-2 0 0,0 4 760,2 1 0,-25-13 0,-12-4 0</inkml:trace>
  <inkml:trace contextRef="#ctx0" brushRef="#br0" timeOffset="1">21235 6719 7750,'-15'0'0,"1"2"0,0 1 423,-1 2 0,-4 0 0,0-4 0,1 2 608,2 2 1,2 0 0,1-7-323,4-2 0,2-6 0,7-9 1,2-5-353,3-3 0,3-8 0,8-4 0,1-2 137,2-3 1,7-3 0,-4-1 0,2 3-618,0 5 0,-6 5 1,1 6-1,-5 2-3352,-4 3 3475,3 3 0,-82 32 0,28-2 0,0 0 0</inkml:trace>
  <inkml:trace contextRef="#ctx0" brushRef="#br0" timeOffset="2">22817 5122 7723,'-6'-14'-98,"3"4"1,-5 1-1,0-1 567,0 2 1,3-3 0,-3 4 0,0-1 372,0-3 0,3 5-507,-4 1 1,4-3 0,-5 0 0,-1 0 1105,-2 3-1110,-1 4 1,-5 2 0,-1 3 0,1 2 0,0 2 0,-2 5 140,-1 4 1,-2-1 0,-5 3-1,0-1-203,1 1 1,-1 2 0,0 5-1,2-2-62,3 1 1,-2 4 0,7 3-1,2 3-41,1 2 1,8-4 0,3 4 0,3-2-104,2-3 0,8-3 1,5-3-1,6-4-279,4-1 0,-4-8 0,5-9 1,0-2 79,-2-2 0,4 0 1,-6-2-1,1-4 210,0-8 0,3-2 0,-3-8 1,0 0-2,-1 1 1,1-9 0,-3 2-1,1-5-9,-2-5 0,3-2 0,-4 1 1,-4 1-72,1 1 0,-2 3 1,1-4-1,-4 3-10,-2 2 1,-1 7 0,-5 9 199,0 3 1,0 10 140,0 6 1,0 13 0,0 11-1,0 3-16,0 2 0,0 1 1,0 2-1,0 2-180,0-2 0,5 3 0,-1-2 0,1-2-271,2-6 1,-4 2 0,6-1 0,1 3-634,-2 0 1,5 3-1,-4-8 1,4 3-318,1 1 0,1 3 0,-1 1 1,1 0-54,-1-5 1,0 2-1,2-7 1,2 1 224,1-4 0,-1-8 0,-7-3 0,-1-2 921,1-3 0,2-1 0,-1-4 0,0-2 0,-3-6 0,-1 2 0,3 0 0,-1 2 0,-2-1 0,1 3 216,-2 2 0,-9-6 0,-3 5 0,-3-4 669,0-1 0,-3 4 0,5-8 0,-1-2-104,1-4 0,1-7 0,5 1 1,0-5-169,0-5 1,2-2 0,3-9 0,6-1-112,6-2 0,6-7 1,7 4-1,4-2 165,4 1 1,4 2-1,1 0 1,0 9-173,0 4 0,-4 8 0,-3 7 1,-1 3-633,-3 6 1,-6 5 0,-4 8-1,-1 0-220,-3 0 0,-2 8 1,-2 5-1012,1 4 0,-6 7 0,1-3 0,-1 2-109,-1 2 0,4-4 1,-6 0-1,2-2 133,3 0 1,-3 0 0,0-4 1343,-2-1 0,12 13 0,-2 4 0</inkml:trace>
  <inkml:trace contextRef="#ctx0" brushRef="#br0" timeOffset="3">23810 5223 7723,'0'10'-69,"2"-1"457,2 2 1,-2-3 0,4 0 0,1-1 560,2-4 1,4-2-1,3-1 1,2 0-148,1 0 0,11-8 0,-1-4 1,3-7-153,3-4 1,0 4-1,5-5 1,-1-2-383,1-1 0,-10 3 0,-3 2 0,-4-1-408,-6 1 0,-2 4 0,-7-1 0,-8 5-193,-8 4 1,-18-1-1,-9 6 1,-10 4-221,-8 4 1,-3 7 0,-3 10 0,-2 9 637,-1 8 1,-5 4 0,5 4 0,3 3 549,4 5 0,14 3 0,13 1 0,12-2-36,10-7 1,17-4 0,10-13-1,9-6-606,9-2 0,9-9 0,3-6 0,2-1-423,-1-4 1,1-3 0,3-5 0,-3-5-1587,-5-2 0,-3-8 0,-4 0 0,-3-1 1106,-4 0 0,-5-3 1,-5 3-1,-5 1 46,-3-1 1,-3-5 863,-4 2 0,23-35 0,-21 29 0,15-13 785,-12 19 1,-9 9 0,3 1 913,-1-1 1,-4 7-711,-8 4 1,-9 8-1,-10 8 1,-3 5-156,-2 7 1,-6 3 0,-4 4 0,-1 2-346,2 6 1,-2-4-1,8-2 1,5-2-469,6-2 1,7-2 0,6-5-1,9-8-231,12-7 0,16-9 1,14-7-1,8-11 12,5-5 0,-3-10 0,0-4 0,-1-4-197,-1-5 0,-3 5 0,-9 0 0,-9 8 1048,-9 4 0,-4 14 138,-12 2 0,-5 23 0,-5 8 0,2 13-267,2 10 1,-4 2 0,0 2 0,2-1-425,1-4 0,9 2 1,2-6-1,4-2-1497,1-2 1,7-8 0,3-2 0,3-4-4255,2-2 5651,0-6 0,-7-27 0,-1-13 0</inkml:trace>
  <inkml:trace contextRef="#ctx0" brushRef="#br0" timeOffset="4">26026 4978 7698,'-29'-8'500,"5"2"0,1 6 0,4 2 0,7 2 525,5 6 1,6 4-1,1 5 1,1 5-540,4 4 0,-2 7 0,7 3 0,-1 5 518,-1 5-697,-1 3 1,-3 1 0,1-4 0,0-4-1,0-2 1,1-4 0,1-6 145,-1-6 1,5-12-1,0-9 1,7-3-296,6-2 0,3-12 0,4-5 0,2-7-60,5-7 1,4-12-1,1-1 1,-1-4-107,-4-2 1,2 2-1,-6 5 1,-2 0-344,-2 0 1,-8 3-1,-4 4 1,-5 9-904,-4 5 1,-5 3-49,0 4 0,-2 9 0,-2 6 345,0 8 0,2 11 1,1 5-1,3 5 957,2 4 0,8 17 0,3 8 0,4 7 0,1 1 0</inkml:trace>
  <inkml:trace contextRef="#ctx0" brushRef="#br0" timeOffset="5">26745 5482 7698,'-19'5'0,"0"0"450,1-2 1,7-2 0,3-2 0,1-4 730,4-5 0,2-7 0,2-4 0,4 0-488,5 0 1,4-4-1,4 1 1,2-3-102,3-2 0,1 0 0,4 0 0,1 2-198,0 3 0,0 3 0,-2 7 0,-1 1-88,-2 4 1,-7 2-1,2 9 1,-3 3-198,-1 4 0,-7 10 1,-4 7-1,-2 4-153,-2 4 0,0 4 0,0-4 0,-2-2-690,-2-2 1,0-1 0,-4-2 0,2-3-921,3-5 1,1-3 0,4-1-1,3-3 91,4-2 0,6-4 1,2-7 1562,2-4 0,22-32 0,8-17 0,2-5 0,0 0 0</inkml:trace>
  <inkml:trace contextRef="#ctx0" brushRef="#br0" timeOffset="6">27450 5151 7698,'0'-14'0,"0"-1"334,0 1 0,-5 4 1,-1 2-1,-1 0 605,1 0 0,-5 5 0,0-2 0,-5 4-102,-4 1 0,0 11 1,0 5-1,-4 3-268,-3 2 0,-2 9 1,1 1-1,-1 4-239,0 5 0,0 1 0,1 2 0,-1 2 105,0 3 0,7-5 0,4 0 0,7-9-253,6-8 1,5-4 0,5-6-1,6-2-261,7-6 0,9-12 0,8-11 0,3-9 229,7-8 1,-2-5 0,4-7 0,-6-4 77,-2-5 1,-1-5 0,4-4 0,-4-5-14,-5-3 0,-2-4 0,-17 36 1,1-1-1,-1-1 0,-1-1-108,-1-2 1,0 1 0,-1 2 0,-1 0 0,2-37 0,-2 5-594,-5 5 1,-4 10 0,-1 12-753,0 10 1,-1 16 0,-2 20 85,-2 12 1,-5 8 0,4 9 0,-1 5-1135,1 9 2286,1-1 0,-6 26 0,-3 14 0,3-26 0,0 0 0,1 0 0</inkml:trace>
  <inkml:trace contextRef="#ctx0" brushRef="#br0" timeOffset="7">27752 5165 7698,'14'8'312,"-4"0"1,0-4 1460,1 0 0,2 1 1,1-5-627,0 0 1,1 0 0,-1-1 0,2-4-374,3-5 1,-1 2-1,4-1 1,1-3-538,-1 0 0,-4-3 0,1 2 0,-5 2-194,-4 2 0,-4-1-81,-6-4 1,-13 6-1,-7 4 1,-9 9-374,-5 10 1,-7 7 0,-1 10 0,-3 3 187,4 2 0,-1 3 1,9 6-1,1 2 154,1-1 0,9-4 1,4-3-1,7-5-238,6-5 1,17 1 0,7-14-1,8-4-155,6-7 1,3-4-1,4-4 1,-2-2-168,2-6 1,-5-3-1,-1-1 1,-6-1 171,-4 1 1,2 0 0,-7 1-1,-1 2 387,-2 1 1,-2 1-1,1-6 1,-1-1 290,0-3 0,2 1 1,2-6-1,3-1 614,1-2 1,2-2-1,6 2 1,2 1 87,2 2 0,6 2 1,-2-2-1,5 5-380,5 3 0,-4 8 1,-1 3-1,-8 3-1199,-5 2 0,-6 2 0,-1 3 0,-4 4-1517,-6 4 0,-1 1 2173,-7 1 0,0-1 0,-5 1 0</inkml:trace>
  <inkml:trace contextRef="#ctx0" brushRef="#br0" timeOffset="8">30284 4475 7649,'15'-15'623,"-8"9"1,-2 8 487,-3 10 0,-4 9 0,-3 9-531,-4 4 0,-4 8 0,-1 9 0,-2 5 0,-2 8 0,-3 4 0,1 4 0,-3 2 0,1 1 267,-4 2 1,4 0 0,0-7 0,1-5-1239,3-7 1,7-7-1,3-9 1,2-2-1234,2-2 1,3-12 0,1-2-2971,0-7 4594,0-9 0,-26-46 0,-6-18 0</inkml:trace>
  <inkml:trace contextRef="#ctx0" brushRef="#br0" timeOffset="9">29853 5108 7651,'4'-15'0,"1"1"368,-2 0 0,5 4 1,3 2-1,9 0 746,8 0 0,4 5 0,10-2 0,4 3-184,4 2 0,3 0 0,3 0 0,-2 2-1004,-1 3 1,-7-4 0,0 4-1,-6-3-871,-6-2 1,-5 0 0,-4 0 944,-1 0 0,7-13 0,5-3 0</inkml:trace>
  <inkml:trace contextRef="#ctx0" brushRef="#br0" timeOffset="10">30960 4633 7653,'-1'-13'1470,"-4"4"-552,3 2 1,-6 9 0,5 3 0,-2 6-84,2 6 1,-5 7 0,-1 10 0,-4 6-173,-2 6 1,-5 1-1,-4 5 1,-4 4-237,0 5 0,-3-2 0,-1 4 0,-1-6-296,1-4 1,3-10 0,5-9-1,5-6 331,3-4-527,8-3 0,5-14 0,11-7 0,8-8-64,4-5 1,4-2-1,7 1 1,2-2 108,6-3 0,-3 3 0,1-3 0,-2 3 208,-3 1 0,-1 7 0,-2 4 1,-2 2 145,-3 2 1,-4 2 0,-7 4 0,-3 7-40,-5 4 1,-4 9 0,-2-1-1,-4 6-564,-5 2 1,-9 3 0,-3-4 0,-2 1-449,0-1 0,1-6 1,-1-2-1,5 0-2844,3-2 1,8-1 3560,3-7 0,29-25 0,8-7 0</inkml:trace>
  <inkml:trace contextRef="#ctx0" brushRef="#br0" timeOffset="11">31277 5381 13899,'14'0'1173,"1"0"0,5-1 0,4-3 0,4-2-722,0-2 1,6-2-1,1-4 1,2-2-441,3-3 0,-5 3 1,-2-3-1,-4 3-104,-5 1 1,-9 1 0,-12 0 0,-8 1-715,-9 3 0,-9-1 1,-12 6-1,-8 2 69,-8 1 0,-10 9 0,-1 4 0,1 7 1094,2 6 0,9 4 1,5 4-1,9 3 221,5 2 0,7 3 0,16 7 1,8 1-1,8-2 0,18-1 1,8-4-1,7-2-979,7-6 1,-2-7 0,7-4-1,3-1-5072,5-4 5474,-8-7 0,22 3 0,-8-5 0</inkml:trace>
  <inkml:trace contextRef="#ctx0" brushRef="#br0" timeOffset="12">30716 6158 7638,'0'-14'199,"0"-5"1,0-1-1,-2 3 1,-3 2 0,-4 6 869,-4 4 0,-8 5 0,-4 5 0,-6 6-226,-2 7 0,-7 4 0,1 8 0,-1 2 1206,2 2-1753,3 6 0,6-5 1,2 5-1,3-3 0,6-2 1,7-3-1,6-2 216,4-1 0,4-2 1,7-3-1,9-3-590,6 0 0,9-7 0,3 2 0,3-5-687,4 1 0,-2-6 0,-4-1 0,1-4-505,-3-1 1,4 0 0,-8-1 0,-5-2 265,-6-2 1,-5-6 0,-1 3 0,-1-2 1003,0 0 0,7-25 0,2-11 0</inkml:trace>
  <inkml:trace contextRef="#ctx0" brushRef="#br0" timeOffset="13">31090 6403 7638,'-7'-13'766,"-2"3"1,2 2-1,1 5 395,0-2 1,-2 1 0,-7 4-350,1 0 1,4 0-1,1 1 1,-3 6-329,0 7 0,-1 2 0,2 6 1,1 1-125,-1-1 0,0 7 1,1 4-1,5-1-230,4-1 0,1-4 0,0-1 1,1-2-116,4 1 0,5-4 0,7-2 0,4-5-91,1-4 1,4-4 0,6-6-1,2-1-156,-2-4 0,-2-3 0,-1-8 1,-1-3-316,1-5 0,-2-8 0,-3-2 0,-4 2-492,-4 2 0,-2 1 0,0 2 0,-1 1 22,-3 3 1,3 7 0,-5 0-1,1 6-1169,1 4 2186,-7 1 0,16 62 0,-3 15 0</inkml:trace>
  <inkml:trace contextRef="#ctx0" brushRef="#br0" timeOffset="14">31565 6691 9023,'-10'4'1277,"0"1"1,6 0-487,-6-5 1,8-2 0,1-2 0,7-8 58,7-5 1,0-6 0,11-5 0,1-1-414,2 0 1,2 0 0,2 0 0,1 1-345,1-1 0,6-3 0,-6 2 0,-1 4-672,-2 4 0,-7 4 0,-4 7-347,-3 1 0,-8 9 0,-3 2 0,-4 10 926,-1 7 0,-15 17 0,-8 7 0,-1 1 0,0 0 0</inkml:trace>
  <inkml:trace contextRef="#ctx0" brushRef="#br0" timeOffset="15">32111 6503 7811,'5'10'1024,"0"0"1,4-6 76,-4 6 1,-2 0 0,-6 4-456,-2 0 0,-6 1 0,3 1 0,-1 1-202,-1 3 0,5 0 0,-3-2 0,2 1 17,3-1 1,1-2-1,2-2-36,0 0 0,6-1 0,6-3-142,5-5 0,1-4 0,6-2 0,1-4-209,3-5 1,0-7-1,3-4 1,1 0-195,1 0 1,-1-3 0,-6 5 0,-4 2-737,-1 1 1,3 1-1,-5 2 1,-1 2 64,-2 2 1,-2 5-1,0 0 1,1 2-1050,-1 2 0,1 2 0,-3 2 1105,-2 6 0,3-2 1,-5 2-1,0 1 952,-3 2 0,-4 1 0,-1 0 1181,0 1 1,0-1 0,2-1 882,3-3 0,-2 1-1514,6-6 1,1-1 0,6-4-1,2 0-321,1 0 1,5-4 0,-4-3 0,3-1-507,2-3 1,-2-2-1,-1-1 1,-3-1-570,-6 1 0,0 0 1,-10-1-19,-4 1 0,-12 6 0,-13 3 0,-6 5 455,-6 5 1,-4 4 0,-1 11 0,0 4 525,0 3 0,6 8 0,3 3 0,6 4 259,4 1 1,9 0 0,11 0 0,7 1-91,11-1 1,7-2 0,20-2 0,6-6-276,2-2 1,4-7 0,6-2-1,2-1-925,1-4 1,-1-2-1,-7-6 1,-2-4-4342,-3-3 5038,-1-2 0,-11-16 0,1-7 0,4-1 0,-1 0 0</inkml:trace>
  <inkml:trace contextRef="#ctx0" brushRef="#br0" timeOffset="16">12387 6691 7753,'-15'0'0,"1"0"0,0 0 28,-1 0 1,1 0 0,0 0 228,-1 0 1,6-5 234,-1 0 0,5 0 0,-3 4 1471,2-4-516,1 3 0,5-6-265,0 3 0,0 5 1,2-1-746,2 4 1,0 7-1,4-4 1,0 2 30,0 3 0,1 0 0,6 1 1,-1-3-80,0 2 0,5-3 0,2 2 0,2-1-61,2-1 1,-2 0 0,1-4-1,1 0-149,2 0 1,2-3 0,-2-1-1,-1 0-103,-2 0 1,-2 0 0,4 0 0,-4 0-29,-1 0 1,-2-5-948,-4 1 578,-7-1 1,-4 5 85,-8 0 0,0 0 0,-5-2 43,-2-3 0,-2 4 1,-2-4 149,1 3 1,4 2 0,1 0 0,-2 0-29,-2 0 1,-2 0 0,1 0 2,0 0 0,-1 0 1,1 0 55,0 0 1,-1 0-1,1 0 1,-1 0-56,1 0 0,4 0 1,1 0 6,-2 0 1,-2 0 149,-2 0 6,7 0 0,4 0 0,8 2 42,6 3 0,4-4 0,4 6 1,1-2-91,-1-1 0,3 6 0,-1-5 0,1 0-48,0 1 1,3-4-1,-5 4 1,-1-1-83,-2 0 0,-2-1 1,0-4 78,1 0 138,-7 7 1,-3-6 0,-10 4 0,-6-3-215,-7-2 1,0-2-1,-7-3 1,-4-3-13,-3 0 0,-3-6 1,3 1-1,-3-4-177,-2-1 1,3 2-1,-2 2 1,0-1 119,5 1 0,0 1 0,4 2 0,3 3 349,5 2 0,8 1-81,1 5 1,8 0 0,2 0-99,8 0 0,5 5 0,2 1 0,-1 2 98,0 3 1,6 0 0,0 1-1,1-3 193,0 2 0,4-3 0,-1 0 0,4 0-108,0 0 0,1-5 0,0 4 0,-2-2-152,-3-1 0,3 1 0,-3-5 0,2 0-24,-2 0 1,-3 0-581,-7 0 328,-6 0 0,-3 0 0,-10 0-716,-5 0 1,-2 0 0,-3 0-1,2-1-1013,4-4 0,-4 3 0,5-4-589,0-1 0,-5 6 2540,4-4 0,9 23 0,1 6 0</inkml:trace>
  <inkml:trace contextRef="#ctx0" brushRef="#br0" timeOffset="17">12747 6633 7771,'8'-2'1622,"-2"-1"1779,0-2-2794,-4 1 0,11 4 0,-4 1 0,4 2 0,1 2-65,1-2 0,-1 4 0,-1-1 0,-2 1-427,-1-1 0,-1 4 0,6-4 0,-1 0 80,1 1 0,-1 4-11,0-1 1,-6 2-46,-3 3 1,-5-1-29,-5 0 1,-3 1-1,-6-2 38,0-4 1,4 2 0,2-4 0,0-1 97,0 1 0,-2 4 1,-4-3-44,0 0 1,-1 5 0,1-4 0,-1 2-197,1-1 0,-2 3 0,-1-4 0,-3 4-468,3 2 0,-4 2 1,2-1-1,1-3-2780,2 0 1,7-7 3239,-1-1 0,20-80 0,-6 27 0,1 0 0</inkml:trace>
  <inkml:trace contextRef="#ctx0" brushRef="#br0" timeOffset="18">10301 5842 7775,'-15'-8'914,"1"3"0,0 3 333,-1 2 0,7 8 0,3 5 1,4 6-593,1 4 1,1 2 0,3 9-1,2 4 547,2 4-994,-5 1 1,8 2 0,-6 1 0,0 2 0,0 0 0,0 1 0,-2 3 292,-2-1 0,-1-2 0,-1-6 0,-2 1-373,-2-1 0,-5-6 0,4-4 0,-1-4-412,1-5 1,0-2-1,2-4-4897,0 1-452,-1-6 5633,5-7 0,0 1 0,0 1 0</inkml:trace>
  <inkml:trace contextRef="#ctx0" brushRef="#br0" timeOffset="19">9711 7539 7815,'8'-14'0,"0"0"0,-5-2 0,5-2 1467,5-1 1,6-8 0,15 0 0,6-9-598,6-5 0,11-2 0,-23 15 0,0 0 0,1-3 0,2-1-145,1-2 1,0 0-1,1 2 1,1 0 0,0-3-1,1-1 1,-2 3 0,0-1-231,1 1 0,-1 1 0,-2 1 0,-1 1 0,2-1 0,-1 1 0,-2 2 0,-1 2-495,29-22 0,-6 9 0,-4 6 0,-4 2-723,1 3 1,-12 5-1,1 4 1,-7 3-1795,-4 2 0,-4 1 0,-1 2-4016,-2 1 6533,-2 7 0,-5-3 0,1 6 0</inkml:trace>
  <inkml:trace contextRef="#ctx0" brushRef="#br0" timeOffset="20">10718 6978 7778,'-24'2'1430,"2"1"0,1 2 421,3-2 1,10-1-895,8-2 0,8 0 0,11-2 0,5-1-554,4-2 1,0 0-1,1 7 1,0 1-62,0 2 0,-1 8 0,0-1 1,-3 8-153,-1 2 0,-8 2 0,-1 6 0,-9 4-331,-4 4 0,-4 4 1,-6 3-1,-10 1-50,-9 2 1,-16 5 0,0-5 0,-2-2 19,0-1 0,2-10 0,2-6 0,2-10 82,6-8 1,4-8 0,7-12 0,7-10 97,9-7 0,6-11 0,5-3 0,6-3 339,6 2 0,4 5 0,5 0 1,-1 0 340,6 4 1,-3 8-1,6 7 1,-2 6-190,2 6 1,-2 5-1,6 6 1,0 9-512,-1 7 0,3 5 0,-6 2 0,-2 0-1266,-2 0 0,-1-2 0,1-3 0,2-7-4075,2-6 5352,-1 2 0,-10-62 0,-3-9 0</inkml:trace>
  <inkml:trace contextRef="#ctx0" brushRef="#br0" timeOffset="21">17825 16662 7826,'-6'-23'0,"-2"4"240,0 3 1,3-3 0,10 1-1,4 4 1,6 4 0,4 2-1,5 2 1,3-2 1195,2 0 1,4 5 0,3-2 0,0 3-868,4 2 1,0 3 0,0 5-1,-3 8-137,-2 5 0,-1 3 0,-7 7 0,-3 2-99,-5 6 0,-9 2 1,-6 2-1,-2 0-9,-2 1 1,-13 4 0,-8 1 0,-11 1-57,-11-1 1,-1 1 0,-9-4 0,-2 1-312,0-6 0,3-1 0,6-11 1,6-7-316,6-4 0,6-10 0,5-5 0,9-6-156,8-7 0,4-11 0,4-7 0,2-9 173,6-5 0,3 6 1,3 2-1,1 4 384,2 1 1,5 0-1,-3 2 1,0 3 859,0 5 1,4 3 0,-1 1 0,2 3-60,-2 2 0,5 4 0,-2 7 1,5 4-584,0 5 0,-3-1 0,-5 4 0,-5 3-367,-3 0 0,-7 5 1,-1-1-1,-1 3-1071,-4 2 0,-2-2 1,-1-1-1,2-1-1223,3-3 0,-4 2 0,4 0 2400,-3-3 0,-21-90 0,7 24 0,0 0 0</inkml:trace>
  <inkml:trace contextRef="#ctx0" brushRef="#br0" timeOffset="22">13840 15554 7827,'-29'0'237,"0"0"1,2 6 0,3 5 0,3 7 0,2 7 0,0 6 0,2 4 0,1 2 503,1 3 1,7 0 0,3-2 0,4-4-433,1-4 0,3-1 0,5-2 0,10-3 1153,7-5-1228,1-3 1,17-8 0,-2-3 0,7-5 0,5-5 0,6-6 0,7-7-31,4-6 1,-32 8-1,1-3 1,0-1 0,0-1-1,1-3 1,0 0-107,1-2 0,1 0 0,3 1 0,0-1 0,1 0 1,0 0-1,0 1 0,0 2-15,-2 0 1,0 1-1,0 3 1,-1 3-1,-4 0 1,-1 3-1,37-6 84,-1 8 1,-4 4-1,-1 7 1,-5 3-60,-5 7 0,2-1 0,-7 12 0,5-2-5,4 1 1,-1-1-1,-5-6 1,3-4-138,2-4 1,2-3 0,3-2-1,-5 0-47,-2 0 0,-3-5 0,1 0 1,-4 2-4,-6 1 0,-2 2 0,-14 2 0,-3 1 221,-3 2 0,-9 6 1,2-1-1,-3 2 57,-1 3 1,-6 4 0,1 0 0,1-1-109,2-2 0,1-2 0,1 0 0,1 1-71,3-1 1,3-1 0,7-3 0,1-6-55,4-2 1,3-2-1,6-2 1,0-2-27,0-6 1,5-3 0,0-1 0,-2 1 166,-1 3 1,-2 4 0,1 6 0,-3 0-38,-3 0 1,9 5 0,-2 1 0,3 4-54,1 6 0,5-7 1,1 4-1,6-3 71,6-2 1,8-5-1,2 2 1,-2-4 98,-2-1 0,1 0 0,2 0 1,6 0-56,-40 1 0,1-2 1,1-4-1,0-2 1,1-2-1,1-2 1,2-1-1,1-1-48,3-1 0,0-1 1,4-4-1,0-2 1,2-1-1,1-1 0,-2-1 1,-1-1-18,1-2 0,0-1 0,-2 4 0,0 0 0,-1 2 0,-1 0 0,-4 3 0,-2 1-1039,-4 2 0,-1 2 0,25-6 0,-24 16 1,-9 2-4797,-9 2 5773,-10 0 0,1 5 0,-7 0 0,1-1 0</inkml:trace>
  <inkml:trace contextRef="#ctx0" brushRef="#br0" timeOffset="23">21882 7453 7775,'-16'0'88,"-1"0"1,-3 0 0,3 0 1315,1 0 0,8 2 0,5 2-322,6 6 0,6 8 0,11 2 1,5 3-514,7 2 0,2 3 0,9 0 0,6 3-133,6 2 0,4-1 0,2 5 0,3 0-122,1 0 0,-2 1 0,2 5 0,-3 0-83,-6 0 1,-11 1 0,-13 0-1,-8 4 102,-10 5 0,-14 0 1,-16 3-1,-14 5-234,-16 3 1,18-28-1,-2 1 1,-6 3-1,-1 0 1,-1 0-1,-1 0-98,-1-1 0,-2-1 0,0-1 0,0-1 0,-1 0 0,-1 0 0,1 0 0,0 0-84,-1 0 0,2 0 1,4-3-1,2 0 1,3-3-1,1 0 1,-24 26 172,8-3 1,9-7 0,9 1 0,9-6 11,12-2 1,7-7-1,8 3 1,9-2-57,7 1 1,7 4 0,5-2 0,2-1-140,1 0 0,5 0 0,-6-1 0,1 2-2,-3 1 1,-5 5-1,-5-4 1,-5 4 122,-3 1 0,-4 5 0,-2 1 0,-5 2 66,-4 4 1,-1-4 0,0 2-1,0 1-60,0 2 1,0-3 0,2 0-1,1 1-227,2 2 0,4-13 37</inkml:trace>
  <inkml:trace contextRef="#ctx0" brushRef="#br0" timeOffset="24">22107 13466 23674,'-14'28'96,"-5"9"33,-18 35-1,2-9-1770,3-9 0,3-11-774,5-9 1,10-25 2415,9-14 0,4-12 0,1-12 0,0 0 0</inkml:trace>
  <inkml:trace contextRef="#ctx0" brushRef="#br0" timeOffset="25">23393 8820 7797,'1'-14'1028,"4"-1"499,-3 1-1039,4 6 1,-6 3 0,0 11 0,0 9-1,0 7 1,0 7 0,-1 6 697,-4 8 1,2 7-1,-5 9 1,0 5-879,0 8 0,3 1 0,1-32 0,0 0 1,0 0-1,1 0-174,0 38 1,-3 1 0,1-6 0,2-4-615,1-9 0,2-10 1,0-11-1,0-3-1145,0-2 1,0-8 0,0-8-3449,0-3 5073,0-8 0,-32-8 0,-8-8 0</inkml:trace>
  <inkml:trace contextRef="#ctx0" brushRef="#br0" timeOffset="26">22947 10201 7797,'-8'-1'1024,"6"-4"-191,10-5 1,11-9 0,18-5 0,10-5-357,7-4 0,2-9 1,-23 18-1,1 0 0,1 0 1,0 0 180,3-1 1,-1 1 0,31-21 0,-3-1 0,-9 6-341,-8 6 0,-10 5 0,-6 7 0,-6 7-1818,-7 9 1,-3 6 0,-3 5-1778,-4 4 3277,-2 11 0,-16 24 0,-8 11 0,1 7 0,0 0 0</inkml:trace>
  <inkml:trace contextRef="#ctx0" brushRef="#br0" timeOffset="27">23479 10345 7848,'-27'0'0,"3"0"0,5 0 1311,3 0 0,9 0 1,9-1-392,11-4 1,9 2-1,12-5 1,4 1-14,4 4 1,1 1 0,2 2 0,1 0-340,2 0 1,3 7-1,-6 2 1,-5 7-467,-3 8 0,-5 2 0,-10 12 0,-8 2-108,-7 2 0,-15 3 1,-13 1-1,-16 3-237,-12 3 1,-12-6 0,-3 0-1,-2-6-230,-2-6 0,2-9 0,2-4 0,7-5 448,10-8 1,10-13-1,15-9 1,8-10 280,7-8 0,19 2 1,7-5-1,8 3 485,6 3 1,4-2-1,6 12 1,1 3 212,-1 5 0,0 5 0,0 7 0,0 4-592,0 5 0,-6 9 1,-3 5-1,-6 5-1233,-4 4 0,-1 4 0,-6 6 0,4-1-2768,2-4 0,-4 4 3639,5-4 0,-7 16 0,4 5 0</inkml:trace>
  <inkml:trace contextRef="#ctx0" brushRef="#br0" timeOffset="28">28227 16604 7799,'-8'-21'186,"-3"5"0,6-3 0,2 3 0,3 2 0,4 1 1,6 2 814,3 1 1,6 7 0,2-2 0,0 4-268,-1 1 0,4 0 0,-3 0 0,0 0-421,0 0 0,4 6 1,-2 3-1,-1 6 300,-3 4 1,-1 3 0,-1 7 0,3 2-163,-3 2 0,-1-1 0,-2 5 0,-1 0-319,-3-1 1,1 3 0,-6 4-1,-4-1-80,-4-4 0,-6 2 0,-11-5 1,-5 0-32,-7 0 0,-10 4 1,-6-6-1,2-2-112,1-6 0,2-4 0,0-8 0,1-4-139,4-4 0,4-6 0,10-9 0,5-11-128,3-9 1,8 0 0,4-4 0,2 4 408,2 1 0,11 2 0,5 1 0,3 4 388,2 1 0,6 7 0,0 6 0,5 1-79,0 4 0,5 1 0,0 2 0,1 0-797,1 0 0,-6 7 0,4 2 0,-2 4-1234,-3 1 0,-3 1 0,-4 1 1671,-1 3 0,0 10 0,5 8 0</inkml:trace>
  <inkml:trace contextRef="#ctx0" brushRef="#br0" timeOffset="29">28932 17064 7811,'-31'0'1326,"-1"-1"2994,13-4 1,10-1-3745,13-4 0,4 4 0,13 6 0,-2 0-1397,1 0 0,4 0 0,-5 0 0,-2 0 821,-1 0 0,-1-39 0,-1-9 0</inkml:trace>
  <inkml:trace contextRef="#ctx0" brushRef="#br0" timeOffset="30">29910 16144 7811,'-11'-13'1465,"-4"3"1,-8-1 950,-1 6-1582,-4 7 0,6 12 0,3 12 0,3 6 0,1 8 0,1 4 0,0 6 1290,-1 1-2051,1 2 0,4 5 0,1-3 0,-3 0 1,1-4-1,0-1 0,2-6-670,-3-4 0,4 5 1,0-5-1,0-2-2649,0-1 0,-1 3 3246,-6-2 0,-16-2 0,-10 2 0,-2 4 0,0-1 0</inkml:trace>
  <inkml:trace contextRef="#ctx0" brushRef="#br0" timeOffset="31">29076 17467 7818,'4'-28'1013,"1"-1"0,8-5 0,1-1 0,10-2 610,8-3 1,13-3-1,13-3 1,7-2-1120,-30 25 1,1-1 0,2 0 0,0-1 0,1 1 0,-1 1 0,0 2 0,-1-1 176,0 2 1,0 0 0,30-12 0,-2 0 0,-2 7-1413,-7 6 0,-7 9 0,-12 5 0,-7 4-3761,-4 1 4492,-9 12 0,-47 62 0,5-24 0,1 1 0</inkml:trace>
  <inkml:trace contextRef="#ctx0" brushRef="#br0" timeOffset="32">29766 17510 7818,'8'-33'464,"-3"-1"1,3 1 0,3 2 0,7 1 986,6 1 0,8-3 0,3 10 0,0-1-184,0 4 1,4 5 0,-6 4 0,-2 6-719,-6 2 0,-4 4 0,-7 4 0,-1 7-527,-3 4 1,-10 9 0,-12-1 0,-7 7-67,-10 7 1,-10 1 0,-11 0-1,-1-2 53,-4 2 0,0-5 1,-3 0-1,2-1-812,3 0 1,-1-2 0,8-8-1,4-7 373,7-6 1,9-6 929,12-10 1,15-9 0,25-10-1,6-2 73,6 2 0,4-1 0,1 6 0,2 1 75,3 2 1,-3 3 0,3 2 0,-5 3-39,-5 2 1,2 1 0,-5 5 0,0 0-1343,1 0 1,-5 6 0,-5 2 0,-4 2-3105,-1-1 1,3 1 3835,-5 4 0,13 14 0,-1 2 0</inkml:trace>
  <inkml:trace contextRef="#ctx0" brushRef="#br0" timeOffset="33">31291 16935 7769,'0'-19'0,"0"-2"0,2 0 1394,3 0 0,9 2 0,12 6 0,4 2 8,3 2 1,9 5-1,0 0 1,4 2-649,0 2 1,4 6 0,-2 4 0,-3 1-558,-5-1 0,-12 3 0,-8-2 0,-6 5-1177,-4 3 0,-4 0 0,-9-3 1,-8 3-3194,-13 5 4173,-10 3 0,-15-7 0,-18 1 0,-1-1 0,-5 3 0,0 0 0,0 0 0</inkml:trace>
  <inkml:trace contextRef="#ctx0" brushRef="#br0" timeOffset="34">31047 17295 7769,'9'0'1419,"1"0"1,4 0 55,9 0 0,9 0 0,15 0 1,9 1-248,10 4 1,1-2 0,11 5-1,-2-1-695,-4-4 1,-10 3 0,-14 1 0,-5-1-1262,-5 0 0,2-1 728,-6-5 0,19-19 0,-1-5 0</inkml:trace>
  <inkml:trace contextRef="#ctx0" brushRef="#br0" timeOffset="35">32715 16906 7769,'-8'3'3978,"4"7"-1643,2 9 1,-4 10 0,-4 9-1,-3 12-1549,-1 9 1,-12 11 0,12-31-1,0-1 1,-17 37-353,1-1 0,-4-9 0,-1-2 0,0-6-1611,0-4 1,1-10 0,5-9 0,2-4-5999,3-1 7175,-3-7 0,11-14 0,-5-9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0.3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32633 8430 22272,'3'6'104,"21"12"309,4-5 52,6-7 0,3 0 1,7-1-1,4-3-39,5-5 1,1-5 0,-1-7-1,-6-1-147,-18 2-74</inkml:trace>
  <inkml:trace contextRef="#ctx0" brushRef="#br0" timeOffset="1">12358 9208 7916,'-5'-9'0,"-1"1"529,-2 1 1,5 1 1886,-2 1-1874,-3 4 0,6 1 0,-1 9 0,5 4 655,3 1-960,6 7 0,-8-3 0,5 6 1,0 1-1,-2 3 0,1 0 1,-3 1 413,3 0 0,-6 0 1,4 1-1,-3 4-265,-2 4 1,0 4-1,0 2 1,-2 3-127,-3 1 1,-3 0-1,-6-5 1,0 0-18,-1 0 1,6-1 0,-1-4 0,1-4-91,1-4 0,-4-8 0,8-2-855,0-4-288,3-2 0,2-6-2109,4-3 59,-3-4 2006,4-1 0,-6-1 1,0-4-1677,0-5 2710,0 4 0,-70 12 0,26 2 0,0 0 0</inkml:trace>
  <inkml:trace contextRef="#ctx0" brushRef="#br0" timeOffset="2">11998 10662 7785,'-6'-8'944,"3"1"1098,-7 7-1359,7-6 1,3 3-1,11-7 1,7-3-1,7-3 1,7-4 931,7-3 1,4-2-1161,5-9 1,3 2 0,7-6 0,-3-1 0,0 1 0,-4 0 9,-1-2 1,1 3-1,-7 0 1,-4 2-307,-3 3 0,-3 2 0,-4 1 0,1 0-81,-3 0 0,3 2 0,-11 3 1,0 5-2364,-4 3 1,0 1-720,-12 1 1,1 8-609,-5 6 3612,-6 6 0,-47 53 0,18-24 0,0 1 0</inkml:trace>
  <inkml:trace contextRef="#ctx0" brushRef="#br0" timeOffset="3">12732 10345 7785,'-14'0'1246,"-1"0"196,1 0 1,8-6-855,6-4 0,6 2 0,10 0 0,3 0-129,5 0 0,3 3 0,2-3 0,0 2-93,0 3 0,-2 1 1,-2 2-1,-1 0-160,2 0 1,-4 2-1,1 1 1,-3 5-92,-2 5 0,-4 0 1,-4 9-1,-5 0-19,-4 1 0,-1 1 0,0 4 0,-1 3-140,-4 2 0,-5-2 0,-7 2 0,-4-1-205,-1 2 0,-2-4 0,-5 4 0,0-5 6,0-5 1,2 0-1,2-8 1,2-4 34,2 1 0,2-6 0,5-4 0,1-8 200,4-9 0,-3-2 1,8-8-1,0 0 326,3 1 0,2-2 0,4 5 0,5 3 300,3 1 0,1 3 1,2 4-1,1 4-18,3 3 0,4 2 0,-4 0 0,1 0-349,0 0 0,5 0 1,-4 2-1,2 1-264,0 2 0,-5 4 0,3-2 0,-1 1-545,-3 3 1,-2-3-1,-2 1 1,1 1-3378,-1-2 0,-4 3 3935,-1-6 0,-25 0 0,-1-5 0</inkml:trace>
  <inkml:trace contextRef="#ctx0" brushRef="#br0" timeOffset="4">10157 4763 7833,'-2'9'54,"-2"-1"1,-6 0-1,-1 0 1,0 2-1,3-1 1,0 1 524,0 1 0,4 2 0,0 3 0,2 1 95,2 3 1,0 5 0,0-1 0,0 3-210,0 2 1,0 1-1,2 2 1,1 4-88,2 0 1,1 1 0,-3 3 0,2-2-51,-2 2 1,4 2 0,-3 0 0,0-2-117,-3-2 0,-1-4 0,0 2 1,0 1-56,0 0 1,0-5 0,0 1 0,0-2-110,0-2 0,0-6 0,0 0 0,0-2-73,0-4 0,-5-1 393,1-1-288,-1-7 0,5-8 0,0-12 0,0-5 21,0-7 1,0-7 0,0-5 0,0-7-20,0-2 1,0-6 0,0-4 0,0-5-94,0-8 1,5-2-1,1-2 1,0 0 204,1 0 1,4 3-1,-2 2 1,4 2 53,2 6 0,4 11 1,0 4-1,0 8 6,2 1 1,0 11 0,4 0 0,-2 6-163,-2 4 1,4 4-1,-3 0 1,1 1-112,-4 1 1,2 0 0,-2 5-1,-1-2-28,-2 2 0,-2 1 0,0 2 0,-1 2 120,-3 2 0,1 4 1,-5 7-1,1 1 188,-1 3 1,-1-1-1,-4 4 1,3 0 27,0 1 1,1-1-1,-5 4 1,0-4-52,0-1 1,-5 4-1,-1-2 1,-2-1-139,-3-3 0,-2 2 1,-3 0-1,-1 0-201,-3 0 0,-5-2 0,1-5 0,-3-1-262,-2-4 1,-2 4-1,0-5 1,-5 0-505,0-3 1,4-3 0,-4-2 0,3 0-398,-1 0 0,2 4 1,7 3-1,2-1-2170,3 1 3434,7 4 0,6-10 0,7 6 0</inkml:trace>
  <inkml:trace contextRef="#ctx0" brushRef="#br0" timeOffset="5">12128 3986 7758,'-22'-23'124,"2"4"1,4 3 0,2 2 0,0-1-1,-1 2 1097,1 4 0,-1-2 0,1 6 435,0 2-1233,-1 7 1,-1 4 0,-1 8 0,-4 4 0,-1 5-1,-6 9 1,-4 9 353,-6 8 0,1 7 0,-1 4 0,-2 5-526,19-32 0,0 0 1,-2 5-1,-2 0 1,1 2-1,0 1 1,1 2-1,0 0-43,0-1 0,1 1 1,1 1-1,1 1 1,0-2-1,1-1 0,3 0 1,0 0 7,3 1 0,1-2 1,-7 29-1,9 3 0,7-7 73,6-8 0,7-1 0,9-3 0,5-3 49,3-5 1,3-8 0,2-3 0,2-2-264,-2-3 1,3 3 0,-1-3 0,-2-3-398,-2-4 0,-1-2 1,-2 2-1,-2-1-565,-1 2 1,-8-4 0,0 1 0,-6-1 422,-4 1 1,4 0-1,-5 5 1,-2-3 463,-1-1 0,4 7 0,2 5 0</inkml:trace>
  <inkml:trace contextRef="#ctx0" brushRef="#br0" timeOffset="6">12272 4921 7847,'-7'-8'128,"1"-5"0,-5 5 1,3-2-1,0 1 1,0-1-1,-2 1 870,2-1 1,-5 7 161,4-2-763,-4 3 1,-1 4 0,-1 3 0,2 4 0,2 6 0,2 4 348,-2 5 1,-1 10 0,1 6-1,3 6-379,2 7 1,-4 9 0,4 5 0,-1 5 27,1 5 0,3-4 1,8 4-1,4-5-133,4-5 1,8-6 0,3-13 0,4-13-194,6-13 0,8-9 0,7-14 1,2-6 147,4-7 0,-6-13 0,1-13 0,-2-7 4,0-5 0,-2-3 0,-9 1 0,-8 3-92,-9 1 1,-5-4 0,-6 1 0,-4-1-57,-3 1 0,-5-1 1,-7 4-1,-9 0-337,-7 1 1,-9-4 0,-3 7 0,-4 3-322,-1 3 1,5 9 0,-1 2 0,1 9-83,1 4 0,7 8 0,7 5 1,3 6-273,2 6 0,8 4 1,6 2-1,2 0-2620,2 5 3559,6-4 0,41 30 0,15 0 0</inkml:trace>
  <inkml:trace contextRef="#ctx0" brushRef="#br0" timeOffset="7">14545 4302 7807,'-14'-5'192,"-1"0"1,1 1-1,-1 4 1,1 0 0,0 0-1,1 1 1454,3 4 1,-3 3 0,4 6 0,-4 2-789,-1 4 0,-2 4 1,-4 9-1,-4 6 856,-3 2-1560,-8 9 0,-8 7 1,17-23-1,-1 1 1,-2 2-1,-1 1 1,-2 3-1,-1 0 0,-2 1 1,-1 0-1,1 1 1,0-1 201,0-1 0,1 0 0,1 0 0,-1 1 0,-2-3 1,0-1-1,1-1 0,1-1-27,3-1 1,0-1-1,2-3 1,2 0-1,-15 20 1,6-8 966,7-7-1296,7-12 0,15-10 0,7-11 0,10-4 0,7-4 0,6-2 0,7 4 0,2-2 0,2 2 0,6-3 0,-4 1 0,3 0 0,-1-1 0,0 4 0,7-3 0,2 4 0,1 1 0,1 0 0,-3 0 0,4 0 0,1 0 0,0 0 0,2 0 0,-5 0 0,-3 0 0,-2 5 0,0 1 0,0 0 0,0 1 0,-6-1 0,-5-3 0,-5 2-475,-3-2 1,-6 1-1,1-1-2118,-3 2 1,-8 1 0,-3-1-1560,-4 4 4152,-7 4 0,-37 25 0,-18 9 0,16-13 0,1 0 0,-1 0 0</inkml:trace>
  <inkml:trace contextRef="#ctx0" brushRef="#br0" timeOffset="8">13451 6187 8578,'-6'-14'1746,"6"4"1,2 2-888,10 2 1,11-4-1,10 5 1,6 2 209,2 1 1,9 2-1,4-1 1,7-2-396,6-2 1,3 0-1,2 3 1,0-1-328,0-2 0,3-4 0,-4 2 0,-9-1-343,-6-3 0,-10 5 0,1-1 0,-6 3-278,-2-1 1,-14 0 0,-1 5 0,-6 0-2319,-4 0 0,-4 0 2592,-1 0 0,-18 13 0,-1 3 0</inkml:trace>
  <inkml:trace contextRef="#ctx0" brushRef="#br0" timeOffset="9">16012 4475 7795,'-4'-10'0,"-3"2"1401,-1 2 0,7 1-837,1 5 0,11 11 1,8 5-1,0 7 1,2 5-1,3 6 0,5 3 1,3 3 565,1 1 1,7 9 0,-1 4 0,4 5-721,5 4 1,-26-29-1,0 0 1,26 32 0,-3-1-39,-2-2 0,-4-4 1,-3-3-1,1-2-138,0-1 0,-10-7 1,0 2-1,-4-5-169,-6-4 1,-1 1-1,-1-7 1,-1-2-538,0-6 0,1-1 0,-2-8 0,-2-3-2583,-2 0 1,1-7 3054,4-1 0,-20-37 0,-12-17 0,2-3 0,-1 0 0</inkml:trace>
  <inkml:trace contextRef="#ctx0" brushRef="#br0" timeOffset="10">17005 4460 7783,'-2'-14'1501,"-2"0"0,-4 6-543,-7 3 1,6 3 0,-1 4-1,-1 4-252,-2 9 0,-3 10 0,-3 12 0,-7 4-144,-6 9 1,0 4 0,-8 6 0,-6 3-251,19-27 0,-2 0 0,-1 4 0,-1 0 0,-4 5 0,-2 0 0,-1 1 0,0 1-60,-1 0 1,-1 0 0,1-3 0,0 0 0,3-1 0,0 0-1,1-3 1,0-1-31,1-2 1,1-1-1,3-6 1,2-1 0,-17 24-1,10-8-769,11-7 1,11-9-1,9-12-294,7-5 1,8-8 0,19-8 0,6-8 840,7-5 0,6-5 0,9-7 0,-1 0 0</inkml:trace>
  <inkml:trace contextRef="#ctx0" brushRef="#br0" timeOffset="11">19106 4575 7707,'-44'-4'0,"3"-1"1053,2 2 1,6 1 0,9 2 0,5 0-8,3 0 1,6 0-1,1 2-607,-3 2 1,0 4 0,-3 7 0,1-1 111,-1 1 0,1 5 1,-2 4-1,-2 5 36,-1 5 1,-5-2 0,4 6 0,-3 2-114,-2 2 0,-4 2 0,-5 3 0,-4 2-162,-4 2 0,-1-3 0,0 4 0,-2-1-88,-3 0 1,5-5 0,-2 2 0,7-5 127,3-4 1,6-4 0,8-8 222,5-3 0,7-10-514,13-9 1,11-3 0,9-2 0,5-2 97,4-3 1,10-3 0,10-6 0,5 0-121,4-1 1,4 1-1,5 0 1,3-1-40,3 1 0,-9 1 0,4 2 0,-3 3 0,-3 1 0,-1 3 0,-7 4 0,-6 0-892,-10 0 0,-15 6 0,-9 5 0,-7 5-804,-6 3 0,-4 2 0,-1-3 0,-1 2 783,-4 3 1,-5-4 912,-9 5 0,-16-3 0,-10 1 0,-5 5 0,0-1 0</inkml:trace>
  <inkml:trace contextRef="#ctx0" brushRef="#br0" timeOffset="12">18113 6072 7697,'-15'0'1383,"9"0"1,8 0-254,10 0 0,11 0 0,10 0 0,6 0-97,2 0 1,9 0 0,4 0 0,5-2-536,4-3 0,7-3 1,0-6-1,7-2-570,-37 6 0,0 1 0,34-7 0,-2-3 1,-10 3-449,-8 1 0,-4 1 0,-9 0 0,-2-1-1366,-6 1 0,-2-1 1886,-3 1 0,14-26 0,3-6 0</inkml:trace>
  <inkml:trace contextRef="#ctx0" brushRef="#br0" timeOffset="13">20098 4748 7679,'0'-14'0,"-1"-1"0,-3 1 1818,0 0-1311,5-7 0,7 5 0,7-3 1,-1 3-1,2 1 0,2 2 1,2 2 880,3 2 1,-4 5 0,3 0 0,1 2-600,-1 2 1,0 2 0,4 2 0,-2 6-360,2 3 1,-4 3 0,0 3 0,1 5-150,-1 3 1,-4 4 0,1 1-1,-3 3-179,-2 1 1,1 0 0,-3 5 0,0 4-224,-3 0 0,-6 1 0,1 0 1,-8 4-200,-5 1 0,-10-3 1,-5 3-1,-5-1-110,-5-4 1,-4 4 0,-8-1-1,-2 1-233,1-1 0,-2-1 0,-1-6 0,1-2 381,-1-2 1,5-12 0,12-4 0,9-9 166,6-8 0,10-10 0,3-6 0,4-7-57,1-6 0,11-8 1,7-3-1,5 0 214,8 0 0,2 1 1,1 7-1,3 3 376,0 5 0,4 8 1,-3 3-1,2 1 395,-1 4 0,2 2 0,-2 2 0,2 4-477,2 5 1,-4 4 0,-4 3 0,-3 4-1053,-5 2 1,-12-6 0,-3 4-1,-4-2-660,-5 0 0,-1 1 1,-4-6 1375,-2 0 0,-32-20 0,-13-12 0,-6 2 0,0-1 0</inkml:trace>
  <inkml:trace contextRef="#ctx0" brushRef="#br0" timeOffset="14">20861 3755 7658,'6'-19'0,"4"0"0,2 1 875,3 2 0,1 4 0,1 2 0,4 5 101,2 4 1,-1 9 0,4 6 0,-2 10 140,1 8 0,-2 11 1,0 10-1,1 4-273,-1 6 1,4 4-1,-5 8 1,2 2-244,0-2 1,-1-2-1,1-1 1,-4 2-287,1 3 1,-6-4-1,1 4 1,-7-3-96,-2-3 0,2 3 1,-4 0-1,-2-1-332,-1-3 0,-4-1 1,-1 1-1,-3-1-186,-2-2 1,-2-6-1,-4 1 1,-1-2-52,1-3 0,-1-4 0,1-2 0,-2-1 36,-3-4 1,1-1-1,-6-2 1,-1 0-290,-2 0 1,-2-1-1,-2-4 1,0-4-779,-3-4 0,-6-7 0,3-4 0,-1-5 1380,-1-4 0,-30-24 0,-15-11 0,22 7 0,-1-1 0,1 0 0</inkml:trace>
  <inkml:trace contextRef="#ctx0" brushRef="#br0" timeOffset="15">22127 4590 8024,'-8'-15'373,"3"1"0,5 0 0,6-1 1,10 1 536,12 0 0,11 1 0,11 2 0,3 1 1,8 0-1,7 2 0,6 4 0,-2 2 577,-4 2 0,-5 2 1,2 2-1,-1 8-760,-3 5 1,-7-1 0,-2 2 0,-1-6-566,0-2 0,-5 0 0,2 2 1,-3-2-440,-2-5 0,-1 1 0,-4-1 0,-6-2-3554,-6-1 2297,-6-2 1,-13 0 0,-7 0 0,-10 1-1798,-7 4 3331,-12-3 0,-36 9 0,-16 3 0,22-6 0,-1 0 0,0 0 0</inkml:trace>
  <inkml:trace contextRef="#ctx0" brushRef="#br0" timeOffset="16">22055 5280 7766,'-27'10'782,"3"0"0,8-7 424,16 2 1,11-4-1,24-1 1,8 0-78,8 0 0,12-6 1,2-2-1,4-2-406,3 1 1,8-1 0,-35 3-1,1 0 1,-1-1 0,1 1-402,0 0 1,1 0 0,-1 0 0,1 0 0,2-1 0,1 1 0,-2 0 0,0 1-132,-2 2 1,0-1 0,-2-1 0,-1 1 0,24 0 0,-5 2-355,-3 1 0,-4 2 0,-9 0 0,-11 0-1047,-8 0 0,-9 2 1,1 1-1,-5 3-866,-4 2 0,1-3 0,-4 3 2076,1-2 0,-5-7 0,3-7 0</inkml:trace>
  <inkml:trace contextRef="#ctx0" brushRef="#br0" timeOffset="17">25321 4173 8024,'-16'4'694,"-4"1"0,4 6 0,-3-3 0,3 0 408,2-3 1,6-5-1,5-5 1,6-4 354,7-4 1,4-1-660,5-1 1,-1-4 0,6-2 0,1 0 0,2-1 0,4 0 368,2-4 1,-1 4 0,5-2 0,0-2-898,0-1 1,3-2-1,6 0 1,2 1-271,-2-1 0,1 0 0,-1 0 0,2 1 0,-2-1 0,-7 6 0,-6 4 0,-4 5 0,-5 4 0,-3 4 0,-7 6 0,-6 1 0,-3 4 0,-3 6 0,-2 7 0,0 0 0,0 6 0,0 1 0,0 2 0,-5 4 0,-2 2 0,-1 6 0,-3 2 0,-2 7 0,-1 2 0,0 2 0,-1 8 0,-1-3 0,-1 7 0,-3-2 0,3 1 0,1 1 0,2-5 0,1-2 0,3-5 0,-1-3 0,6-4 0,0-3 0,-1-1 0,4-6 0,-2-3 0,2-5 0,2-3 0,0-1 0,0 2 0,2-2-1142,2-2 0,-2 3 1,3-5-1,-4 0-589,-1 2 0,0-1 0,-1 6 0,-4-4-1318,-5-1 1,2 3 3048,-1-5 0,-39 20 0,-15-1 0</inkml:trace>
  <inkml:trace contextRef="#ctx0" brushRef="#br0" timeOffset="18">25033 5482 8024,'-29'0'372,"0"0"1,2 0 966,3 0 0,16 0 1,16 0-1,13-2-112,13-2 0,7-4 1,7-8-1,5-2-221,3-1 1,3 0 0,3 4-1,4 1 285,-1-1 0,4 1 0,-5 1 0,2 4-1180,2 4 1,-4 3-1,-3 2 1,-5 0-112,-3 0 0,-1 2 0,4 1 0,-3 3 0,-5 2 0,2-4 0,-1 0 0,1-2 0,-1-2 0,-1 5 0,-5 0 0,-1-2 0,-4-2 0,4-1 0,-7 0 0,-1 0 0,-6 0 0,-8 0 0,-1 0 0,-3 0-748,-8 0 0,-3 0 0,-10 0-2255,-5 0 1,-3-1 3002,-1-4 0,-24-12 0,-9-6 0,-4-4 0,0 0 0</inkml:trace>
  <inkml:trace contextRef="#ctx0" brushRef="#br0" timeOffset="19">14113 17654 7911,'-28'-4'1667,"-1"-1"1,6-2-730,4 3 1,10 4 0,5-2 0,6 7-348,3 3 0,0 1 1,-4 7-1,2 2 278,2 1 1,2 2-599,-3-2 1,0 3 0,4 7 0,0-2 0,-2-1 0,2-2 138,0 2 0,2 1 0,2 1 0,-1 0-78,-1-4 0,0 1 0,4-4 0,0 0-51,1 0 1,-1-1-1,2-2 1,2 1-81,1-1 1,0-1 0,-4-1 0,-1 0-69,0-3 0,2-2 0,2 4 0,1-3-23,-1-2 0,-1-4 1,2-6-1,4 0-58,-1 0 0,5-1 0,-3-4 1,4-5 16,0-2 0,6-4 0,1-2 0,0-1 35,0 1 1,1-2 0,-5 0-1,5 1 24,0-2 0,-2 5 1,4-3-1,1 2-65,-3-3 1,8 4 0,-3-4 0,7-1-24,3-3 0,2 2 0,5-1 0,1 1 4,3-1 0,-1 1 0,6-4 0,2 4-31,1 1 1,2-3-1,-2 5 1,-1 1-14,-2 3 0,-1-5 0,2 1 0,-2 2 0,-2 1 0,-2 8 0,-6 3 0,-1 3-40,-3 2 0,-4 0 1,5 0-1,0 0 21,-2 0 1,3 7 0,-6 2 0,0 4 76,2 1 0,-5 1 0,3-1 0,-4 2-58,-1 3 0,5-1 0,0 4 0,-3 1 0,-5-1 0,2 2 0,-6 5 0,3 1 0,-1 4 0,-6-4 0,0 4 0,-6-4-154,-7-1 0,2-5 0,-4 0 0,-2 0 133,-4-2 0,-8-1 0,2-7 0,-4 1 159,-1-1-171,0 0-204,0-6 1,0-8 0,0-11 0,-1-6 338,-4-7 0,3-3 0,-2-4 0,2-1-178,2-1 1,2-7 0,2 1 0,6-1 66,3 2 1,1-2 0,1 6 0,1 1 113,3-2 1,-2 4 0,7-4 0,2 3-77,1 3 1,2-3 0,0 8 0,-1-1 76,1 1 1,0 3 0,0 7 0,-1 1-119,1 3 1,-5 4 0,-1 8 0,-1 2-28,0 6 0,-4 4 0,1 4 0,-1 3 38,1 1 0,-3 2 0,3 3 1,-3-1 3,-2-2 0,6 0 0,-1 3 0,0-3 31,2-5 0,-4 2 1,7-2-1,3-1 95,5-2 0,0-2 0,8-1 0,4-2-120,2-1 0,8-7 0,-1 2 0,5-5-9,4-5 0,5-3 0,11-8 0,-36 7 0,1 0 0,1 0 0,2-1 0,1-2 0,1 0 0,-2 2 0,0-1 0,-1 0 0,-1-2 0,0-2 0,0 0 0,0 1 0,0-1 0,-3-1 0,-2-1 0,26-14 0,-12 2 0,-16 5 0,-7 2 0,-7 0-1163,-7-1 0,-5 6 0,-11-2 1,0 3 1162,0 1 0,-19 7 0,-5 2 0</inkml:trace>
  <inkml:trace contextRef="#ctx0" brushRef="#br0" timeOffset="20">19077 17942 7911,'-15'-9'0,"3"-1"660,2-1 0,-1-2 0,8-1 1,4 1-1,9 2 0,7 1 0,6-1 524,-1-2 1,5 3 0,-3 2 0,3 0-483,2 0 1,5 4 0,-1-4 0,-1 1 611,-1 4-1139,-3 1 1,3 2 0,-1 0 0,1 0 0,-4 0 0,-2 2 0,-1 3 237,0 4 1,-6 4 0,3 0 0,-2 0-397,0 1 1,-1-3-1,-7 9 1,-2-3-17,3 2 0,-6 4 0,-1 5 0,-4 1-140,-1 0 0,0 1 0,-1 4 1,-4 4-152,-5 4 0,-2-1 0,-3-1 0,-1-1-143,-3 1 0,3 1 0,-5 1 0,1-4-58,-4-4 0,1 1 0,-1-1 0,-1-2 152,-3-2 1,4-8 0,2-4 0,0-5 221,-1-4 1,7-12-1,0-5 1,7-13-97,2-12 1,3-9 0,4-4-1,1-1 423,4 6 1,3 1 0,6 10 0,1 2 708,-1 1 0,2 11 1,2 3-1,2 5-116,3 5 1,2 8 0,7 6 0,2 7-460,-2 6 1,3 3 0,0 3 0,2 2-626,3 2 0,0-2 1,0-7-1,-2-2-1832,2-2 1,3-7 2112,5-4 0,29-33 0,-32 10 0,0 1 0</inkml:trace>
  <inkml:trace contextRef="#ctx0" brushRef="#br0" timeOffset="21">27436 9741 8221,'-7'-15'-7,"-2"1"1,-3 4 1,3 1 502,-4 6 1,11-2 0,-2 10 0,2 6 0,2 6 5684,0 7-5680,0 4 0,0 8 0,0 6 0,0 6 0,0 3 1,0 3-1,-2 4 132,-2 4 1,-4-3 0,-8 4-1,-2-4-550,-1-1 1,-5 2-1,5-4 1,-1-8-432,0-6 1,9-12-1,-2 0 1,3-7-1705,2-7 0,7-5 1,1-11 655,8 0 0,4-6 0,3-6 1395,-1-5 0,0-19 0,-1-8 0,2-6 0,1-1 0</inkml:trace>
  <inkml:trace contextRef="#ctx0" brushRef="#br0" timeOffset="22">27421 9712 8194,'-11'-16'0,"-3"-2"0,-2-2 895,0-3 0,8 6 1,3-2-1,3 3 190,2 1 0,2 1 1,3-1-1,4 1-350,4 0 1,6-1 0,0 1-1,1-1 127,0 1 0,1 0 0,5 1 1,-2 2-220,1 1 0,2 5 1,2-3-1,0 2-297,0 3 0,-5 1 0,0 4 0,1 3-57,2 4 0,-4 4 1,-4 3-1,-3 3-167,-2 5 1,1 3 0,-2 4 0,-4 2-69,-4 6 0,-5 2 1,-6 4-1,-9 1-308,-7 2 1,-7 2-1,-5-4 1,-4 2-166,-4-2 1,-7 2-1,-2-3 1,0-5 14,3-3 1,3-5-1,3-8 1,6-5 77,7-3 1,6-8 0,11-5 321,2-6 0,5-5 0,10-6 0,5-1 212,2 1 0,9-5 0,3-1 1,3 5 475,2 3 0,-5 4 0,0 5 0,2-2-168,1 2 1,0 8 0,-1 5 0,-4 4-517,-1 5 0,-2 3 0,-5 9 0,1 2 0,-1 6 0,-4-2 0,-2 1 0,-2 2 0,-3 1 0,0 1 0,1-4 0,0-4-1585,0-4 1,2-1 0,0 0-1,2 0-1040,4-1 1,7-12 0,5-6 2624,3-7 0,1-59 0,-2-28 0,-5 25 0,-1 0 0,0 1 0</inkml:trace>
  <inkml:trace contextRef="#ctx0" brushRef="#br0" timeOffset="23">28241 10129 12743,'16'0'2798,"2"2"0,1 3-1749,-1 4 0,2 2 1,1 1-1,1-3-483,4 2 1,1 1-1,2-1 1,0-3-408,0-2 1,1-1-1,2-5 1,0 0-537,-5 0 1,0 0 0,-8-2-1,-1-2-643,-2-6 0,-8-3 0,-3-3 0,-4-1 333,-1-3 0,-6 1 0,-5 5 0,-8 0 471,-10-1 0,-5 7 0,-6 3 0,2 4 478,-2 1 0,-2 8 0,-1 6 1,0 9 628,0 4 0,1 8 1,2 5-1,5 5-67,5 3 0,-1 0 0,14-7 0,4-1-568,7-2 0,12-7 0,8-1 0,10-6-517,8-3 1,5-2 0,8-6-1,3-4-842,5-4 0,3 2 1,1-3-1,-1 0 1103,-3-3 0,-8-6 0,4-3 0,1 0 0,-1 1 0</inkml:trace>
  <inkml:trace contextRef="#ctx0" brushRef="#br0" timeOffset="24">29421 10115 8088,'-14'-14'0,"-1"-1"0,2 1 2106,4-1 1,-4 7 0,3 5-998,-2 6 0,-9 5 0,-3 8 0,-3 4-462,-2 4 0,-6 4 1,-4 4-1,-2 3-106,-2 2 1,4-3-1,2 4 1,4 1-131,6-3 1,6-1 0,11-7 0,6-3-262,2-1 0,10-1 0,8 1 0,11-5-349,10-3 0,6-3 0,5-2 0,3-3-942,0-2 1,5-1 0,-5-5 0,1-2-448,-4-3 1,-1-2-1,-2-8 1,-5 1 1587,-3-1 0,-12-27 0,-4-13 0,2-4 0,-1 0 0</inkml:trace>
  <inkml:trace contextRef="#ctx0" brushRef="#br0" timeOffset="25">29924 9683 8088,'-24'5'0,"2"3"813,1 5 1,2 1-1,6 13 1,4 7 470,4 6 0,-1 6 1,-1 12-1,1-1-413,-1 1 1,1 0 0,3 1 0,-4 0-1008,-1-2 0,4-2 0,-4-12 1,0 0-356,0 0 1,0-1 0,-4-5 490,3-9 0,-26 8 0,-12-6 0</inkml:trace>
  <inkml:trace contextRef="#ctx0" brushRef="#br0" timeOffset="26">29493 10144 8069,'0'-15'0,"0"1"1416,0 0 0,8 1 0,5 3 0,7 5-74,8 4 0,-1 1 0,13 1 1,4 4-1082,8 5 1,5 3 0,7 1 0,8-1-812,8-4 0,-37-4 0,0-2 550,1 0 0,3-1 0,29-4 0,7-1 0,-23 3 0,0-1 0,0 1 0</inkml:trace>
  <inkml:trace contextRef="#ctx0" brushRef="#br0" timeOffset="27">30442 10230 8069,'-14'-14'384,"0"-1"1,-1 6-1,2-1 1,2-1 0,3-2-1,2-1 1205,3-1 1,-1 7-1,0 4 154,-6 2-1409,4 2 1,-12 6-1,2 6 1,-5 7 0,-4 9-1,-4 9 1,-3 5 291,-2 1 0,-4 2 0,4 1 1,3 2-348,0-2 1,10-7 0,5-6-1,7-2-386,2-2 1,11-9 0,10-5 0,10-9-436,8-4 0,6-10 1,10-7-1,5-9 230,3-8 0,-5-4 0,-3-8 0,-3 0 76,-2-4 0,-6 3 0,-5-3 0,-7 5 125,-6 4 1,-9 11-1,-5 8 1,-5 6 1078,-5 4 0,-5 7 0,-7 13 0,-2 9-225,1 7 1,-3 9 0,2 3 0,2 4-983,1 1 0,6-2 0,2-1 0,2-1-710,2 1 1,4-5 0,5-1-1,6-6-990,7-4 1,0 2 0,6-7 0,1-3-650,2-5 2588,-4-4 0,23-20 0,0-3 0</inkml:trace>
  <inkml:trace contextRef="#ctx0" brushRef="#br0" timeOffset="28">30644 10676 8069,'-5'-10'239,"-1"1"439,-2-2 0,4 3 0,-2-2 0,1-3 237,0-4 1,1-1 0,4-4 0,1-1-66,4 1 1,3-2-1,6-6 1,2-2-151,4-2 1,2 2-1,7 7 1,-1 2-195,1 2 0,0 2 0,0 6 0,0 4-279,-1 4 0,-4 5 0,-3 5 0,-3 6-272,-6 7 0,-7 6 0,0 8 0,-3 3-541,-2 1 1,-7-2 0,-2 3 0,-2-2 228,1-3 0,-1-2 1,6-1-1,2 0-4865,1 0 5222,2-13 0,45-29 0,11-19 0</inkml:trace>
  <inkml:trace contextRef="#ctx0" brushRef="#br0" timeOffset="29">31392 10273 8069,'-6'-29'0,"-2"7"0,-5 3 0,2 3 1159,1 1 0,-4 3 1,-6 2-1,1 5 58,-2 4 0,-1 9 0,-7 6 0,0 10-438,1 8 1,-1 6-1,0 10 1,0 5-309,1 3 0,0-3 0,4-2 1,7-1-295,6-4 0,4-8 0,9-6 1,4-6-191,9-7 0,1-9 0,8-6 0,1-4-97,2-4 1,2-6 0,-2-9 0,-1-5-211,-2-3 1,-7-2-1,3-1 1,-4-2-123,-2-2 0,-1 0 0,-2 4 0,-3-2 94,-2-2 1,4-4 0,-5 5 0,-2-1-273,-1-1 1,-2 9 0,0-1 362,0 5 1,0 12-1,0 16 725,0 17 0,-5 12 1,-2 13-1,1 6 559,0 7 0,1 0 1,3 6-1,-1 2-270,-2 1 1,-1 2 0,1 0 0,-5 0-215,-2 0 1,-4-7-1,-5-4 1,-8-5-107,-8-3 1,-4-7-1,-2 1 1,-1-7-438,1-7 0,2-9 0,2-6 0,6-7-1386,2-6 1,9-12 0,3-9 0,4-13-3330,6-12 4715,2-15 0,11-10 0,3-19 0,2-2 0,-3 15 0,0 0 0,0 0 0,0 0 0</inkml:trace>
  <inkml:trace contextRef="#ctx0" brushRef="#br0" timeOffset="30">31881 9280 8069,'-16'8'0,"-2"5"0,-1 6 2011,2 4 1,1 9 0,1 12 0,-1 12-1104,-3 10 1,8-27 0,-2 0 0,-3 3 0,-1 1 0,-2 2 0,1 1-492,0 1 0,-1 1 1,-1-4-1,0-1 1,3 1-1,1 0 1,-1-2-1,2-1-352,-1 1 1,1 0 0,-7 28-1,4-8 1,7-11-1497,6-6 0,4-3 0,1-4 0,0-6-4277,0-6 5708,6-5 0,21-52 0,12-10 0</inkml:trace>
  <inkml:trace contextRef="#ctx0" brushRef="#br0" timeOffset="31">31809 10201 8069,'-6'10'2741,"-4"-1"-519,4-5 0,11 2 1,11-6-1,4 0-1123,6 0 0,1-5 0,3-1 0,2-2-891,2-3 1,0-2 0,-7-2-1,-2-1-668,-1-3 0,-8 3 0,-1-3 0,-11 5-448,-7 4 1,-13-1 0,-14 6 0,-12 5-70,-9 8 0,-6 8 0,-4 15 1,-3 2 1045,-2 5 1,12 9 0,4 4 0,14 3 712,12 5 0,16 2 0,14-5 0,18-3-243,16-5 1,16-10-1,11-6 1,5-5-1225,5-3 1,-2-6 0,-35-9 0,0 0 684,38 2 0,-52-30 0,-18-13 0</inkml:trace>
  <inkml:trace contextRef="#ctx0" brushRef="#br0" timeOffset="32">27047 11942 8169,'-2'-14'0,"-2"-1"475,-6 1 1,2 0 0,0-1 1809,2 1-1883,1 6 1,7 2 0,2 6-1,6 1 1,3 2 0,-1 4-1,0 1 1,-3 4 725,2 6 1,-4-2 0,-1 5-1,-1 0-662,0 3 1,0 8 0,-5 1 0,0 1-252,0 1 0,0-3 0,0 5 0,-2-2-74,-3-3 1,4-7 0,-4-2 0,3-2-254,2-4 1,2-7 0,4-7-167,9-6 0,1-12 0,8-10 0,1-9 45,2-9 1,4-2 0,1-6-1,1 0 125,-1 0 0,-3 11 0,-5 1 0,-6 9-47,-7 6 1,0 13 344,-6 16 0,-2 11 1,-6 19-1,-4 6 23,-1 6 1,5 6 0,-2-6 0,4 0-92,1-2 1,0-2 0,0-2 0,1-2 17,4-6 1,3-9-1,5-5 1,-2-4 28,-1-6 1,4-2 0,5-7 0,0-3 291,2-7 0,2-1 0,5-15 0,1-4-28,0-7 0,1-4 0,4-4 0,4-5-54,4-7 1,-4-1-1,-1-4 1,-2 4-429,-3 5 0,-2 4 0,-2 7 1,-6 6-680,-8 7-1639,1 6 1,-14 22 0,4 6 0,-5 7-2792,-5 8 5158,4 8 0,-18 21 0,-7 9 0,2 8 0,0 0 0</inkml:trace>
  <inkml:trace contextRef="#ctx0" brushRef="#br0" timeOffset="33">28241 12201 8148,'-14'0'473,"-1"0"913,1 0 1,6 2 0,3 3-575,4 4 0,-1 6 1,-1 2-1,-2 2-693,2-1 1,1 0 0,2-1 0,0 2-932,0-1 0,0-2 812,0-2 0,13-82 0,-5 23 0,0 0 0</inkml:trace>
  <inkml:trace contextRef="#ctx0" brushRef="#br0" timeOffset="34">28414 11511 8148,'-11'-15'995,"-4"1"0,2-1 1583,4 1 1,7 6-2174,2 3 0,7 12 1,7 5-1,0 6-632,1 0 0,4 4 0,0 0 1,-1 2 226,-2 0 0,-2 19 0,1 10 0</inkml:trace>
  <inkml:trace contextRef="#ctx0" brushRef="#br0" timeOffset="35">28975 11813 8148,'-22'0'245,"-4"-2"1,7-1-1,1-2 1162,2 2 1,2 1-1,-1 2-578,1 0 1,0 8 0,-1 5 0,1 6-623,-1 4 1,3 5-1,-1 8 1,0 2 23,-3 7 0,-1 0 0,4 7 0,3-1-84,5-4 1,4-2 0,2-15 0,4-4-170,5-4 1,7-9 0,4-9 0,2-2 222,2-2 1,2-8 0,2-6 0,0-10 177,0-8 0,-1-5 0,1-8 0,0-3-35,0-4 0,-5 0 1,-2 0-1,-1-4 54,-4-5 0,-1-6 0,-3-8 0,-2-2-211,-1 2 1,-7 1 0,2 4 0,-3 1-790,-2 2 1,0 19 0,0 5-1128,0 9 1,0 17-1,0 5-268,0 9 1,0 18 1996,0 13 0,-6 11 0,-1 6 0,-1 1 0,0 0 0</inkml:trace>
  <inkml:trace contextRef="#ctx0" brushRef="#br0" timeOffset="36">29536 11237 8091,'-6'-8'787,"-7"-3"1,-6 6 350,1 2 1,7 5 0,1 7 0,1 10-100,1 7 1,-5 11 0,3 6 0,-1 8-403,2 5 0,-4 8 1,3 3-1,-3 3-433,-1 2 0,0 0 1,-2 0-1,0 0-538,1 0 1,-2-11 0,9-5-1,0-5-902,3-5 1,3-7-1,2-7 1236,0-7 0,-44-36 0,-12-14 0</inkml:trace>
  <inkml:trace contextRef="#ctx0" brushRef="#br0" timeOffset="37">29148 11784 9074,'-15'-14'1218,"6"4"1,1 0-129,1-1 1,10 5 0,10 1 0,6 3-40,4 2 0,2 2 1,7 3-1,3 3-1041,2 0 1,2 5-1,4-5 1,0 1-1449,0 1 0,-1-5 0,-4 3 0,-4-2 1438,-4-3 0,-14-1 0,-3-2 0</inkml:trace>
  <inkml:trace contextRef="#ctx0" brushRef="#br0" timeOffset="38">29838 11554 8091,'-6'-8'366,"-2"1"1,-7 7 394,1 0 0,1 4 0,2 5 0,1 10 53,-1 7 1,-2 9 0,1 5 0,0 6-280,3 7 0,-1 3 0,-4 3 0,-1 2-139,1 1 0,0 1 1,-1-7-1,3-5 29,2-8 1,4-8 0,6-11-251,0-5 0,6-9 0,4-7 0,2-6-125,3-7 0,4-9 0,2-5 0,1-3 155,4-2 1,-4-4-1,2-1 1,0 2 144,-2 2 1,1 7-1,-6 4 1,2 5 140,-1 4 0,-2-1 0,-3 8-373,-4 4 0,-2 12 1,-7 11-1,0 3-431,0 2 0,1 5 0,3-1 0,0 1-2046,0 1 0,4-5 0,1 4 2359,4-4 0,27 12 0,6 3 0</inkml:trace>
  <inkml:trace contextRef="#ctx0" brushRef="#br0" timeOffset="39">31478 11511 8231,'-9'-15'0,"1"1"372,1-1 0,-2 1 1,4 0-1,3-1 1145,5 1 1,10-1-811,6 1 0,9 6 0,-1 3 1,5 4-1,0 4 0,0 5 1010,1 6 0,-2 17-1380,2 2 0,-4 7 1,-5 5-1,-6 1 1,-7 4-1,-6 1-12,-4 3 0,-7 2 1,-7 0-1,-8-1-311,-8-3 1,-9-5 0,0 1 0,-4-5-388,-1-5 0,1-7 0,2-11 1,4-4-44,0-8 0,5-4 0,8-6 0,7-4 90,5-9 1,8-10 0,-2-11-1,5 0 251,5-4 0,4 6 0,9 4 0,1 6 935,-1 3 1,2 3 0,0 9 0,-1 4 261,2 3 1,-4 2 0,7 2 0,2 3-753,1 4 0,2 6 0,-1 4 1,1 5-1174,0 3 1,6-3 0,2-1 0,1-1-526,1 0 1328,-1-4 0,24-10 0,6-10 0</inkml:trace>
  <inkml:trace contextRef="#ctx0" brushRef="#br0" timeOffset="40">26918 16144 8263,'-10'6'0,"0"2"611,-1 0 1,3 3 2028,-1-6-2212,5 0 1,3-7 0,7-4 0,2-9 0,3-7 0,2-5 0,2-4 0,-1-2 0,2-6 832,3-2 1,2-4-1,4-4 1,1-7-709,4-5 1,1-8 0,7 4 0,2-3-355,2 1 0,-19 32 1,2 0-1,-1-1 1,1 2-1,25-29-149,-1 7 1,-1 16 0,-6 2 0,-4 9-121,-4 10 1,-10 6 0,-5 15 0,-5 4-35,-4 9 1,-4 12 0,-6 13 0,0 5 343,0 2 1,0 13 0,0-3 0,-1 2-111,-4 0 0,3-1 0,-4 1 0,1 2-380,0 1 0,-4 5 0,2-4 0,1-2-615,0-2 1,1-8 0,5-3 0,0-3-481,0-2 0,5-8 1,1-6-1,2-9-1994,3-4 3339,2-1 0,-24-46 0,-7-10 0</inkml:trace>
  <inkml:trace contextRef="#ctx0" brushRef="#br0" timeOffset="41">27105 15784 8263,'-7'-8'720,"1"-5"0,-4 4 463,5-4 0,12 0 0,7 3 0,9 4-111,4 0 1,3 4-1,5-4 1,7 1-543,4 0 0,4 0 0,-4 5 0,4 0-543,1 0 1,0-1-1,2-3 1,-5 0-629,-4 0 0,-2 3 1,-2 1-1,-3 0 641,-2 0 0,-14 19 0,-8 5 0</inkml:trace>
  <inkml:trace contextRef="#ctx0" brushRef="#br0" timeOffset="42">28083 15971 8263,'-24'14'419,"0"1"1,6-1-1,-1 0 1,3-1 2774,2-3-2430,6-4 1,3-9 0,10-7-209,4-9 0,4-6 1,3-6-1,2-2 12,1-6 0,5-2 0,-3-2 0,1-2 18,4-3 0,-4 3 1,2-1-1,2 6-50,1 6 1,-2 4 0,1 3 0,1 3-319,-1 5 0,-1 9 0,2 5 0,-1 4-555,-2 1 1,-2 8 0,2 4-1,-3 8-1196,0 2 0,-5 2 0,3 5 1,-3 1-3342,-2 4 4874,1-4 0,-18 13 0,-5 7 0,-1 0 0,0 0 0</inkml:trace>
  <inkml:trace contextRef="#ctx0" brushRef="#br0" timeOffset="43">28687 15841 8660,'-6'0'3462,"6"-1"-2496,8-4 0,6-3 1,5-6-1,7-1-313,6 1 0,-2-5 1,4 0-1,-2-1-422,1 0 0,-4 4 0,2-4 0,-8 4-745,-2 2 0,-3 0 2,-9-1 1,-15 7-1,-13 5 1,-8 6-75,-7 7 1,-4 9 0,-9 5 0,-2 5 236,-2 4 1,0-1-1,-2 7 1,5 1 663,3 1 1,8-1 0,5 0-1,8 0 197,10-5 1,8-3 0,12-5 0,10-3-388,11-4 1,10-6 0,9-4 0,4-6-284,1-2 0,2-2 0,3-2 1,-4-2-991,-4-6 1,-8 2 0,-3-2-1,0-1 1148,0-2 0,7-39 0,8-11 0</inkml:trace>
  <inkml:trace contextRef="#ctx0" brushRef="#br0" timeOffset="44">29306 15827 8262,'0'-19'161,"0"0"0,-2-2 0,-1 3 0,-3 1 758,-2 4 1,-2 0 0,-4 8-1,-1 2 80,1 2 1,-5 2-1,0 6 1,-1 7-492,0 8 1,2 5-1,-6 4 1,0 2-228,2 6 1,-4-2 0,7 1 0,1 0-276,2-1 1,8-3-1,4-10-508,2-5 1,15-10 0,7-5 0,11-9-23,7-10 1,4-12 0,1-11 0,0-5 252,0-5 1,-4 8-1,-4-2 1,-3 4 292,-5 1 0,-13 10 0,-1 0 401,-5 4 0,-3 12 1,-7 13-1,-1 12 474,-2 13 0,-4 4 0,2 9 0,1 3-628,0 3 0,1 2 0,5-6 0,0-4-1023,0-4 0,6-4 0,4-1 0,4 0 754,5-1 0,29-18 0,13-5 0</inkml:trace>
  <inkml:trace contextRef="#ctx0" brushRef="#br0" timeOffset="45">31593 15237 8675,'-22'-8'806,"6"2"0,8 7 0,2 4 1,2 6-1,3 9 0,1 10 0,0 13 470,0 13 0,0 5 0,0 9 0,-2 5-777,-3 4 1,-7-3-1,2-36 1,-1 0-1,-12 37-249,-2-7 1,2-4 0,-1-10-1,1-2-701,0-1 1,-1-13 0,8-2 0,5-7-1373,3-7 1,3-4-1,7-7 1823,3-3 0,15-23 0,11-11 0</inkml:trace>
  <inkml:trace contextRef="#ctx0" brushRef="#br0" timeOffset="46">27105 13050 8257,'-15'-14'240,"1"-1"0,-1 3 0,1 0 0,0 3 0,1-2 4267,3-2-1846,-2 5-2360,10 1 0,-4 9 1,6 3-1,0 6 1,0 8-1,0 10 1,0 8 501,0 4 0,0 4 1,0 3-1,-2 5-430,-3 3 0,-3 1 0,-5 1 0,2-2-631,2-3 0,1 1 1,-2-6-1,5-3-998,4-5 0,1-7 0,0-7 1,1-4-620,4-1 1,3-7 0,6-6 1874,1-1 0,-25-38 0,-11-17 0,1-4 0,-1 0 0</inkml:trace>
  <inkml:trace contextRef="#ctx0" brushRef="#br0" timeOffset="47">26889 13467 8189,'-8'0'783,"13"0"0,11 0 0,4 0 705,6 0 0,6 2 1,3 1-1,2 2-944,3-2 0,3 4 0,3-3 1,4 0-967,1-3 0,2-2 0,3-4 1,-3-5 421,-6-3 0,-2-27 0,-2-6 0</inkml:trace>
  <inkml:trace contextRef="#ctx0" brushRef="#br0" timeOffset="48">27651 12806 8189,'-20'1'500,"-4"4"0,3 5 1,2 7-1,3 5 843,1 6 0,6-1 0,1 13 0,0 5-299,0 6 0,4 5 1,-2 1-1,1 1-446,0-1 1,-1 2 0,1 1 0,-3-1-541,0-3 1,-4-4 0,4 1 0,-2-5-398,0-3 0,7-8 0,-2-4 0,4-4-2348,1-5 0,6-2 2687,4-2 0,9-17 0,3 2 0</inkml:trace>
  <inkml:trace contextRef="#ctx0" brushRef="#br0" timeOffset="49">27896 13467 8137,'-29'13'468,"2"-2"1,1-1-1,6 1 1,2 0 850,5-1 1,10-2 0,3-5-1,10 2 91,7-2-956,-1 5 0,11-6 0,-3 2 1,4 0-1,2-1 0,2 2 0,1-2 2232,-1-2-2589,5-1 1,-6 0-1,1-1 1,-5-2-1,-3-4 1,1 1 0,1-2-411,-2 0 0,-3-2 1,-7-4-1,0 0-129,1-1 0,-7 1 0,-3-1 0,-5-1-334,-5-3 1,-3 3 0,-8-5 0,-5 4 305,-8 2 0,-1-2 0,-9 9 0,-1 0 444,-1 3 1,-2 3-1,0 4 1,-1 4 384,1 9 1,0 6-1,0 9 1,1 4 376,4 4 1,3 8 0,8 2 0,4-1-18,9-3 1,6 0 0,10-3 0,6-4-551,11-8 0,5-7 0,16-8 0,3-1-317,3-3 0,9-4 0,-3-6 0,3 0-706,-3 0 0,8-6 0,-8-4 0,-2-3-389,-4-1 1,-4 0-1,-4 1 1,-4 2-532,-4 1 1,-3 2 1773,-3-1 0,-9-17 0,-9 2 0</inkml:trace>
  <inkml:trace contextRef="#ctx0" brushRef="#br0" timeOffset="50">28586 13640 8137,'-16'2'0,"-1"1"0,-2 2 0,4 6 0,6-2 0,-1 4 1458,2 2 1,-3 1 0,6 1 0,2 4-762,1 1 0,-2-2 0,-1 3 1,2 1-817,1-1 0,2-2 0,0-7 0,2-1-471,2-4 1,0-2-1,5-7 590,2 0 0,9-51 0,2-13 0</inkml:trace>
  <inkml:trace contextRef="#ctx0" brushRef="#br0" timeOffset="51">28702 13194 8564,'-23'-8'0,"4"3"1186,3 4 0,3 2 0,4 4-759,4 5 0,5 2 0,5 3 0,4 1-762,4 3 0,8-3 0,3 5 0,1-2-893,-1 0 1228,4 0 0,0 34 0,9 9 0</inkml:trace>
  <inkml:trace contextRef="#ctx0" brushRef="#br0" timeOffset="52">28975 13554 8137,'-14'-5'159,"-2"-1"0,-2-1 716,-1 1 1,0 1 0,4 5-1,1 0 147,-1 0 1,1 0 0,-2 2 0,-2 4-425,-1 8 0,0 2 0,3 10 0,0 3-340,2 3 0,-4 3 0,10-3 0,0 1-280,3-1 0,4-1 0,4-4 0,5-5-524,6-7 1,10-7 0,0-8-1,3 0 101,2 0 0,-6-7 1,-3-2-1,0-4 191,-1-2 0,0-4 1,-5-2-1,1 1 79,-1-1 1,-4 2 0,-1 3 0,1-2-146,-2-1 0,-2 0 143,-6 4 1,0 4 413,0 6 0,0 20 1,0 17 248,0 3 1,-4 11 0,-1-3-1,2 4-56,1 2 1,-4 3-1,-2 4 1,-4-2 309,-2-1 1,1-7 0,-11 4 0,-1-4-148,-3-3 1,-2 3-1,-2-9 1,-3 0-545,-2-3 1,-1-6 0,-4-5-1,4-7-918,4-5 1,6-8 0,4-1 0,4-10-485,4-11 1,8-13 0,4-8 1352,2-7 0,9-17 0,5-21 0,1-2 0,-3 14 0,0 1 0,0 0 0,0-1 0</inkml:trace>
  <inkml:trace contextRef="#ctx0" brushRef="#br0" timeOffset="53">29363 13036 8932,'-16'0'644,"-3"0"1,8 6-1,-2 4 1,5 4-44,5 5 0,0 5 0,0 10 0,-2 4-40,2 4 0,-5 1 1,-2 2-1,-3 3-87,-1 4 0,-5 0 0,-2-1 0,-1 0-2,-4 0 1,0-6-1,2-4 1,7-9-195,6-6 1,-1-8-179,8 1 0,0-10 0,9-4 0,6-5-238,7-5 1,0-7 0,6-9-1,1 0 16,2 0 0,2-3 0,0 3 0,0 1 443,-1-1 0,-4 3 1,-1 7-1,-2 3 470,-4 2 0,4 2 0,-3 9-225,-6 5 0,-4 11 0,-8 6 1,0 6-335,0 4 1,-6 0 0,-4 3-1,-2-3-594,-3-2 0,2 3 0,2-4 0,3-4-1601,2-4 1,1-1 0,5-6-155,0-1 0,6-8 2117,4-6 0,35-66 0,-18 22 0,0 0 0</inkml:trace>
  <inkml:trace contextRef="#ctx0" brushRef="#br0" timeOffset="54">29752 13079 8137,'-10'-8'1211,"1"3"-113,-3 4 1,4 4 0,0 6 0,0 12-221,0 9 1,4 9 0,-4 10-1,0 7-421,0 5 0,-2 9 0,-4 1 1,-1 4-769,1 0 1,4 2 0,2-5 0,0-8-1166,0-8 1,4-4-1,-4-8 1476,1-8 0,-49-42 0,-8-13 0</inkml:trace>
  <inkml:trace contextRef="#ctx0" brushRef="#br0" timeOffset="55">29392 13496 8116,'-14'-6'1052,"6"-2"0,5-5 447,6 3 0,11 2 1,10 5-1,5-2-682,4 2 1,4 0 0,8 0 0,3-2-1345,5 2 1,4 1-1,4 1 527,1-4 0,-7 1 0,4 0 0,2-3 0,-1-1 0</inkml:trace>
  <inkml:trace contextRef="#ctx0" brushRef="#br0" timeOffset="56">31895 13453 8533,'-24'-8'922,"0"3"1,7 4 0,-2 1 0,4 1 0,4 4 139,2 5 1,5 9 0,0 5 0,2 3 272,2 2-1100,0-1 1,-5 6-1,0 1 1,1 0-1,-3 2 1,-2-2-1,-4 2 119,-2 0 0,3-5 0,-1 1 0,2-2-524,-1-2 1,-4-5-1,8-2 1,-1-1-652,-1-4 1,7-1 0,-2-1-578,4-1 1,-1-1-1,-1-2 1,-2-1-2280,2 1 3677,-5 2 0,-45 20 0,-17 6 0</inkml:trace>
  <inkml:trace contextRef="#ctx0" brushRef="#br0" timeOffset="57">31075 14475 8506,'-20'0'-167,"4"4"1,-4 1 1266,4-2 0,10-1 1,8-4-1,10-2-143,11-6 0,15-9 0,7-5 0,6-5-187,8-5 0,7-2 0,-28 14 1,1 0-1,1 0 0,1 0-281,1-2 1,1 0 0,3 1 0,0-1 0,2-1 0,-1-1 0,1 1 0,0-1-305,0 0 1,0 1 0,-6 4 0,-1 0 0,-1 0 0,0 1-1,30-17-770,-8 5 0,-7 6 1,-6 6-1,-6 2-1969,-11 5 0,-3 9-953,-10-1 3507,1 10 0,-19 3 0,-2 6 0</inkml:trace>
  <inkml:trace contextRef="#ctx0" brushRef="#br0" timeOffset="58">32255 14129 8490,'-8'-6'1428,"-3"3"1,5-5 551,-2 1 0,4 1 0,1 3-1137,6-2 0,7 0 0,8 5 0,4 0-382,5 0 0,0 2 0,10 2 0,-2 8-267,-3 5 0,2 1 1,-4 6-1,-4 3-94,-4 5 1,-9 0 0,-8 6 0,-7 2-314,-8 2 1,-9 6-1,-19 0 1,-10-2-491,-6-1 0,-4-2 0,1-1 0,-3-4 13,-2-4 0,4-7 0,1-8 0,9-9 532,8-7 1,13-5-1,12-4 1,9-9 237,4-7 0,10-10 0,7 0 0,7 3 645,5 4 1,4 7 0,1-1-1,1 4 513,-1 6 0,0 2 1,0 7-1,2 0-733,-2 0 1,-2 2 0,-1 3 0,1 6-642,4 7 1,-9-2 0,4 4 0,-2 0-855,1-1 0,0 0 990,1-5 0,-7 1 0,-1-1 0</inkml:trace>
  <inkml:trace contextRef="#ctx0" brushRef="#br0" timeOffset="59">16717 9367 7854,'-8'-7'413,"-3"4"1,5-6 2151,-2-3-303,5 6-1721,-4 0 0,2 7 0,1 4 0,0 5 78,3 2 1,1 3 0,0-1-1,0 2-391,0 3 0,0-3 0,0 3 1,1-1-205,4 1 0,-2-3 0,7 3 0,1-3 90,2-1 1,1-6-1,1 1 1,-1 0 42,0-2 0,1 0 0,1-5 0,1 2 88,3-2 1,-1-2 0,-5-1 0,1-1-62,-1-4 1,0-1-1,1-6 1,-1 3-153,0-2 1,-4-2 0,-2-2 0,0 1 75,0 0 1,-5-1 0,4 1 0,-3-2 14,1-3 0,0 3 1,-5-5-1,0 0 93,0-3 0,0-3 1,0-2-1,0 0-74,0 1 0,0-1 0,0 0 1,0-1-149,0-4 0,-2 4 0,-1-5 0,-2 1-2,2 0 0,2-1 0,-1 3 0,-1-1 44,-2 1 0,0 1 1,5 3-1,0-3 85,0-2 1,0 4 0,0-2 0,0 6 75,0-1 0,5-1 0,1-2 0,1 2 43,-1 3 0,4-1 0,-4 4 0,1 0 43,-1 0 1,4 1 0,-4 2 0,2 0-33,3 6 0,-3-3 0,2 6-251,1-4 0,2 0 0,1 3 0,-1 4 0,-3 0 0,2 4 0,-2-4 0,3-1 0,-4 6 0,1-4 0,1 3 0,2-3-67,1 1 0,-4-1-700,-1 5 1,-4 0 0,3 1-213,-1 4 1,-3-2 0,-4 7 0,2 0-1041,3-2 1,-4 4-1,4-2-730,-3 3 1,-2 1 2748,0 1 0,-39 5 0,-9 3 0</inkml:trace>
  <inkml:trace contextRef="#ctx0" brushRef="#br0" timeOffset="60">16804 8892 7854,'-10'-5'2670,"0"0"1,7-1 367,-2 1-1695,4 4 0,2-6 0,4 7-291,5 0 0,3 0 0,1 2 0,0 1-366,1 2 1,1 4-1,3-4 1,3-2-324,1-1 1,4 0 0,-3 1 0,3 2-364,2-2 0,0-2 0,-1-1 0,1 0 0,0 0 0,-5-1 0,-2-2 0,-1-2 0,-3 2 0,-2 1 0,-2 2 0,0 0-8,1 0 1,-6-5 0,1 0-1528,1 2 236,-4 2 622,-1 1 781,-6 0 125,0 0 0,-6 0-231,-4 0 0,-3 4 0,-1 1-255,-1-2 1,-1-1 0,-1-2 0,-2 0-111,1 0 0,-4 2 1,-2 1-1,-3 2 178,-2-2 0,0 3 0,-1 0 1,-2 2 146,-2 4 1,-1 0 0,5 3 0,-1-1 156,4 1 1,6-6 0,-1-1 0,3 0 55,6 0 0,3-5 141,5 2 0,4-5 32,-4-5 0,3 2 1121,2-6-652,0 5-392,7-2 0,1 6-145,6 0 0,1 0 1,-1 0-1,0 0-265,1 0 1,4 0 0,2 0 0,0 0-12,-1 0 0,1 0 0,-2 0 0,5 0 0,3 0 0,-3 0 0,0 0 0,2 0 0,1 0 0,-3 0 0,-2 0 0,-1 0 0,-3 0 0,-2 0 0,-2 0 0,1 0 0,-1 0 0,-4 0 0,-1 0 0,-6 0 0,4 0 0,-9 0-26,-3 0 1,4-2-1133,-4-2 183,-3 2 0,5-4-13,-7 6 0,2-2 1,-3-1-770,1-2 1,6 0-347,-6 5 0,5 0 323,-4 0 1,4 5 0,-5 0 1779,-1-2 0,-59 24 0,27-11 0,-1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0.3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1237 4302 7758,'0'-8'1780,"-6"-5"-433,-2 12 1,-5-4-933,3 10 0,4 3 0,6 6 0,1 0 0,3 1 0,0 1 0,0 1 0,-3 4 612,-1 2 0,0-4 0,0 5 1,0 1-425,0 3 1,0 2 0,0 2 0,0 3-240,0 2 1,-1 1 0,-3 4-1,0-2-78,0-2 1,-2 5-1,0 4 1,-1-4-174,1-3 1,1-3-1,4 2 1,-3-2-80,0-2 1,-1-1 0,5-5-1,0 0-101,0-1 1,-5 1 0,0-2 0,2-3-20,1-5 0,2-3 0,0 0-1957,0 4-2625,0-4 2102,0-2 0,0-16 2566,0-12 0,-6-13 0,-2-10 0</inkml:trace>
  <inkml:trace contextRef="#ctx0" brushRef="#br0" timeOffset="1">1597 5237 7509,'-15'0'578,"1"0"2165,0 0-1362,6-6 0,3 4-522,10-2 0,1 8 1,5 4-477,-1 0 1,-7 0 0,2-3 13,-4 5 0,4 2-482,0 3 1,0-1-234,-5 1 1,-2-6-124,-3 1 1,-3-7 228,-6 2 1,4-5 0,2-5 0,2-5 190,3-2 0,-4 2 1,3 0-1,0-1 442,3-2 0,1 4 399,0-1 0,1 2-240,4-1 1,-3 4-1,4 8 1,-1 4-235,0 0 0,0-2 0,-4 3 1,2 0-217,2 0 1,0 2-203,-5 4 0,0-4-1329,0-1-2221,0-5 3622,6 2 0,-23-83 0,8 29 0,0 0 0</inkml:trace>
  <inkml:trace contextRef="#ctx0" brushRef="#br0" timeOffset="2">3107 5338 7748,'2'8'-121,"1"-2"1972,2 1-882,0-6-560,-5 6 0,0-9 0,0-3 0,0-4 169,0-4 0,-2-1 0,-1-1 0,-2 1-96,2-1 0,1 1 0,2 0 1,-1-1-96,-4 1 0,3-2 0,-2-2 0,0-2-76,0-3 0,2 4 0,-3-5 0,4-2-85,1-1 0,-5 3 0,0 0 1,2-1-42,1-2 0,1 3 0,-3 0 1,0-2-68,0-1 1,1 3-1,0 0 1,-2-2-71,2-1 1,0 3-1,0 0 1,-2-1 60,2-3 1,1 1-1,2 2 1,-2 1-3,-2-2 0,2 5 0,-3 2 0,4 2 82,1-3 0,0 4 0,1-3-100,4 3 1,-2 2 0,7-1-51,1 1 1,2 0 0,0-1 0,-2 2 66,-2 4 1,1-4-1,4 3 1,1-1 5,-1 2 0,0-2 0,1 4 0,-1-1 22,1-3 0,-1 5 1,2 1-1,2 3-24,1 2 1,0 0 0,-5 0 0,1 0-107,-1 0 1,1 0-1,-1 2 1,0 3-143,1 4 0,-6-1 0,1 2-740,1 1 0,0 2 227,-1 1 0,-2-6 0,-5-2-1298,2 1 1,0-4 100,-5 7 0,-2-6 0,-3 4 1848,-4-1 0,-43 10 0,-10-1 0</inkml:trace>
  <inkml:trace contextRef="#ctx0" brushRef="#br0" timeOffset="3">2805 4935 7790,'-14'0'0,"-1"0"0,1 0 0,0 0 1941,-1 0-1385,7 0 0,3 0 1,10 0-1,5-1 1,4-3 1336,5 0 1,2-8-1268,3 3 0,8-4 0,-3-1 0,1-1 0,2 1 0,0 1 443,2 3 1,1-1-1,-3 5 1,2-1-644,-2 1 0,-2 1 1,-1 5-1,-1 0-338,1 0 1,0 0 0,-2 2 0,-1 1-177,-2 2 0,-5 1 0,3-3 0,-1 2-588,-3-2 0,-2 1 0,-2-1-1990,0 2 1439,1-1 0,-7-5 0,-3-4-397,-4-5 0,-1-2 0,0-3 1624,0 1 0,-51 0 0,-13-1 0</inkml:trace>
  <inkml:trace contextRef="#ctx0" brushRef="#br0" timeOffset="4">4201 4216 7734,'-15'-7'370,"3"4"1,0-5-1,3 2 1,-2 3 1351,-2 1 0,3 2-1262,1 0 0,4 5 0,-3 1 0,0 2-33,0 3 0,3 2 0,-5 3 0,-1 2-13,-2 1 1,-1 6 0,0-1 0,-1 5-23,1 5 1,0 1 0,-1 5-1,1-2-209,-1 2 0,3 0 1,0 2-1,4-2-19,2 0 0,1-2 0,5-8 0,0 2 29,0 2 0,5 0 0,1-6 1,2 1 3,4 0 1,0-5 0,3 0 0,-1 0-69,1-2 1,-6 4 0,1-5 0,1-1-170,2 1 0,1-2 0,0-3 0,1 2-121,-1 1 1,1-1 0,-1-7 0,0-2-406,1 3 0,-1 0 0,1 3-367,-1-1 1,0-1-1,-1-2 1,-2-3-1317,-1-1 1,0-3 2248,4-4 0,-13-6 0,-2-2 0</inkml:trace>
  <inkml:trace contextRef="#ctx0" brushRef="#br0" timeOffset="5">4359 4547 7734,'0'-10'737,"0"0"1,-2 2 2084,-2-1-1983,2 3 1,-3 12-1,10 5-523,5 7 0,2-2 0,1 4 1,-2 0 189,-1-1 1,0 6 0,4-2 0,0 1-81,1 0 1,-1 0-1,0 3 1,1-2-180,-1-1 0,1 0 0,-1 5 0,-1-2-154,-4-3 1,4 2 0,-3-5 0,3 0-62,1-1 1,-4-1 0,-1-4 0,1-1-280,-2 1 0,5-3 0,-5 0-911,-1-3 1,1-6-3097,-3 2 2152,-3-3 1,3-1 2101,-10 4 0,-67 29 0,25-11 0,0 0 0</inkml:trace>
  <inkml:trace contextRef="#ctx0" brushRef="#br0" timeOffset="6">4230 5194 7734,'0'-14'0,"0"-1"273,0 1 1,0-5 0,0-2 0,1-1 635,4-4 0,3-1 0,6-2 0,2 0 1496,3 1-1987,-3-8 1,12 6 0,-4-5 0,3 1 0,0 1 0,-1 1 0,-4 1 417,-1 3 0,-1-1 0,-2 2 0,1 3-518,-1 4 1,-2 4 0,-2 4 0,-1 0-360,-3 3 0,2 6 0,-2-4-1395,3 1 1,1 4-5315,1-3 2529,-8 4 4221,0 1 0,-33 0 0,-6 0 0</inkml:trace>
  <inkml:trace contextRef="#ctx0" brushRef="#br0" timeOffset="7">4920 4057 13560,'14'15'0,"1"1"437,-1 3 1,1 3 0,1 7 0,1 2-113,2 2 0,2 4 202,-2 6 1,-3 0-1,4 2 1,-5 1-1,0 4 1,-2 1 240,-4 3 0,2-2 1,-6-1-656,-2-2 0,-1 1 0,-4-5 0,-1-1 0,-3-2-215,-2 0-116,-2-7 0,1 1 1,-1-4-1,-1 2 0,0-2 1,0-3-1,1-4-641,-1-1 1,-2-1-1,-1-1 1,-1-6-39,1-5 0,-1-8 0,1 1 897,0-8 0,-37-20 0,-15-11 0,-5-4 0,0 0 0</inkml:trace>
  <inkml:trace contextRef="#ctx0" brushRef="#br0" timeOffset="8">6085 4273 7782,'-14'-6'71,"1"3"1,2-5 0,3 0 0,0 1 0,2-1 2798,-1 0-2183,2 5 1,12-3 0,2 7 508,4 4-908,2 3 1,-1 7 0,0-1 0,1 2 0,-1 1 0,1 4 0,1 0 185,3 0 0,-3 3 0,3-3 1,-2-1-195,3 1 0,-4 0 1,4-2-1,0 4-95,-1-1 0,0 3 0,-3-5 1,2-1-64,1 2 0,0-10 0,-5 3 0,1-3-105,-1-3 0,-4 4 1,-1-8-1,1 1 27,-2 2-129,-2-6 33,-6 6 19,0-7 0,0-2 422,0-3 0,-6 4-220,-4-4 1,2 3 0,-1 2-50,-3 0 1,0 0 0,-3 2-77,1 3 1,0-4-1,-2 6 1,-2-3 7,-1 1 0,-2 5 0,3-4 0,-2 2 73,-3 3 1,-1 2-1,-4 2 1,-1-1 26,0 0 1,2 1 0,1-1 0,4 0 36,1 1 1,2-2-1,4-2 62,1-2-4849,6-5 2097,2 2 1,7-6 1058,4 0 1,-2 0 1441,7 0 0,-7 0 0,3 0 0</inkml:trace>
  <inkml:trace contextRef="#ctx0" brushRef="#br0" timeOffset="9">5654 5280 7809,'-7'8'1041,"-1"-1"98,-6-7 0,6 1-501,3 4 0,5-3 0,7 3 0,9-4 1,9-1-1,10-1 1119,7-4 0,-1-2-1316,12-2 0,0-4 1,5 3-1,-1-2 0,1-1 1,-2 2 289,-4 1 1,3 2-1,-7-3 1,-2 3-451,-1 2 0,-7 1 0,-3 5 0,-3 0-250,-5 0 1,-6 0-1,2 0 1,-3 0-454,-2 0 0,-7 0 1,-1 0-875,1 0 0,-3 0 0,2 0-1406,1 0 0,-5-2-772,-1-3 3474,-3-9 0,-66-34 0,24 18 0,0-1 0</inkml:trace>
  <inkml:trace contextRef="#ctx0" brushRef="#br0" timeOffset="10">7280 4475 7763,'0'-15'2145,"-7"1"0,-1 6-1292,-6 3 0,6 10 1,3 5-1,2 4-217,-2 5 0,-1 4 0,-6 5 0,3 3 425,-2 2-920,4 4 1,-6 11 0,4 3 0,-4 3 0,0 6 0,4-3 0,2-1 84,1-3 1,6-7-1,0 1 1,8-9-226,5-9 0,3-4 0,3-9 1,5-4-119,3-4 1,2-4-1,0-5 1,1-4 71,3-5 1,-2-2 0,2-4 0,-2-4 172,-2-4 0,-2 2 1,-3-2-1,-4-2 146,1-1 1,-5-2 0,3 1 0,-4-3-155,-6-2 0,3 2 0,-8-2 0,0 2-197,-3 3 1,-2-3 0,-4-1 0,-6-3-245,-7-2 0,0 5 1,-6-1-1,-1 4-45,-2 5 1,-2-2-1,0 7 1,0 3 46,1 5 1,4 5-1,1 6 1,2 0 98,4 0 0,1 1 1,3 4-1,2 5-303,1 3 0,7-4 1,-2 1-4162,4 1 4684,1-5 0,-45 26 0,-11 0 0</inkml:trace>
  <inkml:trace contextRef="#ctx0" brushRef="#br0" timeOffset="11">10891 4446 7892,'-15'-14'1810,"7"4"1106,3 0-2227,4 7 1,6 3 0,1 10-1,2 3-124,3 1 0,-3 7 0,0 3 1,0 3-177,0 2 1,-3 4 0,3 2-1,-2 2-121,-2 3 0,2 2 0,0 2 0,1 1-190,-1-2 1,4 4 0,-4-9 0,2 2-111,3-2 1,-3 2 0,2-8 0,-1-3 34,-1-3 1,5-15-1,-3-1 208,3-7 1,-4-6 0,1-9-1,1-12 466,2-11 1,1-8 0,1-5 0,-3-5-20,-2-3 1,8 4-1,-4-3 1,2-1-241,0 0 1,-2-3 0,2 10-1,3-3-334,5-2 1,-1 0 0,1 1 0,0 7-85,-2 6 0,4 6 0,-7 10 0,-3 5-1045,-5 3 0,-5 10-771,-6 6 1,-1 6 0,-2 8 0,-4 1 176,-1-1 1,0 1 0,-3-1 0,2 2-1610,-3 3 3248,0-3 0,-17 14 0,-8 6 0,-2-1 0,0 0 0</inkml:trace>
  <inkml:trace contextRef="#ctx0" brushRef="#br0" timeOffset="12">10473 4791 7892,'-14'-6'930,"0"-4"0,7-2 1,9-3 272,11 1 0,9-1 0,10 3 0,3 0 1554,2 3-2295,1 6 1,5-9-1,2 8 1,0 0-1,0 3 1,-2 1 0,0 0 189,-1 0 1,7 0 0,-9 1-1,-2 3-646,-1 0 0,2 1 0,-4-5 0,2 0-563,3 0 1,-5-1 0,-2-4-1,-4-3-729,-5 0 1,2-3-1,-7 4 1,-2-1-599,-1-3 0,-1 3 1884,-1-2 0,-57 46 0,-15 5 0</inkml:trace>
  <inkml:trace contextRef="#ctx0" brushRef="#br0" timeOffset="13">11797 4446 7826,'-6'-8'1576,"6"2"1,-2 7-1,7 6-731,3 7 0,1 2 1,7 8-1,2 3-326,1 5 0,0 3 0,-4 5 0,1-1 465,3 1-790,-3 1 0,5-1 0,-7 0 0,0 0 0,1-5 0,-1-3 0,-1-3-11,-3 0 1,2-2-1,-4-3 1,2-5-648,0-3 0,-6-2 0,6-1 0,0-2-2067,-2-1 0,-1-7 1333,-2 2 1,-3-5 0,3-5 1197,-4-4 0,-20-23 0,-5-7 0</inkml:trace>
  <inkml:trace contextRef="#ctx0" brushRef="#br0" timeOffset="14">12272 4475 7826,'-10'-5'2050,"1"0"1,4 0-1492,-5 5 0,7 2 1,-3 3-1,1 4 37,0 4 0,-5 6 0,4 0 0,-2 1-42,-3 0 1,-7 3 0,-3 6-1,-1-1-147,-3 1 1,-7 6 0,-5 4 0,-5 2-140,-7 2 0,-1 5 1,-3 2-1,-1 0-37,-2-1 0,0-1 1,5-6-1,8-6-78,8-7 0,11-2 0,6-7-479,7-3 1,6-7-848,10-6 0,-2 3 0,7-2-214,1-2 1,2-2 0,1-1 512,0 0 1,-6-1 873,-3-4 0,-61-3 0,-16-6 0</inkml:trace>
  <inkml:trace contextRef="#ctx0" brushRef="#br0" timeOffset="15">1064 6993 7879,'-22'0'177,"3"0"1,3 0 0,1 1-1,1 2 1542,0 2 0,1 2-233,3-3-904,4-2 1,6 3-1,2-8 1,2-4 0,6 1 690,3-1 1,-4 1 0,1 3 0,3-2-356,4 2 0,-1-4 1,5 3-1,-2-1-326,0-1 1,5 4 0,-3-4 0,2 1-317,2 0 1,2-1-1,0 2 1,-1 0-277,-2 0 0,0 3 0,5 1 0,0 0 0,-1 0 0,-4 0 0,-1 0 0,-1 0 0,0 0 0,1 0 0,1 0 0,-5 1 0,-3 4 0,-2-3 0,1 4 0,-1-1 0,0 0 0,1 4 0,-2-2 0,-2-1 0,-2 0 0,1 4 0,4-4 0,-1 2 0,-3 4 0,3-4 0,-5 1 0,1 2 0,1 2 0,-2 2 0,3-1 0,-1 0 0,1 1 0,-3 1 0,0 1 0,-2 3 0,-3-3 0,1 4 0,-1 0 0,1-1 0,0 1 0,-3 5 0,-1-4 0,0 2 0,0 0 0,0-5 0,0 5 0,0 0 0,0-1 0,-5-1 0,1-4 0,-1 2 0,-1 3 0,2-6 0,-4 3 0,0-3 0,0 2 0,-1-3 0,-4 5-91,3 0 0,-2-5 0,2 3 0,-3-3 0,-1 0-177,-1 3 0,1-3 0,0 3 0,-1-3 150,1-1 0,-1 1 0,0 1 1,-3 3 24,-1-3 0,0-1 0,4-1 0,-1-1-46,-3 0 1,3 1 0,-5-1 0,2-1-29,0-4 1,-2 3 0,4-6 0,-4 0-48,-2 1 1,4-2 0,-3-5 0,-1 1 117,1 4 1,4-3 0,-1 2 0,3-2 14,2-2 0,4 0 0,1 0 0,-1-2-5,2-2 0,-3 0 0,6-5 0,2-2 109,1-2 0,2-2 0,0 1 0,0 0 15,0-1 1,0 1 0,0 0-1,0-1 316,0 1 1,0-5 0,2-1 0,1 3 425,2 1 1,1 1-1,-1 1-409,5 0 0,1-1 0,0 2 0,-1 2-371,1 2 0,6 4 0,3-3 0,-1 0 0,2 0 0,-1 5 0,6-2 0,-2 3 0,2 2 0,1 0 0,1 0 0,1 0 0,0 0 0,-5 7 0,0 1 0,0 1 0,-2 1 0,1-1 0,-6 6 0,2-1 0,-1 1 0,-2 4 0,-2 0 0,-1-1 0,-3-2 0,3-2 0,-5 2 0,1 2 0,1 1 0,-2 0 0,3-3 0,-3 1 0,-2 3 0,4-1 0,-5-5 0,0 1 0,1-1 0,-4 0-3935,2 1 1654,-2-7 0,-2-3 0,0-10-2889,0-5 5170,-6-9 0,-22 3 0,-10-5 0</inkml:trace>
  <inkml:trace contextRef="#ctx0" brushRef="#br0" timeOffset="16">2158 7928 7865,'-8'14'8659,"1"1"-7671,7-1 0,2-4 0,1-1-226,2 2 0,5-3-341,-6 2 1,3-5-1660,-2 4-3701,-4-5 4939,6 2 0,-33-25 0,-6-5 0</inkml:trace>
  <inkml:trace contextRef="#ctx0" brushRef="#br0" timeOffset="17">3510 9093 7816,'-6'8'138,"-4"-3"1,2-3 0,0-1 1789,2 4-882,1-3 0,5 6 0,2-5-303,2 2 1,0 0-1,5-5 1,1 1 1026,-2 4-1461,5-3 1,-5 4 0,6-6 0,0 2-1,1 1 1,-1 1 0,0 0 278,1-3 1,-1-1 0,1 0 0,-1 0-290,0 0 1,2-1 0,2-3 0,1-2-19,-1-2 0,-2 3 1,-2-4-1,1-1-53,-1 2 1,0-5 0,1 4 0,-1-4-154,0-1 1,1 4-1,-2 0 1,-2-2-87,-2-6 0,-1 2 0,4-3 0,-3 3-8,2 1 1,-3 1 0,0 0 0,0-1 35,0 1 1,0 0 0,4-1-1,-4 1 37,-2-1 1,4-4 0,-4 0 0,0 1 23,1 2 0,4 2 1,-3 0-1,1-2 2,1-4 0,-2 4 0,3-3 0,-3 3-68,-1 2 0,2-5 0,-2 0 1,-1 1-32,0 2 1,1 0 0,-4-2 0,3-1-14,2 2 1,-3-4 0,3 2 0,-1-1 4,-4 0 1,0 4 0,0-5 0,2 0 60,-2-3 0,-1 2 1,-2-1-1,0 1-56,0 0 1,0-1 0,0-2 0,0 1-66,0-2 0,0 4 0,1-2 0,3 0-93,0 1 1,1-2 0,-5 6 0,0-1-18,0 0 0,0 2 0,0-4 0,0 1 177,0 3 0,0 1 0,0-1 0,0-3 132,0-1 0,0 4 1,0-2-1,0 0 47,0 1 0,0-5 0,0 5 0,0 0-81,0-2 1,0 4 0,0-7-1,0 0-89,0 1 0,0-2 0,0 4 1,0 0-25,0 0 1,0-4 0,0 2-1,0-1 22,0 0 1,0 5 0,0-5-1,0 0 19,0 2 0,-1-1 0,-3 6 1,0-4 35,0-1 1,3 3 0,1-4-1,0 2 72,0 4 1,0-1 0,0 1 0,0-4-67,0-2 0,0 6 0,0-4 0,0 0 10,0-3 1,0 2 0,0 0 0,0-1-37,0 1 0,0-1 1,0-2-1,0 1-4,0-2 0,0 1 0,0-1 0,1 2 22,4-1 0,-3 2 1,3 1-1,-4 1-4,-1 3 1,0-2-1,0 0 1,0 3-42,0 1 0,0 1 1,0 1-1,0 0-48,0-1 1,0 1 0,2 0 0,1-1 33,2 1 1,0-1-1,-4 1 1,2 0 54,2-1 1,5 1 0,-6-1 0,1 1 152,2 0 1,-1-1 0,5 1-1,-3-1-46,-1 1 1,4 5 0,-2-1 0,4 0-144,2 2 0,-6-3 0,1 6 0,1 1 0,2-3 0,1 6 0,1-4 0,-1 3 0,0 2 0,1 0 0,-1 0 0,0 0 0,1 0 0,-1 5 0,-1 1 0,-3 2 0,2-3 0,-2 5 0,-2-5-1477,2 4 0,-2-4-255,1 5 1,-1-7 0,-5 3-4535,2 0 6266,0-4 0,-31 17 0,-18 7 0,0-2 0,0 0 0</inkml:trace>
  <inkml:trace contextRef="#ctx0" brushRef="#br0" timeOffset="18">5121 8187 7993,'0'9'2603,"0"1"0,-1-5-1766,-4 4 1,2-5 303,-7 0 1,1-2-567,-6-2 0,6-6 0,1-4 0,0-3 9,0-1 0,3-2 0,-3-2 0,0-2-116,0-3 1,5-1 0,-4-6 0,3-2 67,-1-2 0,0-6 0,5 2 1,0-4-17,0-1 1,0-2 0,0-1 0,0-2-328,0 2 1,5 6 0,1 1 0,1 1-194,-1 1 0,0-3 0,-2 7 0,0 1 0,0 1 0,-3 6 0,1-1 0,1 1 0,2 4 0,0-2 0,-5 4 0,0 2 0,0 1 0,1 6 0,2 1 0,4-1 0,1 2 0,1-3 0,6 4 0,-1 1 0,0 0 0,2 1 0,2 5 0,3 0 0,1 0 0,-4 0 0,1 0 0,-1 0 0,1 0 0,-2 5 0,6 1 0,-2 0 0,-4 1 0,-1 2 0,-2-2 0,1 1 0,-6-5 0,-1 3-4241,-1 1-25,-2-6 1566,-5 6 1,-2-6 436,-3 4 1,2-3 2262,-7 3 0,-50 15 0,21-8 0,-1 0 0</inkml:trace>
  <inkml:trace contextRef="#ctx0" brushRef="#br0" timeOffset="19">4719 7669 7571,'0'-10'1839,"0"1"0,-2 6-10,-3-2 1,5 3-1030,0 2 1,2 0 0,7 0 0,3 0-44,0 0 0,4 0 0,2 0 0,3 0 298,1 0 0,4 0 1,6 0-1,1-1-333,-1-4 0,3 2 1,1-7-1,0-1-649,4-2 0,-5 3 1,-1 2-1,-5 0-41,-5 0 0,3 5 0,-5-2 1,1 4-831,-4 1 0,-3 0 0,-2 1-1818,1 4 0,-6-2 1,1 7 478,1 1 0,-3 2 0,0 1 2137,-2 1 0,-20 6 0,-10 1 0</inkml:trace>
  <inkml:trace contextRef="#ctx0" brushRef="#br0" timeOffset="20">6042 7223 7919,'-6'-10'401,"-4"1"0,2 1 0,-1-3 751,-3 1 1,6 5 0,0-3-354,-1 2 0,4 1 0,-6 5-148,-3 0 1,0 0-1,-3 0 1,1 2-42,-1 2 1,-4 6-1,0 8 1,1 2-140,2 3 1,0 1 0,-1 4 0,-2 3-35,1 2 1,4-1 0,3 7 0,3 1-134,1 1 1,2 2 0,5 1 0,0-1-59,0 0 0,2 0 0,1 0 1,4-1-211,1-4 0,1-3 1,6-7-1,-3-3-456,-2-1 0,3-5 0,-4 4 0,2-3-405,-1-2 0,3-2 0,-4-2 337,4 1 0,-3-2 0,-1-4 0,3-2-1436,0-1 1,-2-4 1923,0 2 0,6-66 0,-5 22 0,0 0 0</inkml:trace>
  <inkml:trace contextRef="#ctx0" brushRef="#br0" timeOffset="21">6172 7554 7814,'-7'-8'1420,"4"-3"841,-6 6 0,5 2-1374,0 7 1,4 3 0,4 6-1,6-1-18,3 4 1,-4 2 0,1-4 0,1 2-301,2 4 1,-4-3 0,1 6 0,0-1-242,-2 0 1,4-3-1,-4 5 1,2 2-207,0 1 1,-7-3-1,3 0 1,-1 2-463,0 1 1,4-3 0,-2-2 0,-1-1-1204,1-3 1,-1-2 0,-3-2 0,4-1-1495,1-4 1,-4 3-499,6-8 3535,-7 1 0,4-62 0,-7-15 0</inkml:trace>
  <inkml:trace contextRef="#ctx0" brushRef="#br0" timeOffset="22">6546 7568 7821,'-21'0'120,"3"5"1,-4 1-1,1 1 455,4-1 0,1 5 0,1-1 0,1 3 592,0 1 1,4 1 0,0 1 0,-1 1-640,-2 2 1,-3 7-1,-1-4 1,-4 2-109,-1 0 1,2-1-1,-4 2 1,-1-1-110,-2 2 1,0-1 0,1-1 0,2-3-321,-2 0 1,6-5-1,0 3 1,4-5-2165,2-4 590,6-4 1,8-7-1,10-4 1,4-3-392,5 0 1,2-10 1973,3 4 0,-3 3 0,-7 4 0</inkml:trace>
  <inkml:trace contextRef="#ctx0" brushRef="#br0" timeOffset="23">6675 7079 7790,'-6'-14'5437,"6"7"-4620,0 7 1,11 8-1,8 10 1,0 3-292,2 1 0,-5 4 0,5 6 0,-2 3 89,0 1 1,1-2-1,-6 4 1,0 4-53,1 4 0,-6 4 0,-1 4 0,-1-1-346,-4 1 0,-2 2 0,-2 2 0,-4-1-363,-5 1 1,-2-7 0,-4-3 0,-2-3-529,-1-2 1,-5 3 0,3-1 0,-1-5-566,-4-3 0,1-4 0,-3-2 1,1-1-4640,-3-1 5878,-8-3 0,-31-6 0,-14 0 0,20-5 0,1 0 0,0 1 0</inkml:trace>
  <inkml:trace contextRef="#ctx0" brushRef="#br0" timeOffset="24">4028 9568 7857,'-14'0'2767,"-1"0"-1834,1 0 1,12 0-1,9 0 1,7-1-505,5-4 1,7 3 0,-2-3 0,1 4 539,-1 1 0,4 0 1,-3 0-1,6 0 183,2 0 1,1 0 0,-6 0 0,1 0-708,0 0 1,5 0 0,-1 0 0,-1 0-297,-2 0 1,-6 0-1,0 0 1,0 0-343,-1 0 1,-2 0 0,-7 0 0,0-2-724,1-3 0,-1 4 1,-1-6-1,-2 3-800,-1-1 0,-6-2 0,4 3-3078,-1-6 4794,4 4 0,-41 50 0,-4 20 0</inkml:trace>
  <inkml:trace contextRef="#ctx0" brushRef="#br0" timeOffset="25">5323 9367 7848,'-6'-8'1019,"-4"3"0,-3 3 1,-1 2-357,-1 0 1,3 2-1,0 1 1,3 5-153,-2 5 1,-2-2-1,-2 8 1,1-1-106,0 1 1,-1 2-1,1 4 1,-1-1-73,1 2 1,1 1 0,2 2 0,3-2-167,2-3 0,1 2 0,5-6 0,0 1-120,0 0 1,2-2-1,2-4 1,6-3 113,3-2 0,1 1 0,0-6 1,2-2 28,4-1 1,-3-2-1,6 0 1,-1 0 94,0 0 0,1-7 0,2-2 0,-2-4-2,-2-1 0,4-1 0,-3-1 1,2-1-75,0-3-1,-1-5 1,2 2 0,-2 0-42,-2-1 0,4 1 0,-3-2 0,2 2-43,0 2 1,-1-3 0,2 4-1,-1-1-131,2 0 1,1 2-1,2 6 1,0 2-73,-1 1 1,1 2-1,0-1 1,-2 4 35,-3 3 0,2-2 0,-7-1 0,-2 2 108,-1 1 0,-1 2 0,-2 2 0,-2 1-29,-2 2 1,-1 1 0,4-3 0,-4 4-50,-2 1 0,5 1 0,-3 6-1,0-1 1,3 0 0,-6 1-1,-2-1 2,-1 0 0,3 1 0,0-1 0,-2 1 81,-2-1 0,-1 0 1,0 2-1,0 2 59,0 1 1,-4-4 0,-3-6-1,-1 2 0,-3 2 1,-2 1 0,-3-1-27,-3-3 0,3-2 0,-5-5 0,2 2-183,0-2 0,-7-8 1,2-4-1,-4-4-315,-6-2 0,2-5 0,-6-4 0,-2-2 28,-2 2 1,-1-3-1,0 3 1,0-2-134,-1 2 1,8 4 0,2 5-1,4 2-350,1 4 1,2-2 0,3 4-1237,5-1 0,7 4 2086,3-6 0,-26 0 0,-12-4 0</inkml:trace>
  <inkml:trace contextRef="#ctx0" brushRef="#br0" timeOffset="26">5107 5885 7857,'8'-7'425,"-2"-1"0,-7-4 1,-4 0 712,-4 3 0,-4 6 1,-2-2-588,1 3 0,0 2 0,-1 0-195,1 0 1,-1 5 0,1 1 0,0 2-33,-1 4 1,4 2 0,-2 4 0,-3 1 68,0-2 0,0 6 1,2-1-1,-2 2-103,-3 0 0,8 0 1,-4 5-1,2 0-141,1-1 1,4 1 0,3-2 0,3-1-147,2-2 1,2-7 0,3 3-1,4-4-57,4-2 0,-3-4 1,-1-2-1,2-2 218,2-3 0,2-1 0,-1-2 1,0-2 145,1-3 0,-1 2 0,2-6 0,2-3-28,1 0 1,2-8 0,-4 0 0,4-1-183,1 0 0,1-4 0,2 2 0,-1-1-28,2 0 0,-4 2 0,2-2 0,0 3-113,-1 0 0,2 5 0,-4-3 0,0 3 35,0 2 0,-1 4 0,-2 2 0,1 0 38,-1 0 0,-1 3 0,1-3 0,1 2 32,-1 3 1,-1 1 0,1 2 0,1 0 75,-1 0 1,-3 2-1,0 3 1,-1 3-31,1 0 0,-1 4 1,0-4-1,1 2-75,-1 0 0,1-2 0,-1 3 0,0-2-67,1 2 1,-6-3 0,1 2 0,1 0 22,2-2 0,-4 4 0,1-2 0,0 3 74,-2 1 0,0-4 0,-5-1 0,2 3 46,-2 0 0,-2 3 0,-1-1-63,0 1 1,0-1 0,0 0-272,0 1 0,-4-1 0,-3 0 38,-1 1 1,3-6 0,-3 1 0,0 0-34,0-2 0,-1 3 0,-5-5 0,-2 2-28,-4 3 0,4-3 0,-4 0 0,0 0-12,1 0 0,-5-4 0,3 0 0,-1-2 117,-3-2 0,-3 0 0,0-2 1,-1-2 183,0-6 1,2-3 0,1-1 0,2-1 89,-1 1 1,4 0 0,2-1-1,3 1-32,1-1 1,1-1 0,0-1 0,-1-2-82,1 1 0,4 1 0,1-1 0,-3-1-129,0 1 0,-1-3 0,2 2 0,1 0-62,-1-2 1,-3 5 0,-4-3 0,-1 3 57,1 2 0,2-1 0,2 1 0,-1 0-301,1-1 0,0 2 0,1 2-2770,3 2 1192,4 5 0,7-8 1992,4 2 0,10-16 0,7-4 0</inkml:trace>
  <inkml:trace contextRef="#ctx0" brushRef="#br0" timeOffset="27">8128 7611 8800,'-14'0'2167,"4"0"727,1 0-2214,6 0 0,-2 0 0,10 0 0,6 0 0,5 2 0,5 1 0,1 2 354,3-2 0,3 4 1,0-3-1,1 0-572,0-3 1,0 4 0,0 0 0,-1-2-129,1-1 1,0-2 0,-2 0 0,-1 0-255,-2 0 0,-7 0 1,2 0-1,-3 0-844,-1 0 0,-1 0-3628,1 0 2447,-8 0 1,-2 0 374,-10 0 1,-2 1-1,-9 4-1693,-4 5 3263,4-4 0,-29 14 0,-14 5 0,0-1 0,0 0 0</inkml:trace>
  <inkml:trace contextRef="#ctx0" brushRef="#br0" timeOffset="28">8013 7957 8000,'-27'9'0,"2"1"491,1 1 1,8-3 0,0 2 204,4 1 0,11 2 0,1-1 135,8-2 1,6-2 0,5-5 0,7 2-44,6-2 0,0-1 0,6-4 0,2-1 192,2-2 1,1-6 0,-2 3 0,-1-2-237,-1 1 0,1 1 0,5-3 0,-1 3-398,-2 1 1,-7-2 0,2 4 0,0 0-200,-1-1 1,-9 4 0,2-3 0,-3 4-155,-4 1 1,4 0 0,-7 0-1,-1 0-460,-2 0 0,-2 4 1,0 1-416,1-2 1,-1-1 0,0-2-324,1 0 1,-6-5-1,1-1-10,1-2 1,-4-2 0,-3-4-1,-2 0-3934,-2-1 5149,0 7 0,-38-5 0,-10 5 0</inkml:trace>
  <inkml:trace contextRef="#ctx0" brushRef="#br0" timeOffset="29">9725 6777 7800,'-1'-10'698,"-4"2"1,-3 3 550,0 7 1,2 9 0,6 10-1,1 1-268,4 4 1,-2 6 0,5 3 0,0 4 1297,0 5-1943,-5-1 1,4 13 0,-7-3 0,0 3 0,0 3 0,0 2 0,-2 3 410,-3 2 0,2-6 0,-5 3 0,0-3-462,0 3 0,5-9 1,-3 2-1,1-6-157,0-9 0,0 1 1,5-9-1,0-1-131,0-1 0,0-9 0,0-1 0,0-2-384,0 0 1,0 0-2494,0-4-167,0-7 1,0-3-522,0-10 1,-1-5 3567,-4-9 0,-17-12 0,-9-5 0,-4-7 0,0 1 0</inkml:trace>
  <inkml:trace contextRef="#ctx0" brushRef="#br0" timeOffset="30">4920 12806 8060,'-10'-5'1354,"1"0"1051,6 0-1428,-4 5 0,9 0 1,1 2-209,2 3 0,0-2 0,-4 5 1,2 0 540,2 0-1111,0 1 1,-5 6 0,0-1 0,2 0-1,1 2 1,2 2 0,-2 3 130,-2 1 1,-1-3 0,0 5-1,0 2-109,0 1 1,0 2 0,0 0 0,0 1-7,0 4 1,0-4 0,0 5 0,0-1-10,0-1 0,0 1 0,0-5 1,0 1-32,0 4 1,-4-4 0,-1 4 0,2-4-137,1-1 1,2-1-1,0 1 1,-2 0-12,-2 0 1,2 0 0,-3-1 0,4 1-50,1 0 1,0 0 0,0-1 0,0 1-24,0 0 1,-5 0-1,0 0 1,2-1-15,1 1 1,-2-2-1,-1-1 1,0-4-164,-1-1 1,4 3 0,-3-5-536,4-1 0,-4-2-962,0-2 0,0-7-6,5-7 1,2-8 0,1-12 0,2-5 1723,-2-7 0,-1-37 0,-2 28 0,0-1 0</inkml:trace>
  <inkml:trace contextRef="#ctx0" brushRef="#br0" timeOffset="31">4906 12734 7847,'-10'-10'310,"1"0"1,-6 1 0,10-6 475,2 1 1,2 0 0,1-1 0,1 1 54,4-1 1,5 6 0,7-1 0,2-1-105,-1-2 1,3 4 0,-2 1-1,0 0-109,2 0 0,0 5 0,4-2 0,-1 3-56,2 2 0,-4 2 0,4 1 1,1 3-164,0 2 1,5 2 0,-8 4 0,3 1-248,2-1 1,-2 5 0,-1 0 0,-4-1 31,-1-2 0,-7 3 1,-4 2-1,-1 0 60,-1 0 1,-1 3 0,-7-4 0,-2 3-71,-3 2 1,-3 2 0,-6 2 0,-2 0-117,-3 0 1,-4 0 0,-5-1-1,-3 1-169,-2 0 1,1 0 0,-7-1 0,-1 1-282,-1 0 0,-2-5 0,0-3 1,1-4-240,4-4 1,4-8 0,10-2 0,5-8-715,3-9 1,8-2-1,3-8 1,5-2-1577,5-1 1,8 3 2910,6 0 0,13 7 0,-2-4 0</inkml:trace>
  <inkml:trace contextRef="#ctx0" brushRef="#br0" timeOffset="32">6388 11971 7749,'-15'-8'1094,"1"2"-155,-1 6 0,1 0-365,0 0 1,4 6 0,0 4 0,-1 2 0,-2 3 0,-1 1 281,0 3 1,-1-1-1,-1 6 1,-1 3-184,-2 5 1,-7 4 0,4 8-1,-2-1-76,0 0 1,1 2 0,-2 3 0,2 4-256,3 4 1,0-3 0,6 0 0,1 1-114,4 2 0,-3 3 1,8 0-1,0 1-46,3-4 0,1-2 0,0 2 0,0 0 106,0 1 1,1-4 0,4 6 0,5-6-196,3-3 1,1-1-1,2-4 1,2 0-191,1-4 1,1-7 0,-2-1 0,3-2-133,1-2 1,-3-2-1,4-2 1,-2-2-223,-4-2 1,4-2 0,0-5-1,-1 0-312,1 1 0,-2-7 1,-4-2-1,-1-1-311,1 0 0,4 0 0,0-5 0,-1 0-4525,-2 0 5598,-2 0 0,-25-7 0,-7-1 0</inkml:trace>
  <inkml:trace contextRef="#ctx0" brushRef="#br0" timeOffset="33">7323 12921 7865,'-15'-8'481,"6"0"-87,-1 3 1,5 3 0,-3-4-1,0 1 1,2-1 0,-2-1 314,0 1 0,5-1 0,-4 4-99,1-2 1,3 1 0,-7 4-22,-1 0 0,-2 0 1,-1 0-220,-1 0 1,1 1-1,0 4 1,-1 3-119,1 0 0,-2 10 0,-2-4 0,-1 4-60,2 2 1,1-2-1,1 4 1,-1 1 6,-3-1 0,3 2 1,-2 5-1,6 0-160,2-1 1,2 1 0,-2-2 0,6-1 45,2-2 1,-3 0 0,0 5 0,2-1 36,2 1 1,2-2 0,2-1-1,4-4-49,1-1 0,1-2 0,7-4 0,2-2-211,1-4 1,2-2-1,-2-7 1,5-2 24,3-3 0,1-4 1,-3-11-1,-1-4 98,2-3 1,-1-3-1,1-4 1,-4-4-93,-1-4 0,-7-1 0,-4-2 0,1-1-83,2-2 0,-5 0 0,-3 5 1,-4 0 107,-1 0 1,0 6 0,-1 5-1,-2 6 300,-2 7 1,-2 10 215,3 4 0,2 10 0,-3 6 0,4 6-66,1 7 1,0 3-1,1 4 1,2 1 202,2 1 0,2 7 0,-3-3 1,4 3-109,0 3 1,5-4 0,-5 5 0,2-4-307,-1 0 0,1 2 0,4 1 1,1-1-353,-1-4 1,0-8-1,1-7 1,-1-1-558,1 0 0,-3-9 0,0 0 0,-3-5-1157,2-5 0,-3-1 0,2-2-2995,1 0 4904,-5-7 0,-44-32 0,-18-16 0</inkml:trace>
  <inkml:trace contextRef="#ctx0" brushRef="#br0" timeOffset="34">8718 12705 7786,'0'-15'-189,"0"1"1077,0 0 0,2-1 0,1 1 0,3 1 3419,2 3-3229,-4 4 0,-4 17 1,-12 4-381,-5 1 1,1 1 0,-5 1 0,2 3-167,0 1 0,-7-3 1,4 5-1,-2 2-140,0 1 1,5-3 0,-4 0 0,1 1-91,-1 3 1,-1 0 0,-3 1 0,2 0-61,1 0 0,0 0 0,-3-1 1,3-1-42,4-3 1,0 2 0,0-7 0,3 0-78,1 2 1,2-6-1,1 1 1,2-5-125,1 0 0,7-5 0,-2 1 0,10-7 0,3 0 0,8 0 0,1 0 0,2 0 0,2 0 0,-3 0 0,3 0 0,1 0 0,2 0 0,5 0 0,0 0 0,-1 0 0,1-5 0,0 0 0,1 2 0,4 1 0,-4 2 0,4 0 0,-4-1 0,-1-4 0,-5 3 0,-2-2 0,1 2 0,-1 2 0,-3 0 0,4 0 0,-3 0-1060,-2 0 1,-2 0 0,-2 0-2125,1 0 0,-1 0-122,0 0 1,-7 0 3305,-7 0 0,-102 26 0,34-10 0,1-1 0</inkml:trace>
  <inkml:trace contextRef="#ctx0" brushRef="#br0" timeOffset="35">8042 13654 7856,'0'-14'1097,"0"4"1,0 1 106,0-2 0,6 4 0,4 2 0,3 4-308,1 1 1,7 0 0,3 0-1,3 0-28,2 0 1,0 0 0,1 0-1,4 0-278,4 0 0,2 0 0,2 0 0,-1 0-296,4 0 0,0-5 1,-5-1-1,-4-1-373,-1 1 0,-1-4 1,-7 4-1,-1 0-518,-2-1 0,-7 2 0,3 5 0,-4 0-1006,-2 0 0,0 0 0,1 0 1603,-1 0 0,0 0 0</inkml:trace>
  <inkml:trace contextRef="#ctx0" brushRef="#br0" timeOffset="36">9625 12633 7872,'-5'-15'285,"-2"3"0,1 4 1,0 8-1,2 8 1150,3 4 0,7 9 0,4 3 0,4 3-838,5 2 0,-1 2 0,6 1 0,3 1 1,5-1 1,0 5 0,5 0-1,0 1-85,-1 0 1,-4-1-1,3 3 1,-3-2-221,-3 2 0,2-4 1,-12-3-1,-2-2-254,-1-3 1,-1 1 0,-2-2 0,-2-1-201,-2-2 0,-4-7 1,3 3-1,-2-4-1213,-2-2 1,2-4-843,-1-1 1,0-7 2215,-5-2 0,-90-13 0,34 2 0,0 0 0</inkml:trace>
  <inkml:trace contextRef="#ctx0" brushRef="#br0" timeOffset="37">9394 13626 7972,'0'-28'93,"0"4"1,0-3-1,0 3 1,2-4 1152,3-6 1,9-3 0,10-8 0,3-1 90,2-2 1,6-1 0,2 1 0,1-5-178,1-3 0,4 0 0,5 2 0,-2 1-315,-1-2 0,-2 4 0,0-1 0,0-1-463,1 2 1,-1-1 0,2 8 0,1-1-480,2 3 1,-2 4-1,-7 1 1,-6 8-1112,-2 9 0,-4 4 0,-3 3 1,-5 3-1224,-3 6 1,-7 2 0,-1 4 2430,-1 2 0,-22 17 0,-9 9 0</inkml:trace>
  <inkml:trace contextRef="#ctx0" brushRef="#br0" timeOffset="38">11739 12201 7786,'-14'0'505,"4"0"1,1 2 0,-2 1 0,-2 2 0,-1 0 681,-1 1 0,1 2 0,-1 6 1,1 2-412,0 4 0,-1-3 0,1 7 1,-2 3 146,-3 5 0,-4 0-581,-6 7-1,-1 4 1,-3 6 0,-7 2 0,-7 5 0,-4 4-121,0 2 0,23-31 0,0 0 0,-23 27 0,0-2 30,3-3 0,5-1 0,4-9 0,9-7 1170,9-9-1203,8-13 0,24-9 0,5-10 0,7-4 3,7-4 1,1-2-1,7 1 1,2 0 107,1-1 0,3 1 0,0 0 1,3-1-330,1 1 0,-2 1 0,-6 3 0,-2 4 0,2 0 0,0 4 0,-1-3 0,-6 4 0,-2 1 0,-3 1 0,0 4 0,-4 5-55,-5 2 0,-3-2 0,-2 0 0,-1 2-1520,-4 6 0,4-4 1,-5 2-1,0-5-203,-3 1 0,-3-4 0,-4 0-3285,-3-2 5063,-3 5 0,-48 3 0,-24-1 0,25 0 0,0 0 0,-1 0 0</inkml:trace>
  <inkml:trace contextRef="#ctx0" brushRef="#br0" timeOffset="39">10819 13554 7786,'0'-15'2241,"1"3"-1196,4 2 1,9-1-1,10 4 1,5 1 353,5 0 0,4-4 1,10 4-1,5-1-413,3 1 1,1-1 0,1 4 0,-2-2-425,-3 2 1,-1-3-1,-7 1 1,-3 2-302,-1 1 0,-6-3 0,-1 1 0,-4-1-653,-1-2 0,-5 4 1,0-5-1,0 2-1604,-2 3 0,-1-4 0,-6 1 1996,-1-2 0,-19 5 0,-4-4 0</inkml:trace>
  <inkml:trace contextRef="#ctx0" brushRef="#br0" timeOffset="40">12747 11985 7770,'0'-22'619,"0"-4"0,0 7 1101,0 2 1,0 10-1,0 12-887,0 13 1,0 9-1,0 6 1,0 7 773,0 7-1381,0 10 1,0 2-1,0 5 1,0-1-1,0 2 1,-2 4-1,-1 5 57,-2-1 1,-6 4 0,1-4 0,-3-4-80,-1-3 1,4-7 0,1-11-1,-2-10 188,-2-6 0,3-11-270,1-7 0,5-7 0,0-12 0,4-6-182,4-7 0,4-4 0,7-7 1,1 0-23,3 0 0,3-4 0,7-1 0,0 4-30,0 4 0,-1 6 1,1 7-1,0 3 97,0 5 1,4 4-1,1 4 1,-2 5 98,-2 6 0,-7 15 0,-4 0 0,-3 3 296,-2 3 0,-6-3 1,-3 5-1,-3-2 81,-2-3 1,-12-2 0,-4-1 0,-4 0-257,-6 0 0,-1-7 0,-3-1 0,-4-2-558,-4 0 0,-4-1 1,-3-7-1,-1-3-977,-2-2 0,-2-1 0,6-6 0,-1-6-1634,3-7 1,15-9 2963,3-10 0,13 9 0,5-3 0</inkml:trace>
  <inkml:trace contextRef="#ctx0" brushRef="#br0" timeOffset="41">13121 11439 7731,'0'-15'1129,"0"6"1094,0-1-1609,6 7 0,4-4 0,9 11 0,6 5 0,7 10 0,7 9 0,4 5 3901,5 6-4275,-3 9 0,10 4 1,-28-20-1,-2 2 0,1 2 1,-1 1-1,-1 4 1,-2 0-1,-2 1 0,-1 1 1,-4 1-1,-2 1 113,-1 2 1,-3 0 0,-3 1 0,-2 0 0,-1 1 0,-2 0 0,0 0 0,-2-1-173,0-1 0,-2-1 0,-1-3 0,0-1 0,-4-1 0,0-1 0,-1 2 0,0 0 17,0 0 0,-1 0 0,-9 37 0,4-6 0,-1-6-85,-3-3 0,2 0 0,-7-5 0,-2 1-251,-1-5 0,-2-2 1,0 0-1,-1-5-811,-4-3 1,2-15 0,-4-6 0,0-8-1871,5-6 2819,0-4 0,-9-23 0,-6-11 0,-5 0 0,1 0 0</inkml:trace>
  <inkml:trace contextRef="#ctx0" brushRef="#br0" timeOffset="42">14430 12762 7878,'-15'0'591,"1"0"1,0 0 1226,-1 0-1216,7 0 0,8 0 0,10 0 1,4 0-1,4 0 0,3 0 0,1 0 1,4 0-1,2 2 927,6 3 1,-2-4-1,5 4 1,-1-2-742,1 2 0,-3-3 0,4 3 0,2-4-424,2-1 1,1 0 0,0 0 0,0-1-174,0-4 1,-4 2 0,-3-7 0,0 0-759,-4 2 0,-8 0 0,-5 5 0,-3-3-2878,-2-2 1,-8 5 1742,-6-2 0,-8 8 0,-11 3 1702,-5 2 0,-12 8 0,-6 4 0,-4 3 0,-1 0 0</inkml:trace>
  <inkml:trace contextRef="#ctx0" brushRef="#br0" timeOffset="43">14300 13338 8297,'-6'0'1333,"6"0"0,10 0-184,7 0 1,7 0 0,10 0 0,2 0-317,1 0 0,6 0 1,-1 0-1,4 0 171,1 0 0,-1 0 0,0 0 0,2-2-463,-1-3 1,-4 4-1,-3-4 1,-3 3-512,-2 2 0,-5 0 0,-4 0 0,-1 0-1030,-4 0 1,-3 0 0,-4 0-1954,0 0 1,-1 7 2952,-3 2 0,-43 17 0,-24 6 0,-3 3 0,0 0 0</inkml:trace>
  <inkml:trace contextRef="#ctx0" brushRef="#br0" timeOffset="44">16228 14748 8375,'-14'0'1990,"6"2"-1145,3 2 1,5 0-397,5 5 0,3-4 1,6 3-1,2 0 0,2-2 1,3 1-1,1-3 0,2 1 1,0 0-1,0-2 669,1-1 0,3-2 0,0 0 0,1-2-775,0-3 0,1 2 0,2-6 0,2-3-111,-2 0 0,0-7 1,0-1-1,1 1-11,-1-2 0,-6 1 0,-4-6 0,1 2-10,-1-2 1,-4-1 0,1-2 0,-2 1-3,3-1 1,-5-5 0,5-1-1,-4-2 10,-2-3 1,-1-1 0,-2-1 0,-1 2 90,1 2 1,-3 0-1,1-6 1,1 3-147,-2 3 1,0-4 0,-5 4 0,2-4-165,-2-1 0,4 0 0,-3 0 0,1-2 0,2-3 0,-6 1 0,6-5 0,-3-1 0,1 2 0,0-5 0,-5 3 0,0-3 0,0-1 0,0 1 0,2 1 0,1 2 0,2-1 0,-1 3 0,-4 1 0,0 4 0,0 4 0,0 3 0,0-3 0,0 2 0,0 2 0,0 1 0,0-3 0,0 2 0,0-2 0,0-2 0,2 0 0,1 4 0,2 4 0,0-2 0,-5-1 0,1-1 0,4-1 0,-3 1 0,2-4 0,-2 2 0,-2 2 0,0 0 0,0-6 0,0 1 0,0 0 0,0 1 0,0 3 0,0 2 0,0 2 0,0-4 0,0 6 0,2-1 0,2-1 0,-2 3 0,4-6 0,-1-1 0,0 2 0,6-4 0,-1 2 0,3-4 0,1-5 0,-4 4 0,-1-4 0,2 3-36,2 2 0,-3 0 0,-1 1 0,1 4 72,-2 4 0,3 4 0,-4 2 0,1 3-36,3 1 0,-3 6 0,1-2 0,2 0 0,2 1 0,2 0 0,-1 5 0,0 1 0,1 3 0,-1-1 0,1 6 0,1 2 0,3 1 0,-2 2 0,6 0 0,-3 0 0,-2 0 0,0 5 0,-1 0 0,2-2 0,-1-1 0,-2 3 0,-2 1-151,1 2 1,-6-5 0,-1 4-1528,-1-1 1,2 2-1,-4 6-1055,-2 1 0,-1 6 0,-2 1 2733,0 0 0,-51 23 0,-26 8 0,24-16 0,-1-1 0,1 1 0</inkml:trace>
  <inkml:trace contextRef="#ctx0" brushRef="#br0" timeOffset="45">17681 14575 7756,'10'-5'717,"-1"1"1,-7-6 87,-2 5 1,-2-4-196,-7 4 0,-1-6-51,-4 1-190,6 4 1,0-1-1,3 7 1,-5-1-1,-2-2 57,-3-2 1,1 0-1,0 7 1,-1 1-109,1 2 1,-5 6 0,-2-2 0,-2 4-120,-2 1 0,2 6 0,-1 0 1,0 1-4,2 0 0,-5 5 0,5-2 1,-2 3-57,0 2 0,6-1 0,-3 1 0,2 0-51,0 0 0,4-1 0,7 1 1,2 0-45,3 0 1,1-5-1,4-2 1,3 0-61,4 1 1,4-6 0,1 3 0,1-6-12,-1-4 1,1 1 0,-1-6-1,2-2 12,3-2 1,-3-1-1,3-1 1,-3-4 145,-1-5 1,-1-2-1,2-4 1,2-4-145,1-4 0,0-3 1,-6-1-1,-2-3-140,-1-2 1,-1-4 0,6-5 0,-3 2 16,-2 2 1,1 0-1,-6-4 1,-2 4-54,-1 4 1,-2 5 0,0 5 163,0 5 1,-2 9 0,-1 7-26,-2 6 0,0 12 0,5 9 0,0 3 707,0 2 0,0 0 0,0-1 0,0 1 86,0 0 0,2 4 0,1 1 1,4-4-426,1-4 0,-4 1 0,6-3 0,0 2-330,-2-2 1,4 1-1,-2-5 1,1-3-535,-1-1 1,2-2-1,-2-1 1,3-2-1103,1-1 0,-4-7 0,-1 2-1963,3-3 3610,0-2 0,-68-26 0,-17-6 0</inkml:trace>
  <inkml:trace contextRef="#ctx0" brushRef="#br0" timeOffset="46">18185 9928 7822,'-7'-8'1015,"-1"1"0,0 9 0,4 3 0,2 4-550,2 4 1,0 3 0,2 3-1,1 5-91,2 4 1,-1 5-1,-2 2 1,1 2 792,2 3-942,0 8 1,-5-2 0,0 6 0,0-1 0,0-2 0,0 2-1,0-1 94,0 0 1,0-4-1,0-6 1,-2-3-139,-3-2 1,4-2-1,-6-4 1,3 0-1,-1 0 0,-5-2 0,4-2 0,-1-1-83,1 2 0,0-5 0,2-2 1,0-3 148,0-2 0,-2-4-134,1 0 0,0-9 1,5-1-1,0-8 40,0-5 0,2-3 0,1-3 0,4-5 4,1-3 1,1-2 0,6-1 0,-1-2-96,0-2 0,1-4 0,-1 4 1,1 2-70,-1 2 0,5 3 0,0 1 1,0 4-98,2 1 1,-5 2 0,5 6 0,-2 4 20,0 4 0,5 3 0,-3 2 1,0 2-6,0 3 0,-2 4 0,-5 9 0,1 3 232,-1 1 1,-1 0-1,-2 4 1,-3-2 108,-2 1 1,-1 1 0,-5 0 0,0-2 23,0 1 0,0 1 0,-1-1 0,-4-2 10,-5-3 0,-3 4 1,-1-4-1,0-3-195,-1-1 0,-4-1 0,-2-1 0,1-1-268,-1-4 0,-5 3 0,4-8 0,-2 0-396,0-3 0,0-1 1,-3 0-1,1-1 240,2-4 0,5 2 0,-3-7 0,1 0-1719,3 2 1,9-4 2050,4 2 0,-16-28 0,-3-9 0</inkml:trace>
  <inkml:trace contextRef="#ctx0" brushRef="#br0" timeOffset="47">18156 13453 7758,'-14'8'92,"4"3"1,0-6 0,1 0-1,-1 0 1,1 1 759,-3 2 0,6-3 0,1 4-370,4 3 0,1 0 1,1 3-1,4-1-1,5 0 1,2 1 0,3-1-1,-1 1-5,1-1 1,4 5 0,0 0 0,-1-3-130,-2-4 0,3 0 0,0-4 0,-2 2-1,-1 0 0,-1-7 1,-1 2-1,1-4-69,-1-1 0,0-1 0,1-4 0,-2-5-100,-4-3 0,4-7 0,-3-4 0,1-4-24,-2 0 0,4-1 0,-5 0 1,0 0 131,-3 1 1,1-6-1,1-1 1,-1-2-8,0-3 0,-1-2 1,-5-1-1,0 0-49,0 0 0,0-2 0,0-1 1,0-2-145,0 2 1,0-4 0,0 2 0,0 0-150,0-1 1,0 4 0,0-3 0,0 1-46,0-1 1,-1 4 0,-3-4 0,0 3 33,0 2 1,-2 0 0,1-1-1,1 3 104,-3 3 0,6 4 0,-4 8 0,5 4 164,5 1 0,3 2 1,6 5-1,0-1-40,1 1 1,1 1 0,1 2 0,2 3-54,-1 2 1,3 1 0,-2 5 0,0 0-78,2 0 0,-5 0 0,3 0 0,-1 0-249,1 0 1,-3 5 0,1 1 0,-4 2-566,-3 3 0,-2-3 1,3 2-1,-1-1-745,1-1 0,-5 5 1,-1-3 225,-3 2 0,-2 3 0,0-1 1,0 1-2059,0-1 3368,0-6 0,-64 30 0,24-18 0,0 0 0</inkml:trace>
  <inkml:trace contextRef="#ctx0" brushRef="#br0" timeOffset="48">18170 12777 7762,'-6'0'2106,"6"0"0,13 0 1,11 0-1,5 0-1183,4 0 1,-1-2 0,6-1 0,1-2-181,-2 2 0,4 1 0,-4 1 0,1-2-323,1-2 1,-9 0 0,0 5 0,-4 0-419,0 0 0,-6 0 1,-1-2-1,-3-1-1027,-1-2 1,-1 1 0,1 2-593,-1-3 1,0 4 0,1-4-184,-1 3 0,-4 2 1800,-1 0 0,-18 26 0,-1 6 0</inkml:trace>
  <inkml:trace contextRef="#ctx0" brushRef="#br0" timeOffset="49">19480 12129 7811,'-15'-9'139,"1"-1"1,-1 7-677,1-2 1,0 3 1067,-1 2 1,1 2 0,-1 3 0,1 4-1,0 4 1,-1 3 0,1 2 0,0 3 0,-1 1-1,1 5 299,-1 5 1,1 5 0,1 4 0,2 1-469,1 1 0,7-1 0,-2 9 0,4 0-161,1 0 0,5-4 1,1 1-1,2-4-162,3 0 1,-3-1-1,2-2 1,1-4-122,2-8 0,1 0 0,1-7 1,-1 2-321,0 0 0,-4-7 0,0 1 0,1-5-241,1-4 1,3-4 0,-1 3 0,1-1-595,-1-4 0,5-2 0,0-2 0,-1-4 1237,-2-5 0,-14-47 0,-4-13 0</inkml:trace>
  <inkml:trace contextRef="#ctx0" brushRef="#br0" timeOffset="50">19595 12475 7758,'0'-15'554,"0"7"1,4 3 0,4 10 0,4 5 318,4 3 0,1 6 0,-2 2 0,1 1-279,3 4 0,-3-4 0,3 2 1,-3 1-226,-2 3 0,-4 5 0,0 2 0,-1 1-151,-1-1 1,3 3 0,-6-3 0,-2 0-211,-1 1 0,-2-1 0,0-5 0,0 1-1519,0-4 1,1-10 0,3-1 0,2-6-2736,2-4 4246,-5-1 0,-3-69 0,-8-16 0</inkml:trace>
  <inkml:trace contextRef="#ctx0" brushRef="#br0" timeOffset="51">19954 12503 7759,'-14'-12'-868,"0"2"1265,-1 5 0,6 4 0,-1 2 216,-1 4 0,0 8 0,-1 8 1,3 1-59,-2 4 0,-9 2 0,-2 6 0,-2 4-122,0 4 0,-1 1 1,-7 0-1,-2 0-213,2 0 1,3-6-1,5-3 1,5-5-452,3-5-710,2-4 1,7-13 0,7-7 0,8-8-2314,5-5 3254,2-8 0,-1-40 0,0-15 0</inkml:trace>
  <inkml:trace contextRef="#ctx0" brushRef="#br0" timeOffset="52">20098 11870 7738,'-14'0'72,"4"0"1,2 2 756,2 3-388,7 3 0,7 8 1,8 3-1,4 5 1,2 3-1,2 2 1,0 1 2420,2 4-2445,1-4 0,-3 16 1,-2-4-1,-1 1 0,-4 0 1,-2 2-1,-4 1 287,-1 4 0,-7 0 0,2 4 0,-5-3-641,-5-1 0,-3 4 1,-7-3-1,1-1-320,0-7 0,-6 0 1,0-6-1,-3 1-421,-2 1 1,2-7-1,1 0 1,0-5-419,-1-3 1,4-7 0,-3 1-1,1-7-451,3-6 0,7-4 0,3-2 1547,2-4 0,1-67 0,5 25 0,0 0 0</inkml:trace>
  <inkml:trace contextRef="#ctx0" brushRef="#br0" timeOffset="53">21163 12417 7673,'-19'-5'0,"-1"-1"-161,3-2 418,1 5 1,2-4 0,-1 7-1,1 0 1,-1 0 0,1 0 813,0 0 0,-1 7-847,1 2 0,-2 4 0,-2 3 0,-3 3 1,-1 5-1,-3 3 42,-3 2 0,4 2 1,0 0-1,0 5-95,2 0 1,-4 1 0,7 3-1,2-3-76,1-2 0,8-1 0,3-6 1,3 1-76,2 0 0,7-11 0,4-6 1,5-2-111,3-2 0,7-5 0,-2 0 0,3-6 190,2-6 0,-1-11 0,3-4 0,-1-3 206,-1-2 0,3-4 0,-10-2 0,2-2 199,0-3 1,-1-6 0,2-4-1,-3-1-78,-1-3 1,-3-1 0,-7-1-1,-3 2-183,-2 0 0,-1-4 0,-5 8 0,0 1-200,0-1 0,0-2 0,0 4 0,0 3-379,0 5 0,-5-2 0,1 6 0,0-1-780,3 3 0,1 10 0,0 5-1528,0 3 0,0 10 749,0 6 0,0 8 1894,0 11 0,-32 48 0,12-25 0,0 1 0</inkml:trace>
  <inkml:trace contextRef="#ctx0" brushRef="#br0" timeOffset="54">21422 12331 9763,'6'14'1077,"4"0"1,-1 6 0,4 0-1,3 3-495,0 2 0,0 9 1,-1 4-1,1 4 329,3 1-856,-3 7 0,4-6 1,-4 4-1,2-3 0,1-2 1,-1 0-1,-2-1-296,-2-4 0,-1-7 0,-2-9 0,-3-1-1978,-1-3 1,2-2-343,-4-2 0,1-8 2561,-1-6 0,-8-32 0,-5-19 0,3-4 0,0 0 0</inkml:trace>
  <inkml:trace contextRef="#ctx0" brushRef="#br0" timeOffset="55">21954 12475 7673,'0'-15'-475,"-1"2"1244,-4 4 1,2-2 0,-7 6 37,-1 2 1,-2 3-1,-3 6 1,-3 7-252,-5 4 0,-10 14 0,-4-1 0,-5 7-230,-5 8 1,-3-1 0,-7 8-1,1-1-48,-1 0 0,2-5 0,3 2 0,7-5-300,6-4 0,6-6 1,12-9-1277,8-4 0,7-6-692,12-5 1,5-4 1989,9-10 0,-10-2 0,4-8 0</inkml:trace>
  <inkml:trace contextRef="#ctx0" brushRef="#br0" timeOffset="56">13279 17093 8231,'0'-9'420,"1"1"1,4 0 221,5 0 1,3 3-1,3-3 1,1 0-307,2 0 0,5 3 0,-3-5 1,2 1-1,0-1 0,1 1 0,0-1 1,0 1 204,-1-1 0,4 5 0,-5-3 0,2 0-365,0 0 0,0 5 1,5-2-1,-2 4-61,-3 1 0,3 0 0,-3 0 1,4 0-43,0 0 0,6 0 0,-1 0 0,-1 0 49,-1 0 1,2 0 0,3-2 0,-1-1-6,0-2 1,0 0 0,-3 5 0,3 0-32,2 0 1,-5 0 0,3 0 0,-1 0-66,-1 0 0,2 0 0,-3 0 1,2 0-81,-2 0 1,-2 0-1,-1 0 1,0 2 75,0 3 0,-1-4 0,1 4 0,0-3 76,0-2 0,-1 0 1,1 0-1,2 0 37,2 0 1,-2 0 0,4 0 0,0 0-84,3 0 1,-1 0 0,0 0 0,-2 0-23,-3 0 1,3 0 0,-1 0 0,-4 0 30,-4 0 0,1 0 1,-5 0-1,2 0 13,0 0 1,-5 1 0,4 2 0,-1 2 111,0-2 0,-2-1 0,4 0 0,1 1-6,2 2 0,2-1 0,0-4 0,1 0-151,4 0 0,-2 0 0,5 0 0,-1 0-1,1 0 0,-3 0 0,4 0 0,0 0-13,-1 0 0,3 0 0,-5 0 1,2 0 160,3 0 1,-5 0 0,0 0 0,1 0-33,2 0 0,-1 0 1,-1 0-1,1 0-36,0 0 0,-3 0 1,4 0-1,2 0-27,1 0 0,1 0-1,-2 0 1,-2 0-38,2 0 1,3 0-1,4 0 1,1-1-56,-2-4 1,0 3 0,1-2 0,1 2-15,-2 2 1,-1-2-1,-4-1 1,-1-2-15,-1 2 0,-2 2 1,3-1-1,-4-1-9,-1-2 1,-1-1 0,-5 2 0,0 0-74,-1 0 0,1-2 1,-2 1-1,-1 2-251,-2 1 1,-5-2 0,3-1 0,-1 2-117,-3 1 0,-2 2 1,-2 0-1,1 0-64,-1 0 0,0 0 1,1 0-1,-1 0 116,0 0 0,1 0 0,-1 0 0,1 0-415,-1 0 0,0 2 0,1 2 857,-1 6 0,-25 28 0,-7 9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0.4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4417 15568 7952,'-23'0'44,"4"0"1,-2 0 0,2 0 456,1 0 0,2 2 1660,2 2-1223,6-2 0,2 3-490,6-10 0,1 3 0,2-4 0,4 1 5,1 0 0,-3-4 1,4 2-166,2-1 1,2 4-1,2-4 1,-1 0 4,0 0 0,1 3 1,-1-3-1,1 0 140,-1 0 0,-3 5 0,0-4 1,2 3-114,-2-1 0,0-5 0,4 4 1,-1-1-4,1 1 0,-1 1 0,0 4-67,1-4 1,-1 3 0,1-3-154,-1 4 0,0 1 0,1 0-218,-1 0 0,1 0 0,-1 0 46,0 0 1,1 1 0,-1 3 0,0 0 34,1 0 1,-1-3 94,1-1 0,-3 2 1,0 1 98,-3 2 1,-4 0-122,5-5 0,-6 1-189,6 4 39,-7-3 1,5 4 0,-5-4-79,2 2 190,6-2 0,-3 4 1,5-4 20,-3 3 0,-2-4 1,-4 4 39,6-3 1,-2-2-1,2 0 30,1 0 0,-3 0 1,1 1 0,3 4 1,0-3 0,3 3-21,-1-4 0,1 1 1,-1 1-37,0 2 0,1 1 0,-1-3-15,0 2 0,1 0 0,-1-5 22,1 0 0,-1 5 0,0-1-22,1 0 0,-6-3 0,1 1 0,1 1 32,2 2 0,-3 0 0,-1-5 1,2 0-5,2 0 0,2 1 0,-1 2-51,0 2 0,1 0 0,1-5 0,1 0 66,2 0 0,1 5 1,-6 0-1,0-2-17,1-2 0,4-1 0,2 0 0,0 0-7,-1 0 1,4-1 0,-3-2 0,0-2 4,0 2 0,3-1 1,-4 1-1,1-2-29,0 2 1,5 2 0,-4-1 0,2-1-31,0-2 1,-5 0 0,3 5-1,1 0 50,-1 0 1,-4 0 0,3 0 0,-2 0 39,0 0 1,0 0 0,-5 0 0,1 0 43,-1 0 0,1 0 1,1 2-85,3 3 0,-3-4 1,3 6-1,-3-3-23,-2 1 1,6 0 0,-1-5 0,-2 0-10,-1 0 0,-1 5 0,-1 0 0,0-2-6,1-2 0,-6-1 1,1 0-1,1 0 74,2 0 1,1 0 0,1 0 56,-1 0 0,1 2 0,-1 1-71,0 2 0,1 0 0,-1-5 0,0 0-3,1 0 0,-1 0 0,1 0 0,-1 0-28,0 0 1,1 0 0,1 0 0,1 0-47,3 0 0,-1 0 0,-5-2 0,1-1 13,-1-2 0,5 0 0,0 5 0,-1 0-1,-2 0 0,0-4 0,1-1 0,4 2 20,2 1 0,-6 0 0,4-1 0,-2-2 23,0 2 0,2 2 1,-3 1-1,1 0-21,-2 0 1,1-5 0,0 0 0,1 2 38,-2 1 1,4 2 0,-2 0 0,0-1-32,2-4 1,0 3-1,5-3 1,-4 2-15,-1-2 0,3 4 0,-3-4 0,-1 3-14,1 2 1,0-4 0,-4-1 0,3 2 1,-3 1 0,-1 2 0,-1 0 0,1 0-12,3 0 1,-3 0 0,3 0-1,-1 0 6,1 0 1,-3 0-1,4 0 1,0 0 17,-1 0 1,5 0 0,-3 0 0,-1 0 34,1 0 0,3 5 0,-3 0 0,0-2 21,-1-2 1,4-1 0,-3 0 0,0 0-41,0 0 1,3 0 0,-3 0-1,-1 0-20,1 0 1,0 0 0,-3 0 0,1 0-54,-2 0 0,1 0 0,-1 0 0,3 0 18,-3 0 1,-1 0 0,-1 0 0,-1 0 2,0 0 0,6 0 0,-1 0 0,-2 0 37,-1 0 1,-1 0 0,-1 0 0,2 0 54,3 0 0,-3 0 1,3 0-1,-1 0-46,1 0 1,-3-4 0,3-1 0,-3 2-71,-1 1 1,-1 2 0,0 0 0,1 0 31,-1 0 1,1 0-1,-1 0 1,0 0 22,1 0 1,-1 0 0,1 0-1,-1 0 18,0 0 1,1 0 0,-1 0 0,1 0-10,-1 0 1,0 0 0,1 0 0,-1 0-17,0 0 0,-4 5 0,0 0-32,1-2 1,2-2-1,1-1 2,0 0 0,-1 2 0,-2 1 40,-1 2 1,0 0 0,4-5-8,0 0 0,1 0 0,-1 0 12,0 0 1,-1 1 0,-2 3 0,-1 0 17,1 0 0,0-1 0,1 0 0,-3 2-22,2-2 1,2 0 0,2 0-1,-1 2-39,0-2 1,1 4 0,-1-2-1,0-2-34,1-2 0,-1 1 1,1 1-1,-1 2-10,0-2 0,1-1 1,-1-2-1,1 0-54,-1 0 0,5 0 0,0 0 0,-1 0 82,-2 0 0,-2 0 0,1 0 1,-1 0 8,0 0 1,-4 0 0,0 0 0,1 0-48,2 0 0,1 0 0,0 0 64,1 0 1,-6 0-1,1 0-26,1 0 1,2 0-1,1 0 26,1 0 0,-1 0 0,0 0 0,1 0 16,-1 0 0,1 0 0,-1 0 0,0 0 22,1 0 0,-1 0 1,1 0-1,-1 0-4,0 0 1,2 5-1,2-1 1,1 0 24,-1-3 1,-2-1 0,0 0 0,1 0 13,2 0 0,2 0 1,-3 0-1,3 0-26,1 0 1,-3 5 0,5 0 0,0-2-54,-2-1 1,1-1 0,-6 2 0,3 2 15,-3-2 0,-1-1 1,-1-2-1,-1 2-14,0 2 0,1-2 0,-1 3 3,1-4 0,-6-1 0,1 0-9,1 0 0,-3 0 21,1 0 0,-4-4 4,5-1 0,-5 0 12,4 5 1,-6-2-1,4-1-17,-1-2 0,-3 1-8,7 4 1,0-2-76,4-3 1,-4 4 18,-1-4-44,-6 3 0,4 1-184,-7-4 0,0 2 1,1-5-340,4 1 0,-3 1-1285,3 1 1,-4-3-661,-1-6 2592,0 6 0,-64 27 0,24-3 0,0 0 0</inkml:trace>
  <inkml:trace contextRef="#ctx0" brushRef="#br0" timeOffset="1">11998 15338 7931,'13'-7'2498,"-3"-2"-1275,-4-4 126,-6 5-372,0 2-831,0 6 0,0 6 0,0 4 1,0 2-1,0 4 0,0 2 56,0 1 1,0 2 0,0-3 0,0 2-14,0 3 0,-1 1 0,-3 3 0,0-2-193,0-1 0,3-1 0,1 2 1,0-2-91,0-2 1,0-2 0,0-5-214,0 1 340,0-1 1,-2-8 0,-1-6 21,-2-8 0,0-4 0,5-3 0,0-1-13,0-3 0,-1 3 1,-2-5-1,-2 2-52,2 0 0,1-5 1,2 5-1,0-1-25,0 0 0,0 4 1,0-3-1,0 3-13,0 1 0,0 1 127,0-1 1,0 9 8,0 6 1,0 6 0,2 10 0,1 2-76,2 1 0,-1 7 0,-4-4 0,0 2-22,0 0 1,0-2 0,0 2 0,0-3 40,0 0 1,0-5 0,0 3 0,0-3 120,0-1-241,0-7 0,0-4 107,0-8 1,0-6-1,0-8 1,0-1-2,0 2 1,2-1 0,1 0 0,2-1-10,-2 2 1,-1-4-1,-1 2 0,4 1 1,-3 2 0,3 2 91,-4-1 1,-1 9 66,0 6 0,0 6 0,0 10-149,0 4 1,0-5-1,0 6 1,0-2-175,0 1 1,0-1 0,0-5-329,0 1 1,0-1-1452,0 0 1,0-4 74,0 0 1,-1-7 1858,-4 2 0,3-4 0,-4-1 0</inkml:trace>
  <inkml:trace contextRef="#ctx0" brushRef="#br0" timeOffset="2">10401 15582 8011,'-14'2'-20,"0"1"0,-1 2 0,1-2 0,1 0 0,2 1 1660,1 0-155,7 1-435,-10-5-99,12 0 0,-4 0-76,10 0 0,-2 5 0,7 0-277,1-2 1,-3-1 0,1-2-246,3 0 1,0 0 0,3 0 0,-1 0-18,0 0 0,2 0 0,2 0 0,1 0-78,-1 0 0,4 0 0,2 0 0,2 0-36,-2 0 1,3 0 0,-3 0 0,3 0-81,2 0 0,0 0 0,-1 0 0,0 0-149,-4 0 1,3 1 0,-5 2-1,2 2 43,0-2 0,-5-1 0,5-2 0,0 2-44,-1 2 1,2-2 0,-6 3 0,0-4 60,2-1 1,-5 0 0,5 0 0,-2 0-2,0 0 1,2 0 0,-3 0 0,3 0-19,1 0 1,-3-4 0,3-1 0,1 0-21,-1-1 0,-4 4 1,3-3-1,-2 4 7,0 1 0,0-5 0,-4 0 0,-1 2 3,0 1 1,1 2 0,-1 0-1,0 0 5,1 0 0,-1-1 1,1-3-1,-1 0 6,0 0 0,6 3 0,-1-1 0,-2-1 24,-1-2 0,4-1 1,-1 3-1,0-2 2,2 2 1,-4-4 0,7 1-1,0-2-5,-1-3 1,2 3 0,-6 0 0,1 0-28,0 0 1,-2 5-1,3-4 1,-4 2-188,-4 1 0,-2-1 0,4 5-93,-1 0 0,-4 0 6,-1 0 104,-6 0 59,4 0 0,-6 0-498,4 0-883,-3 0-315,4 0-429,-6 0-5869,0 0 6645,0-7 0,-1 6 1431,-4-4 0,3 3 0,-4 2 0</inkml:trace>
  <inkml:trace contextRef="#ctx0" brushRef="#br0" timeOffset="3">12056 15597 8013,'8'0'529,"-2"0"0,-4 0 965,3 0 352,-4 0-816,6 0-546,-7 0 1,-2 0-1,-1-2 112,-2-3 1,0 2-1,4-6 1,-2-3-165,-2 0 1,0-3 0,5 1 0,0 0 79,0-1 0,0-4 0,0-2 1,0 0-26,0 1 0,0-6 1,0 2-1,0-3-226,0-2 1,0 5 0,0 0 0,0-1-87,0-3 0,0 0 0,0 0 0,0 3-6,0 1 1,0 1 0,0-2 0,0 2-63,0 3 0,0-4 1,0 3-1,0 0 25,0 0 1,0-3 0,0 5 0,0 2 8,0 1 1,0 1 0,0-1-1,0-1-110,0-3 0,0 1 1,0 5-1,0 0-36,0-1 1,0 1-1,0-1 1,-2 3-42,-2 2 0,2-3 0,-3 4 0,4-4 49,1-2 1,0 1 0,0 0 0,0-1 56,0 1 0,0-5 0,0 0 0,0 1 68,0 2 1,0 0 0,0-2 0,0-1 11,0 2 0,0-4 1,0 2-1,0-1-107,0 0 1,0 4 0,0-5 0,-2 2-6,-3 0 1,4-2 0,-4 3 0,3-1-38,2 1 1,-1-2 0,-3 0 0,0 3-166,0 1 0,3-3 0,1-1 0,0 1 83,0-1 1,0 4-1,0-4 1,0 3 79,0-2 0,0 3 0,0-4 1,0 4 16,0 2 0,1 0 0,3-1 0,0 1 0,0-1 1,-3 1 0,-1 0-1,0-1 6,0 1 1,0 0 0,0-1 0,0 1-7,0-1 0,5-4 0,0 0 0,-2 1 10,-1 2 1,-2 2 0,0 0-1,0-1 27,0 1 0,4-1 1,1 1-1,-2 0-14,-1-1 1,-2-5 0,0-3-25,0 1 0,5 1 0,0 7 0,-1-2-17,3-4 0,-6 4 0,4-3 0,-3 2-20,-2-3 0,0 4 1,0-3-1,0 3-220,0 2 1,0 0 0,0-1-1,0 1-128,0-1 0,0 1 0,0 0 1,0-1-68,0 1 0,0-1 0,0 1 0,0-2-120,0-3 1,0 1-1,0-4 1,0 0 95,0-1 0,0-1 0,0-5 0,0 2-886,0 3 1,-2-1 26,-3 5 0,-3 11 0,-6 14 295,0 12 0,4 15 0,0 7 1035,-1 2 0,-1 10 0,-4 15 0,-1 1 0,-1 6 0,0 0 0,0 0 0</inkml:trace>
  <inkml:trace contextRef="#ctx0" brushRef="#br0" timeOffset="4">12056 13467 8086,'0'-19'22,"0"0"0,0 0 1,0 3-1,0-2 649,0-1 1,-2 5-96,-2 4 1,2 0 0,-4-2 403,-1 2 0,4 4-657,-7 6 1,2 8 0,-4 6 0,-1 10 0,-3 8 0,-2 8 22,-3 6 0,-3 2 1,-7 8-1,-5 5-282,0 3 1,-4 5-1,16-31 1,0 0 0,-2 3-1,-1 0-46,-1 1 1,0 1-1,1-2 1,1 1 0,1-1-1,-1-1 1,1 0 0,1-1-56,0-4 1,1-2 0,-9 28 0,8-10-1,8-7-47,7-9 0,4-18 0,10-7 0,6-7-100,6-3 1,1-8 0,6-6 0,0-10 4,-2-8 1,5-5-1,-4-8 1,1-3 187,0-4 0,0 0 1,3 0-1,-1-3-1,-2-1 0,0-3 0,4-3 1,3-7 4,-15 32 1,1-1-1,-1-1 1,0 0-1,3-3 1,1 0-1,-1 2 1,2-1-133,-1-1 1,1 1-1,14-31 1,-4 8-1,-7 14-41,-4 17 1,-8 14 202,-12 19 1,-8 11-1,-12 24 1,-4 8 116,-3 8 1,-3 12 0,-4 4 0,15-31 0,-2 0-109,-2 2 0,0 0 0,0 3 0,0 0 0,-3 3 0,-1 1 0,0 2 1,0 1-84,-1 1 1,0 1 0,-4-1 0,0 1-1,-2 5 1,1 0 0,-3 2 0,1 0 129,-1 2 0,0 0 0,6-6 0,1-2 0,3-1 0,1-1 0,3-6 0,2-1 20,-13 30 0,10-13 1,9-14-1,8-10-110,4-11 0,8-13 0,6-9 0,5-10-257,7-11 1,8-9-1,3-7 1,2-10 9,3-11 1,2-7 0,-21 28 0,-1-1-1,19-33 1,-6 2 0,2 0 1,-1-5-1,-1 0 123,3 0 0,-6 0 1,4 0-1,-4 1 102,-1-1 1,1 0-1,0 1 1,1 7 34,-4 12 1,-8 10 0,-1 18-20,-7 5 1,-5 11 0,-7 8 282,-4 8 1,-5 11-1,-7 7 1,-4 6-177,-1 6 1,-9 10 0,-7 6 0,-5 9-35,19-28 1,0 2 0,1-2-1,-1 2 1,-2 1 0,0 0 0,-2 0-1,0-1 38,-2 1 0,-1 1 1,-4 4-1,-2 2 1,-3 4-1,-2 1 0,1 3 1,-1 0-8,2 1 0,-1 0 0,-1-4 0,1-2 0,2 0 0,1 0 0,1-4 0,0 0 47,3-3 0,0-1 1,5-6-1,2-2 0,-15 19 1,12-11-80,9-11 1,15-15-297,10-14 1,12-14-1,18-17 1,6-12-67,6-13 0,-20 25 1,-1-2-1,5-3 0,0-1 1,0-1-1,0-1 45,2-1 0,-1-2 0,1 0 0,0-2 1,-1 0-1,0-1 0,2-1 0,0 1 65,-1 0 0,1 0 0,2-2 0,-1 0 0,-2 0 1,0-1-1,0 1 0,1 0 143,2 1 0,-1 1 0,-5 4 0,0 2 0,-3 3 0,0 2 0,19-26 51,-7 11 1,-9 11 0,-10 7 131,-3 10 1,-9 9 0,-7 13 0,-8 4 132,-5 5 0,-8 15 0,-3 9 0,-5 9-93,-4 10 0,-5 6 0,14-24 1,0 2-1,-2-1 0,0 1-126,1 2 1,-1-1 0,-2-1 0,0 0 0,2 1-1,0 2 1,-2 0 0,0 0 21,-1 3 1,0 0-1,-2 2 1,0 1-1,-1 2 1,1 0-1,1-2 1,0-1-58,0-1 0,0 0 0,1 0 0,-1-1 0,1-1 0,-1-1 0,1-2 0,1-2 4,2-2 0,1-2 0,-17 26 1,5-8-1,4-8-52,5-8 0,9-14-69,14-11 1,13-14-1,16-20 1,7-11-119,7-9 0,9-16 1,-18 24-1,2-1 0,2-5 1,0-1 8,2-4 1,0 0 0,-1-3 0,1 1 0,3-1 0,1 1 0,-2-1 0,1 0 26,0 0 0,0 0 1,2-3-1,0 0 0,3-5 1,-1-1-1,-1 2 0,0 1 118,-2 3 0,-2 2 0,-3 3 0,-2 2 0,-3 4 0,-1 2 0,-2 2 0,-2 1 67,-1 2 0,-1 1 0,8-22 0,-6 15 1,-8 10 146,-6 11 0,-4 4 1,-8 3 71,-2 3 0,-6 5 0,-9 12 0,-7 7 233,-6 9 0,-4 12 0,-9 10 1,-3 12-319,22-22 0,-1 0 0,-4 3 0,-2 0 0,-1 3 0,-1 2 1,-1 2-1,1 0-57,-1 1 1,1 1-1,-1 1 1,-1 1 0,-2 3-1,-1 2 1,0 2 0,-1 1-161,-3 5 1,0-1 0,4-2 0,0-1 0,-1 2-1,0 0 1,4-6 0,1-1 110,2-4 0,1-1 0,1-4 0,1-1 1,5-5-1,1-1 0,-18 30-8,8-9 1,11-14 0,6-12 56,7-6 1,6-12 0,10-9 0,6-6-421,7-9 0,11-8 0,9-17 0,5-8 221,5-8 0,-22 17 1,-1-1-1,5-3 1,0-1-1,1-3 0,0-2 38,2-4 1,1 0-1,1 3 1,0-1-1,1-4 1,0-1 0,0 1-1,0 0-36,0-2 0,0 0 1,4-3-1,0-1 0,1-1 1,0-1-1,-1 2 0,1 2 120,-3 3 0,-1 3 1,-5 5-1,-1 3 0,-3 4 1,0 1-1,16-24-80,-9 10 1,-17 12 47,-8 8 1,-10 15 0,-8 14 0,-8 9 231,-5 9 0,-9 12 0,-10 13 0,-8 12-175,19-23 0,0 1 0,0 3 0,-1 2 0,-4 5 1,1 2-1,-1 0 0,1 1 18,0 1 1,0 2 0,-3 2 0,0 0 0,1 2 0,0 1 0,-3 2-1,1 0 37,-1 0 1,1 0 0,0-3-1,2 0 1,1-1 0,0-1 0,4-2-1,0-2-2,2-3 0,1-1 0,5-6 0,1-2 0,-11 22 0,7-9 93,5-8 0,11-11 1,6-11-287,6-7 0,6-6 0,12-12 0,8-9-172,8-11 0,4-15 0,4-12 0,3-8 141,-22 26 1,1 0 0,1-4-1,0 0 1,1-5 0,-1 0 0,1 0-1,0-1 75,0 1 0,-1 1 1,1 0-1,0 0 1,-1 1-1,0-1 1,-1 1-1,0-2 55,0 0 1,-1-1 0,-3 5 0,0 1 0,1 0 0,-1 1 0,17-26 111,-7 12 1,-7 8 0,-5 9 73,-5 7 1,-7 14 27,-14 15 0,-9 20 0,-12 15 1,-6 10-158,-6 7 1,-5 17 0,19-31-1,0 1 1,-2 2 0,1 1-9,0 1 1,-1 0 0,-2-1 0,0-1-1,1 1 1,1 1 0,-2 2 0,-2 1-24,-1 3 1,0 0-1,4-3 1,0 0 0,-2 4-1,0 0 1,2-4-1,0 0 1,1-3 0,1-1 0,2-3 0,3-1 0,-12 23 0,8-15 48,9-14 1,9-16 0,11-13-1,6-8 17,6-9 0,6-8 0,7-14 0,4-7-214,4-8 0,10-13 1,-22 29-1,-1 0 0,2-3 1,-1-1 46,1-1 0,-1 0 0,-2 0 0,0-1 1,1-2-1,1-1 0,0 0 0,1 0 21,1-1 0,-1-1 0,-2 0 1,0-1-1,3-1 0,0 0 1,-2 3-1,1 1-51,-1 2 0,-1 1 0,-4 5 0,-1 1 0,20-19 0,-9 14-67,-14 15 1,-7 17 0,-13 12 253,-7 14 0,-3 11 0,-14 11 0,-5 12 63,-3 12 0,13-25 0,-1 1 0,-2 2 0,-1 0 0,0 2 0,1 0-37,1-1 0,0-1 0,1 1 0,0 0 0,0-2 0,-1 0 0,0 2 0,0 0 4,1 3 1,0-1-1,1-3 1,1 0 0,1-1-1,2 1 1,0-4-1,2-1-30,-14 28 1,7-9-1,6-8 1,5-8-123,8-13 1,4-14 0,4-8 0,6-5-136,3-5 1,8-9-1,3-12 1,3-7 10,1-10 1,8-13-1,2-13 1,-17 32 0,0 0 122,0-1 0,1 0 1,-3-4-1,0 0 1,0 2-1,0-1 1,2-2-1,0 0 13,2-3 0,0 0 1,0 0-1,-1 0 0,2-2 1,0 0-1,-1 2 0,-1 1-84,-1 0 1,1 2 0,-1 2 0,0 2 0,15-33 0,-7 14-178,-8 20 1,-13 19-1,-8 17 387,-8 10 0,-6 11 1,-6 20-1,-5 10-19,-7 10 1,-5 13-1,16-31 1,-1 0-1,1 0 1,0 1-23,2-1 1,0 0 0,-2 0 0,0 1 0,2-3 0,0 0-1,-2 2 1,0 0-16,0 3 0,-1 0 0,1-4 0,1 1 0,0 1 1,0 1-1,1-4 0,1 0 50,-17 31 0,3-6 1,8-14-1,6-12-17,7-12 0,5-16 0,7-10-256,4-8 1,10-15 0,8-10 0,5-14 133,0-7 1,8-12 0,2-6 0,-17 33 0,0-2 7,0-1 1,1 0 0,-1 1 0,1 0 0,0 1 0,1-1 0,0-2 0,2-1-6,1-3 1,0 0-1,2 0 1,0 0-1,0-4 1,0 1-1,-1 4 1,-1 1-53,-2 2 0,0 3 0,19-26 1,-8 17 33,-11 12 1,-9 18-1,-19 20 1,-4 12 182,-6 9 1,-12 18-1,-2 10 1,-9 11-93,16-26 1,0 2-1,-1 0 1,0 1-1,-2 4 1,1 0-1,-1 2 1,0-1 25,1-2 0,0 1 0,0 1 0,1 0 0,0-1 1,-1-1-1,0 4 0,0 0 31,-1 3 0,0 0 1,0-4-1,0 0 1,3-2-1,1-1 1,0-3-1,1-1 283,-14 29 0,10-14-507,9-8 0,19-22 1,14-21-1,6-15 56,4-13 0,6-18 0,4-4 1,2-11 31,2-7 0,-20 29 0,-1 0 0,2-3 0,0 0 1,2-1-1,-1-1 17,1 0 1,-1 0 0,1-1-1,0 0 1,-3-1 0,0-1-1,2-2 1,0-2 30,1-2 0,-1 0 0,-4 6 0,-1 1 1,1 1-1,0 0 0,-3 6 0,-1 1-97,10-23 0,-4 13 82,-9 14 0,-8 21 0,-7 16 0,-12 15 114,-9 14 1,-6 15 0,-2 10 0,-4 9-40,15-30 1,0 1 0,-2 4 0,1 1 0,-2 2 0,0 1 0,1-1 0,-1 0-48,0-1 0,1-1 0,2 1 0,0-1 0,0-1 1,-1 1-1,0-1 0,0 0 49,-1 2 0,1-1 0,-15 27 0,6 0 0,8-15-91,5-17 1,10-11 0,7-20-43,12-12 0,8-16 0,9-21 1,2-9-22,2-11 1,6-7 0,-22 33-1,0-1 1,2-1 0,-1-1 92,0-2 1,0 0 0,-2 1 0,0-1 0,1-1 0,1-1 0,-1-1 0,0-1 5,1-2 1,-1 1 0,-1-2 0,0 0 0,1-2 0,0 1-1,0-1 1,0 1-61,-2-2 0,0 1 1,-1 10-1,0 2 1,12-37-1,-3 19-354,-5 17 1,-9 22 395,-5 26 1,-12 17 0,-7 27 0,-9 10 80,-4 11 0,11-34 0,-1 2 0,0 3 0,0 1 0,0 1 0,1 2-29,-2 0 0,0 1 1,3-2-1,-2 1 1,-1 1-1,0-1 1,-1 2-1,1 1-59,-1-1 1,1 0 0,2 0 0,0-1 0,0-3-1,0 0 1,2-3 0,1 0-34,1-2 0,0-1 0,-4 20 1,2-10-52,7-17 1,14-20 0,5-16 0,8-12 39,2-13 1,2-15 0,5-12-1,1-8 107,4-10 0,-19 33 1,0-1-1,2-3 0,0 0 1,-2 0-1,0 0 0,0-1 0,-1 1 0,0-1 0,1 0 0,-2 0 0,1-1 0,-1-1 1,-1-1-37,1 0 0,-2 0 1,-2 3-1,0 0 0,1 1 1,-1 1-1,7-31-240,-2 9 0,-6 24 0,-3 14 240,-3 16 1,-2 14-1,0 16 1,-2 12 63,-3 15 1,1 7 0,-9 18 0,-3 8-65,8-36 1,0 0 0,-1 0 0,0 0 0,1 1-1,-1 1 1,-1-2 0,1 0 39,0-1 1,0 0 0,0 0-1,0 1 1,1 0 0,-1 0-1,-1-1 1,1 0 83,0-2 0,0-1 1,-5 34-1,4-23 0,4-9 18,-1-12 0,7-11-193,0-14 0,7-15 1,7-18-1,0-9 137,1-5 0,-1-14 0,1-6 0,-1-7-72,0-3 1,-1-6 0,-2-2 0,-6 39-1,0-1-105,0-1 0,1 0 1,0-2-1,1 0 1,0-6-1,0-2 1,1 0-1,-1 1-98,0-1 1,0 0 0,0 2-1,0 3 1,8-27 0,-2 16-44,-4 17 0,2 23 0,-6 25 212,-2 17 0,-3 13 1,-3 17-1,-3 10 81,-2 5 0,0 11 0,2-39 0,1 1 1,0 2-1,2 1 26,0 1 1,-1 1 0,-1 0 0,-1 0 0,1 2 0,0 0 0,0-2 0,-1-1-112,2 0 0,-1-2 1,-2 1-1,1-1 1,1 0-1,0 0 0,-1-1 1,0-1-35,-9 36 1,2-10 0,4-19 0,2-11-32,1-10 0,6-13 0,-2-12 16,6-10 0,7-14 0,0-20 0,5-8 66,3-7 1,2-17-1,-3-4 1,-9 35-1,1-2-21,-1-2 1,-1-2 0,1-2 0,-2-2 0,1-1 0,-1 0 0,-1-2 0,0 0-108,-1-2 0,0-1 0,2-5 0,-1-2 0,-2 2 0,0 1 0,0 0 0,1 2 0,0 4 1,0 3 0,-1 9 0,0 5-1,7-16 101,-1 19 0,-7 23 0,2 18 0,-4 17 138,-1 14 1,0 12 0,0 15 0,0 7 77,0 6 1,0 0 0,0 7-1,0-41 1,0 1-150,0 0 1,0 1 0,0 2 0,0 1 0,0 0 0,0 0 0,0 1 0,0 1-59,1 0 1,-2 1-1,-1-2 1,0 1 0,-2 0-1,1-1 1,0 0 0,0-1 40,0-3 0,-1-1 1,-5 33-1,4-22 1,0-8 712,-1-10-621,4-8 1,1-32 0,7-11 0,0-14 106,1-13 1,2-15 0,-2-14-1,-1-8-190,-3 38 0,1-1 0,0-5 0,1-1 1,-2-2-1,-1 0 0,0-3 0,-1 1-45,0-3 1,0 0-1,-2-5 1,0-1-1,-1-6 1,-1 0-1,0-7 1,-2-1-258,2-3 0,-2-2 1,0 3-1,-1 0 1,3 4-1,1 2 1,1 6-1,-1 1 52,1 9 0,1 2 1,-1 7-1,2 4 1,-1-13-1,0 18 183,0 14 1,0 13 0,0 1 249,0-1-152,0 5 1,0 9 0,0 16 0,1 15 89,4 10 1,-3 16 0,2 13 0,-3-32 0,0 1-91,-1 3 0,0 0 1,0 4-1,0 1 0,0-1 1,0 1-1,0 2 1,0 0-94,0 0 0,0 0 1,-2 4-1,-1 0 1,0-2-1,0 0 1,0-2-1,-1-1-73,1-3 1,0-2 0,-3 26 0,2-14 117,0-17 0,-1-28 0,5-16 1,0-15 308,0-11 0,0-15 0,0-6 0,-2-9-101,-3-8 1,-1-4-1,-7-2 1,0-2-241,-3-2 0,10 35 1,0-1-1,1 0 1,0 0-1,0-4 1,-1-2-197,-1-2 0,1-2 1,2-3-1,0-1 1,1-3-1,1 1 1,1 3-1,1 0 30,0 4 1,0 2 0,0 6 0,1 2 0,4-29 0,5 15 24,2 17 0,-2 16 0,0 20 0,-1 9 168,-1 14 0,3 10 1,-6 19-1,-2 9 146,-1 8 0,-2 10 0,-1-34 1,0-1-1,0 2 0,-1 1-49,0-1 1,-1 0-1,-2 2 1,-1 0-1,2-4 1,-1-1 0,-1 2-1,-1 1-102,0 0 1,-1 0 0,1 0 0,0 1-1,0-2 1,0 0 0,-1-1 0,0 0-40,-11 36 0,1-12 0,-4-9 1,1-13 146,3-12 1,9-19-61,4-16 0,3-14 0,2-19 0,2-9-96,3-9 1,4-7 0,9-15-1,-8 37 1,1-1 39,0-1 0,0-1 0,-1-1 0,-1 0 0,3-1 0,0-1 0,1-2 0,0 0-208,0-1 1,1-1 0,0 0 0,1-1 0,-1 2 0,0 1 0,0 2 0,0 1-27,-3 3 1,2 2 0,12-22 0,-6 11 205,-1 9 1,-8 23 0,-6 19 329,-2 16 0,-4 24 0,-4 13 1,-7 12-136,-4 10 1,4-33 0,0 1 0,1 4 0,0 0-1,-1 1 1,-1 0-52,-1 1 0,1 0 1,2 0-1,0-1 0,0-2 1,0-1-1,-1 3 1,0 0-106,0 2 1,-1-1-1,0 3 1,0 0-1,-1-2 1,1-1 0,0-3-1,1-2 11,0-3 1,2-2-1,-10 25 1,6-11-1,3-15 13,2-11 1,4-14-1,7-15 1,4-10-155,5-11 0,4-17 0,4-8 1,1-8 14,-2-6 1,4-5 0,-2-10 0,-9 37-1,0-1 29,0-2 0,0 1 0,-4 0 0,0-1 0,1 1 0,0-1 0,-1 0 1,1 0-77,-1-3 1,0-1 0,0-1 0,-2-1-1,0 0 1,0 0 0,0 3 0,0 1 2,0 4 0,0 1 0,-1-28 0,2 13 222,-3 10 0,-4 21 1,-3 19-1,-6 16 128,-7 18 1,-4 17 0,-8 13-1,-4 13-65,15-30 0,0 1 0,-1 6 0,0 1 0,-1 6 0,0 0 0,1 2 0,0 1-33,1 1 1,-2 0-1,-1 0 1,0 0 0,2-3-1,1 1 1,-1-1 0,-1 1-139,-1-1 1,0 1 0,2 1 0,-1 0-1,1-2 1,0-2 0,2-4 0,-1-1 45,1-4 1,1-3-1,-12 28 1,8-6-1,4-12 110,4-15 1,10-15-1,3-18 1,8-7-317,5-8 1,3-7-1,3-18 1,5-10 101,3-11 0,8-10 0,-16 28 0,1-2 0,0-2 0,1-1 24,1-1 1,-1-1-1,1-1 1,-1 1 0,1 1-1,0 1 1,-1 0 0,1 0-29,-1 0 0,1 0 0,2-4 1,0-1-1,0 2 0,0 1 1,-1 4-1,0 1 33,0 3 1,-1 2 0,15-21 0,-4 13 46,-2 8 0,-15 20 0,-7 17 0,-7 19 239,-7 14 0,-5 21 1,-9 11-1,8-28 0,-2 2-75,0 3 0,-1 1 0,-1 2 0,0 1 1,-1 2-1,0 2 0,-2 0 0,1 0-56,-2 0 0,1 1 0,2 2 0,0 1 0,-2-3 0,1-1 0,0 1 0,0 0-45,0 0 1,1 1-1,-2-4 1,2 0 0,2 1-1,1-2 1,1-6 0,0-2-125,-7 28 0,9-13 0,5-19-102,4-8 0,9-17 1,4-16-1,8-16-44,2-10 0,2-10 0,5-13 0,0-9 195,-1-7 0,-13 31 0,-1-2 0,1-1 0,-1-1 0,0-2 0,1 0-17,-1-2 0,0 1 0,0-2 1,0 1-1,-1 1 0,-1 0 1,0 0-1,0-1 15,1 1 0,0 1 0,0-1 0,-1 0 0,0 4 0,0 1 0,7-27-47,-3 14 0,-3 26 1,-3 25 36,-5 18 1,-5 21 0,-7 24 0,-6 14 223,5-31 0,-1 1 0,-3 6 0,0 1 0,1 0 0,1 1 0,0 0 0,-1 0-51,1 0 0,0 1 0,-3-2 1,2 0-1,0 2 0,1 2 0,-1-1 1,-1 0-93,0 0 1,-1-1-1,2-4 1,-1-1-1,1-5 1,0-2-1,-10 35 16,4-8 1,1-4 0,3-13-259,3-16 1,10-17 0,10-17-1,3-10 25,1-11 0,7-19 1,1-12-1,2-9 131,0-8 0,-12 27 1,0 0-1,2-2 0,1 1 1,-1-1-1,-1 0-8,-1 0 0,0 0 1,0 0-1,-2 1 1,-1-1-1,0 0 1,1 2-1,-1 1 42,9-40 0,-2 15 0,-3 15 1,-2 14 108,-2 15 0,-5 12 0,-1 16 0,-5 13 117,-3 16 0,-6 12 0,2 14 0,-4 2 46,-2 1 0,1-2 0,1-8 0,2-3-385,1-5 0,7-5 0,-2-7-1181,4-7 1309,1-13 0,8-56 0,3-28 0,1-4 0,0 0 0</inkml:trace>
  <inkml:trace contextRef="#ctx0" brushRef="#br0" timeOffset="5">10488 16201 7859,'-8'-6'368,"-5"3"1,5-7-1,-2 0 1148,1 2 1,6 4-1119,-2 8 0,3 4 0,2 7 0,2 1 679,3 3-872,-4-3 1,7 9 0,-5-4 0,2 2 0,0 2 0,0 2 0,1 2 201,2 0 1,-3 1-1,3 2 1,0 2-227,0-2 1,0 0-1,3 0 1,-1 3 17,1 2 1,2-10 0,1 2 0,1-4-282,-1-2 1,0 2-1,-1-6 1,-2-1 252,-1-2 0,-1-2 405,6 1 1,-6-7-278,1-3 1,-5-5-1,3-5-133,-2-5 1,1-4 0,-4-4-1,3-3-47,2-1 0,-3-2 0,5-5 0,-1 0-7,-1 1 1,5-6-1,-3 1 1,2-1 14,3-1 1,-1 3-1,2-5 1,2 0 32,1 1 1,6 4-1,-2-2 1,1 5-138,0 5 1,-5 3-1,3 7 1,-1 1-111,-3 4 0,-2 2 1,-2 7-1,0 0 59,1 0 0,-2 7 0,-2 2 0,-3 4-32,-2 1 0,5 1 0,-1-1 1,1 1 38,-1-1 0,1 2 1,-5 2-1,1 1 32,-1-2 0,4 4 0,-5-2 0,-1-1 32,3-2 0,-6-2 1,4 2-17,-3 3 1,-2-3-136,0 4-28,0-11 0,0-4 0,1-11 0,2-7 76,2-5 0,0-7 1,-5 1-1,0-3 66,0-2 0,5-3 0,1 1 0,1 4 23,-1 0 1,4 1 0,-4 1-1,0 2 35,1 3 0,4 2 0,-3 7 0,2 3 7,-1 2 1,1 1-1,4 5-25,1 0 1,-1 1-1,0 4 1,-1 5 12,-3 3 0,2 1 0,-4 0 0,2 1-17,0-1 0,-1 0 0,6 1 0,-3-1 5,-2 1 0,3-1 1,-4 0-1,4 1-28,2-1 0,-3-4 0,0-1 1,-3 1-3,2-2 0,7 3 0,1-6 1,-1 0 38,-2 1 0,-2-4 1,2 3-1,2-5 16,1-5 0,2-3 1,-4-7-1,4 1-57,1 0 0,-2-6 1,2 0-1,-1-1-129,-4 0 0,-1-3 1,-3 3-1,-2 0-392,-1 1 1,-5 2 0,3 7 0,-2 1-966,-3-1 0,-1 3-3247,-2-1 3050,0 5 0,-2-2 1668,-3 6 0,4 6 0,-6 2 0</inkml:trace>
  <inkml:trace contextRef="#ctx0" brushRef="#br0" timeOffset="6">10991 17395 7892,'-14'-14'1208,"0"4"4,-1 1 0,9 7 215,6 2-1155,6 7 0,2 9 1,-1 1-1,-3 2 0,1 1 1,0-1-1,0 1 282,0 3 0,-1 1 1,-4 5-1,0-1-379,0 1 0,0 0 0,0 0 1,0-2-78,0-3 1,0 1 0,0-5 0,0-3-335,0-1 0,7-3-63,2-3 0,-2-7 0,-1-11 1,1-10 192,2-7 1,-1-1 0,2-9 0,1 1 136,2 1 1,-4-6-1,-1 7 1,0 4 235,0 2 0,-5 8 0,4-1-35,-1 3 0,-3 8 1,5 5-1,-1 6-62,-4 7 1,3 9 0,1 5 0,-1 3-200,1 2 1,4 1 0,-3 2-1,0 2-9,-3-2 1,3 0-1,0 0 1,1 1 41,1-1 1,-5-8 0,2-4 0,1-4 189,0-2 0,-3-6 0,5-3 107,1-4 0,-3-7 0,0-5 0,0-7 45,0-6 1,-5-3-1,4-2 1,-3 0-196,1 1 0,2 4 1,-4 0-1,3-2-265,2-1 0,-3 0 0,3 1 1,0 4-663,0 1 0,-3-3 0,3 5 0,0 1-1031,0 2 1,-3 2 0,4 0 317,2-1 1,2 6 0,1 1-1003,1 1 2491,-1 2 0,-12 44 0,-4 9 0</inkml:trace>
  <inkml:trace contextRef="#ctx0" brushRef="#br0" timeOffset="7">11610 17482 8092,'0'-15'1385,"0"6"-511,0-1 1,2 5 0,2-3-212,6 2 0,3-4 0,1 6 0,1-1-198,-1-2 1,5 6 0,0-4 0,-1 3-140,-2 2 1,-2 0-1,1 0 1,-1 0-117,0 0 1,1 0 0,-1 0 0,1 0-721,-1 0 1,-4 5 0,-2 2 0,0-1-2991,0 0 0,-4 1 3500,6-2 0,-58 54 0,19-20 0,0 0 0</inkml:trace>
  <inkml:trace contextRef="#ctx0" brushRef="#br0" timeOffset="8">11682 17698 7894,'-14'0'2453,"4"0"-592,0 0 0,9 0-1012,1 0 1,6 0 0,10 0-1,3 0-394,5 0 0,-1-2 0,-1-1 0,0-2-449,1 2 0,-4-4 1,3 1-1,1 0-554,-1-1 1,-4-2-1,1 4 1,-3 2-1210,-2 1 1,1-3-1,-1 0 1757,0 2 0,-25 14 0,-6 5 0</inkml:trace>
  <inkml:trace contextRef="#ctx0" brushRef="#br0" timeOffset="9">13193 11467 7886,'-15'0'-698,"1"0"1875,-1 0 1,7 2-699,4 3 1,4 3 0,3 6-316,2 1 0,4-1 1,-4 0-1,0 2 3,1 4 1,-4-3 0,4 7 0,-1 2-37,0 1 0,0 2 0,-4-1 1,2 1-24,2 0 1,0 0 0,-5 1-1,0 2-74,0 2 0,0-1 0,0-6 1,0-1-114,0-2 1,0-6 112,0 1-67,-6-10 1,4-10 0,-3-12 0,4-6 1,1-4 0,0-1 0,-2-4 1,-1-1-28,-2 0 1,0-1 0,5-2 0,0-3 7,0-2 0,0 5 1,-1-3-1,-3-1 11,0-2 1,-1 3 0,5 1 0,0 4 40,0 1 1,0 2-1,0 3 150,0 5 1,0 6 92,0 8 1,0 13 0,0 18 0,0 6-26,0 6 1,-2 10-1,-1 5 1,-2 4-113,2 6 1,-3 2 0,1 7 0,0 2-118,-1 3 1,2 1 0,1-37-1,-2 1 1,-3 38-84,0-2 0,4-1 1,-4-8-1,1-8 16,4-14 0,1-10 1,2-13 119,0-5 0,2-11 0,1-8 12,2-8 1,5-11 0,-4-6 0,0-7-34,1-7 0,4-9 0,-3-4 0,2-4-101,-1-2 0,-4 1 0,3-3 0,-2 0-171,-2-3 0,-1-1 1,0 5-1,2 2 86,-2 5 1,-1 13-1,-2 7 344,0 6 1,0 15 0,0 17-72,0 17 1,-2 12-1,-1 14 1,-4 9 90,-1 7 0,0 6 0,-3 2 1,2 4-142,3-37 1,0 2 0,0 0-1,0 2 1,-2 0 0,1 1 0,0 2-1,0-1-62,0 1 1,-1 0 0,1-1 0,0 0 0,0 0 0,0 0 0,0-1 0,-1-2-39,-6 37 1,4-11 0,2-10 0,2-8 3,3-8 1,1-15-1,4-6-2,3-9 1,-2-8-1,6-12 1,2-9 48,2-11 0,2-10 0,-1-12 0,-1-9 54,-4-7 1,3-6 0,-6-2 0,0-4-82,-2 36 0,-1 0 0,0-2 1,-1-2-1,-2-1 0,0-2 0,0-3 1,0 0-156,0-2 0,0-1 1,-1-2-1,0 0 0,0-3 1,-1 1-1,-1 1 1,1 1-247,1 2 1,-1 4 0,-5-30 351,3 22 0,-6 39 0,4 29 0,-1 15 274,1 14 0,-5 7 0,3 16 1,-2 7-109,0 6 0,6-32 0,0 0 0,0 5 0,-1 0 0,1 2 0,1 1 12,0 1 0,0 2 0,2 6 0,1 3 0,-3 5 0,1 3 0,1 3 0,0 2-148,1 2 0,0 1 0,0-25 0,1 1 1,0 0-1,0 0 0,0 0 0,0 0 1,1 0-1,0-1 0,0 0 29,2 26 1,0-2-1,1-9 1,0-2 0,2-3-1,0-1 1,0-7 0,1-1-43,-1-3 0,0-3 0,-2-5 0,0-1 0,-1-2 0,0-1 0,4 30-44,0-14 1,-5-8 0,3-8 0,-1-5 71,0-6 0,1-16 1,-1-7 52,5-12 0,-4-20 0,-1-22 0,-4-17-131,-1 24 0,0-1 0,0-7 0,0-3 0,0-11 0,0-3 0,0-7 0,0-1-16,1-7 1,-2-2 0,0 26 0,-1-1 0,-1-1 0,0-3 0,0-1 0,-1 0 0,0-2 0,0 1 0,0-1-88,-1-2 0,0 0 1,0 0-1,2-2 1,0-1-1,1 1 1,0-1-1,1 1 1,-1 0-1,2 5 1,0 1-1,0 1 103,2-19 1,1 4 0,0 18-1,2 5 1,10-20 170,-1 26 0,-1 26 0,-4 23 1,-4 12 496,-3 9 1,-2 22 0,0 13 0,0 18-407,0-32 1,0 2 0,0 6-1,0 2 1,0 6 0,0 2-1,0 6 1,0 2-111,0 6 0,0 0 0,-2 2 1,-1 0-1,1-23 0,1 1 0,-1 0 1,1 1-1,-1-1 0,0 1-149,0 1 0,0 0 0,0 1 0,1 3 0,0 1 0,0 1 0,-2 1 0,0 1 0,-1-1 0,1-1 0,0 0 0,0 0 23,0-3 1,0-1-1,1-1 1,-4 24-1,0-2 1,3-7 0,0-1-1,0-3 1,0-2-56,-1-3 1,1-3 0,0-9 0,1-2 0,2-5 0,0-2-1,0 29-137,0-11 0,0-7 0,0-12 1,0-6 657,0-7 1,0-14 0,0-17 68,0-11 1,0-17 0,0-20-1,0-17-447,0 27 0,0-3 0,1-10 0,-2-3 0,1-7 0,-1-2 0,-1-6 0,-1-1-20,-2-5 1,0-2-1,3 23 1,-1-2-1,0 0 1,0-5-1,0-1 1,0-1-1,-1-3 1,0-1 0,-1-2-261,-1-5 1,0-2-1,0 0 1,1 2 0,1-1-1,-1 0 1,0-3-1,0 0 1,1 0 0,1 7-1,1 0 1,0 2 120,1 5 0,1 2 0,0 2 1,0-14-1,0 5 0,0 16 0,1 4 110,4-22 0,2 36 0,2 32 0,-4 12 426,-4 6 1,-1 9-1,0 10 1,0 16-240,0 17 1,0-22 0,0 2 0,0 8-1,0 3 1,0 7 0,0 2-81,0 6 0,0 2 0,0 3 0,0 3 1,0-22-1,0 1 0,0 1 0,0 1 1,0 1-1,0 0-174,0 4 1,0 1-1,0 0 1,0-2 0,0 0-1,0 0 1,0 3-1,0 2 1,0-2 0,0-3-1,0 0 1,0-2 91,0-2 1,0-2-1,0 0 1,0 21 0,0-3-1,0-8 1,0-3-1,0-8 1,0-2-34,0-11 1,0-2 0,5 22-1,2-19 1,-1-9 109,0-7 1,4-19 0,-4-10-8,2-16 1,-4-24-1,0-14 1,-2-17-30,-2 30 0,0-3 0,0-4 1,-2-3-1,1-5 0,-2-1 0,-2-5 1,0-2-23,-1-8 0,-1 0 1,-2-3-1,-1-1 1,3 21-1,0-1 1,-1 0-1,-1-3 1,0 1-1,0-1-55,-3-4 0,1-1 0,-2-1 0,0-5 0,0-2 0,-1 0 0,0-4 0,0-1 0,1 1 0,0 0 0,1 1 0,0 1-147,2 3 0,0 1 1,1 3-1,2 9 0,-1 1 1,3 4-1,-1-13 1,2 6-1,1 11 0,1 5-68,1-18 0,2 25 352,4 22 1,-3 9-1,2 11 1,-2 6 38,-2 7 0,0 14 0,0 17 1,-2 20-62,0-26 0,0 2 1,0 8-1,0 2 0,-2 10 1,-1 2-1,-1 4 0,1 1-81,-2 6 1,1 1 0,1-22-1,0 0 1,0 2 0,1 2-1,0 2 1,0 0 0,0 1-1,0 1 1,0-1 10,1 1 1,0 0 0,0 0 0,-1 0 0,-1-1 0,-1-1 0,0-2 0,0-1 0,-1 0 0,1-2 0,0-1 0,1 0-1,-1-1 0,1 0 1,0-3-1,-5 15 1,0-3-1,1-7 0,-1-3 1,2-8-1,-1-3 183,-7 30 1,6-16 33,1-15 0,7-34 0,0-26 0,6-28-191,-1-25 1,-2 28 0,-1-3-1,0-9 1,0-2 0,0-5-1,0-3-23,0-6 0,0-2 1,0 18-1,0-1 1,-1-1-1,0-2 1,-1-1-1,0-1 0,-1-3 1,-1 0-1,0 0-83,-2-1 0,0 0 0,0 0 0,1 0 1,0 0-1,-1-1 0,0-2 0,0 0 0,1-1 1,0 1-1,1 0 0,1 0 1,1-1 0,1 1 0,0 1 0,0 7 0,0 1 1,1 2-1,0-22 0,0 4 0,0 11 0,2 3 17,0 9 0,0 3 1,5-32-1,4 21 0,-3 11 97,-2 14 0,-1 13 0,-5 18 177,0 13 1,0 20 0,-1 25 0,-4 21-162,0-29 1,0 2-1,-1 11 1,-1 3 0,0 7-1,0 3 1,0 4 0,0 2-44,2-24 0,0 0 0,0 0 0,0 1 0,1 0 1,-1 0-1,0 2 0,0 0 0,0 0 0,1 1 1,-1 1-1,0 0-50,0 2 1,0 1-1,1-1 1,0-2-1,1-1 1,0 0-1,0-1 1,0 0-1,0-2 1,-2 22-1,0-2 1,1-7 0,0-1 1,-2-4-1,-1-1 1,2-10-1,1-1 1,-2-5-1,-1-3 168,-8 30 0,1-25 1,1-12-1,2-11 50,1-12 0,6-16 1,-4-18-1,0-20-122,0-19 1,4 19 0,0-4-1,-2-9 1,0-4 0,2-7-1,-1-1-58,-1-6 0,1-2 1,-1-6-1,0-1 1,3 25-1,-1-2 0,0 0 1,1-2-1,1-1 1,-1 0-70,1-4 0,0 0 1,0 0-1,-1 1 0,-1 0 1,1 0-1,2-2 1,0 0-1,0 0 0,1 4 1,1 0-1,0 1-4,1 3 1,0 1-1,2 1 1,2-22 0,2 2-1,0 10 1,2 3 0,-1 6-1,1 3 79,-1 10 0,-1 4 1,7-15-1,-4 25 20,-1 8 0,-7 15 0,2 11 0,-5 17 69,-5 18 1,-2 24 0,2-18-1,-1 4 1,1 7 0,1 3-37,-2 6 0,0 2 0,-1 10 0,-2 2 0,4-22 0,0 2 1,-1 0-1,2 2 0,0 1 0,0 0-113,-1 4 0,1 1 0,0-1 0,0-3 0,-1-1 0,1 2 0,0 2 0,-1 0 0,1 0 0,1-3 0,-1-1 1,2 0-9,0-1 1,0-2 0,1 1 0,0-5-1,1 0 1,-1-1 0,1 22 0,0-3-1,0-7 1,0-2 25,0-9 1,0-3 0,3-9 0,1-3 0,4 26 0,1-13 13,1-7 1,0-23-1,4-13 132,0-16 1,-4-25 0,-1-25 0,1-15-52,-6 29 0,0-3 1,2-8-1,-1-3 1,-1-6-1,-1-3 0,0-4 1,0-3-67,0-4 0,0-2 0,1 2 0,-1-1 0,-2-5 1,1 0-1,1 2 0,0 0 42,1-1 0,0 0 0,-1 26 1,0-1-1,1 1 0,3-25 1,2 1-1,-1 4 0,2 1-54,-2 8 0,3 2 0,1 12 0,1 3 0,10-29 0,1 13-16,0 10 0,-7 19 45,2 16 1,-9 24 0,-5 20 0,-4 17 13,-1 14 0,-2-16 1,-2 3-1,-1 7 1,-1 2-1,-2 6 1,0 1-7,-2 5 1,1 1 0,-1 7 0,0 2 0,3 2 0,0 1 0,0-1 0,0 0 58,0 0 1,-1 0 0,1 0 0,0 0 0,0 3 0,0 0 0,0-1 0,1-1-86,1-2 1,0-1 0,-1-6 0,1-2 0,2-8-1,1-2 1,0-6 0,1-1 49,0-7 0,0-1 0,6 28 0,2-25 0,1-15-17,3-16 1,3-19 0,4-14 0,3-15 1,1-14 1,-3-25 0,-8 27 0,0-2 0,0-5-1,-1-2 70,-1-5 0,0-1 1,-1-5-1,0-2 0,-1-6 1,0 0-1,0-1 1,-1 0-128,-1-1 1,0-1-1,-3 22 1,0-2 0,0 1-1,-2-4 1,0 0 0,0-1-1,0-3 1,0 0 0,0 0-77,0-2 0,0 0 0,0 1 1,0 2-1,1 1 0,0 1 0,0-21 1,2 3-1,2 9 0,0 3-97,1 9 0,1 5 0,7-26 124,1 27 0,-8 35 1,-2 34-1,-3 16 155,-2 16 1,0 15 0,-1-21-1,0 4 1,0 6 0,-1 3-16,0 6 1,-1 2-1,-2 10 1,-1 1 0,1 6-1,1 0 1,0-25 0,0 0-1,0 0-74,1 1 0,0 1 0,0-1 1,0 3-1,0 0 0,1 1 1,0 1-1,2 1 0,-1 0 0,-1 2 1,0-1-1,1 1-31,0 0 1,-1 0-1,2-1 1,-1-3 0,0-1-1,1-2 1,0 20 0,0-3-1,0-6 1,0-2 5,0-8 0,0-1 0,0-5 0,0-2 0,0 25 72,0-19 1,2-32 0,2-28 50,6-22 0,-2-33 1,0-20-1,-4 32 1,0-3 21,0-6 0,0-2 1,-2-10-1,1-3 1,1-5-1,0-3 0,-2 25 1,0 0-1,0-1-101,-1-1 0,0 0 0,0-1 1,0-4-1,0-1 0,-1-1 0,0-3 1,0-2-1,0-1 0,0-4 0,0-1 1,0-1-127,0-4 0,0 0 0,0-1 0,0 0 0,0-1 0,0 2 0,1 5 0,0 1 0,0 1 0,1 4 0,1 1 0,0 1 41,1 4 0,0 2 0,2 1 1,8-19-1,1 4 0,-1 16 0,1 4 1,-1 11-1,1 5 3,10-17 0,1 23 0,-7 15 1,-1 6 110,-2 6 1,-7 11 0,-1 12 0,-1 17 148,-4 21 1,-2 24-1,-1-28 1,-1 3-1,-1 6 1,-1 3-99,-1 5 1,-2 2-1,0 7 1,0 3 0,1-24-1,0 2 1,0 0-1,1 4 1,-1 0 0,2 0-113,-1 3 1,1 1-1,0 0 1,-1 1 0,0 1-1,1 0 1,1 0-1,0-1 1,1 1 0,0 1-1,0 1 1,0-1-81,0 2 1,0 0 0,1-1 0,0-3 0,0 0 0,0-1 0,0-5-1,0-1 1,0-2 0,0 17 0,0-3 6,0-13 1,0-4 0,0-8-1,0-3 1,0 29 0,0-17 235,0-14 1,2-17-1,1-23 1,3-8 42,2-9 1,-3-26 0,3-21 0,0-19-67,-4 31 0,0-3 0,0-5 0,0-2 0,1-11 0,0-3 0,-2-4 1,-2-2-100,0 23 0,0 0 1,-1-2-1,0-2 1,0-1-1,0 0 1,0-1-1,0 0 1,0-1-1,0-3 0,0 0 1,0-2-118,0-3 1,0-1-1,0-1 1,-1-6-1,-1-1 1,0 0-1,1-1 1,-1-1-1,0 2 1,2 2-1,-1 0 1,1 2-47,0 3 0,1 0 0,1 3 0,2 7 0,0 1 0,2 3 0,5-18 0,2 4 0,0 12 0,0 5 27,-1 13 1,0 5-1,9-12 1,-8 37-1,-2 12 83,-2 9 1,-4 12-1,3 12 1,-1 16 212,-4 18 1,-2-19-1,-1 3 1,0 11-1,-1 3 1,-1 8 0,1 3-111,-1-20 0,1 0 1,-1 1-1,-2 6 1,0 0-1,1 2 0,0 0 1,0 1-1,1 1 1,-1 2-1,0 1 0,1 1-110,0 3 1,0 0 0,1 2 0,-1 6 0,-1 1-1,1 0 1,1-21 0,0 1 0,0 0 0,0-1-1,-1 18 1,1-1 0,0 0-24,1-3 1,0 0 0,-1-1 0,-1-7-1,1-2 1,-1-1 0,0-5 0,1-2 0,-1-2-1,0 20 1,-1-3 43,0-9 1,0-2 0,2-10 0,0-3 0,-3 20-1,2-13 162,2-15 1,2-20 0,1-20 43,2-27 0,6-25 0,-6 9 0,-1-4 1,3-7-1,-1-2-62,1-8 0,1-2 0,-1-12 1,0-4-1,-2 25 0,0-2 0,-1-1 1,1-3-1,-1-1 0,0 0-106,0-4 0,-1-1 0,0-1 0,-1-5 0,1-2 1,-2-1-1,0-2 0,-2-1 0,1-1 0,0 19 0,0 0 1,-1-1-1,1 0-84,-1-2 0,-1 0 1,1-1-1,0 1 1,-1 0-1,1 1 0,-1 0 1,0 0-1,0 1 1,-1 0-1,1 0 0,0 2 1,0-16-1,0 2 1,1 1-113,0 8 1,0 2 0,1 2 0,3-16 0,1 8 0,0 27 0,1 5 0,7-20-37,-3 22 1,2 21 0,-6 19 441,-2 15 1,-1 14-1,-2 24 1,-2 17-60,0-28 1,-1 3 0,2 10-1,-1 2 1,-1 8 0,-2 2 0,1 5-1,0 2-121,1-22 0,1 0 0,-1 2 0,2 5 0,-1 0 0,1 1 0,-2 3 1,0 0-1,1 1 0,-1-1 0,1 0 0,0 0-89,1 0 1,0 1-1,0 0 1,0 0-1,1 1 1,-1 0-1,1 0 1,0 0-1,0-1 1,0-3-1,0 1 1,0-2-154,0-4 0,0 0 1,0-1-1,0 17 0,0-5 1,0-17-1,0-4 0,0-5 1,0-3 102,0 28 1,-6-18 0,-2-13 0,-2-15 334,1-15 0,4-21 0,-3-29 0,0-26-181,4 21 0,0-2 0,0-12 0,0-3 0,-1-12 1,-1-3-1,2 21 0,1-1 0,-1-2-28,-1-3 0,-1-1 0,1-2 1,0-5-1,0-1 0,0-1 0,-1-2 1,-2-1-1,1 0 0,1-1 0,0-1 1,1 1-93,0-3 0,0 0 0,0 1 0,0 3 0,-1 0 0,2 1 0,1-1 0,2-1 0,0 3 0,0 5 0,1 2 0,1 1-73,0 7 0,2 1 1,1 2-1,1-13 0,4 6 1,3 20-1,2 5 0,8-27 54,-1 18 0,-2 8 0,-5 16 76,1 12 0,-2 12 1,-4 14-1,-4 18 116,-3 16 1,-15 19 0,4-23 0,-1 2 0,-3 5 0,-2 3-54,-1 7 0,-1 1 0,-1 8 0,-1 1 1,-2 5-1,-1 1 0,0 2 0,-1-1-32,7-25 0,0-1 0,0 1 0,1 0 1,0 1-1,-1-1 0,-2 2 0,0 0 1,-1 0-1,1 0 0,-1 1 0,1-1-107,-1-1 1,0 0 0,1 0-1,-10 23 1,1-3 0,5-11-1,1-2 1,0-4 0,1-1 3,0-4 0,1-2 0,2-6 1,2-3-1,-6 23 122,7-19 1,11-24 0,4-29 0,12-23-62,10-23 1,-9 16-1,0-2 1,3-11-1,0-2 1,2-6 0,0-1 3,2-5 0,0-2 1,3-8-1,0-1 0,0-1 1,0-1-1,-8 26 1,0 0-1,0 0 15,0-2 1,1 0-1,-1 0 1,1 0 0,0-1-1,0-1 1,3-2-1,0-1 1,0 1 0,0-1-1,0 0 1,0 1-26,1 0 1,0 0 0,0 1 0,-1 5 0,0 1 0,0 2-1,7-11 1,-1 3 0,-2 7 0,-1 3 21,-3 7 1,-1 2 0,10-25-1,-11 20 1,-7 14 17,-6 10 0,-5 11 178,-5 3 0,-5 10 0,-7 8 1,-6 9 134,-4 12 1,-5 19 0,-12 9 0,20-27-1,0 0-278,-2 3 1,-1 1 0,-2 3 0,0 2 0,-2 5 0,0 2 0,-2 1-1,-1 1 26,-1 2 1,0 0 0,-1 4 0,0-1 0,0-3 0,0 0 0,0 1 0,0 0-73,0 0 1,0-1 0,1-3-1,1 0 1,3-7 0,1-1-1,6-6 1,2-1 64,-10 24 0,11-23 0,15-19 160,11-15 0,15-24 0,20-29 0,-17 17 0,1-3-338,1-6 0,2-1 0,6-7 0,2-1 0,0-6 1,2 0-1,-1-2 0,1-1 19,0-1 0,0 0 0,-1-3 0,1-2 0,2-1 0,0-1 0,-11 20 0,1 0 0,-1-1-112,2-1 0,0 0 1,0 0-1,0-2 0,1 0 1,-1 1-1,12-18 0,1 0 1,-2 2-1,-1 0 159,-1 2 1,-1 3-1,-5 6 1,-1 3-1,-3 5 1,-2 3-1,-4 7 1,-3 3 84,11-18 0,-18 20 165,-18 22 0,-11 18 0,-18 22 1,-6 14 29,-6 12 0,18-22 1,0 2-1,-4 5 1,0 1-1,-1 2 0,0 2-80,-1 1 0,0 1 1,-1 2-1,-1 1 1,0 2-1,-1 1 1,-1 3-1,1 0-143,-1 2 1,-1 0 0,-2 1 0,-1 0-1,2-2 1,0 1 0,0 0 0,0 0-2,1 1 0,1 0 0,0 1 1,0-1-1,2-4 0,1-3 1,4-5-1,1-2-36,4-4 0,1-2 1,-7 18-1,10-15 16,9-16 0,15-24 0,14-16 0,13-19-197,12-19 1,-14 20 0,2-2 0,4-5 0,1-2 0,2-3 0,0 0 50,2-4 0,1-1 0,0-2 0,2-1 1,2-1-1,2-1 0,-1-2 0,1 0 75,1-2 1,-1 0 0,1 0 0,-1 1 0,-1 0 0,-1 1 0,0 2 0,0 1-21,1 0 0,-2 1 0,-5 6 0,-2 1 1,-4 5-1,-2 3 0,10-17 19,-18 19 0,-13 19 0,-16 13 0,-11 12 117,-13 13 1,-16 19-1,20-13 1,-1 1-1,-4 5 1,-2 1 123,-2 3 1,-1 1 0,-1 7-1,0 1 1,-3 0 0,1 1-1,1 1 1,0-1-115,1 3 1,0 0 0,-3 2 0,0 1 0,1 6 0,1 1 0,-1 3 0,0 1-23,2 3 1,2 0-1,1 0 1,3-1 0,6-6-1,1-1 1,3-3-1,1-2-111,4-4 0,1-2 1,3-4-1,3-1 1,3 30-1,9-12-228,12-12 0,5-13 0,10-4 1,6-5-49,1-5 0,7-10 1,-2-9-1,4-4 176,4-1 0,0-11 1,-4-5-1,-1-5 366,0-4 0,-5-2 0,-1-2 0,-2 3-160,-3 7 0,-8 6 0,-6 17 0,-5 7 298,-4 13 0,-6 16 0,0 14 0,-6 7 70,-6 6 0,-9 5 0,-3 3 0,1 0-330,-1-4 1,-3-6-1,6-9 1,4-3-269,3-5 1,7-12-1,1-7 207,6-8 0,25-43 0,10-12 0</inkml:trace>
  <inkml:trace contextRef="#ctx0" brushRef="#br0" timeOffset="10">11998 16345 7892,'-14'-2'-60,"0"-1"0,-1-2 0,2 1 953,4-3 1,2 4-379,7-7 0,0 6 0,0-6 801,0-1-1008,0-2 0,5-1 1,2 1-1,1 2 0,3 1 1,2 1-1,1 1 366,0 3 0,6-2 1,0 3-1,3 0-458,2 3 1,-2-4 0,1 0 0,1 2-115,2 1 1,2 4 0,0 1 0,0 4-108,0 1 1,-1 3-1,-1 6 1,-1 4-108,-2 1 1,-6 4 0,1 6 0,-3 2 91,-2-2 1,-4 3 0,-2 0 0,0 0 72,0 0 0,-5-1 0,3-5 0,-1-1 108,0 1 0,6-5 1,-1-1-1,3-3-132,1-2 0,0-4 0,1-3 1,-1-1-44,0 1 0,6-4 0,0-1 0,1-1 15,0 0 1,0-1-1,-2-4 1,3 0 70,1 0 1,-1-6 0,-4-4 0,2-4 52,3-5 1,1-4-1,3-5 1,-1-1 159,-2 0 0,-1-4 1,5-1-1,-3 2-47,-1 2 0,-5 6 0,4 1 0,-2 1-82,-4 0 1,-1 4 0,-1-1 0,-1 3 28,0 1 0,1 1 0,-3 0 0,0-1-310,-3 1 1,-4-5 0,3-1 0,0 1-275,0-1 0,-3 4 1,3-5-1,-2 2-1429,-3-1 1,-1 1-1989,-2 5 3816,0 6 0,-58 8 0,-13 8 0</inkml:trace>
  <inkml:trace contextRef="#ctx0" brushRef="#br0" timeOffset="11">12675 17654 7916,'-15'-24'55,"1"0"0,6 5 1,3-3-1,2 1 0,0 3 1,-2 2-1,2 2 0,1 0 1045,2-1 0,2 7 0,1 2-426,2 0 0,1 4 0,-3-1 0,4 6 100,1 7 0,-4 9 1,4 5-1,0 4-86,0 6 1,-4 8 0,2 7 0,-1 2-148,0 4 1,4-1-1,-4 0 1,-2-1-165,-1 1 0,3-1 0,-1 2 1,0-1-210,-3-4 0,-1-4 0,0-5 1,0-1-284,0-1 1,-1-14 0,-3-1-1951,0-6 1,-1-12-819,5-6 0,1-6 2883,4-8 0,-16-46 0,1-10 0</inkml:trace>
  <inkml:trace contextRef="#ctx0" brushRef="#br0" timeOffset="12">13869 11611 7911,'-29'2'0,"2"1"146,3 2 0,3 1 1,7-3-1,-1 2 642,1-2 1,1 5 0,3 2 0,6 3 177,2 1 0,8-4 0,6-1 0,4 1-316,3-2 1,6 5 0,-1-5-1,5 1-110,5 1 0,-2-5 1,6 3-1,2 0-180,2 0 0,1-5 0,0 3 1,0-1-136,0 0 0,0 6 0,-1-3 0,-4 2-74,-4-1 0,-5 1 1,-5 4-1,-5 1 104,-3-1 0,-8 7 0,-5 1 0,-6 2-17,-7 0 1,-6 5 0,-6 6 0,-9 2-124,-4 3 0,2 1 0,-6 3 0,-1-1-370,-1 0 1,2-2-1,3-1 1,1-3-123,3-2 1,1 5 0,4-3-1,3 0 133,5-4 1,4-4-1,6-3 1,4-4 117,3-1 0,2-2 1,0-4-1,0-1 72,0 0 0,0 6 0,0-1 170,0-2 1,0-1-1,0-1 149,0-1 0,0-4-11,0-1 1,0 1-147,0 4 1,0-4-1,-1-1-75,-4 3 1,-1 0 0,-5 1-1,3-2-131,1-1 0,-4 0 0,1 4-97,-2 0 0,-1 1 1,2-2-1,3-2-276,1-2 1,-2-4-280,4 5 513,0-7 0,5 10 147,0-4 1,0-1 0,0 2-81,0 1 1,2-3-1,2 0 134,6-2 0,3 6 0,1-4 68,1 0 0,-1 4 0,0-4 1,1 2 27,-1 0 1,2-1-1,2 6 1,1-1 79,-2 0 0,4 1 1,0 1-1,0 1-92,0 2 1,-2 5-1,-5-3 1,1 2-32,-1 2 0,0 7 0,-1 3 0,-2 1-11,-1-1 1,-5 5-1,3-2 1,0 4 10,0 1 0,-5 0 0,3 0 0,-1 0-4,0 0 1,4 1 0,-4-1 0,-2 0 57,-1 0 1,3 0 0,0 2 0,-2 1-185,-2 2 1,-1 2 0,0-4 0,0 2 46,0-1 0,0 2 0,-1-1 0,-2 0 109,-2 2 0,-6-4 1,-1 7-1,-4-1 115,-3 0 0,-2-1 0,2-5 0,-5 4-90,-3 1 0,-2 0 0,1 2 0,-1-7-423,0-6 1,0-5 0,0-6 0,1-3-553,-1-7 1,5-6 0,2-15 0,-1-4-1170,1-9 1,4-7 2075,-1-12 0,10-4 0,2-5 0,0-7 0,0 1 0</inkml:trace>
  <inkml:trace contextRef="#ctx0" brushRef="#br0" timeOffset="13">15063 12100 7814,'-15'0'2161,"1"2"-1707,0 3 0,6 8 1,3 7-1,3 4 1,2 7-1,-1 7 1,-3 9-1,0 5 381,0 4 1,1 8 0,-2 5-1,-3 4-558,1 4 0,-6 0 1,2-5-1,-5 0-79,-4 0 0,1 3 0,3-3 1,-1-7-49,-3-4 0,3-5 0,6-3 0,1-5-13,-1-3 1,4-13 0,3-5-182,2-5 1,2-6 31,0-11 1,6-3 0,4-15 0,3-5 245,1-3 0,1-3 0,1-6 0,1-2 77,2-2 0,7-4 0,-2 5 0,3 1 126,2 1 1,0 2 0,-1 2 0,1 3-148,0 5 0,-5 9 0,-2 6 1,-1 5-139,-3 9 1,-2 7-1,-4 19 1,-2 7-180,-5 8 1,-4 2 0,-1 3 0,0 1-220,0-2 0,-4 0 0,-1-7 0,0-3-902,-1-5 0,4 0 0,-3-8 0,4-5-3754,1-6 4902,0-5 0,0-34 0,0-7 0</inkml:trace>
  <inkml:trace contextRef="#ctx0" brushRef="#br0" timeOffset="14">16156 12388 7797,'-6'-14'277,"-4"-1"0,2 3 0,0 0 0,2 3 805,3-2 1,6 3 0,3 0-628,2 1 0,2 3 0,3 5 514,-4 4-790,4 3 0,-11 6 0,2 2 0,-2 2 0,-2 3 0,0 1 0,0 4 220,0 1 1,0 2 0,0-1 0,0 3-161,0 2 1,-2-1 0,-1 5 0,-2 0-109,2 0 0,2 1 1,-1 5-1,-1 0-119,-2 0 1,0 1 0,5-1 0,0 0-47,0 0 1,0-6 0,0-4 0,0-2 27,0-2 1,0-2-1,0-3 1,0-5 34,0-3 1,5-6 33,0-1-12,0-6-118,-5 4-56,0-1 0,-2 1-110,-3 2 0,4-1-413,-4-3 205,3-4 483,2 6 96,0-7-4344,0 0 4317,0-7 25,0 6-124,0-6 21,0 7-864,0 0 520,0-6-740,0 4-586,0-4-274,0 6 1911,0 0 0,-13-25 0,-3-7 0</inkml:trace>
  <inkml:trace contextRef="#ctx0" brushRef="#br0" timeOffset="15">15725 14100 7824,'-13'2'745,"2"1"1,4 0 314,6-4 0,5-6 1,16-9-1,4-4-243,3-9 0,10-3 1,4-11-1,9-8 995,6-9-1497,-30 28 0,2-1 0,6-3 0,1 0 0,-3-1 0,0 0 0,0 0 0,1-1 0,1 0 0,1 0 0,-1 0 1,1 2-1,-2 1 0,-1 1 323,-3 2 0,0 2 1,27-23-1,-7 5 0,1 3-476,-1 2 0,-7 7 0,-9 2 1,-2 4-127,-2 1 1,-2 6-1,-3 3 1,-5 2-531,-3 4 1,-2-4-1,-1 8 1,-2-2-1461,-1-3 0,-7 6-328,2-1 1,-4 5 1048,-1-4 0,0 7 0,0 2 0,-1 10 1233,-4 7 0,-9 18 0,-9 10 0</inkml:trace>
  <inkml:trace contextRef="#ctx0" brushRef="#br0" timeOffset="16">16703 13410 7824,'-13'-15'473,"4"1"930,4 0 0,3 4 1950,2 0-2674,0 7 0,0-2 1,0 10-1,0 6-216,0 7 0,0 6 0,-1 10 0,-4 2-225,-5 1 0,2 5 1,-1-4-1,-3 4-17,0 1 0,2-6 1,2-4-1,0-2 9,0-3 0,5-1 0,-2-3 0,3-4 220,2-4 1,2-8-191,3-4 1,3-2-1,8-4 1,1-2 114,3-6 0,5-3 0,-2 0 0,1 2-41,-1 2 0,-3-1 0,4-4 0,0 1-34,-2 3 1,4-1-1,-6 5 1,1-1-477,0 1 1,0 0 0,-4 2-2190,2 0 0,1-1-4153,-6 5 6518,0 0 0,-18-7 0,-6-1 0</inkml:trace>
  <inkml:trace contextRef="#ctx0" brushRef="#br0" timeOffset="17">17091 13525 8161,'-14'5'691,"0"0"1,6 6 0,1-2 0,2 4 683,1 1 1,-1 2-1,5 4 1,0 5-204,0 7 1,0 0 0,0 7 0,0 1-554,0 1 0,-7 4 0,-2 3 0,-4 3-386,-1 0 0,-1 3 0,1-6 1,-1-3-587,1-5 1,6-6 0,3-10 0,4-5-1004,1-3 1,1-8 0,4-3-1,5-4-5118,2-1 6474,3-6 0,-20-34 0,-5-14 0</inkml:trace>
  <inkml:trace contextRef="#ctx0" brushRef="#br0" timeOffset="18">15509 13252 7779,'-15'0'3013,"9"-2"0,6-1-2478,8-2 1,5 0-1,3 4 1,1-3-113,3 0 0,4-1 0,-4 5 0,1 0 127,0 0-311,-2-7 0,0 6 1,0-4-1,1 3 0,-1 2 1,0 0-49,-1 0 0,-2 0 0,-2 0-621,0 0 1,-4 0-1439,0 0 1,-7-1 855,1-4 1,-4 3 0,-4-2 0,-6 2-674,-3 2 0,-1 0 1685,0 0 0,-21 15 0,-9 8 0,-3 1 0,0 0 0</inkml:trace>
  <inkml:trace contextRef="#ctx0" brushRef="#br0" timeOffset="19">15523 13424 7783,'-14'15'406,"4"-6"908,1 1 0,7-2 1,2 1-116,8-4 1,10-3 0,1-2-1,0-2-281,2-3 1,1-1 0,7-5-1,-2 1-701,-3-1 1,2 3-1,-6-2 1,1 1-502,0 1 1,3-3 0,-5 6-1,-1 0-1033,-2-1 0,-7 4-874,1-3 1,-7 5 2190,2 5 0,-74 35 0,25-13 0,0 0 0</inkml:trace>
  <inkml:trace contextRef="#ctx0" brushRef="#br0" timeOffset="20">12171 4691 7853,'-14'12'620,"-1"-2"0,7-5 0,3-12 0,5-7 0,5-10 351,5-8 1,3-6 0,3-10-1,1-5-226,2-3 0,7-3 1,-2-2-1,3-3 1317,2-1-1785,0-3 0,-1-2 0,1 1 0,0 4 0,0-1 1,0 2-1,-1 0 63,1 4 1,-2 7 0,-3 6-1,-3 9-133,0 9 1,-10 9-212,3 10 0,-4 12 1,1 12-1,-3 8 122,-1 6 0,2 11 0,-2 6 1,1 6 72,3 9 0,-5 2 0,1 7 0,-3-4-136,1-1 0,2 0 0,-4-3 0,2 1-284,-2-1 0,-2-2 0,-2-1 0,-2-1-491,-2 1 0,-5-7 0,4-3 0,-1-5-165,1-5 0,-4-2 0,4-9 0,0-3-838,-1-5 0,-4-10 860,1-4 0,2-5 0,-1-5 1,-2-6-754,-2-6 1616,-8 1 0,-15-14 0,-8-6 0,-6 1 0,-1 0 0</inkml:trace>
  <inkml:trace contextRef="#ctx0" brushRef="#br0" timeOffset="21">12214 4417 7887,'-14'-6'234,"-1"4"0,3-4 470,2-1 1,5 1-1,10-5 1,5 1 739,2-1 1,9-2 0,5-1-1,4-1-492,4 1 1,1 0 0,-2 1 0,6 2-464,2 1 0,-2 2 1,-2-3-1,-1 3-657,1 2 1,-5 1 0,2 5 0,-4 0-739,-1 0 1,-5 0-1,-2 0 1,-1 0-1471,-4 0 0,1 0 1,0 0 2375,1 0 0,-19 19 0,-10 5 0</inkml:trace>
  <inkml:trace contextRef="#ctx0" brushRef="#br0" timeOffset="22">13236 4014 7887,'0'-14'743,"0"0"1,0 4-1,0 0 1,0-1 112,0-2 1,6 4 0,5-1 0,5-1-150,3-2 1,7 4 0,-2 1 0,3 0-361,2 0 1,0 4-1,-1 0 1,3 2-131,2 2 0,-7 0 1,1 0-1,-4 0-611,-6 0 0,4 0 0,-2 0-1272,-1 0 1,-9 2 0,-4 2-370,-3 6 1,-9 8 2034,-2 1 0,-24 8 0,-11 3 0,-3 2 0,0-1 0</inkml:trace>
  <inkml:trace contextRef="#ctx0" brushRef="#br0" timeOffset="23">13293 4259 7887,'-13'2'391,"2"1"-186,2 2 1,5 1-1,1-3 1,6 2 939,7-2 1,4-1 0,6-2 0,4 0 262,3 0 1,2 0-1,-1 0 1,1 0-1304,0 0 1,0 0 0,-1 0 0,1 0-1003,0 0 1,-5 0 0,0 0-1,2 0 897,1 0 0,-24-19 0,-6-5 0</inkml:trace>
  <inkml:trace contextRef="#ctx0" brushRef="#br0" timeOffset="24">14761 3108 7847,'-15'-5'1019,"1"0"3206,0 2-3575,6 1 0,3 9 0,10 4 0,3 5-28,0 3 1,4 7-1,-4-2 1,2 5-210,-1 4 0,-4-1 0,3 6 0,-1 2-48,-4 2 0,-2 1 0,-1 0 0,0 2-198,0 3 1,0-8 0,0 2-1,-1-6-541,-4-4 1,3-1 0,-2-4 0,2-3-682,2-5 0,0-8 1,2-3-1,2-1-479,6-4 1,-2-2 0,0-2-172,-2-4 1,-2 3 1704,-9-2 0,-38 6 0,-18 7 0,-6-1 0,0 0 0</inkml:trace>
  <inkml:trace contextRef="#ctx0" brushRef="#br0" timeOffset="25">14372 4014 8347,'-14'10'1271,"-1"-1"1,9-5-383,6 0 1,8 3 0,11-2 0,5-2-42,3-2 0,4-1 0,1 0 1,3-1 149,2-4 0,-1 2 1,4-5-1,-1 0-722,1 0 1,1 3 0,2-3 0,-1 0-577,-4 0 1,-1 3 0,-5-3-1,2 2-770,-2 3 0,-8-4 0,-5 3 0,-3 0-1187,-2 3 1,-4 1 2256,-1 0 0,-37 25 0,-24 14 0,4 1 0,-1 0 0</inkml:trace>
  <inkml:trace contextRef="#ctx0" brushRef="#br0" timeOffset="26">14617 4345 7847,'-15'-6'198,"1"3"494,0-7 1,7 0 0,7-4 567,8 0 0,5 4 0,3 2 0,2 0-490,1 0 1,6 3 0,-1-3 0,4 2-270,0 3 1,-4-4 0,0 3 0,2 0-138,1 3 0,0 2 0,-1 3 0,-4 2-189,-1 2 1,3 2 0,-5 6-1,-1 3-97,-2 5 1,-8 3 0,-4 2-1,-2 1-250,-2 4 0,0 1 1,-3 5-1,-5-2-247,-7 2 1,-9 3 0,1 2 0,-5 0 39,0-4 1,-6-7 0,0-1-1,1-2 160,-2-2 1,3-7 0,-5-4 0,2-7 132,3-6 1,6-5 0,4-7 0,1-7 160,3-9 1,4-4-1,5-2 1,4-1 260,3-4 0,10 4 0,5-2 0,6 5 201,3 3 0,2 6 1,5-1-1,2 5 318,2 4 1,4-1 0,6 6 0,0 2-372,0 1 0,1 4 0,-3 3 0,-3 4-437,-4 4 1,1 2-1,-3 1 1,-5 1-761,-6 2 0,-10 1 1,-3-6-1684,-1 0 0,-2 1-684,-5-1 3080,0-6 0,-32-21 0,-8-11 0</inkml:trace>
  <inkml:trace contextRef="#ctx0" brushRef="#br0" timeOffset="27">15768 4072 7770,'0'-8'9830,"0"1"-9264,0 7 0,0 2-1708,0 3 0,0-2-1778,0 7 2920,6-7 0,-11-35 0,4-16 0</inkml:trace>
  <inkml:trace contextRef="#ctx0" brushRef="#br0" timeOffset="28">16660 3050 7825,'-5'-14'431,"0"0"1,0-1 0,4 2-1,-2 2 2225,-2 2-1820,0-1-405,5 2 1,6 3 0,2 10 0,0 5 255,-3 2 0,-3 8 1,-2 0-1,1 1-225,4 0 0,-3 4 0,3-1 0,-4 5-184,-1 5 0,0-2 0,0 8 0,0 5-86,0 6 0,-1 6 1,-3 6-1,-2 4-135,-2 3 1,3-3 0,-4 0-1,-1 2-102,2 1 1,-5-9 0,5-5 0,0-5-20,3-4 0,-1-3 0,1-2 0,0-2 53,-1-2 0,4 1 0,-4 4 1,1 0-58,0 0 0,-4 2 1,2 1-1,1 2-191,0-1 0,-4-3 1,4-2-1,-1-4-96,1-4 0,1-10 1,5-5-1,0-3-747,0-2 1,2-6-1,1-4-339,2-8 1,6-5 0,-2-10 0,3-5 1440,-3-3 0,-22-34 0,-10-8 0</inkml:trace>
  <inkml:trace contextRef="#ctx0" brushRef="#br0" timeOffset="29">17192 4187 7825,'-10'-8'2796,"2"2"-2231,2-1 0,0 6 1,3-6 621,-2 1 0,0 3-1829,5-7 1,2 2 641,2-2 0,-2-2 0,4 4 0</inkml:trace>
  <inkml:trace contextRef="#ctx0" brushRef="#br0" timeOffset="30">18473 2777 7734,'-7'-14'1004,"1"4"1,-4 4 0,5 4 297,4 8 0,1 10 0,0 5 1,0 3 461,0 6-1474,0-1 0,0 13 1,0-4-1,0 5 0,-2 5 1,-3 5-1,-4 3 1165,-4 2-1410,-1-1 1,-6 1-1,1-2 1,2-2-1,1-3 1,1-1-1,1-4-362,-1-1 1,3-8 0,0-2 0,5-2-663,0 1 1,-2-5 0,4-5-1,0 0-483,-1-2 1,4 4-1913,-3-7 3374,4 0 0,-44-5 0,-11 1 0</inkml:trace>
  <inkml:trace contextRef="#ctx0" brushRef="#br0" timeOffset="31">17796 4173 10902,'7'-8'1032,"2"-4"1,10 6-1,7 0 20,6-1 1,6-2 0,9 4 0,2 0-414,2-1 1,7 4-1,3-3 1,-4 4-524,-2 1 0,-9 0 0,4 0 0,-6 0-563,-5 0 1,-3 0 0,-16 1-1305,-3 4 1,-2-2-443,-6 7 0,-9-5 2193,-9 4 0,-25 7 0,-9 3 0,-4 5 0,0-1 0</inkml:trace>
  <inkml:trace contextRef="#ctx0" brushRef="#br0" timeOffset="32">18185 4302 7720,'-15'0'783,"1"2"60,0 2 0,1 0 1,3 5-163,5 2 0,4 2 0,-1 2 0,-1-1 1,-2 0 0,-1 2 1,3 2-1,-4 3-200,-1 1 0,3 2 0,-4 5 0,-1 0 5,2-1 1,-3-4 0,6-1 0,2-2 22,2-4 0,1-1 0,0-1-189,0-1 1,6-6 0,3-3-1,4-4-94,2-1 0,1 0 1,1 0-1,2 0 69,-1 0 0,4 0 0,1 0 0,-1-1-50,-3-4 1,2 3-1,0-4 1,1 1-84,4 0 1,-5 1-1,-1 2 1,0-1-605,-1-2 0,0-5 0,-5 4-1673,1-2 1,-2 3 0,-2-4-1262,-2-3 0,-6 4 3375,2-1 0,-35-26 0,-10-12 0</inkml:trace>
  <inkml:trace contextRef="#ctx0" brushRef="#br0" timeOffset="33">18501 4432 7720,'-14'6'815,"1"5"0,2 5 454,1 3 1,7 7-1,-3-2 1,1 5-356,0 4 1,0 4 0,5 8 0,-1 1-643,-4 2 1,3 5 0,-4-4 0,1 3-121,0 2 0,-4-5 0,2-2 0,1-6-1135,0-2 1,-4-4 0,5 0-1,0-8-3959,-1-4 4942,4-11 0,-30-37 0,0-15 0</inkml:trace>
  <inkml:trace contextRef="#ctx0" brushRef="#br0" timeOffset="34">19034 4029 8109,'-7'-13'2626,"-2"3"-2096,2 4 0,9 6 1,12 0-1,9 0 1,4 0-1,3 0 1,2 0-1,3 0 592,2 0 1,-3 0 0,4 0 0,2 0-792,1 0 1,-2 0 0,-2 0 0,-2 0-533,-3 0 1,-3 0 0,-5 2-414,-5 2 1,-5 4 0,-4 7-626,-6-1 1,-8-4 0,-8-1 0,-4 2 54,-3 2 0,-6 2 0,1 1 0,-5 1 1184,-5 2 0,-28 14 0,-15 5 0,20-12 0,0 0 0,0 0 0</inkml:trace>
  <inkml:trace contextRef="#ctx0" brushRef="#br0" timeOffset="35">19034 4403 12480,'20'0'2301,"4"0"0,5-2-1610,5-3 0,4 4 0,10-4 0,5 3-149,3 2 1,-4 0 0,0 0 0,-3 0-935,-2 0 1,-8 2-1,-3 1 1,-4 2-1464,-5-2 1,-8 4-1,0-3 1855,-3 0 0,-14 4 0,-4 0 0</inkml:trace>
  <inkml:trace contextRef="#ctx0" brushRef="#br0" timeOffset="36">20803 2935 7729,'0'-14'1463,"0"12"0,0 9 0,0 10-320,0 12 0,2 3 1,1 10-1,2 4-755,-2 3 1,-1 6-1,-2 6 1,0 2-17,0 3 1,-2 0-1,-3 1 1,-4-3-330,-4 0 0,-2-10 1,3 2-1,0-7-421,3-7 1,6-4 0,-4-6 0,2 0-832,1-4 1,-1-6 0,5-8 0,0 1-2394,0-1 3602,0 0 0,-45 39 0,17-22 0,0 1 0</inkml:trace>
  <inkml:trace contextRef="#ctx0" brushRef="#br0" timeOffset="37">20386 4978 7694,'-8'-16'855,"6"-4"0,12-9 470,14-8 1,11-8 0,15-6 0,7-6-653,-25 27 0,2 0 1,4-2-1,2-1 0,2-1 1,1 1-1,2-2 0,1-1-291,1 0 0,0 0 0,-2 3 0,0 1 0,0 0 0,-1 2 0,-2 0 0,-1 0-228,-2 1 1,-1 1-1,-2 1 1,0 1-1,-3 1 1,0 0-1,24-19-290,-7 7 0,-12 5 0,-6 5 0,-5 3-1965,-3 5 0,-11 9-462,1 5 0,-9 10 0,-2 5 2563,-6 2 0,-24 28 0,-11 7 0</inkml:trace>
  <inkml:trace contextRef="#ctx0" brushRef="#br0" timeOffset="38">21839 4101 7684,'-19'0'245,"0"0"0,-7 0 0,2 0 0,-3 0 1404,-2 0 0,-4 4 0,-3 3 0,-2 1-599,-7 3 0,1 8 0,-8 5 0,3 3-593,2 2 1,4 5 0,5 1 0,6 0-500,6 0 0,12-1 0,9-7 1,4-1-111,1-2 0,11-7 0,5 2 0,6-3-192,9-1 0,-3-3 0,7 0 0,-1-3-19,0 2 1,4 2 0,-4 2 0,-4-1 308,-4 0 0,1 6 0,-5-1 0,0 0 51,-2 2 0,-11-4 0,-4 7 0,-3 3-208,-2 5 0,-2-1 0,-4 2 0,-9-1 52,-7 2 1,-7-2 0,-3 5-1,-1-2-11,1-3 1,1-2-1,1-3 1,-2-3 209,-2-4 1,7-6 0,8-4 0,3-6 311,2-2 0,6-13 0,4-7 0,8-7 42,5-11 1,10-5-1,7-7 1,4-5 215,4-3 1,4-1 0,-3-1 0,2 1 21,3-1 1,3 0-1,4 1 1,2 1 237,2 3 1,2 4-1,5 7 1,-1 2-431,1 2 0,-9 7 0,-6 3 0,-7 7-591,-6 5 0,-8 3 0,-4 2 0,-5 3-1588,-4 1 0,-5 1 0,-1 1 1739,-6-4 0,-31-23 0,-12-7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0.4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8056 16532 7750,'0'10'0,"0"-1"0,0 2 0,-1-3 0,-4 2-1428,3 0 1428,-4 4 0,25 0 0,5 1 0</inkml:trace>
  <inkml:trace contextRef="#ctx0" brushRef="#br0" timeOffset="1">8157 16719 7762,'15'-5'-452,"-1"1"0,-6-3 1,-2 4 317,1-2 134,-6 0 0,-1-27 0,-8-8 0</inkml:trace>
  <inkml:trace contextRef="#ctx0" brushRef="#br0" timeOffset="2">7984 11352 7835,'-14'0'4,"0"2"0,-1 1 0,1 3 1,0 1 739,-1-1 0,6-1 0,1-3 121,1 2-470,2-2 1,7 4-1,3-6 242,4 0 0,-1 0 0,2 0 0,1 0-142,2 0 0,1 0 0,1 0 0,-1 0-99,0 0 1,1 0 0,-1 0 0,1 0-97,-1 0 1,0 5-1,1 0 1,-1-2-116,1-1 0,4 3 1,0-1-1,-1 0-96,-2-3 1,-2-1 0,0 2 0,1 1-87,-1 2 0,0 0 1,1-5-1,-1 0-165,1 0 0,-6 0 318,1 0-71,-7 0 1,2-5-1,-10 0-152,-5 2 0,-2 1 0,-4 2 0,-2 0-158,-1 0 1,-5 0 0,3 0 0,-1 0-60,-4 0 0,1-1 0,-1-3 0,4 0 166,1 0 0,-3 3 0,5 1 0,1 0 81,2 0 0,2 0 0,-1 0 201,1 0-156,6 0 0,3 0 0,8 1 184,2 4 1,6 2 0,-1 4 0,3-3 62,1-2 1,-3 5 0,2-3 0,3 2-50,0 0 0,0-2 0,-2 3 0,1-3-28,-1-2 1,1 4 0,1-5 0,1-1-166,2 3 0,1-6 0,-6 4-90,0-3 1,-4-1 180,-1 4 1,-7-3 0,-2 3-147,-8-4 0,-5-2 1,-1-3-1,0 0-193,-1 0 0,-4-2 0,-2 1 1,0 0-104,1-1 0,-1 0 0,3-4 0,-1 4 139,1-1 0,2 4 0,2-5 485,0 2-205,-1 1 0,9 5 0,6 0 47,8 0 0,5 0 0,1 0 0,2 0 221,3 0 1,-3 0 0,5 0 0,-2 1 71,0 4 0,1-3 0,-6 3 1,0-4-75,1-1 0,-1 0 1,1 0-1,-1 0-71,0 0 1,1 0 0,-1 0-259,0 0 0,-4 0 1,0 0-664,1 0 1,-5-1-378,-1-4 0,-3 2 2,-2-7 1,0 5 0,1-3-845,4 2 1,-3-5-2118,2 1 3981,-2 4 0,-34 6 0,-8 8 0</inkml:trace>
  <inkml:trace contextRef="#ctx0" brushRef="#br0" timeOffset="3">24141 863 7899,'0'-14'3435,"0"4"-2478,0 1 0,0 7 0,2 1 0,2 5 164,6 4 0,-1 2 0,4 4 0,3 2-555,0 3 0,2-3 0,-1 5 0,3-2-410,-3 1 1,-1 4 0,-1-4 0,-1 3-389,0 2 1,1-2 0,-1-1-1,-1 0-787,-4 1 1,3-1 0,-6 2 0,0-5-1521,1-3 0,4 0 2539,-1 4 0,2-24 0,3 1 0</inkml:trace>
  <inkml:trace contextRef="#ctx0" brushRef="#br0" timeOffset="4">24831 777 7899,'-20'0'0,"-4"0"447,-3 0 1,-1 8-1,3 5 1,2 8 858,3 6 1,-6 0 0,4 11 0,-2 2-206,0 2 1,5 7 0,-5 3-1,-2-1-513,-1-3 1,-2 3-1,0 2 1,1 2-210,-1 3 1,0-2 0,0-2-1,0-2-492,1-3 0,4-1 0,1-6 1,4-4-1203,6-4 1,7-12 0,11-8-1839,4-7 1,10-9 3152,5-7 0,0-26 0,-1-10 0,3-10 0,1 1 0</inkml:trace>
  <inkml:trace contextRef="#ctx0" brushRef="#br0" timeOffset="5">24990 935 9078,'-7'-8'1118,"-2"3"0,4 4 1,5-1 88,8-3 1,11 2 0,7-5 0,6 2-29,6 3 1,0-5 0,4 0-1,4-2-457,4 0 0,-4 7 1,2-3-1,-3 1-787,-2 0 0,-6 1 0,-5 4 0,-7 0-832,-5 0 1,-6 1 0,-4 4 0,-6 5-729,-2 2 1,-10 4 0,-6 3 0,-10 5-3312,-8 4 4936,-5 7 0,-4-7 0,-11 4 0,-1 2 0,-4 4 0,0 1 0,0-1 0</inkml:trace>
  <inkml:trace contextRef="#ctx0" brushRef="#br0" timeOffset="6">24990 1352 7816,'-7'-14'0,"-1"5"0,-4-1 1433,2-1 0,5 3 1,12 0-1,5 0-19,6 0 1,12-2 0,-1-3-1,3 2-658,3 2 1,0 4 0,5-3 0,-1 1-754,1 4 0,1-3 1,1 1-1,-2 2-2573,-2 1 0,-6 2 2570,2 0 0,-10 0 0,-4 0 0</inkml:trace>
  <inkml:trace contextRef="#ctx0" brushRef="#br0" timeOffset="7">25911 1137 7717,'-15'6'505,"2"-3"0,2 5 1527,2-1 0,1 4-181,-2-2-1024,-3-2 0,13 4-512,0-6 1,7-8-1,7-10 1,0-5 5,1 1 0,-1-6 0,1-1 0,0-3-106,5-2 0,-3 5 0,6 0 0,-1-1-32,0-2 0,1 3 0,2 1 0,-2 2-42,-2 4 0,2 6 0,-3 3 0,-3 1-86,-1 4 1,-8 8-1,-3 5 1,-3 4-9,-2 5 1,-2 5 0,-3 8 0,-4 2 107,-4-2 1,-2-2-1,1-3 1,0-1 38,-1-2 0,1-4 1,1 1-1,2-6 23,1-3-486,7-5 1,5-14 0,12-12 0,9-6 95,4-4 0,1-6 0,1-4 0,2-1 207,2 2 1,-2-2-1,2 6 1,-2 3 404,-3 0 0,1 10 1,-2 7-1,-3 8 199,-5 4 0,-3 4 1,-3 4-1,-2 8-131,-1 9 1,-5 6 0,3 2 0,-2 5-313,-3 0 1,-1-2 0,-2 3 0,0-2-197,0-3 1,0-2-1,0-3 1,0-3-1253,0-4 1,-2-4 0,-1-2-4904,-2 0 6156,1-6 0,16-59 0,4-21 0</inkml:trace>
  <inkml:trace contextRef="#ctx0" brushRef="#br0" timeOffset="8">27033 676 7717,'-8'-8'3276,"1"3"1,7 10 0,0 6-1861,0 7 1,0 6 0,0 10 0,0 4-741,0 4 0,5 2 0,0 4 0,-2 3-641,-1 1 1,-2 2 0,0-6 0,0-2-206,0-1 1,0-8 0,0-5 0,0-7-1792,0-5 0,4-9 1,3-3-1,1-4-6148,3-5 8109,2-6 0,9-33 0,2-17 0,3-2 0,1 0 0</inkml:trace>
  <inkml:trace contextRef="#ctx0" brushRef="#br0" timeOffset="9">27364 835 7717,'-15'0'336,"-4"0"1,-2 0 0,0 0 595,1 0 0,-8 6 0,0 5 1,-11 7 326,-7 6 1,-7 4-1,-9 6 1,-5 4-851,32-17 1,-1 0 0,0 0 0,0 1 0,1 0 0,0-1 0,-29 21-392,11-4 0,12-9 0,20-11-639,12-7 0,15-5 0,20-9 621,5-7 0,19-38 0,-20 14 0,-1 0 0</inkml:trace>
  <inkml:trace contextRef="#ctx0" brushRef="#br0" timeOffset="10">27925 432 7733,'-15'0'135,"1"0"1,0 1-1,1 4 1,2 6 658,1 7 0,2 4 0,-2 9 0,4 4 1,0 8-1,-2 8 0,-2 5 0,2 2 436,2-1 0,-4 1 0,4-1 1,-2 1-1073,-4-1 1,0-6 0,-3-3 0,1-3-680,-1-2 1,-2-1-1,1-5 1,5-9-3286,3-7-1030,-3-5 4836,9-21 0,-7-30 0,-1-16 0,2-11 0,0-1 0</inkml:trace>
  <inkml:trace contextRef="#ctx0" brushRef="#br0" timeOffset="11">27666 835 7733,'-15'-8'1673,"9"1"-198,6 7 1,8 0-1,11 0 1,5 2-637,3 3 1,2-2 0,0 5-1,1 0-891,4 0 1,-4-4 0,5 4 0,-1-1-1832,-1-4 1,7-1 1882,-1-2 0,2-13 0,2-3 0</inkml:trace>
  <inkml:trace contextRef="#ctx0" brushRef="#br0" timeOffset="12">28471 561 7733,'-14'0'1051,"0"0"1,-1 7 0,2 2 328,4 4 1,1 8 0,3 3 0,-5 6-569,-2 8 0,-3 6 1,-1 12-1,-3-1-449,-5 5 0,2 0 0,-1-2 0,3-2-137,2-3 0,7-10 0,3-11-242,1-7 0,4-5 0,8-11-183,5-4 0,4-10 0,5-6 0,5-7-30,3-6 1,7 2 0,1-2-1,2 0 147,3 2 1,0 1 0,0 8 0,-3 4 192,-2 4 1,-3 3-1,-7 4 1,-2 4 313,-3 8 1,-7 4-1,-8 9 1,-5 5-5,-5 3 1,-9-1 0,-10 3 0,-5-4-295,-5-6 0,-2 1 0,-9-8 0,-1 0-585,-2-4 1,-2-5 0,5-11 0,1-2 457,2-3 0,1-25 0,-3-12 0,-5-5 0,-1 0 0</inkml:trace>
  <inkml:trace contextRef="#ctx0" brushRef="#br0" timeOffset="13">28471 1870 7779,'-22'-8'374,"1"2"0,5 6 1,-1 0-1,-3 0 1,1 0-1,0 2 1,-2 2 693,-1 6 1,-2 9 0,-5 5-1,2 3-518,3 2 0,-3 5 0,3 3 0,-3 2 424,-2 6 1,2 8-689,3 0 1,-2 3 0,7 3 0,1 0 0,4-1 0,4-7 102,6-5 1,10-4 0,10-4 0,11-6-204,10-6 1,6-10-1,3-8 1,4-2 35,1-3 0,7-9 0,4-7 1,-1-6-74,-2-4 1,-6-5 0,-2-8-1,-2 0-147,-2-4 0,-9-2 1,-6-1-1,-6 0-162,-7 0 0,-5 0 0,-4 1 0,-7 2-99,-6 2 1,-8 4 0,-12-4 0,-7-1-150,-5 3 1,-5 7 0,-7 11 0,-2 7-292,-2 6 0,1 5 1,1 5-1,7 6 4,5 7 0,4 9 1,6 8-1,3 0-842,4 0 1,11 1-1,6-4 1537,6 1 0,43 20 0,-15-27 0,0 1 0</inkml:trace>
  <inkml:trace contextRef="#ctx0" brushRef="#br0" timeOffset="14">29277 2460 8703,'-6'-12'1089,"-4"2"0,2-1 0,-2 6 210,-1 2 1,3 3 0,-1 5-681,-3 4 1,1 4-1,0 1 1,3 1-210,2-1 1,1 1 0,3-3 0,-1 0-896,-2-3 0,1-4-2095,4 5 0,6-7 2580,4 2 0,9-42 0,3-11 0</inkml:trace>
  <inkml:trace contextRef="#ctx0" brushRef="#br0" timeOffset="15">29608 2014 7779,'8'-14'329,"-2"0"1,-4 1 0,1 2 1680,2 1 0,1 5-31,-1-4-1573,-3 5 0,4 0 0,-8 8 1,-2 8-1,-6 4 0,-3 4 262,-1 3 0,0 1 0,-1 5 0,-1-1-598,-3 1 1,3 0-1,-2 0 1,6-1-100,2 1 0,5-5 1,-3 0-1,2 0-128,3-2 1,9 4-1,7-7 1,6-1 72,3-2 0,2-2 1,5-1-1,2-2 359,2-1 0,-7-1 1,1 4-1,-3-2 318,-2-1 0,-9 0 0,0 4-259,-5 0 0,-5 1 0,-8-1 0,-4 0-61,-4 1 0,-8 1 0,-5 1 0,-4 3-567,-3-3 0,-7 6 1,3-1-1,-2 0-862,1-2 0,4 0 1,-2 0-1,-1-4-779,0-5 1,12 0 1934,1-6 0,6-1 0,4-4 0</inkml:trace>
  <inkml:trace contextRef="#ctx0" brushRef="#br0" timeOffset="16">29680 2014 8287,'14'-14'845,"7"0"1,3 1 0,3 2 157,2 1 0,1 7 0,4-2 0,3 3-100,-1 2 1,0 0-1,-8 0 1,1 0-1351,0 0 0,0 0 0,-2 2 0,-3 1 447,-5 2 0,-9 19 0,-4 0 0</inkml:trace>
  <inkml:trace contextRef="#ctx0" brushRef="#br0" timeOffset="17">25982 1799 7891,'0'-15'2051,"0"1"314,-6-1-180,4 7-1765,-4 2 1,4 6-1,-1 2 1,-2 2 0,2 6-1,2 3 1,1 3 0,-2 1-1,-1 4 1,-4 0 490,-1 0 0,4 4 0,-6-1 0,1 3-675,1 2 0,-5 0 0,5 1 1,-2 1-154,1-3 1,5 4 0,-2-8 0,1 2-285,0-2 0,1-3 0,4-7-1040,0 1 1,6-7-1,4-4-125,2-2 0,1-4 0,-2-2 0,-3-6-495,-1-3 0,2-1 1861,-4-1 0,-51 1 0,-18 0 0</inkml:trace>
  <inkml:trace contextRef="#ctx0" brushRef="#br0" timeOffset="18">25479 2403 8075,'-29'9'0,"2"-1"1224,3-1 1,3 2 100,7-4 1,7 0-1,9-5-589,11 0 0,8 0 0,7 0 0,3 0 47,2 0 0,-1-2 0,7-2 1,1-4 6,1 0 0,-2-4 0,-1 6 1,0 0-177,-1-1 1,3 1 0,-5 3 0,0-2-596,0 2 1,-6 1-1,-5 2 1,0 0-492,-1 0 0,-3 0 0,-5 0-923,-1 0 0,1 0-1823,-1 0 0,-6 2-1429,-3 2 4647,-4-2 0,-33 17 0,-8-3 0</inkml:trace>
  <inkml:trace contextRef="#ctx0" brushRef="#br0" timeOffset="19">25666 2590 7891,'-6'-8'217,"-1"0"1,-4 5 894,1-2 0,7-1 2664,-2 1-2745,4 3 0,1-3 1,0 10-443,0 5 0,0 2 0,-2 4 0,-1 2-2,-2 1 1,-4 2 0,2-3 0,1 2-228,-1 3 1,-2-6 0,2 3 0,1-3-152,0 2 1,-4-3 0,4 3 0,-1-3-162,1-1 0,1-6 0,5 1 13,0 1 0,2-4 0,2-3-66,6-2 0,8-2 1,2-2-1,3-2 89,2-6 0,-2-1 1,1 0-1,1 1-164,2-1 0,1 0 0,-3-1 0,-2 5-766,-3 0 1,0-2 0,-6 2 0,0 1-790,1-1 0,-6 3-389,1 4-1008,0 0 3032,-2 6 0,-21-17 0,-11 1 0</inkml:trace>
  <inkml:trace contextRef="#ctx0" brushRef="#br0" timeOffset="20">25896 2662 7891,'-5'-10'1060,"1"1"0,-3 5 129,2 0 0,4 4 0,-6 4 0,3 6-277,-1 3 1,0 8-1,3 3 1,-1 3-276,-2 2 1,-4 4-1,2 2 1,1 0-173,0 1 1,-4 4 0,5-4 0,0 3-737,-1-1 1,4-11 0,-2 2 0,2-3-1088,2-4 1,6-3 0,4-8-976,3-1 1,1-7 2332,1 2 0,5-55 0,3-14 0</inkml:trace>
  <inkml:trace contextRef="#ctx0" brushRef="#br0" timeOffset="21">26357 2331 7891,'1'-19'360,"4"0"0,-2-1 1,7 8-1,1 2 1171,2 5 0,1 4 0,0 1-445,1 0 0,-1 6 1,-1 5-1,-2 7-222,-1 6 0,-7 3 1,3 2-1,-1-1-324,0 1 0,0 0 1,-5 1-1,0 2-322,0 2 0,1-1 1,3-4-1,0-2-585,0-3 0,-1 4 0,0-6 0,2 0-821,-2-2 0,5-4 0,2-2-3500,2 0 4688,3-6 0,5-46 0,3-18 0</inkml:trace>
  <inkml:trace contextRef="#ctx0" brushRef="#br0" timeOffset="22">26731 2345 7891,'-16'-8'609,"-4"3"0,4 4 0,-3 1 0,3 0 681,2 0 0,-1 6 1,1 4-1,-2 4-464,-3 5 0,1-1 0,-6 8 0,-1 2 4,-2 4 1,-2 8-1,0-1 1,0 1-757,1-2 0,4 2 0,1-6 0,2-4-1157,4-4 1,7-6 0,7-7-730,6-3 1,2-4 0,8-8 1811,3-2 0,27-36 0,3-15 0</inkml:trace>
  <inkml:trace contextRef="#ctx0" brushRef="#br0" timeOffset="23">27335 2029 7891,'0'-15'2756,"0"9"0,1 6-1544,4 8 1,-3 6-1,3 7 1,-4 8-589,-1 8 1,0-1-1,-1 3 1,-4 1-311,-5 1 1,-3 9-1,-1 3 1,-2 3-815,-3 1 0,-2-4 0,-4-2 1,2 0-881,2 0 0,2-11 0,5-3 1380,-1-10 0,-31-31 0,-8-14 0</inkml:trace>
  <inkml:trace contextRef="#ctx0" brushRef="#br0" timeOffset="24">27076 2403 7881,'-7'-8'0,"7"-5"0,2 5 377,11 0 0,8 2 0,9 6 1,2-2 1998,2-3 0,7 4 0,1-4 0,6 3-2345,3 2 0,-5 5 1,2 0-1,-3-2-31,-2-1 0,-13 10 0,-2 4 0</inkml:trace>
  <inkml:trace contextRef="#ctx0" brushRef="#br0" timeOffset="25">15494 6316 7731,'-9'0'-42,"1"2"1,0 1 718,0 2 0,3 0 932,-5-5-219,7 0 1587,-3 0 2237,-1 0-3479,6 0 1,6 0-1005,9 0 1,5 0 0,-1 0 0,3 0-212,1 0 0,2-5 0,5 0 1,0 0-521,-1-1 0,1 4 0,1-4 0,1 1 0,-2 0 0,3-1 0,-10 3 0,2-2 0,0 2 0,-7 1 0,3 2-1035,-4 0 1,-7 2 0,-1 3-4447,-1 4 3371,-3-2 1,-5 4 0,-4-6-320,-5-2 1,-4-2 2428,-5-1 0,-55 26 0,28-10 0,0 0 0</inkml:trace>
  <inkml:trace contextRef="#ctx0" brushRef="#br0" timeOffset="26">15394 6676 7731,'-23'7'282,"-2"-4"0,6 5 1396,1-2 0,8 1 1,9-4-524,9 2 0,8-2 0,13-6 0,1-4-355,3-1 1,4 3-1,6-4 1,1-1-264,-1 2 0,0-3 0,0 6 0,-1 0-177,-4-1 1,-3 4-1,-6-2 1,-2 2-893,-3 2 1,-3 0-1,-7 0 519,1 0 0,-3 2 1,0 1-7597,-3 2 7609,-6-1 0,-47-4 0,-20 0 0</inkml:trace>
  <inkml:trace contextRef="#ctx0" brushRef="#br0" timeOffset="27">15940 7626 9566,'-6'0'1062,"6"0"0,6 0 1,9 0-1,-1 0-471,1 0 1,-1 0 0,0 0 0,1 0-2,-1 0 0,5 0 0,0 0 0,-1 0 608,-2 0-1033,5-7 0,-5 6 0,5-6 0,-2 3 0,0-3 0,0-1 0,0-1 226,1 1 0,-1-5 0,-3 3 0,1-3-190,2-1 0,1 0 1,-6-1-1,0 1-69,1-1 1,-1-4 0,1-1 0,-1-3-21,0-2 1,1 2 0,-1-2 0,-1-4 15,-4-3 0,4-2 0,-5 5 0,2 1 66,-1-1 0,-4 0 0,3 2 0,-1 1 107,-4 2 1,-2 0-1,1-4 1,1-1-66,2 0 0,0 5 0,-5 0 0,0-1-78,0-3 1,0-5 0,0-1 0,0 1-71,0-2 0,0 3 0,0-7 0,0-1-88,0-1 0,0 2 0,0 3 0,0-1 0,0 0 0,-5-1 0,0-4 0,0 2 0,-1 2 0,3 1 0,-5-1 0,0 2 0,0 1 0,3 3 0,-3-5 0,0 2 0,0 3 0,3-3 0,-3 0 0,2 0 0,3 0 0,1-1 0,2 4 0,0-3 0,0-1 0,0-1 0,0-3 0,2 3 0,3 2 0,-2-5 0,5 3 0,0-1 0,0-1 0,0 6 0,3-6 0,-3 1 0,-2 1 0,5 1 0,-3 4 0,2-2 0,0 2 0,-1 2 0,6 2 0,-3 3 0,-2 1 0,3 6 0,-4-1 0,4 2 0,2-3 0,-1 6 0,0-2 0,-1 5 0,-3 0 0,2 3 0,-2-2 0,3-1 0,-4 4 0,1 3 0,1 2 0,-3 2 0,2 0-435,1 0 1,-3 0 0,2 2-1541,1 2 0,2 3 0,1 4 0,0-1-6479,1 1 8454,-7 8 0,-53 48 0,13-24 0,0-1 0</inkml:trace>
  <inkml:trace contextRef="#ctx0" brushRef="#br0" timeOffset="28">17192 5640 7815,'0'-14'0,"-2"1"658,-2 3 1,0-1 0,-4 5 1289,2-2 0,1 6-1304,5 2 1,0 2 0,0 7 0,0 4-88,0 5 0,0-1 0,0 7 0,0 2-121,0 1 0,0 3 0,0 2 0,0 2-208,0-2 0,0 5 0,0 0 1,0 1-196,0 0 0,-4-6 0,-1 2 0,0-4-156,-1-1 0,4-2 0,-3-3-841,4-5 1,2-9-1,4-5-226,5-4 0,-4-7 0,-1-4 0,-4-2 299,-1-3 1,0 1 0,0-1 0,0 1-197,0 0 0,-4 4 0,-3 2 1087,-1 2 0,-33 14 0,-14 8 0</inkml:trace>
  <inkml:trace contextRef="#ctx0" brushRef="#br0" timeOffset="29">16876 6302 7815,'-23'0'0,"4"2"0,3 1 811,2 2 1,4-1-1,2-2 562,2 3 0,2-4 0,9 4-350,5-3 0,3-2 1,1 0-1,2 0-247,3 0 0,-1 0 0,6-2 1,0-1-276,-2-2 1,5-1 0,-3 3 0,3-4-88,2-1 1,-3 3 0,-1-3-1,3 0-171,-3 0 0,2 4 1,5-4-1,2 0-341,-2 0 0,-3 0 1,-4-2-1,-1 4-233,2-1 1,-6 4 0,0-5-1,-4 2-1626,-2 3 0,0 1-634,1 2 1,-9 2-357,-6 2 1,-1 6 2946,-9 9 0,-24 9 0,-12 5 0,-5 5 0,0 1 0</inkml:trace>
  <inkml:trace contextRef="#ctx0" brushRef="#br0" timeOffset="30">17063 6503 7972,'0'-14'1414,"0"0"2325,0-1-329,0 1-2722,0 6 0,4 3 0,1 10 1,-2 5-68,-1 2 1,-2 4 0,0 2 0,0 3-163,0 1 0,0 0 0,-2 4 0,-1-2-130,-2 2 0,1-4 0,2 0 0,-1 1-182,-2-1 1,0-4 0,5 1 0,0-3-84,0-2 0,0-4 0,2-2 80,3-2 1,-2 4 0,6-5 104,3-2 0,0-2 0,3-1-85,-1 0 1,1-4 0,-1-1 0,0 0-53,1-1 0,-1 4 0,0-4 0,1 1-477,-1 0 1,1 0 0,-1 4 0,2-3-859,3 0 0,-3-1 1,3 3-704,-3-3 1,-1 4 0,-1-4 0,0 2-318,1-2 0,-2 2 2243,-4-7 0,-54-38 0,14 17 0,-1 0 0</inkml:trace>
  <inkml:trace contextRef="#ctx0" brushRef="#br0" timeOffset="31">17336 6446 7815,'0'-14'435,"0"-1"1,0 6-1,0-1 2998,0-1-2309,0 4 0,0 7 0,0 12 0,0 4-510,0 3 0,0 11 1,0 0-1,0 4-226,0 1 0,0 5 0,0-3 0,0 1-107,0 1 0,-6-1 0,-2 4 1,-2-4-255,0-4 1,6 1 0,-4-2 0,1-2-691,4-6 0,1 1 0,2-7-2049,0-1 1,2-9 264,3-4 1,1-5 2446,4-5 0,-4-35 0,-6-14 0</inkml:trace>
  <inkml:trace contextRef="#ctx0" brushRef="#br0" timeOffset="32">17811 6014 7813,'0'-14'1479,"0"-1"1,0 6-370,0-1 1,1 9 0,4 1-1,5 9-190,2 9 0,3-1 0,1 7 0,1 4-275,3 4 1,0-2 0,-2 4-1,1-2-103,-1 1 1,-2-3 0,-2 2 0,1-4-256,-1-4 1,0 0 0,-1 3-1,-2-3-644,-1-5 0,-7-3 0,2-2-4078,-4 1 1147,-1-1 1,0-8 594,0-6 2693,0-6 0,-25-59 0,9 25 0,0 1 0</inkml:trace>
  <inkml:trace contextRef="#ctx0" brushRef="#br0" timeOffset="33">18199 6014 7813,'-13'-1'300,"2"-3"1,2 0 993,-3 0 0,4 3 1,-1 2-1,-2 4-227,-2 5 0,-2 3 0,1 3 1,-2 3-469,-3 5 0,1 5 1,-6 4-1,-1 6-164,-2 2 1,-7 2-1,0 0 1,2 1-154,2-1 1,3-2 0,1-2-1,6-7-877,4-7 1,0-4 0,11-7-1687,2 1 1,3-7 0,4-5 2280,6-6 0,-16-69 0,1 25 0,0 0 0</inkml:trace>
  <inkml:trace contextRef="#ctx0" brushRef="#br0" timeOffset="34">18918 5899 10557,'-7'0'1690,"0"2"1,7 3 0,0 4-1068,0 4 1,-5 8-1,1 3 1,0 4-163,3 6 0,1 3 1,0 8-1,0 1-232,0 2 0,-2 5 0,-1-5 0,-2-2-193,2-1 0,1-8 1,2-4-1,0-3-514,0-1 0,0-6-1465,0-4 1,0-11 488,0-8 1,0-7-1,0-9 372,0-3 1,0 3 1081,0-3 0,-57-22 0,21 17 0,0 1 0</inkml:trace>
  <inkml:trace contextRef="#ctx0" brushRef="#br0" timeOffset="35">18573 6302 7787,'-1'-14'0,"-4"-1"0,3 1 1269,-3-1 0,10 3 1,5 1-1,4 3 39,5 1 1,4-2-1,6 4 1,1 0-669,3-1 0,3 2 0,4-4 1,-4 2-443,0 3 1,-3 1 0,-3 2 0,1 0-406,-2 0 0,1-5 0,-11 1 0,-1 0-1420,-2 3 1,-2 1-1,1-2-690,-1-3 1,0 4 2316,1-4 0,-33-3 0,-7 0 0</inkml:trace>
  <inkml:trace contextRef="#ctx0" brushRef="#br0" timeOffset="36">19609 5914 7742,'-14'0'807,"1"-2"0,2-1 1590,1-2 1,2 2-1763,-1 8 0,2-2 1,6 5-1,-3 0 1085,0 0-1409,-8 8 1,9 1 0,-6 7-1,-3 2 1,0 3 0,-3 3-1,1 3 255,-1 2 1,1 6 0,0 5 0,1-2-375,3-1 1,2-2 0,5-1 0,-2-4-74,2-5 1,8-9 0,6-4 0,7-6-237,6-4 1,3-4-1,2-8 1,-1-2-12,1-6 0,5-8 0,-1-2 1,-1-3 153,-1-2 1,-3-4 0,0-3 0,-4-2 15,-5 2 0,-2 2 0,-1 1 0,-1 0-50,-7 1 1,-5-1-1,-3 0 1,-2 0-171,-3 1 1,-9-1 0,-10 0 0,-3 0-175,-2 0 0,-1 6 0,-2 0 0,-2 4-246,2 6 1,2 5 0,3 8 0,3 0-512,5 0 1,4 2 0,6 3 84,4 4 0,5 6 0,3 2 1024,2 2 0,13 27 0,7 11 0,-1 2 0,0 0 0</inkml:trace>
  <inkml:trace contextRef="#ctx0" brushRef="#br0" timeOffset="37">20141 6288 7727,'-4'-10'2244,"-1"0"2062,-6 7-3346,3-3 0,0 12 1,4 2-1,6 2-549,3-1 0,0 1 0,-4 4-973,4 1 1,-3-6-1253,2 1 0,3-5-518,-2 4 1,4-7 2331,-4-2 0,6-45 0,-3-17 0</inkml:trace>
  <inkml:trace contextRef="#ctx0" brushRef="#br0" timeOffset="38">20487 5827 7104,'0'-14'0,"1"1"295,4 3 0,-3-2 1,2 2 5348,-2-3-1853,-2 5-3047,0 2 1,-2 17 0,-2 5-300,-6 5 0,2 1 0,-2 4 0,-1-2-321,-1 1 1,-3-2-1,2 1 1,2 0-97,2-2 1,5-1 0,0-5-1,2 1-73,2 3 0,2-1 1,2-6-1,6-2-142,3-2 0,3-4 0,1 3 0,4-1 212,1-4 0,-2-2 0,2 1 0,0 1 207,1 2 0,-6 1 0,3-2 0,-4 0 170,-2 0 0,0 4 0,-1 1-220,-3 4 0,-4 1 1,-6 1-1,-2 1-150,-2 3 1,0-2 0,-5 6 0,-4-2-320,-4-4 1,1 1 0,-4-1 0,3 3-470,-2-3 1,3-2-1,-4-4 1,3-3-704,-2-2 0,3-1 0,-4-5 0,5 0-82,0 0 1,-1-6 0,-1-4 1540,-3-3 0,-18-46 0,0-11 0</inkml:trace>
  <inkml:trace contextRef="#ctx0" brushRef="#br0" timeOffset="39">20487 5741 7727,'8'-14'205,"3"-1"1,-5 1-1,4-1 1177,6 1 0,0 4 0,8 1 0,1-1-72,3 2 1,0 2 0,1 6-1,0 0-569,0 0 0,-5 0 0,-2 0 1,0 0-751,1 0 1,-6 0 0,1 1 0,-5 3-2216,-4 0 0,-6 8 2224,2-3 0,-80-2 0,27-4 0,0 0 0</inkml:trace>
  <inkml:trace contextRef="#ctx0" brushRef="#br0" timeOffset="40">16645 7870 8030,'-9'0'5879,"-1"0"-3249,7 0 0,-2 0-1431,10 0 1,3 0 0,6 0 0,2 0 707,4 0-1584,-4 0 1,11 0-1,-3 0 1,3 0 0,2 0-1,-1 0 1,1 0-192,0 0 1,-5-4 0,0-1 0,0 2-133,-2 1 0,-1 0 0,-7-1 0,1-2 0,-1 2 0,-4 2-2377,-1 1 0,-1-2-118,2-3 0,1 2 1,-6-7 35,-2-1 1,-1 3 2458,-2-1 0,-19 5 0,-5-2 0</inkml:trace>
  <inkml:trace contextRef="#ctx0" brushRef="#br0" timeOffset="41">17566 7511 7692,'-14'-8'1656,"6"-5"0,3 11 0,11-3 0,7 4-860,5 1 0,6 0 0,-4-2 1,3-1 1041,2-2-1447,3 0 0,-4 5 1,0 0-1,1 0 0,1 0 1,-2 0-1,-4 0 2043,1 0-2191,-5 7 0,7-4 0,-7 7 0,0 1 1,-4 0-1,1 2 0,0 0-5,1 3 1,-4 1-1,-2-2 1,-2-1-231,-2 0 0,-1 6 0,0 0 0,2 3-211,-2 2 0,-6 2 0,-4 2 0,-1 0-198,-3 0 1,-2 0 0,-3-1-1,-1 1-14,-2 0 1,-7 4 0,4 1-1,-2-2 6,0-2 1,1-1-1,-2-2 1,1-3-65,-2-4 0,5-6 1,2-4 245,3-6 0,3-10 0,4-7 0,2-6 70,1-3 1,4-2-1,-2-5 1,4 0 549,4 0 0,0 7 1,5 3 146,2 3 0,2 3 0,2 3 1,-1 6 221,0 2 0,2 2 0,2 0 0,1 0-281,-1 0 0,3 6 0,-1 2 0,3 2-307,2-1 0,-2 1 1,-1 4-1,-1 1-104,-4-1 1,4-4 0,-2-1-771,-1 3 1,-7-4-4926,-1 1 748,-7-6 4877,3-3 0,-70-40 0,24 13 0,0 0 0</inkml:trace>
  <inkml:trace contextRef="#ctx0" brushRef="#br0" timeOffset="42">17221 4791 7683,'-7'-8'3038,"-1"2"1,2 1 0,6 0-1979,8 2 1,10 2 0,1 1-1,0 0 1305,2 0-1997,1 0 0,2 0 1,0 0-1,2 0 0,1 0 1,2 0-1,-1 0 193,1 0 1,0 0-1,0 0 1,-2 0-522,-3 0 0,1 0 0,-5 0 0,-3 0-559,-1 0 0,-1-2-4769,-1-3 2032,-6 4 0,-3-12 3256,-10 3 0,-41-9 0,-17-3 0</inkml:trace>
  <inkml:trace contextRef="#ctx0" brushRef="#br0" timeOffset="43">17868 4374 7683,'-8'2'7040,"5"2"-5783,6 6 0,0 3 1,5 3-1,0 3-704,0 5 0,-3 5 1,3 3-1,-1 3-146,-4 2 1,-2-4-1,-1 6 1,0-1-228,0-1 0,-1 3 0,-2-7 0,-2-1-41,2-1 1,1-7-1,2-2 1,0-1-1927,0-4 1,0-5-6495,0-3 8281,0-6 0,-6-15 0,-2-12 0</inkml:trace>
  <inkml:trace contextRef="#ctx0" brushRef="#br0" timeOffset="44">16573 8345 8110,'0'10'2086,"0"-1"-1310,0 3 0,5-4 0,2 0 1,1-2-69,3-3 1,3 4-1,4-1 1,3 0 45,1 1 1,2 2 0,6-4 0,2 0-288,2 1 1,6-3-1,-2 5 1,5-1-240,5-4 0,-1-1 0,5-2 0,3 0-12,1 0 1,-4-7 0,1-1-1,2-1-24,0-1 1,1 2 0,-3-3-1,-5 3-88,-3 2 1,-7 1 0,1 5 0,-1 0 43,-1 0 1,-2 0 0,-8 0-1,-1-2-21,-2-3 1,0 4 0,3-4-1,-2 3-41,-1 2 1,-4 0 0,4 0-1,0 0-101,-2 0 0,-1 0 1,-7 0-1,0 0 23,1 0 0,4 0 1,0 0-1,-1 0-4,-2 0 1,-2 0 0,1-1-1,-1-2 57,0-2 0,1-5 1,-1 4-1,0-1-87,1 1 1,-1-4-1,1 4 1,-1 0-46,0-1 1,-4-2 91,0 4 0,-7-2 350,2 3 18,-4 2-355,-1-4 0,-1 7-382,-4 4 217,3-3 0,-6 4-222,3-6 27,4 0 1,-7 0-1909,3 0 316,3 0 1,-6 0-2627,4 0 4544,2 0 0,-43 13 0,-3 3 0</inkml:trace>
  <inkml:trace contextRef="#ctx0" brushRef="#br0" timeOffset="45">1856 17079 7881,'-15'-7'669,"7"4"1,5-5 68,6 2 0,5 1 0,8 5 1,3 0-207,5 0 1,-1 6-1,1 4 1,3 3 17,5 1 1,-2 5 0,5 1-1,-1-3-54,0-1 0,6 3 0,0 1 0,4-3-104,4-1 0,5-6 0,-3-2 0,-1-2-162,1-3 0,2-1 0,-4-4 0,-1-3-83,-2-4 0,-2 1 1,0-2-1,-3-1-47,-7-2 0,-1 5 0,-11 2 0,0 1-163,0 0 0,-2 1 1,-5 4 31,1 0 1,1 0 0,1 0 35,2 0 0,2-7 1,-3-1-1,3-1 77,1-1 1,0 7 0,4-2-1,-2 3 238,1 2 0,3 7 0,0 2 0,1 6-5,0 4 1,0 3 0,1 7 0,2 0-208,2 0 0,6-1 0,-2 0 0,2-4-196,-2-5 1,4-10 0,-2-4 0,3-3-28,0-2 0,3-8 1,-9-5-1,2-6 20,-1-4 1,0-1 0,4-4 0,-2-1 125,-2 0 1,-6 2 0,3 3 0,-1 5 113,-1 3 0,1 1 0,-5 3 0,0 0-92,-1 3 1,4 6-1,-1-2 1,-6 3-23,-2 2 1,-3 0 0,-2 2-1,1 1-442,-1 2 0,-2 0 0,-2-4 1,1 2 410,-1 2 0,13-26 0,4-11 0</inkml:trace>
  <inkml:trace contextRef="#ctx0" brushRef="#br0" timeOffset="46">633 9770 7827,'-15'6'364,"1"2"1,0 2 0,-1-2 0,2 0 1888,4 0 1,2-4-603,7 6-1315,0-7 0,5 5 1,3-5-1,3 2 0,7 0 1,3 0-1,4 1 318,3 2 0,-4-5 0,0 2 0,1-3-392,2-2 0,2 5 0,0-1 1,0-1 177,-1-1 1,0-2 0,-3-2 0,-1-2-53,2-6 1,-1-3-1,1-3 1,-4-1-91,-1-2 0,0-7 0,-5 0 1,0-4-52,-3-4 0,-2-1 0,2 3 0,-2-4-50,-2-6 0,-6 7 1,2-8-1,-3 3-9,-2 3 1,0-5-1,0 6 1,0-3-148,0 1 1,0 4 0,0-3 0,0 1-42,0-1 0,-5 0 0,-1-1 0,-1 3 0,1-1 0,-4 0 0,4-6 0,0 2 0,-1 2 0,1-1 0,3-2 0,-2-1 0,2-1 0,1 8 0,2-7 0,0 4 0,0 1 0,0-1 0,0-4 0,0 2 0,0 2 0,5 6 0,1-3 0,2 1 0,3 1 0,-3-1 0,2 7 0,-1 1 0,-1 2 0,5 2 0,-3-2 0,3 5 0,1 3 0,0 1 0,1 3 0,1 0 0,3 3 0,-3 1 0,5-2 0,-2 6 0,0 2 0,2 2 0,-4 0 0,3 0 0,-3 0 0,-6 0 0,-1 0 0,1 0 0,2 0-4379,-5 0 1893,-2 0 0,-7 0 0,-4 0 2486,-5 0 0,-26 18 0,-11 9 0,-4 1 0,0 0 0</inkml:trace>
  <inkml:trace contextRef="#ctx0" brushRef="#br0" timeOffset="47">1769 10547 7723,'0'-15'161,"-1"1"0,-2-1 0,-4 1 0,1 0 978,-1-1 0,3 6 93,4-1-879,0 7 0,1-2 0,2 10 0,4 6 0,-1 5 0,1 5 253,-4 1 1,3 2-1,-1 7 1,-2 1-415,-1 1 1,-1 5-1,3-2 1,0 0-118,0 4 0,-3-3 1,-1 2-1,0-1-89,0-1 1,0-2 0,0-8-1,0-1-529,0-2 0,2-8 484,3-2 0,3-19 0,6-14 0,-1-7 289,-4-2 1,4-8-1,-5 0 1,2-3-78,-1 1 0,-1 6 0,2 0 0,-4 5-1159,1 3 1,-6 6-178,4-1 1,-3 11 0,-2 10 0,-2 10-1943,-3 11 3125,-3 10 0,-10 14 0,-4 7 0,-1 8 0,0-1 0</inkml:trace>
  <inkml:trace contextRef="#ctx0" brushRef="#br0" timeOffset="48">1798 11007 7723,'-22'0'0,"3"0"355,3 0 1,-4-2 0,1-1 0,3-3 112,5-2 1,0-2 0,4-4 0,1-1-573,0 1 1,1 0 0,6 1 0,4 2-2223,5 1 2326,3 0 0,20-23 0,6-5 0</inkml:trace>
  <inkml:trace contextRef="#ctx0" brushRef="#br0" timeOffset="49">2230 10288 7723,'-10'-13'1029,"1"3"1,4 7 0,-3 11-529,1 6 0,3 10 0,4 0 0,0 5-239,0 5 1,0-2 0,0 6 0,0 2-162,0 2 0,-5 7 0,0 2 0,0 0-203,-1-3 0,4-3 0,-3-3 1,2-4-21,-2-4 0,4-6 1,-2-5 107,6-9 0,3-7 0,5-14 1,-1-7 247,1-9 1,2-4-1,1-3 1,1-2 33,-1-2 0,-1-4 0,-2 4 1,-1 2-337,1 2 1,-3 6-1,0 2 1,0 1-2186,0 3 0,-5 6 398,2 7 1,-4 10 1854,-1 19 0,-6-13 0,-2 8 0</inkml:trace>
  <inkml:trace contextRef="#ctx0" brushRef="#br0" timeOffset="50">2143 10921 7756,'-14'4'0,"-2"1"330,-3-2 0,3-1 0,-3-2 0,3 0 142,1 0 1,6-6 0,1-6-1,1-4-376,4-3 1,3-6 0,5 1 0,5-3-1962,2-2 1865,9 0 0,4-3 0,4-3 0,6-4 0,-1 1 0</inkml:trace>
  <inkml:trace contextRef="#ctx0" brushRef="#br0" timeOffset="51">2546 10273 7756,'-5'10'0,"1"-1"788,0 3 1,-2 2-1,1 4 1,2 2-198,1 3 0,2 1 0,0 6 0,0 2-331,0 2 0,0 6 1,0-2-1,0 4-203,0 1 1,0 3-1,0-1 1,-1-5-49,-4-3 1,3-4 0,-2-4-68,2 0 1,8-9-1,4-5 126,3-9 0,-4-11 0,1-4 0,3-6 140,4-4 1,-1-8 0,4-6 0,-4 1-145,-2 1 1,0 2-1,1 2 1,-2 2-832,-4 1 1,2 6 0,-4 0-1,-1 6-3875,0 2 4642,-1 7 0,-25 31 0,-17 21 0,1 3 0,0 0 0</inkml:trace>
  <inkml:trace contextRef="#ctx0" brushRef="#br0" timeOffset="52">2460 10949 7756,'-29'-4'0,"2"-3"346,3-1 1,0-3 0,8-7-1,5-2 239,3-3 1,3-1 0,7-4 0,2-1-493,6 0 1,9 0 0,4 0 0,1 1-1298,0-1 0,0 5 1204,4 0 0,7-6 0,2-7 0</inkml:trace>
  <inkml:trace contextRef="#ctx0" brushRef="#br0" timeOffset="53">2863 10244 7756,'-10'13'762,"1"-3"1,5 4 0,0-1 0,2 6-179,2 4 1,0 2 0,0 9-1,0 4-199,0 4 1,0 6 0,0 1 0,2 2-315,2 4 1,-2-4 0,3 2 0,-4-2-218,-1-5 1,0 0 0,2-14 0,1-4-61,2-8 1,6-5 0,-1-7 113,3-8 0,1-13 1,2-13-1,1-4 266,3-4 0,0-6 0,-2 2 0,3-2-163,1 2 0,-4-2 0,3 6 1,-2 2-547,0 2 0,0 3 1,-5 3-1,-1 5-3348,-3 3 3883,-4 8 0,-29 45 0,-18 28 0,1 3 0,0 0 0</inkml:trace>
  <inkml:trace contextRef="#ctx0" brushRef="#br0" timeOffset="54">2848 11050 7756,'-28'0'226,"-1"0"1,6-6 0,4-5 0,3-7 515,2-6 0,6-5 0,3-4 0,4-6-55,1-2 0,1-7 1,5 0-1,7 1-728,5 3 0,1 7 1,-3 3-1,2 6-3687,1 4 3728,0 3 0,-11 0 0,-2-1 0</inkml:trace>
  <inkml:trace contextRef="#ctx0" brushRef="#br0" timeOffset="55">3352 10172 7734,'0'15'-355,"0"-1"1,0 2 0,0 2 1444,0 1 0,0 7 1,0-2-1,0 4-363,0 6 1,-2 3-1,-1 6 1,-2 2-509,2 3 1,2 1 0,-1 4 0,-1-5-234,-2-3 0,0-4 0,5-2 0,0-6 41,0-3 1,0-7 0,0-4-116,0-3 0,7-8 0,2-3 0,4-5 91,1-5 1,2-5-1,2-7 1,3-4 46,1-1 0,-3-4 1,4-6-1,-1-1-275,0 1 1,1-4 0,1 4-1,-4 4-498,1 2 1,-5 9-1,3-3-542,-3 4 1265,-8 8 0,-25 49 0,-17 27 0,-2 4 0,0 0 0</inkml:trace>
  <inkml:trace contextRef="#ctx0" brushRef="#br0" timeOffset="56">3381 11036 7734,'-42'0'284,"4"0"0,3-2 0,7-3 0,4-6 550,5-6 1,8-1 0,3-6 0,2-2-193,2-1 1,3-6-1,2 1 1,4 3-1433,5 3 1,3 2 0,3-3 0,1 3-1872,2 5 2661,7 3 0,-4 2 0,7-1 0</inkml:trace>
  <inkml:trace contextRef="#ctx0" brushRef="#br0" timeOffset="57">3812 10216 7699,'-8'6'849,"4"4"1,0 4 0,1 5 0,-2 7-427,2 6 0,2 5 1,-1 7-1,-1 4 97,-2 5 0,-1 3 1,2 2-1,-2-1-459,-2 1 0,5-7 0,-2-3 0,3-5-214,2-5 1,0-4-1,2-10-27,3-5 0,3-9 1,6-6-1,2-4 154,3-4 0,-3-11 1,5-9-1,-2-3 183,0-2 0,2 0 1,-3 1-1,1-1 54,-1 0 1,-2 0 0,-4 2 0,0 3-791,-3 5 1,-4 3 0,3 2-1,0 1-856,0 3 1,-5 5-1,2 10 1435,-4 5 0,-25 47 0,-15 20 0,12-21 0,0-1 0,1 0 0</inkml:trace>
  <inkml:trace contextRef="#ctx0" brushRef="#br0" timeOffset="58">3841 11065 7699,'-37'4'342,"4"1"1,7 0 0,2-5 0,-1 0 767,-3 0 1,6-6-1,3-4 1,3-3-595,1-1 1,3-7-1,2-3 1,5-3-789,4-2 1,1 2 0,1 1-1,6 4-3060,7 1 3332,0-4 0,33-4 0,-1-8 0</inkml:trace>
  <inkml:trace contextRef="#ctx0" brushRef="#br0" timeOffset="59">4244 10187 7689,'-2'-7'1501,"-2"7"1,2 7 0,-3 9 0,4 3-810,1 5 0,-2 10 1,-1 6-1,-4 6-434,-1 7 1,4 3 0,-6 3 0,0 2-422,2 1 0,-3-1 0,6-9 0,1-4-118,-3-3 1,6-8-1,-4-5 1,5-8-269,5-10 1,3-6 0,6-8-1,0 0 517,1 0 0,4-8 0,2-6 0,1-9 368,4-4 0,1-3 0,2-2 0,-1-3 16,1-2 1,0 3-1,0-2 1,-2 0-173,-3 4 1,1 7-1,-5 3-1592,-3 1 0,-2 10 0,-7 12 1412,-8 12 0,-28 37 0,-15 17 0,12-18 0,-1 1 0,1-1 0</inkml:trace>
  <inkml:trace contextRef="#ctx0" brushRef="#br0" timeOffset="60">4287 11050 7689,'-27'0'632,"3"0"0,0-8 1,8-6 175,3-9 0,8-4 0,1-3 0,2-2-379,2-2 1,5-1 0,1 3 0,1-3-582,-1-2 1,0 5-1,-2 0 1,0 7 151,0 5 0,-16 17 0,-4 5 0</inkml:trace>
  <inkml:trace contextRef="#ctx0" brushRef="#br0" timeOffset="61">17206 5482 7748,'5'-10'105,"0"1"0,0-1 1,-5-4-1,0-1 1,0 1 397,0 0 1,-7 1-1,-1 2 1,-1 3 760,-1 1-1047,1 2 1,-6 5 0,1 0-1,0 0 1,-2 0 0,-4 2 0,-2 3 257,0 4 1,-6 12 0,3 8-1,-6 8-225,-2 4 1,-7 10-1,2 7 1,-4 8-31,20-32 0,1 2 0,1 5 0,1 3 0,1 1 0,0 1 0,1 2 0,2 1-103,3 2 0,1-1 0,1-2 0,1 0 0,7-1 0,3 0 0,0 0 0,2-1-49,2-1 0,3-1 0,4-3 0,2-2 0,15 33 0,6-8-109,1-5 1,6-6 0,-5-2 0,1-1-612,1-4 1,-8-3 0,3-4 0,-2-6-511,2-2 0,-6-2 1,3-1-1,-7 0 1162,-3-5 0,4 6 0,-4-6 0,-4-3 0,-4 1 0</inkml:trace>
  <inkml:trace contextRef="#ctx0" brushRef="#br0" timeOffset="62">21307 5165 7776,'-15'-4'170,"1"-1"1,0 2-1,-1 1 1,2 0-1,2-1 3662,2-2-2043,5 1-1424,-2 10 1,12-3 0,4 7 0,3 3 0,3 4-1,1 7 1,4 5 488,2 4 0,-4 1 1,3 8-1,0 4-313,1 4 0,-6-2 1,3 4-1,-4 3-167,-2 1 0,0 6 0,-1 0 0,-3 1-143,-5 1 1,-4-5 0,-2 3 0,-4-3-23,-5-1 0,-3-1 0,-3-1 0,-1-3-30,-2-5 0,-2-3 1,3-4-1,-3-1-319,-1-1 0,3-9 0,-3-1 0,1-8-792,3-5 1,2-2-1,2-1-734,-1-4 0,7-4 0,5-11-5868,6-9 7534,-1-5 0,11-41 0,-5-8 0</inkml:trace>
  <inkml:trace contextRef="#ctx0" brushRef="#br0" timeOffset="63">22213 5870 7776,'-2'-9'0,"-2"1"0,-4 0 514,0 0 0,-5 5 1,3-2-1,-2 3 749,-3 2 1,-1 0 0,-1 0-484,-3 0 0,1 2 1,3 1-1,-1 3-186,-3 2 1,-5 7 0,3 6 0,-2 1-211,0 4 1,1-4-1,-2 4 1,2 2-164,2 4 1,-1 7 0,6-4 0,3 2-175,0 3 1,7-1 0,1 0 0,5-6-67,5-2 1,8-9 0,6-3 0,0-4-88,2-6 1,1-2 0,7-9-1,0-3 167,0-4 1,0-10 0,-2-5 0,-2-5 317,-1-5 1,0-7 0,3-7-1,-3 0 121,-4-2 0,-4-3 0,-2-9 0,0-3 62,1-1 1,-3-4 0,-2 3 0,-5-4-344,-4-1 1,-1 0 0,0 2 0,-1 3-231,-4 4 1,3 6 0,-2 3 0,2 2-325,2 3 0,0 7 0,0 10 0,0 7-1991,0 6 1,2 9 767,2 5 1,-2 12 0,3 7 0,-2 10-2702,2 8 4259,-4-2 0,-8 24 0,-5 11 0,-4 1 0,0 0 0</inkml:trace>
  <inkml:trace contextRef="#ctx0" brushRef="#br0" timeOffset="64">22602 5698 7776,'-15'0'4027,"7"6"-2570,3 4 0,5 3 0,5 2 0,5 3-585,3 1 1,3 7-1,1-1 1,2 6-462,-1 2 0,3 3 0,-2-3 0,-2 5-131,-1 4 1,-1 0 0,-2-2 0,-4-4-459,-4 0 0,-3 2 0,-1-3 0,2-1-1156,2-4 0,0 0 0,-5-9-934,0 2 0,2-7 0,2-2-1687,6-8 3955,-4-10 0,7-34 0,0-16 0,-1-5 0,0 0 0</inkml:trace>
  <inkml:trace contextRef="#ctx0" brushRef="#br0" timeOffset="65">23019 5784 7776,'-19'0'278,"-1"0"0,1 0 1021,-2 0 0,5 2 0,-4 4 0,0 7-40,1 4 0,-6 9 0,1 0 0,-5 6-484,-5 6 1,-9 10-1,-10 5 1,-2 4-630,26-26 1,0 1 0,-3 0 0,-2 1 0,0 2 0,-2 0 0,-1-1-1,1 0-194,0-3 0,1 0 0,-22 20 0,15-9-739,12-12 1,15-16-1,17-15 1,11-12 786,9-9 0,-7-22 0,-3-10 0,3-4 0,-1-1 0</inkml:trace>
  <inkml:trace contextRef="#ctx0" brushRef="#br0" timeOffset="66">17393 9036 7748,'0'-15'503,"-4"1"1,-1 0 1382,2-1 1,1 9-1420,2 6 0,0 8 0,0 9 0,0 4 1,0 2-1,0 2 0,0 2 153,0 2 0,0 5 1,0 1-1,0 0-259,0 0 1,-5 5-1,-1-1 1,0 2-192,-1 2 1,-2-1 0,4-4 0,0-4-516,-1-4 0,4-6 0,-3-1-1901,4-3 1,7-7 1419,4-8 0,2-5 0,1-5 0,-3-4-347,-5-4 0,1-2 1,-3 3 1172,-5 2 0,-36 4 0,-16 6 0</inkml:trace>
  <inkml:trace contextRef="#ctx0" brushRef="#br0" timeOffset="67">17005 9698 7755,'-14'0'466,"4"4"0,2 3 1173,2 1 0,-2-3-642,8 4 1,4-6 0,14 2 0,3-3-457,1-2 1,7 5-1,6-1 1,0 0 431,1-3 0,3-1 1,0 0-1,2 0-302,-26 0-442</inkml:trace>
  <inkml:trace contextRef="#ctx0" brushRef="#br0" timeOffset="68">18357 9467 7731,'0'-14'2393,"2"1"-966,3 4 0,-4 4 0,6 10 0,-1 6-750,4 6 1,3 1 0,1 6 0,0 2-272,1 1 0,-1 6 0,0 1 0,1-1-1,-1 3 0,1-6 0,-1 4 0,0-2-200,1 1 1,-2-7 0,-2 1 0,-3-5-685,-2-4 1,4-2 0,-5-2 0,-1-1-2852,3-3 0,-4 1-419,7-6 3749,-7-1 0,-10-36 0,-9-8 0</inkml:trace>
  <inkml:trace contextRef="#ctx0" brushRef="#br0" timeOffset="69">18775 9467 7731,'-2'-12'0,"-1"0"569,-2 3 1,-6 6-1,1-2 415,-3 3 1,-1 2-1,0 2 1,-1 4-433,1 9 0,-2 1 0,-3 9 1,-5 4-330,-3 3 1,-4 8-1,-2 0 1,-4 5-72,0 3 0,-3 0 0,7-5 0,2-2-549,6-2 0,4-4 0,8-8-900,3-3 0,12-5 0,11-11-2258,4-8 3555,3-6 0,-1-27 0,2-13 0,2-1 0,0 0 0</inkml:trace>
  <inkml:trace contextRef="#ctx0" brushRef="#br0" timeOffset="70">18861 8978 7729,'0'-14'759,"-2"-1"1,-1 1 644,-2 0 0,1 4 0,5 2-430,4 2 1,3-1-1,6 4 1,2-2-331,4 2 1,-5 2-1,6 2 1,-2 2-189,1 2 1,-1 6-1,-3 1 1,0 3-268,-2 5 1,2 5 0,-11-1 0,-2 3-287,-1 2 1,-2 0 0,-2 0-1,-4 0-502,-9-1 0,-1 1 1,-8 0-1,0-2-285,2-3 1,-5 2-1,4-9 1,1-4 359,3-7 1,3-4-1,2-4 366,-1-2 0,7-9 0,3-6 513,4 1 0,2 7 0,4 3 1,5 1 267,3 4 1,1 2 0,0 1-1,2 1-64,4 4 0,-5 3 0,5 5 0,-4-2-612,-2-1 0,2-1 0,0 6 1,0-1 164,-3 0 0,-2-1-112,3-3 0,-38 3 0,-9-5 0</inkml:trace>
  <inkml:trace contextRef="#ctx0" brushRef="#br0" timeOffset="71">17120 9842 6524,'0'-10'3312,"0"0"-2120,0 7 0,0-5 404,0 3 1,2 4-193,3-4-1113,3 10 0,1-4 1,2 6-1,4-2 0,2-1 1,2 1-1,2 0 642,3 0 0,3 1-732,2-1 1,0-3 0,0 2 0,-1-2 0,1-2 0,0 0 148,0 0 0,0 5 0,-2 0 1,-2-2-96,-1-2 1,-5-1 0,4 0 0,-2 0-43,-4 0 0,-1 0 1,-1 2-1,-1 1 127,0 2 1,-4 0-242,0-5-610,-7 0-24,3 0-707,-6 0-725,0 0 1,-89 38 0,33-14 0,0 0 0</inkml:trace>
  <inkml:trace contextRef="#ctx0" brushRef="#br0" timeOffset="72">17465 10187 7731,'0'-10'297,"-1"2"0,-2 0 652,-2 0 0,0 3 0,3-3-362,-2 2 0,2 0 0,-4 3 50,-1-2 0,4 0 0,-7 5-160,-1 0 1,-2 0 0,-1 2-304,0 2 1,-2 4 0,-2 7 0,-1 1-68,1 3 0,1-2 0,-1 7 0,-1 0-19,1-1 0,4-1 0,3-4 0,3 1-50,1-1 0,-2-2 1,4-2-1,2 0-27,1 1 1,4-3 0,3 0 0,4-4 101,4-2 1,6 4-1,0-4 1,1 0-32,0 1 0,-4 4 0,4-3 1,-4 2 11,-2-1 0,0-1 1,-1 3-1,-2-1-43,-1 1 1,-7 2 0,3 1 0,-1 2-51,0 4 0,0-5 1,-7 5-1,-1-4-103,-2-2 1,-6 0 0,2 1 0,-4-1-172,-2 1 0,1-1 0,0-1 0,-2-2-38,-4-1 0,4-6 0,-4 4 0,0-1 214,1-4 0,0-1 0,5-4 0,1-3 121,3-4 1,-1-4-1,6-2 1,2 1 293,2 0 1,1-7-1,1-2 1,4-1 362,5 0 0,2 1 0,4-6 0,2 0 20,1 0 1,7 0 0,-2 1 0,3-1 172,2 0 0,-1 0 0,0 1 0,-3-1-376,-1 0 1,-2 5 0,4 2 0,-4 1-473,-1 3 0,-6 4 0,-7 3-2293,-2 1-3355,-1 7 63,-5-4 5559,0 14 0,0-12 0,0 3 0</inkml:trace>
  <inkml:trace contextRef="#ctx0" brushRef="#br0" timeOffset="73">19839 9439 7814,'0'-23'0,"-1"4"871,-4 3 0,2 7 956,-7-1-1349,7 7 0,-8-2 0,6 10 0,2 4 0,1 4 0,2 3 89,0 3 0,0 4 1,0 5-1,0 1-214,0 0 1,0 1-1,0 4 1,0 3-156,0-1 1,0 4-1,0-4 1,0 0-135,0 4 1,0-3 0,0 0 0,0-2-503,0-3 1,-5-2 0,1-1-1,0-2-1508,3-3 0,1-3 669,0-6 1,0-9-1,0-6-1270,0-8 2547,-7-5 0,-20-14 0,-11-5 0,-5-3 0,-1 0 0</inkml:trace>
  <inkml:trace contextRef="#ctx0" brushRef="#br0" timeOffset="74">19537 9770 7814,'2'-13'695,"3"3"0,3-1 1,6 6-1,2 2 523,3 1 0,-1-2 1,6-1-1,1 2-564,2 1 1,7 2-1,1 0 1,0 0-620,0 0 0,1 0 0,-4-2 0,1-1-602,-1-2 1,-6 1-1,-4 2 1,0-1-1178,1-2 1,-4-6-1,3 1 1744,-1-3 0,-14-7 0,-9-3 0</inkml:trace>
  <inkml:trace contextRef="#ctx0" brushRef="#br0" timeOffset="75">20702 9367 7814,'0'-15'0,"-1"1"1280,-4 0 0,-3-1 845,-6 1-1718,-1 6 1,1 3-1,0 8 1,-1 5-1,1 3 1,-1 5 0,1 2 339,0 3 0,-6 3 0,0 9 0,-1 6-407,0 2 1,0 4-1,4 1 1,-2 6-154,1 3 0,4-2 1,4 6-1,5-6-93,4-3 0,2-2 0,6-8 0,7-7-164,8-9 1,6-8 0,2-6-1,3-5 99,6-4 0,-4-7 1,-1-5-1,-2-5 59,1-4 1,-3-10-1,2 1 1,-6-3 276,-7-3 0,-4 3 1,-6-5-1,-2 1-102,-1-1 1,-4 3 0,1-3 0,-6 2-103,-7 3 0,-4-3 0,-6 2 0,-4 1-564,-3 1 0,-6 4 1,-1 3-1,2 5-953,2 3 1,3 8 0,1 3-1,4 5 354,1 5 1,6 4 0,7 11 0,2 4-995,3 3 1996,8 2 0,6 11 0,5 6 0,3 4 0,0 1 0</inkml:trace>
  <inkml:trace contextRef="#ctx0" brushRef="#br0" timeOffset="76">21120 9913 7796,'-15'0'2326,"6"-1"1303,-1-4-2813,7 3 1,-3-2 0,7 7 0,2 3-443,2 2 1,2 0-1,-4 3 1,2-1-272,-2 1 0,0-3-1036,2 2 0,-2-2-291,6 1 1,-4-2-1,3-9 1,0-3-2311,0-4 3534,-5-4 0,17-53 0,-4-12 0</inkml:trace>
  <inkml:trace contextRef="#ctx0" brushRef="#br0" timeOffset="77">21451 9367 7796,'0'-15'0,"0"1"414,0 0 0,0-1 1,1 1 1086,4-1 1,-2 3 0,7 0 1917,1 3-2672,2 6 1,-5-2-1,-3 10-402,-4 4 1,-1 6-1,-1 2 1,-3 4-174,0 1 1,-6-2 0,5 2 0,0 0-160,-1 1 0,4-4 0,-2 3 0,0-1-20,0-3 0,2-2 0,-3-2 0,4 0-34,1 1 1,1-2-1,4-2 1,3-2 112,0 3 0,5-6 0,-5 0 0,1-1 122,1 0 0,0 5 0,4-6 1,0 1-54,1 2 0,-1-1 0,-1 5 0,-2-3-49,-1-2 0,-2 6 1,1-3-1,-2 2 3,-1-1 0,-4 3 0,2-4 0,-2 4-45,-2 2 1,0-6 0,0 1 0,-2 1-106,-2 2 0,-3 1 1,-4 1-1,1-3-376,-1-2 0,-6 3 1,-3-4-1,1 2-248,-1-1 1,4 3-1,-5-5 1,0 1-227,-3 1 1,3-7 0,2 2 0,3-2-380,2 2 1,-1-3 0,1 2-142,-1-2 1425,7-8 0,2-47 0,6-17 0</inkml:trace>
  <inkml:trace contextRef="#ctx0" brushRef="#br0" timeOffset="78">21451 9266 7786,'0'-22'534,"0"-1"0,0 6 1,1-3 78,4 3 1,3 1-1,6 2 1,2-1 444,4 1 0,-3 6 0,7 3 0,0 3-617,-2 2 0,6 0 0,-6 0 0,2 0 374,0 0 0,-6 2 1,1 1-1,-3 4-121,-2 1 1,0-4 0,1 4-1,-1-1-853,1-4 1,-6 0 0,1 0 0,1 2-1688,2-2 1,1-1-1,1 0-3201,-1 2 5047,0-2 0,-38 43 0,-9 3 0</inkml:trace>
  <inkml:trace contextRef="#ctx0" brushRef="#br0" timeOffset="79">22343 9324 14155,'0'16'725,"0"3"1,1-2 0,4 7-1,3 2 120,0 1 0,5 7-554,-4-1 0,3 7 1,-1-3-1,-3 1 0,0-1 1,0 0 271,3 0 0,-3-7-491,1-1 1,-5 0-1,2-7 1,-1 0 0,1-3-1,1-3-2675,-1-1 1,0-6-1044,-1 1 0,2-8 3646,2-2 0,-9-58 0,-8-20 0</inkml:trace>
  <inkml:trace contextRef="#ctx0" brushRef="#br0" timeOffset="80">22731 9424 7691,'-2'-13'683,"-2"4"1,-4 3 0,-7 6 721,1 0 1,-7 8 0,-3 6 0,-3 8-518,-2 5 0,-6 9 0,-5 2 0,-6 5-403,-7 5 0,-5 3 0,-1 5 0,0-3-494,3-5 1,10-10-1,4-6-1745,12-6 1,15-15 1753,15-16 0,-12-67 0,7 22 0,0 0 0</inkml:trace>
  <inkml:trace contextRef="#ctx0" brushRef="#br0" timeOffset="81">16904 8849 7742,'-9'0'357,"-1"0"0,-1 0 1,0-2 1003,1-3 1,2 4-831,3-4 1,-1 2 0,-5 0 85,1-2 1,5-2 0,-4 4-272,-2-2 0,3 1 0,0 2 1,0-1-45,0-2 1,-2 0 0,-4 5-125,-1 0 0,6 0 0,-1 0 1,-1 0-30,-2 0 0,-1 5 0,1 1 1,2 1 45,1-1 1,1 4 0,-6-4 0,2 2-47,4 3 0,-2 2 0,6 2 0,0 1 29,-1 3 0,4-2 0,-3 7 0,4 2 22,1 1 1,4 7-1,3 1 1,1 2-52,3 3 0,-3 6 0,0 5 0,0 2-106,0 1 1,-5 7 0,2-5 0,-3 5-135,-2-1 0,0 4 0,0-1 0,-2-3-31,-3 0 1,-3 2-1,-6 2 1,-1-2 19,1-3 1,1 0 0,2-9 0,1 0 39,-1-1 1,5 4 0,0-5 0,1-2 38,0-1 1,0-2-1,4 0 1,-3 1 12,0-1 1,-1-5-1,5 0 1,-2 2 34,-3 2 0,4 0 1,-6-4-1,3-5 27,-1-2 1,0-4-1,5-1 1,0-4 143,0-1 1,2-7 0,1-4 0,3-1 111,2-1 0,7-1 1,4-6-1,0 2-95,2 2 0,-5 0 0,4-5 0,1 0-1,3 0 1,-3 0 0,0 0-1,-2 0-70,0 0 0,7-2 0,-4-1 1,2-2-60,0 2 0,-5-3 0,4 0 0,-1-1-295,0 1 1,-4-4-1,3 4 1,-2-1-872,0 1 1,0 1 0,-4 5-1,-1 0 1083,0 0 0,-82-6 0,23 2 0,0 0 0</inkml:trace>
  <inkml:trace contextRef="#ctx0" brushRef="#br0" timeOffset="82">22486 8690 7792,'-6'-8'765,"-4"4"0,2 2 215,-1 2 0,12 0 0,2 0 0,8 2-317,6 2 1,3-2-1,7 3 1,1-4-245,4-1 1,-1 5 0,9 0-1,3-2 158,0-1 0,1-2 0,0 0 0,4 0-46,1 0 0,0 0 0,2 0 0,-5-2-335,-3-3 1,-9 4 0,-2-4 0,-5 3-57,-5 2 1,-4 2-45,-5 3 1,-7 3-36,-3 6 1,-4 1-92,-1-1 1,0 0 0,0 1 0,0-1-21,0 1 0,0 4 1,0 2-1,0 1-12,0 4 1,0 2 0,2 6 0,1 4-18,2 4 1,0 6 0,-5 1 0,0 4-119,0 6 0,0 0 0,0 7 1,0-1-124,0 1 1,0-4 0,0 2 0,0-3 221,0-5 0,-5-8 0,-2 2 0,1-1 145,0 4 1,-1-4 0,4-1 0,-2-3-88,2-2 1,-3 5 0,1 0 0,0-1 50,-1-3 0,4 0 0,-3-1 1,2 0 16,-2 0 0,4-6 1,-4-2-1,3-1 36,2-1 1,-4-4 0,-1-5 0,2 0 71,1-2 0,2 4 0,0-7 0,0 0-64,0 2 0,0-5 0,0 3 0,0-3-36,0-2 1,0-4-1,0 0-123,0 1 0,0-3 229,0 1 269,-6-5-221,4 2-145,-11-6 1,10 2-199,-7 2 1,6-2-32,-6 3 1,0-4 0,-4-1-140,0 0 0,-1-4 0,1-3 0,-1 1-112,1-1 0,-2-4 0,-3 2 0,-5-4-583,-3-2 0,3 6 1,0 1-1,-3 0 1018,-5 0 0,-24-2 0,-11-4 0</inkml:trace>
  <inkml:trace contextRef="#ctx0" brushRef="#br0" timeOffset="83">23637 10820 7790,'-14'8'293,"0"-2"1,-1-6 0,2 2 1399,4 3 0,2-2 0,9 5 1,3-2-691,4-2 1,6-1-1,2 0 1,4 2-228,2-2 1,-4-2 0,3-1-1,1 0-195,-1 0 0,-3 2 0,3 1 0,1 2-293,-1-2 0,-4-1 1,1-2-1,-3 0-243,-2 0 1,1 0 0,-1 0 0,1 1-496,-1 4 1,-5-3 0,1 3-791,1-4 0,2-1 0,1 0 0,1 0-496,-1 0 0,-4 0 1,-1-1-1,1-4 1736,-2-5 0,-14-28 0,-10-8 0</inkml:trace>
  <inkml:trace contextRef="#ctx0" brushRef="#br0" timeOffset="84">24342 10575 8187,'-4'-9'3622,"-1"-1"-2838,-6 7 0,11-3 0,0 6 0,8 0-255,4 0 1,3 1 0,-1 2-1,1 4-49,-1 1 1,2-3-1,1 4 1,3 2-93,-3 2 0,-1 2 0,-1-1 0,-1 0-167,0 1 1,1-1 0,-2 2 0,-2 2-58,-2 1 0,-4 2 0,3-2 0,-1 5-48,-4 3 1,-2 2-1,-1-1 1,0 1-314,0 0 1,-6 0-1,-4 0 1,-2-1-303,-3 1 0,-1-2 1,-1-1-1,-3-4 76,3-1 0,1-3 0,1-7 1,1-3 143,0-2 0,-6-1 1,1-5-1,2-2 112,1-2 0,1-6 0,1-8 0,1-1 313,4 2 0,2 1 0,7 1 0,0 1 295,0 0 1,2-1-1,3 2 1,3 2 355,0 2 1,4 4 0,-2-3 0,3 1-287,1 4 1,5 0-1,0 0 1,-1-2-307,-2 2 1,-2 1 0,1 2 0,-1 0-567,1 0 1,-1 5 0,0 1 0,1 2-769,-1 4 0,-4-4 0,-2 1 0,0 2-1649,0 2 0,-3-3 2778,4-1 0,-18-12 0,-1 2 0</inkml:trace>
  <inkml:trace contextRef="#ctx0" brushRef="#br0" timeOffset="85">23911 8633 7826,'-15'-10'473,"1"1"1,4 6 2668,1-2-2507,6 3 1,-2 2-1,10 2 1,4 1-1,4 3 1,3 1 0,3-1-1,5-1 412,3 1 1,4-4 0,1 3 0,3-4-588,2-1 1,-5 0-1,3 0 1,-2 0 58,1 0 0,-1 0 1,-4-1-1,0-2-354,0-2 0,-7 0 1,-3 5-1,-3 0-564,-1 0 0,-1 0-2930,0 0 2057,-6 0 0,-3 0 0,-8 2-1000,-2 2 1,-1 4 2271,1 7 0,-16 12 0,-9 3 0</inkml:trace>
  <inkml:trace contextRef="#ctx0" brushRef="#br0" timeOffset="86">24947 8273 7826,'0'-22'289,"0"3"1,0 7 1386,0 3 1,0 7 0,0 4-573,0 11 0,0 7 0,0 9 0,0 0-279,0 0 1,0 6-1,0 2 1,0 1 10,0 0 0,0-4 1,0 3-1,0 0-304,0-1 0,0 3 0,0 4 0,-2-2-240,-3-2 0,4 1 1,-6-5-1,2 0-296,1 0 1,-3-1 0,4-7-1,-2-1-781,2-2 1,1-7 0,1 2-1814,-4-3 1,3-6 393,-2 0 1,2-9-1472,2-1 3675,6-6 0,-49-28 0,-6-4 0</inkml:trace>
  <inkml:trace contextRef="#ctx0" brushRef="#br0" timeOffset="87">15782 12431 7969,'0'-14'192,"0"0"0,0-1 0,-1 1 988,-4-1 1,2 7 249,-7 4-1073,7 2 0,-5 2 1,3 0-1,-3 2 1,-2 2-1,1 6 365,-2 3 0,3 6 0,-2 2 0,-1 1-431,-2 4 0,3 1 1,1 2-1,-2 0-19,-2-1 1,3 7 0,1 2 0,-2 2-15,-2-1 1,3 2-1,1 8 1,-3 3-62,0 0 0,2 4 1,0-6-1,-1 2-21,-2 4 0,-1 1 0,1 0 0,2-2 40,1-1 1,6-5 0,-4 3-1,1-2-55,4-2 1,1-3-1,2-2 1,2-2-105,3-2 0,-2 1 1,7 2-1,2-2-82,6-6 0,-2-1 0,3 0 0,-3 2 51,-1-2 0,-1-3 0,0-4 1,1-1 61,-1 2 1,1-1 0,-1 1 0,0-2 2,1 1 0,-6-4 0,1 0 0,-1 0-210,-1 3 1,5-4 0,-5 1 0,2-2-570,-1 1 0,-4-1 0,5-6 0,-1-2-694,-1-2 0,5-5 1,-3 0 436,3-2 1,-1-4 0,0-4 0,-4-8 944,-2-9 0,-40-49 0,10 30 0,0 0 0</inkml:trace>
  <inkml:trace contextRef="#ctx0" brushRef="#br0" timeOffset="88">16243 12604 7701,'-7'-8'-107,"6"0"864,-4 3-241,3 4 1,1-4 0,-3 10 0,0 4-1,0 6 1,3 4 0,1 6 0,0 6-1,0 4 2824,0 2-3031,0 1 1,0 5 0,0 0 0,0 1 0,-2-1 0,-1 0 0,-2 0 128,2 0 0,-3-1 0,1-2 0,0-3-275,-1-2 1,4 2 0,-3-7-1,2-5-454,-2-2 0,4-4-538,-4-5 1,5-6 0,3-4-177,2-8 0,4-4 1,-4-6-1,0 0 215,1-1 1,-4 1 0,3-1-1,-4 1-2186,-1 0 2976,0-1 0,-44 14 0,-12 2 0</inkml:trace>
  <inkml:trace contextRef="#ctx0" brushRef="#br0" timeOffset="89">15797 13467 7967,'-15'0'24,"1"0"998,-1 0 1,7-1-436,4-4 1,4 3-1,4-2 1,6 0 294,3 0 1,1 2 0,2-3 0,2 4 205,1 1 0,6 0 0,-1 0 1,4 0 31,0 0 0,1 0 1,0 0-1,0 0-297,0 0 1,-1 0 0,1 0 0,0 0-668,0 0 0,1 0 0,2 0 1,2 0-157,-3 0 0,5 0 0,-4 0 0,-4 0 0,-2 0 0,-4-2 0,2-1 0,-4-2-4869,-4 2-2623,-2 1 6219,-6 2 0,-3 0 1,-10 0 1272,-5 0 0,-31 10 0,-14 6 0,-4 0 0,0 0 0</inkml:trace>
  <inkml:trace contextRef="#ctx0" brushRef="#br0" timeOffset="90">16257 13611 8180,'-24'0'0,"2"0"317,1 0 0,2 0 0,4 0 0,1 0 1124,-1 0-1062,1 0 0,1 2 0,2 1 0,1 3 0,-1 2 0,-1 4 0,-1 0 841,3 3 1,-3 1-985,4 3 0,-4-1 0,-1 4 0,-1 0 0,1-1 0,1 1 152,3 1 0,-1-6 0,6 4 0,2-2-265,2 1 1,2-6-1,4-4 1,6-1-124,7-1 1,-2 5 0,5-5 0,-1 0-109,4-3 0,-1 1 1,-1 1-1,0 1 81,1 3 1,-6-3-1,3 1 1,-4 2 73,-2 2 1,-1 2 0,-4-1 0,-4 0 12,-3 1 0,-2-1 0,0 2 1,0 2-144,0 1 0,-11 2 0,-4-4 0,-1 3-175,0-3 1,2-2-1,-1-4 1,1-3-11,0-2 0,-1-1 0,1-5 0,1-2-24,4-3 0,-3-4 0,8-10 0,-1-5 189,-2-3 1,6-2-1,-4 0 1,3 0 440,2 0 1,0-4 0,0-1-1,2 2 264,3 2 1,-2 6 0,7 0 0,1 0 81,2 2 1,2-6-1,3 4 1,3-1-163,1 1 0,2-3 0,5 3 1,0-3-229,0-2 1,-2 5 0,-3 1-1,-5 3-794,-3 2 1,1 7-4961,-2 1 2488,2 1 0,-15-1 2972,3 1 0,-36-1 0,-9-4 0</inkml:trace>
  <inkml:trace contextRef="#ctx0" brushRef="#br0" timeOffset="91">17422 13122 7971,'-14'0'844,"-1"0"1,1 0-56,0 0 1,7 0-1,7 2 1,8 1 0,5 2 319,1-2 0,1 3 0,1-1 0,1 0-660,3 1 0,4-4 0,-4 3 0,3-4 39,2-1 0,-2 0 0,1 0 0,0 0 47,-2 0 1,5 0 0,-4 0-1,1 0-282,0 0 0,-5 0 0,3 0 0,1 0-196,-1 0 1,-5 0 0,3 0 0,-4 0-407,-2 0 0,0-5 1,1 1-1129,-1 0 0,-6 1-2920,-3-2 2175,-3 4 0,-4-12 2222,-3 3 0,-35-9 0,-14-3 0</inkml:trace>
  <inkml:trace contextRef="#ctx0" brushRef="#br0" timeOffset="92">18544 12820 7865,'0'-14'202,"0"-1"1,0 1 1267,0-1 0,-1 7-694,-4 4 1,2 2-1,-7 4-261,-1 2 1,3 4-1,-2 8 1,-1 4-120,-2 4 1,-1 4 0,0 6 0,-1 4-80,1 4 1,0 7 0,-1 4-1,2 5-116,4 4 0,2-3 0,7 4 0,0-4-43,0-2 0,8-7 0,5-7 0,6-9-128,4-9 0,1-4 1,5-8-1,-1-4 21,1-4 1,-2-5 0,-1-5 0,-2-4 153,1-4 0,1-6 0,0-2 1,-4-1-25,-1-4 1,-1-6 0,-2-3 0,1 0-32,-1-1 1,-7 1 0,-1 2 0,-1-6-62,-1-2 1,-1-1-1,-7 2 1,0 2-264,0-2 0,-8-2 0,-7 1 0,-7 2-101,-5 6 1,-2 4-1,0 5 1,-1 5-91,-4 3 0,4 8 1,-4 5-1,5 6-92,5 7 0,2 2 0,6 4 0,2 2-575,6 1 1,5 5 0,4-3-1,5 1-1059,9 4 1,-1-4 2090,5 2 0,-3-13 0,-1 2 0</inkml:trace>
  <inkml:trace contextRef="#ctx0" brushRef="#br0" timeOffset="93">19278 13151 7814,'-6'-15'3342,"3"3"-959,-7 2-20,7 4 62,-4 6-250,7 0-6289,0 0 2945,0-7 1,0 4 745,0-7 0,0 6 423,0-6 0,-19 1 0,-5-6 0</inkml:trace>
  <inkml:trace contextRef="#ctx0" brushRef="#br0" timeOffset="94">19724 12633 7863,'0'-15'1857,"-1"3"-490,-4 2 1,3 5 0,-3 10-12,4 5-1084,1 2 1,-5 4 0,-1 4 0,-1 4 0,-1 3 0,0 2 0,-3-1 190,-2 1 0,-1 2 0,1 0 0,2 3-260,1-2 0,7-3 1,-2-4-1,4-2-160,1-2 1,0-2 0,1-6 0,4-4-36,5-4 0,2-3 0,3-2 0,1 0 105,3 0 0,-3 0 1,5 0-1,-2-2 52,0-3 0,5 4 0,-3-4 0,0 3 7,-1 2 0,0 0 0,-4 0-109,3 0 0,-3 2 1,1 3-1,-5 4 92,-8 4 0,-2 1 0,-2 1 1,0 1 28,0 3 0,-6-2 0,-4 6 0,-3-1-116,-1 1 0,-1-6 0,1 4 0,-2-2-287,-3 0 1,3 0 0,-5-4 0,2-1-846,0 1 0,-7-6 0,4-1 0,-2-1-403,0-4 0,5-3 0,-4-7 0,1-5 1467,-1-6 0,-6-45 0,-4-21 0,8 26 0,-1 0 0,0 0 0</inkml:trace>
  <inkml:trace contextRef="#ctx0" brushRef="#br0" timeOffset="95">19623 12662 7863,'0'-21'132,"0"10"0,0-4 733,0 2 0,7 1 1,2-1-1,4 2 538,2 1 1,4 7 0,2-3-1,1 1-747,4 0 0,1 0 1,1 5-1,1 0-863,0 0 1,-5 0 0,-2 0-1576,-1 0 385,-8 0 0,-8 7 1397,-10 2 0,-3 4 0,-6 1 0</inkml:trace>
  <inkml:trace contextRef="#ctx0" brushRef="#br0" timeOffset="96">19177 13352 7818,'-12'-1'816,"0"-3"126,3 0 0,4-8 329,-4 3-1023,5-4 1,-2-1-1,8-2 1,2-2-1,6-1 1,3 1 0,1 2 380,0 2 1,1 0 0,-1-1 0,1 2-161,-1 4 0,5 2 0,0 7-251,-1 0 0,-2 0 1,-3 2-1,-2 3 41,-1 4 0,-7 4 0,2 3 1,-4 2-23,-1 1 1,-6 0 0,-4-4 0,-3 1-233,-1 3 1,0-5 0,-2 2 0,-2-6-350,-1-4 1,0 4 0,3-6 0,-2 0-46,-1-3 0,0-1 0,4-1 0,3-4 54,2-5 1,4-3-1,6-2 1,0-3 95,0-1 0,1 0 1,4 4 645,5 1 0,2 1 0,3 3 545,-1 6 1,0 2 0,-1 4-337,-3 2 1,-4 0 0,-4 5-459,3 2 0,-4 2 1,4 2-1755,-3-1 0,-1-4-3470,4-1 5066,3-6 0,-32-15 0,-10-12 0</inkml:trace>
  <inkml:trace contextRef="#ctx0" brushRef="#br0" timeOffset="97">20170 12244 7900,'-8'7'156,"-5"-6"0,5 6 0,-1-2 2736,-1-1-1395,7 1-841,-3-11 1,6 3-1,1-5 1,4 1 371,5 4 1,-2 1 0,1 2-397,2 0 1,-3 2-1,2 1 1,1 4-150,2 1 0,1 1 1,1 7-1,-1 2-109,0 1 0,2 5 1,2-3-1,1 3-40,-1 6 1,-2-1 0,-2 6 0,1-1-78,-1-1 1,-1 7 0,-2-2 0,-3 2-170,-2-1 1,4 2 0,-5-2 0,0 2-58,1 2 0,-5 1 1,4-3-1,-3-1-104,-2-1 1,0-1 0,0 5 0,0 0-27,0 0 1,0 1 0,0-1-1,0 1 67,0 4 1,0-3 0,0 3-1,0-1 9,0 0 0,-5-2 1,-1 3-1,-1-3 6,1-2 1,-5 0 0,1-1 0,-1-1-11,1 3 1,-2-11 0,2 6 0,-3-7-65,-1-4 0,-2-4 0,0-1 0,-2-3-124,1-2 1,4-4 0,-6-2 0,3-4-313,1-2 0,1-1 0,0-5 1,-2 0-758,-4 0 1,9 0 0,-3 0-944,1 0 0,7-2 2227,1-3 0,-3-47 0,0-19 0</inkml:trace>
  <inkml:trace contextRef="#ctx0" brushRef="#br0" timeOffset="98">21091 13295 7927,'-14'-2'1130,"-1"-3"1,1 4 0,-1-4 554,1 3 1,8 4 0,6 1-934,8 2 1,4 1 0,3-2 0,-1 0-176,1 0 1,5-3-1,4-1 1,3 0 99,2 0 0,0 0 0,0 0 0,0 0-128,-1 0 0,1 0 0,0 0 0,0 0-156,-1 0 1,1 0 0,0 0 0,0-1-271,0-4 1,-1 3 0,1-3 0,-2 4-124,-3 1 0,2-5 0,-7 0 0,-1 2 0,-2 1 0,-7 2-1702,1 0-400,-7 0 0,3-1-4186,-6-4 2239,0 3 4049,0-4 0,-38 32 0,-10 5 0</inkml:trace>
  <inkml:trace contextRef="#ctx0" brushRef="#br0" timeOffset="99">23048 12115 7806,'-15'0'142,"1"0"1,-1 0 0,1 0 0,0 0 0,-1 0-1,1 0 1,-1 1 1101,1 4 1,4-2 0,1 7 330,-2 1-1218,-2 2 0,3 1 1,2 1-1,0-1 0,0 1 1,-3 1-1,0 1 280,1 2 0,-2 5 0,2-3 0,-4 1-338,-6 4 1,3 8 0,-6 2 0,1 3 19,0-1 1,-1 1 0,-2 5-1,2 3-59,3 1 0,-1 1 0,3-2 0,-1 2-33,1 2 0,4-3 0,3 3 0,1-1 6,-1-4 1,5 4 0,-1 1 0,2 2-24,1 1 0,-1 5 0,5-8 0,0 2-7,0 0 0,0-2 0,0 3 0,1-2 39,4-3 1,2-1 0,4-5-1,-2 0 1,3 1 1,-4-6 0,1-1-1,2 0-105,2-1 0,6-4 0,1 2 0,-3-4-138,-1-1 0,3-7 0,2-1 0,0-2-105,0 1 1,-2-6 0,-5-6 0,2 0-669,3 0 0,-3-3 1,4 3-668,-4-2 0,-7-1 0,1-5 1,1 0-1354,2 0 1,-5-2 2792,-3-3 0,-55-28 0,-14-13 0</inkml:trace>
  <inkml:trace contextRef="#ctx0" brushRef="#br0" timeOffset="100">23235 12604 7875,'-15'0'-380,"1"0"1,6 13 0,1 3 0</inkml:trace>
  <inkml:trace contextRef="#ctx0" brushRef="#br0" timeOffset="101">23235 12518 7875,'0'-10'87,"0"1"0,0-3 794,0 0 0,0 2 483,0 0-505,0 7 0,0-5 1926,0 3-1847,0 4 0,0-7 625,0 3-723,0 3-407,0-4-482,0 6 1,0 2-575,0 2 201,0-2 391,0 4 56,0-6-2227,0 0 1964,0 7-236,0-6-255,0 6 202,0-7 1803,0 0-667,0 6 0,0-3-174,0 7 0,0 0-291,0 4 1,-5 7-1,-2 3 1,-1 3-1,-1 3 1,-1 2-1,1 2 1,-3-1-1,1 1 1,0 0 208,1-2 0,6-7 0,-4-3 0,1-1 34,4-3 0,-3-7 123,1-1 1,2-7 126,7 2 1,-2-5-1,4-4-4,1 0 1,1-1 0,6 5-192,1 0 1,4-2-1,0-1 1,0-2-443,2 2 0,1 1 0,7 2 0,0-1 0,0-4 0,-1 3 0,1-2 0,0 2-30,0 2 1,-5-5 0,-2 0 0,-1 2-796,-4 2 1,-1 1 0,-1 0-1433,-1 0 1029,-6 0-276,-1 0 1504,-7 0 0,-45-20 0,-11-3 0</inkml:trace>
  <inkml:trace contextRef="#ctx0" brushRef="#br0" timeOffset="102">23580 12273 7875,'-13'-9'1148,"3"-1"1,-2 7-69,2-2 0,4 5 0,1 5 0,3 6-184,2 7 0,0 4 0,0 7 0,0-1-387,0 1 1,0 5-1,0 1 1,0 2-167,0 3 0,0 1 0,0 1 1,0-2 59,0-2 1,-6 4 0,-2 3-1,-2-4-193,1 1 1,4-7 0,-5 0 0,1-1-389,1-1 0,-3-1 0,6-6 0,0-4-1268,-1-1 1,4-2-1053,-3-5 0,10-6 1407,5-3 1,-4-10 0,-1-4 0,-4-4 1090,-1-1 0,-70 6 0,26 4 0,0 1 0</inkml:trace>
  <inkml:trace contextRef="#ctx0" brushRef="#br0" timeOffset="103">22832 13338 7875,'-8'-7'1747,"3"-2"0,11 2 1,9 3-1,9 1-396,8-2 0,4 3 1,8-3-1,0 4-362,4 1 0,3 0 0,7 0 0,-2 0-560,-3 0 0,1 1 0,-4 3 0,-1 0-15,1 0 1,-7 2-1,-6-1 1,-2-2-514,-3-2 0,-3 4 0,-4 0 1,-2-2-609,-3-1 0,-1-4 0,-4-1 0,-1-3-1115,1-2 0,-3 3 0,0-3 0,-3 0-806,2 0 0,-3-2 2628,2-4 0,-39 12 0,-4 4 0</inkml:trace>
  <inkml:trace contextRef="#ctx0" brushRef="#br0" timeOffset="104">23522 13539 7836,'-9'0'402,"-1"0"385,-1 0 0,-2-4 1,-1-1-1,-1 2 31,1 1 1,0 2 0,-1 0 0,1 0-339,-1 0 0,1 2 1,0 2-1,-2 6-175,-4 3 0,4-2 1,-3 0-1,3 3-30,2 2 0,4-3 1,1 6-1,-1-3-109,2-1 1,2-1 0,6 1-1,1-1-190,4 0 0,3 1 0,8-1 0,2-1-78,1-3 1,6 1-1,-1-5 1,4 0 25,0 1 0,1 4 0,-2-3 0,-3 2 67,-4-1 0,0 1 1,-1 4-1,-3 1 2,-4-1 0,-1 0 0,-6 2 0,-2 2-128,-2 1 1,-1 2 0,-1-3-1,-4 2-42,-5 3 1,-2-1 0,-4 2 0,-2-3-105,-1 0 0,-2-5 0,2 3 0,-3-3-151,-1-2 1,1-1 0,4-3 0,-1-6-63,1-2 1,2-2 0,2-2 427,0-2 0,6-4 0,3-8 0,3-2 366,2-1 0,2-7 0,3 2 0,4-5 81,4-4 1,6-2 0,0-5 0,1 1 307,0-1 1,3-1 0,6-2 0,-2 0-124,-3-1 0,6 3 0,-4 1 0,-1 3-421,2 2 0,-1 1 0,-2 7 0,-5 3-1566,-3 5 0,-1 8-1948,-1 1 3369,-6 7 0,-53 16 0,-19 11 0</inkml:trace>
  <inkml:trace contextRef="#ctx0" brushRef="#br0" timeOffset="105">24515 13338 8032,'-14'0'1367,"-1"0"1,1 0 0,-1 0 960,1 0 0,8 0-725,6 0-1243,6 6 0,13-4 1,0 3-1,1-4 1,0-1-1,4 0 0,2 0 652,-2 0 1,3 0 0,-3 0 0,3 0-187,2 0 0,-2 0 1,-1 0-1,-2 0-727,1 0 1,2 0 0,1 0 0,-4 0-100,-5 0 0,2 0 0,-1 0 0,1 0 0,0 0 0,-2 0 0,-4 0 0,-1 0 0,0 0-879,1 0-2328,-7 0-435,-2 0 592,-6 0 0,0-1-1661,0-4 4711,0-3 0,-26-13 0,-5-1 0</inkml:trace>
  <inkml:trace contextRef="#ctx0" brushRef="#br0" timeOffset="106">25738 12921 8086,'0'-15'281,"0"1"0,0-1 3469,0 1-2432,0 0 1,0 12-1,0 8 1,0 10-609,0 8 1,0 4-1,0 0 1,0 3-244,0 2 0,0 4 0,0 5 0,-2-1-175,-3 2 0,4-3 0,-6 10 0,3-2-115,-1 0 1,-5 1 0,4-2 0,-2 1-81,-3-2 0,3-1 0,-2-2 1,1-1-130,1-4 0,-4-1 1,6-5-1,0 0-197,-1-5 1,2 0-1,5-8-1823,0-1 434,0-2 1,0-10 0,0-6 339,0-8 0,0-5 0,0-3 0,0-1 1278,0-2 0,-23-14 0,-11-5 0,-2-1 0,0 0 0</inkml:trace>
  <inkml:trace contextRef="#ctx0" brushRef="#br0" timeOffset="107">25709 12288 7802,'0'-15'0,"0"1"519,0-1 1,0 1 0,2 0 409,2-1 1,0 6 0,5 1-466,2 1 0,2 2 0,2 5 1,1 2-1,1 3 0,2 6 0,1 5 1,-1 5-1,2 3 835,1 6 1,-3 1 0,3 7-1,1 3-644,-1 6 1,-3-2 0,4 4-1,-1 1-214,1 2 0,-4 4 1,3 2-1,0 0-203,1-1 0,-6-4 0,3 0 0,-6 1-179,-4 2 0,1-5 0,-6-1 0,-2-2-164,-2 0 1,-1 4 0,-1-2 0,-4-1-324,-5 1 1,-2 3 0,-3-4 0,-1 2 94,-3 4 1,3-4 0,-5 0-1,1 0-89,-4 0 0,-4 1 0,0 0 0,-1-4 121,0-3 0,0-2 1,1-1-1,-1-4-219,0-4 0,0-5 0,2-6 0,3-5-599,5-7 0,-2 0 0,2-6 126,1-2 0,2-7 1,4-6-1,0-4 993,3-6 0,-52-34 0,22 20 0,0-1 0</inkml:trace>
  <inkml:trace contextRef="#ctx0" brushRef="#br0" timeOffset="108">23551 15539 7832,'-5'-9'623,"-1"1"0,-2 1 1101,-3 4 0,0 3-643,1 5-690,4-4 0,7 12 0,4-5 0,5 2 0,2-1 1,4 3-1,2-1 890,1-2 0,5 3 0,-3-6 0,1 0-401,4 1 1,-1-1 0,1-3 0,-1 2-10,6-2 1,-2-1 0,6-2-1,-2 0-823,1 0 0,0 0 0,-6-2 1,1-1-49,0-2 0,-2 1 0,-1 4 0,-4 0 0,-1 0 0,-2 0 0,-5 0 0,1 0-393,-1 0 1,-4 0 0,-1 0-1108,2 0 1,-4 1-408,-2 4 0,-4-2-751,-1 7 1,0-5-119,0 4 2776,0-6 0,-25-15 0,-7-12 0</inkml:trace>
  <inkml:trace contextRef="#ctx0" brushRef="#br0" timeOffset="109">24803 14820 7814,'0'-15'-622,"0"6"928,0-1 1,0 5 2169,0-4-1511,0 6 1,0-2-413,0 10 0,0-2 0,0 6 1,0 3-105,0 0 1,-2 1 0,-1-2 0,-2-1-187,2 1 1,1 2 0,1 1 0,-2 1-53,-2-1 0,0 2 1,3 2-1,-1 1-103,-2-1 0,1-2 0,2 0 0,-1 1-68,-2 2 1,0 5 0,5-5 0,0 1-120,0 0 1,-5-4 0,1 4-1,0-4-33,3-2 0,1 0 0,0 1 0,0-1 64,0 1 0,0-6 130,0 1 153,0-7-294,0 3 1,-2-1-119,-3 0 1,4 1 0,-6-3-42,1 2 1,4 6 110,-2-1 1,2-2-42,2 2 170,0-7 1,-2 8-31,-2-6-220,2 0-126,-4 1-210,6-4 491,0 4 205,0-6-8261,0 0 6472,0-6 1657,0 4 0,-26-24 0,-6 2 0</inkml:trace>
  <inkml:trace contextRef="#ctx0" brushRef="#br0" timeOffset="110">24386 15957 7791,'-7'-15'199,"6"6"1,-4-1 803,3-1-438,2-2 0,7 3 1,2 1-1,5-2 1,6-2-1,4-2 1,3 1 1437,2 0 0,6-2-1405,3-4 1,-1 3-1,1-5 1,2-1 0,0 1-1,2-4 98,1-1 0,-10 3 0,6 0 1,-7-2-447,-3-1 0,-5 3 0,0 2 1,0 1-478,-2 4 0,-3 1 1,-8 1-1,-1 1-1404,1-1 1,2 3 0,0 0-2012,-4 3 0,-1 6 1951,-3-2 1,-3 5 1690,2 5 0,-53 47 0,17-16 0,0-1 0</inkml:trace>
  <inkml:trace contextRef="#ctx0" brushRef="#br0" timeOffset="111">24889 15885 7572,'-10'-5'-57,"1"0"1,4-5 0,-3 4 0,2-2 785,2-3 1,3 3 0,2-2-1,4-1 195,5-2 1,4-1 0,4-1-1,3 3-281,1 2 0,0 2 1,4 5-1,-2-2-276,2 2 0,-4 1 0,0 4 0,-1 3-241,-3 4 0,-2 4 0,-4 3 0,0 2 16,-3 1 0,-6 6 0,2-2 0,-5 2-222,-5 4 0,-3-3 1,-8 7-1,-3-1-429,-5 2 1,-5-2-1,-3 5 1,-3-2-268,-1-3 0,4-7 1,-2-2-1,4-2 190,1-4 0,2-7 1,3-7 518,5-6 1,9-5 0,5-7 0,4 1 155,1 0 1,6-1 0,4 1 0,4-1 638,5 1 0,-3 6 0,3 2 1,-1 1 15,1 0 0,-1 0 0,4 5 0,-1 0-840,-4 0 1,-1 5 0,-1 1 0,-1 2-292,1 4 0,-1-4 0,0 1 0,-1 2-4009,-3 2 4396,2 2 0,-55 18 0,-6 5 0</inkml:trace>
  <inkml:trace contextRef="#ctx0" brushRef="#br0" timeOffset="112">16775 14834 7738,'-7'-14'490,"-1"-1"0,-1 3 1143,-1 2 0,7 5 0,-2 10 234,4 5-1572,1 2 0,4 8 0,3 0 0,-1 3 0,1 1 0,-3 0 0,1 0 368,0 1 0,0-2 1,-5 1-1,0 1-384,0 2 1,0-3-1,0 0 1,0 2-216,0 1 0,0-3 1,0-1-1,0-1-412,0 0 0,0-4 0,-2 1 1,-1-3-1691,-2-2 1,0 1-574,5-1 0,-1-6-441,-4-3 3052,-3-3 0,-36-2 0,-16 0 0,-3 0 0,0 0 0</inkml:trace>
  <inkml:trace contextRef="#ctx0" brushRef="#br0" timeOffset="113">16185 15582 7754,'0'-14'942,"2"1"0,2 2-155,6 1 0,4 6 0,6-4 1,5 0 350,7 0 0,2 3 0,7-3 1,6 2-344,2 2 0,4-2 1,3 1-1,-2 2-278,-1 1 1,-7 2-1,1 0 1,-7 0-588,-7 0 0,-2 0 1,-4 0-1,-3 0-543,-5 0 0,-3 0 0,-2 0 1,-1 2-799,-3 3 0,2-4 0,-4 6 146,0-1 1265,-1 2 0,-52 45 0,17-22 0,0 0 0</inkml:trace>
  <inkml:trace contextRef="#ctx0" brushRef="#br0" timeOffset="114">16904 15654 8903,'-28'-8'0,"-1"2"694,0 0 0,7 4 0,1-3 0,2 4-234,-1 1 0,0 1 0,2 4 0,1 5 134,4 2 1,-2 3 0,6 1-1,-4 3-291,-1 5 0,1-2 1,2 2-1,3 0-191,1-1 1,2 2-1,5-6 1,2 1-233,3 0 1,3-8-1,6 2 1,1-1 27,-1 0 1,5-1-1,0 0 1,-1-3 26,-2 2 1,3 4 0,0 2 0,-3 2 68,-5-1 1,1 0 0,-8-1 0,0 4-29,-3 1 1,-1-2-1,-1 2 1,-4 0-92,-5 1 0,-3-4 0,-3 3 0,-3 1-181,-5-1 0,2-6 0,-2 0 0,0-6-73,2-4 0,-4 4 0,7-7 0,3-5 272,5-6 0,4-6 0,7-5 0,2-7 433,3-6 1,4 0 0,10-6-1,5-2 248,4-2 1,5-1 0,2 0-1,2 0 41,3 0 1,2-5 0,1 0-1,0 3-140,0 5 0,-1 0 0,-4 6 1,-6 6-1890,-6 7 70,-6 2 0,-12 19 1334,-3 0 0,-35 32 0,-10 14 0</inkml:trace>
  <inkml:trace contextRef="#ctx0" brushRef="#br0" timeOffset="115">17911 15323 7761,'0'-14'888,"0"0"1,2 4 0,3 2 0,6 0 197,7 0 0,6 3 1,8-4-206,1-2 0,7 3 0,-2-2 0,6 0 0,2 1 496,2-1 1,0 5-1100,-5-4 0,-6 6 0,-2-2 0,-3 3 0,-2 2-75,-3 0 0,-7 0 0,-1 0-648,-3 0 0,-7 0-2191,1 0 0,-5 5-136,4 0 1,1 0 2771,4-5 0,-6-7 0,-1-1 0</inkml:trace>
  <inkml:trace contextRef="#ctx0" brushRef="#br0" timeOffset="116">19249 14618 7721,'0'-14'605,"0"0"1,0-1 1507,0 1-977,0-1 1,0 9 0,0 8-637,0 10 0,0 9 0,0 10 0,0 2-140,0 6 1,-1 2 0,-2 4 0,-4 1 101,-1 2 0,3 0 0,-3-3 0,2 1-293,3 2 1,-4 0 0,3-5 0,0-1-488,3-4 0,1-4 0,1-10 0,4-5-1274,5-3 1,-2-8-2270,1-3 1237,1-4 2624,-2-1 0,-78 20 0,22-8 0,0 0 0</inkml:trace>
  <inkml:trace contextRef="#ctx0" brushRef="#br0" timeOffset="117">18789 15928 7721,'-14'0'1748,"14"-8"1,9-5 0,14-8-450,9-6 0,6 0 0,10-12 1,5 1-667,3 1 1,6-9 0,0 3 0,-1-2-160,-2 0 0,-4 2 1,-6 2-1,-7 2-238,-6 6 0,-2 2 0,-5 4 0,-2 3-781,-3 5 1,-3 3 0,-7 2-1502,0-1 0,1 2 807,-1 4 0,-6 4 0,-3 11 0,-3 9 1239,-2 7 0,-31 28 0,-15 10 0,14-15 0,0-1 0,0 0 0</inkml:trace>
  <inkml:trace contextRef="#ctx0" brushRef="#br0" timeOffset="118">19350 15769 7721,'-14'0'731,"1"-6"0,3-3 0,7-4 393,6-2 1,5-4 0,8 0 0,3 1-253,5 2 1,5 2 0,3 0 0,3-1-420,2 1 0,-5 6 0,2 3 1,-6 3-204,-4 2 0,0 7 0,-8 4 0,-4 7-203,-4 6 1,-4 4 0,-7 6-1,-5 4-363,-6 4 0,-10 1 0,0 0 1,-3 0-287,-2 1 0,-5 3 0,-1 0 0,0-4-86,0-3 0,6-13 0,5 0 230,-1-4 1,5-12-1,6-11 354,8-8 0,6-6 1,4-4-1,6-3 396,3-1 0,6-1 0,2-1 0,-1 5 395,1 3 1,3 2 0,-3-1 0,1 3-100,4 2 0,-4-1 1,1 6-1,-1 2-619,0 1 1,-4 9 0,1 2 0,-3 6-896,-1 4 0,-3-2 1,-2 7-1,-5 2-3553,-4 1 4479,-1 2 0,-70 0 0,26-15 0,0 1 0</inkml:trace>
  <inkml:trace contextRef="#ctx0" brushRef="#br0" timeOffset="119">16286 14561 7739,'-31'16'312,"-2"3"0,4-1 0,-1 7 0,2 6 1,0 7-1,-6 8 0,-4 10 0,-4 8 294,21-28 1,1 0-1,-4 4 1,1 2 0,4-1-1,1 1 1,0 2 0,0 1 606,0 3 0,2 0-1107,0 5 0,2 0 1,2-2-1,1 0 1,2 2-1,1 1 1,1 0-1,3 1 1,0 1-1,3 1 0,1 3 1,1 0-1,3 0 1,2 0 88,2-1 0,3-1 0,4 1 1,4-1-1,1-5 0,3-1 1,2 0-1,3 0-457,1 0 1,2-2-1,7-2 1,3-3-1,3-2 1,3-3 0,1-3-1,3-3-1880,1-3 1,1-3 2141,1-7 0,1-1 0,5 6 0,0-1 0,1-5 0,1-4 0,2-2 0,0-3 0</inkml:trace>
  <inkml:trace contextRef="#ctx0" brushRef="#br0" timeOffset="120">20228 14403 7757,'-2'-23'28,"-3"4"1,5 5 998,0 4 0,2 5 0,7 10-491,3 5 1,5 9 0,4 6 0,0 6 0,1 6 0,1 4 0,1 9 0,0 6-1,0 8 67,1 8 1,-11-32-1,-1 1 1,1 5-1,-1 2 1,1 3 0,-2 1-429,1 1 0,-2 1 0,-2-2 0,0 1 0,0 2 0,-1 1 0,-1-1 0,-3 2-119,-1-1 1,-1 1 0,-1-3-1,0-1 1,-1-2 0,0-1-1,-1-3 1,0 0 37,0 0 0,-3-1 1,-2-1-1,-2-1 1,-4 4-1,-2-1 1,0-1-1,-2-1-116,0-2 1,-2-1 0,-3 1 0,-2 0 0,1-3 0,-1 0 0,-1 1 0,-2-1-294,-1 2 0,0-2 0,2-4 0,0 0 0,2-1 1,0-1-1,-18 23-1084,2-6 1,9-11 0,1-12 1398,8-13 0,12-2 0,4-8 0</inkml:trace>
  <inkml:trace contextRef="#ctx0" brushRef="#br0" timeOffset="121">21350 15597 7751,'-37'0'97,"4"0"1,9 0-1,6 1 1,8 3 1376,10 0 0,13 1 0,11-5 0,5 0-165,4 0 0,1-1 0,8-3 1,4 0 745,4 0-1613,-4 3 0,13 1 0,-5 0 0,-1 0 1,0 0-1,-4 0 0,3 0 220,-1 0 0,-6 6 0,-2 4 0,-8 1-847,-5-1 0,-6 2 0,-1-2 0,-3 3-217,-2 1 1,-2-1 0,-2-2-1,2-3-1338,3-1 1,-1-3-1,8-4 1740,4 0 0,-11-32 0,-3-12 0,6-4 0,-1 0 0</inkml:trace>
  <inkml:trace contextRef="#ctx0" brushRef="#br0" timeOffset="122">23465 14633 7746,'-42'1'0,"2"6"281,2 7 1,4 2-1,-2 8 1,0 3 487,4 5 0,-3 7 0,2 9 1,-1 6 2076,-1 7-2497,11-2 0,-8 13 0,13 1 0,10-32 1,0 2-1,1 2 0,0 1 0,1 0 0,0 0 1,0 1-1,1 1 24,1-1 0,0 0 1,2-2-1,0 0 0,3 0 1,2 1-1,0-2 0,0 0-430,2-1 1,2 0-1,2-3 1,2 0-1,12 37 1,4-5-1169,4-5 0,4 3-1,-1-4 1,5-1 1225,4-3 0,-9-6 0,3 5 0,1 4 0,1 0 0</inkml:trace>
  <inkml:trace contextRef="#ctx0" brushRef="#br0" timeOffset="123">25853 14748 7756,'0'-14'241,"0"-1"0,0 1 0,0-1 0,2 1 0,2 1 0,6 2 0,4 3 0,4 2 735,1 2 1,7 3-1,-2 2 1,3 6 399,2 7-841,-1 7 1,1 14 0,-2 5 0,-1 6 0,-2 9 0,0 4 0,0 5 543,0 1 1,-7 3 0,1 5-1,-5 6-796,-8-36 1,-1 0 0,-2-2 0,0-1 0,0 3 0,0 1 0,-1-2 0,-2 0-119,0 1 1,-2-1-1,-1 0 1,-2-1 0,-3 1-1,-1-1 1,-2 1 0,0 0-115,-1-3 1,-1 0 0,-3-1 0,-2-1-1,-19 35 1,17-35 0,-1 0-25,-2 1 1,0 0-1,0-3 1,-2-1 0,-1 1-1,0 0 1,1-1 0,-1-2-63,-27 29 0,3-2 1,0-3-1,1-4-1272,4-4 1,7-9-1,6-7 1,4-5-3341,5-3 1,3-13 4646,7-1 0,-13-39 0,-4-11 0</inkml:trace>
  <inkml:trace contextRef="#ctx0" brushRef="#br0" timeOffset="124">27479 15597 7828,'-15'-8'1175,"3"1"1,4 3 0,9-1 426,12 2 0,8 1 0,9 2 0,5 0 780,8 0-2059,7 0 1,9 0 0,3 0 0,6 0 0,2-2 0,3-1-1,3-3-347,0-2 1,-1 5 0,-9-4-1,-10 2-693,-11 1 0,-10-1 0,-13 6-286,-7 4 0,-15 5 1,-16 9-1,-12 7-725,-8 6 1,-7 0 1727,-5 6 0,16-12 0,-2 1 0</inkml:trace>
  <inkml:trace contextRef="#ctx0" brushRef="#br0" timeOffset="125">27436 16100 7808,'-20'0'744,"1"0"0,3-1 582,5-4 0,5 2 1,7-7-1,6 1 177,7 1 1,13-5-1,13 3 1,8-3-520,10-1 1,1 1 0,6 2-1,-1 3-480,-3 2 1,5-4 0,-3 5 0,0 2-1204,-6 2 0,-9 1 0,-1 1 1,-6 2-2632,-2 2 0,-7 11 3330,1-1 0,-41 28 0,-11 3 0</inkml:trace>
  <inkml:trace contextRef="#ctx0" brushRef="#br0" timeOffset="126">30629 14921 7886,'0'-15'178,"2"7"0,3 3 0,3 5 0,1 5 1,-1 6-1,-1 7 1447,-4 6 0,3 10 0,-1 4 0,-3 3-1085,-5 3 0,-2 7 0,-8 6 0,-5 7-273,-2 2 0,-6 6 0,-6-2 0,15-32 0,-1-1-100,-1 1 0,1-1 0,-14 35 0,-1-5 0,5-4-419,9-4 1,2-8-1,12-3 1,2-5-919,1-4 1,8-4-1,2-6 1,2-2-2859,0-3 4028,-7 3 0,-48 14 0,13-14 0,0-1 0</inkml:trace>
  <inkml:trace contextRef="#ctx0" brushRef="#br0" timeOffset="127">29680 17036 8247,'-21'0'951,"11"-2"0,6-3 1,15-6 587,18-7 0,15-6 1,12-11-1,10-8-612,-29 18 0,3-1 1,5-2-1,2-2 0,5-1 1,2-1-1,5-4 1,2 0-429,4-4 0,1 0 0,0-2 1,1-1-1,1 0 0,1 0 0,0 0 1,-1 1-642,1 1 1,0 0-1,-2 0 1,0 1-1,-1 4 1,-1 1-1,-5 4 1,-1 2 141,-4 2 0,0 3 0,-3 1 0,0 1 0,-4 0 0,0 1 0,-4 0 0,0 2 0,-5 1 0,0 2 0,30-11 0,-17 14 0,-5 3-3923,-7 6 1,-7 4 3922,-9 4 0,-5 8 0,-9 2 0,-4-3 0</inkml:trace>
  <inkml:trace contextRef="#ctx0" brushRef="#br0" timeOffset="128">32154 16647 7904,'-14'-19'0,"0"0"138,-1 1 1,1 2 0,-1 3 0,-1 2 1022,-3 2 1,-3 5 0,-8-2 0,-2 1 1392,-2 0-2088,-6 1 1,-2 10 0,-9 4 0,-3 4 0,-5 4-1,0 2 1,1 1 287,5 0 0,4 5 0,7-2 0,4 1-617,4-1 0,10-2 0,7-4 1,6 3-130,6 1 1,3 1-1,4 2 1,3-2-58,4-3 1,10 4 0,5-3 0,4 0 18,0 0 1,1 3 0,0-4 0,0 1 232,-1 0 1,1 3-1,-2-3 1,-1 1-137,-2 4 0,-7-4 1,1 4-1,-5 2-258,-4 4 0,-5 2 0,-1-5 1,-8 1-315,-9 4 1,-7 3 0,-10 4-1,0-1 117,-3-2 1,-11-6 0,0 4-1,-3-4-40,-1-4 1,1 1 0,5-13 0,1-5 215,4-3 1,4-3-1,10-8 1,7-5 264,6-7 1,4-15 0,10-5 0,7-8 384,9-5 1,8-8 0,7 0 0,6-5-6,6 0 0,-21 27 0,1 0 1,3-1-1,0 1 0,0 0 1,1-1-119,1 0 1,0 0-1,2-1 1,2 1-1,3-1 1,2 1-1,1-1 1,1 1-20,0 1 1,1 1 0,-1 4-1,-1 2 1,-6 4 0,0 3-1,31-12 13,-9 11 1,-2 4-1,-12 12 1,-8 2-1604,-8 1 1,-6 2 0,-5 2 0,0 2 1293,-2 6 0,-9 16 0,-13 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0.6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28414 5381 7873,'-15'0'276,"1"0"0,0 0 1,-1 0-1,1 0 949,-1 0 0,3 7 1,2 2-213,5 4 0,4 1 0,2 1 0,3-1 1272,0 1-1890,8 5 0,-9-2 0,5 7 0,-2 4 0,-3 5 0,-1 3 0,-2 3 526,0 1 0,-2 5 0,-3 4 1,-4 4-609,-4 1 0,-3-2 0,-1 1 0,-3-1-284,3 1 0,-4 0 0,2-1 1,3-7-490,5-6 0,-1 0 0,8-6 0,0-2-839,3-2 1,2-7 0,4-6-1,5-4-479,3-3 1,1-6 0,0 4 1777,1-1 0,6-34 0,1-13 0</inkml:trace>
  <inkml:trace contextRef="#ctx0" brushRef="#br0" timeOffset="1">28155 5568 7934,'-2'-24'0,"-1"0"468,-2-1 1,0 4 0,5 0 0,0 2 1053,0 0 0,7 0 0,2 6 0,6 2-593,4 1 1,3 7 0,7-2-1,2 3-197,2 2 0,2 0 1,5 0-1,-1 2-142,1 3 0,3 3 0,3 8 0,0 1-223,-4 3 1,0 0-1,-9 0 1,1 2-172,1 0 1,-11 5 0,0-4 0,-7 1-52,-2 0 1,-6 0-1,-1 5 1,-1-2-8,-4-3 1,-13 3-1,-6-3 1,-4 3-63,-6 2 0,-8-5 0,-4 0 1,-3 0-562,-3-2 1,0 1 0,-4-6 0,-3 2-936,-1-1 0,4-4 0,8-4 0,4-4 1,1 1 1,3-6 0,8 6 1418,4-1 0,30 8 0,8 9 0</inkml:trace>
  <inkml:trace contextRef="#ctx0" brushRef="#br0" timeOffset="2">29335 5410 8174,'-15'-8'770,"1"3"1,-1 4-1,1 2 3227,0 4-3057,-1 9 0,2 9 0,2 7 1305,2 4-1895,5 2 1,-4 9-1,5 3 1,-1 5 0,-1 3-1,0 3 1,0 2 228,2 1 1,-3 0-1,-1-6 1,1-3-372,-1-5 1,-2-3 0,2-2 0,1-1-1545,0-4 0,1-3 0,5-8 0,0-3-2337,0-4 0,1-11 3673,4-4 0,0-50 0,-2-30 0,4-1 0,1 0 0</inkml:trace>
  <inkml:trace contextRef="#ctx0" brushRef="#br0" timeOffset="3">29090 5453 7922,'-2'-14'1433,"-2"-1"-775,2 1 0,-4 0 418,6-1 1,6 2-1,5 4 1,7 4-70,6 3 0,9 2 0,4 2 0,1 3-98,1 4 0,-1 6 0,5 4 0,1 5-31,-1 3 1,-7 4 0,-2 0 987,-4 3-1542,-1 6 1,-6-3 0,-4 6 0,-5 0-268,-4 0 0,-4 0 0,-6 1 1,-2-1-58,-2 0 0,-6 0 0,-9 0 0,-5 0 0,-3 1 0,-4-1 0,-2 0 0,-6-2 0,-2-2 0,-2 1 0,0-7 0,-2-1-990,-3-1 0,5-4 1,-2-5-1,7-6-972,2-5 0,8-7 0,5-1 1962,2-6 0,15-37 0,8-15 0</inkml:trace>
  <inkml:trace contextRef="#ctx0" brushRef="#br0" timeOffset="4">30097 5468 7906,'-8'1'2229,"2"6"1,1 7-816,0 8 0,-1 12 0,3 6 0,-4 6-643,-1 7 0,-1 4 0,-6 4 1,2 2-443,4-3 1,-4-1 0,3-3-1,-1-3-487,2-5 1,1-9 0,4-6 0,0-4-1080,0-5 0,3-2 0,2-4-2369,4 1 0,-2-6 3606,7-8 0,0-55 0,4-14 0</inkml:trace>
  <inkml:trace contextRef="#ctx0" brushRef="#br0" timeOffset="5">29809 5611 7906,'0'-14'519,"0"0"0,7-1 0,4 1 0,7-2 812,5-3 1,6 4 0,5-1 0,6 5-289,6 0 1,5 5 0,7 1 0,-2 3-255,-3 2 0,-4 2 0,-7 3 0,-2 4-925,-2 4 1,-6 1 0,0 1 0,-6-1-1056,-7 0 1,-8 2-1,-3 2 1,-2 3-2592,-3 1 3782,-7-4 0,-36 13 0,-18 3 0,-5 2 0,0-1 0</inkml:trace>
  <inkml:trace contextRef="#ctx0" brushRef="#br0" timeOffset="6">29982 5957 7896,'-10'5'708,"1"-1"1,7 6 0,2-5 555,8-2 0,13-2 0,6-1 0,7 0 86,2 0 0,3 0 0,4 0 0,0 0-1117,0 0 0,0 0 0,-1 0 0,-2 0-746,-2 0 0,-6 0 513,2 0 0,-36 13 0,-9 3 0</inkml:trace>
  <inkml:trace contextRef="#ctx0" brushRef="#br0" timeOffset="7">29018 7036 7918,'-13'-8'452,"4"-3"0,-10 6 1,3 3-1,3 7 1,3 8 457,5 4 1,4 9 0,2-2 0,3 5-523,0 4 0,6-2 1,-4 2-1,1-1 3,-1 2 1,4-2-1,-4 5 1,0-2-86,1-3 0,-1-2 1,-3-1-1,2 0-106,-2-1 1,4-5 0,-1-6 0,2-5-20,3-8 1,2-2 0,2-2-1,1-3 195,3-7 0,-2-7 1,7-17-1,2-4-118,1-4 0,2-3 1,0-1-1,-1-2-309,1 2 1,-6 6 0,-4 3 0,-3 3-1769,-2 7 0,-6 5 583,-3 7 1,-3 17-1,-4 12 1236,-3 17 0,-15 8 0,-13 15 0,-6 6 0,2-1 0,-5 6 0,1 0 0,-1 0 0,0-1 0</inkml:trace>
  <inkml:trace contextRef="#ctx0" brushRef="#br0" timeOffset="8">29018 7827 7918,'-14'-24'411,"-1"0"0,3-6 1,2-9-1,5-2 996,4-2 1,-4-5 0,-2-2 0,1 2-901,0 4 0,-6 4 0,1 11 0,-5 2-1474,-3 3 1,-5 4 0,3 11 0,0 4 966,1 3 0,-12 22 0,1 4 0</inkml:trace>
  <inkml:trace contextRef="#ctx0" brushRef="#br0" timeOffset="9">28414 8619 7963,'-15'-15'0,"6"1"0,-1-1 0,1 1 788,1 0-83,-5-1 1,6 6-1,-4 1 1,2 1 0,-2 4-1,-2 1 29,-2 2 0,1 7 0,-2 2 0,-2 4-353,-1 2 1,-2 5-1,4 4 1,-2 5-172,1 5 0,2-2 1,3 6-1,4 0-124,4-1 0,3-2 0,4-6 0,3-2-159,4-3 1,12 0-1,8-9 1,6-7 47,2-5 0,4-10 0,-2-4 0,2-6 254,2-7 1,-6-5 0,-3-5 0,-4-4 319,-1-4 1,-7-7-1,-3-4 1,-3-3 77,-1-1 0,-7-7 0,-2-5 0,-1-5-269,0-2 0,0-1 0,-5 5 0,0 2-397,0 2 1,0 8 0,0 13-1,0 14-1124,0 10 1,-5 15 102,0 8 0,0 10 1,5 14-1,0 11-1278,0 10 1,0 6 2337,0 7 0,-6-26 0,-2-7 0</inkml:trace>
  <inkml:trace contextRef="#ctx0" brushRef="#br0" timeOffset="10">28702 8734 8332,'-7'-5'975,"7"0"1,8 0 0,11 4 0,5-3 177,3 0 1,7-6 0,1 4 0,2-1-429,3 1 1,2-5-1,-1 3 1,-1-2-353,-2 1 0,-6-1 0,2-4 1,-4-1-204,-1 1 1,-7 4-1,-4 1 1,-5-1-301,-4 2 0,-5-5 1,0 4-399,-2-4 0,-10-2 0,-5 3-27,-4 2 1,-9 4 0,1 6 0,-6 0 61,-2 0 1,-7 6 0,3 5 0,-2 7 283,1 6 1,5 8-1,-4 3 1,2 2 936,3 3 0,8 1 0,6 1 0,7-2 345,6-2 0,7-1 1,9 1-1,11-6-1005,9-6 0,9-5 0,0-9 0,6 0-1020,7-3 0,-4-6 0,-1 2 0,-5-3-488,-4-2 0,1 0 0,-7 0 1440,-1 0 0,-14 0 0,-5 0 0</inkml:trace>
  <inkml:trace contextRef="#ctx0" brushRef="#br0" timeOffset="11">29507 8921 8078,'-27'0'0,"1"0"1303,2 0 1,12 0 1219,-3 0 0,12-2-1855,3-3 1,7 2 0,7-6 0,0-3-5,1 0 1,-4-8 0,2 0-1,3-3-77,0-2 1,0-3-1,0-2 1,1-2-166,2-1 1,5-3-1,-3 3 1,0-4-130,0 0 1,3 7-1,-4 7 1,1 3-46,0 2 1,3 9-1,-3 4 1,0 5-177,-1 5 1,4 4 0,-5 9 0,-1 4 96,-2 5 1,-3-1-1,-2 9 1,-3-1-63,-2-1 1,-1 7-1,-5-3 1,0 1-542,0 1 0,-1-7 0,-3 3 1,0-2-696,0 1 1,-2-5 0,1-5 0,2 0-1591,1-2 0,2 4 2719,0-7 0,-19-6 0,-5-7 0</inkml:trace>
  <inkml:trace contextRef="#ctx0" brushRef="#br0" timeOffset="12">30601 8489 8038,'-10'-13'0,"2"2"1051,2 1 0,-1 6 0,2-6-17,-4-1 1,-4 5 0,-1 1-1,-2 5-510,-3 5 1,-4 7 0,-6 9 0,1 1-292,-1 4 1,0 1-1,2 2 1,1 1-98,2 4 1,8-5-1,2 1 1,8-4-8,4-1 0,4 2 1,4 1-1,8-3 101,9-1 1,4-6 0,2 3 0,-1-2 179,1 0 0,-2 0 0,-3-5 0,-4 1 39,-4-1 0,-4 1 0,-2-1 0,-5 0 24,-4 1 1,-4-1 0,-5 1 0,-8-1-303,-5 0 0,-3 1 0,-6-1 0,-2-1-1101,-2-3 1,-4 1 0,5-7 0,1 0-1442,1-3 1,4-1-1,1 0 2371,2 0 0,52-51 0,7-13 0</inkml:trace>
  <inkml:trace contextRef="#ctx0" brushRef="#br0" timeOffset="13">30888 8690 8033,'-14'0'2199,"4"2"1,2 4-999,2 9 0,1 1 0,5 8 1,0 1-892,0 3 0,0 0 0,0 1 0,-1 0-1126,-4 0 0,3-1 1,-3 0 815,4-4 0,-25-29 0,-6-13 0</inkml:trace>
  <inkml:trace contextRef="#ctx0" brushRef="#br0" timeOffset="14">31075 8101 8021,'-20'0'0,"5"1"0,1 4 3168,7 5-2359,6 9 0,2 3 0,4 7 0,5 1 0,4 4 0,4 4 0,1 5 157,-1 5 1,-2-3-1,-4 3 1,-2-2-876,-5 2 0,-4-1 1,-1 4-1,0-2-158,0-2 0,-1-7 1,-2-2-1,-4 2 624,-1 2-557,-1-6 0,-23-11 0,-8-2 0,-4 0 0,1-1 0</inkml:trace>
  <inkml:trace contextRef="#ctx0" brushRef="#br0" timeOffset="15">30816 8604 7994,'-8'-14'977,"5"4"1,11 2 139,7 2 1,13 1-1,3 5 1,4 0-276,5 0 0,1 2 0,3 2 0,-1 4-88,0 0 1,-5 5-1,-1-3 1,-3 3-1541,-7 1 0,0 0 0,-9 1 0,-4-1-2224,-3 0 3010,-8 1 0,-22 18 0,-13 6 0</inkml:trace>
  <inkml:trace contextRef="#ctx0" brushRef="#br0" timeOffset="16">31464 8719 7948,'-10'0'1118,"2"2"96,2 3 1,1 3-1,5 6 1,2 0-87,2 1 1,3 4 0,6 2 0,-1 1-1174,4 4 0,2-5 1,-2-1-1,2-1-1197,1 1 1,2-1 0,-4-6 1241,2-4 0,13-22 0,-1-11 0</inkml:trace>
  <inkml:trace contextRef="#ctx0" brushRef="#br0" timeOffset="17">31939 8719 7927,'-21'7'821,"3"1"0,-4 6 1,-2 4 956,-3 6 1,0 1-1,-12 15 1,-1 5-1063,-1 6 1,-9 11 0,24-28-1,-1 0 1,0 1 0,-2 0-851,1 1 0,-1 0 1,0-3-1,0-1 0,1 0 1,0-1-1,-26 28 134,1-2 0,7-5 0,-4-3 0</inkml:trace>
  <inkml:trace contextRef="#ctx0" brushRef="#br0" timeOffset="18">28313 10014 7915,'0'-14'988,"0"-1"1,2 3 256,3 2 1,-4 5-1,4 10 1,-4 6-774,-1 7 0,0 4 1,0 7-1,0 1 738,0 4-1363,0-4 1,-4 7 0,-3-5 0,1 2 0,-2-1 0,2 1-1,-1-1-4541,4-1 4694,1-8 0,-4-35 0,-2-14 0</inkml:trace>
  <inkml:trace contextRef="#ctx0" brushRef="#br0" timeOffset="19">28515 9640 7915,'-15'-13'0,"1"4"0,6 4 957,3 10 1,11 4 0,7 9 0,5 3-1353,-1 1 0,4 2 395,-2 5 0,3 13 0,1 9 0,0 3 0,0 0 0</inkml:trace>
  <inkml:trace contextRef="#ctx0" brushRef="#br0" timeOffset="20">28831 10316 7915,'-22'-1'300,"4"-4"1,7-5 149,6-2 0,3-9 0,4-3 1,3-5 379,4-5 1,6-2 0,4-6 0,3 4-110,1 4 0,2 4 0,-4 3 0,2 1-36,2 2 1,-4 13-1,0 1 1,-2 7-226,0 3 1,2 8 0,-4 6 0,3 9-347,-3 4 0,-1 8 0,-3 2 0,-2 1-392,-1 1 1,-1-6 0,4 4-1,-2 0-906,-1 0 0,1-4 0,5 4 1184,-2-2 0,-1 19 0,-2 9 0,-3 3 0,0 1 0</inkml:trace>
  <inkml:trace contextRef="#ctx0" brushRef="#br0" timeOffset="21">30255 10201 7915,'-8'-6'298,"-4"-1"0,2-2 1,-3 4-1,0 5 760,4 5 0,1 3 0,5 8 0,-4 5 253,-1 7-1082,5 1 0,-8 14 1,6-1-1,2 4 0,1 1 1,2-4-1,2-3 304,3-2 0,3-11 1,8 0-1,3-6-322,5-8 0,5-5 0,4-11 0,5-5-36,4-7 0,-4-13 0,-1-3 1,-3-4-49,-7-5 1,-5-8 0,-9-3 0,-3 0 3,-6 3 1,-5 3 0,-10 2-1,-13 1-177,-11 4 0,-7 5 0,-3 9 0,-1 6-779,-2 7 0,0 6 0,6 11 0,4 9-381,4 7 0,12 7 1,8 3-1,7 3-2172,6 2 3378,7 1 0,22 7 0,10 5 0,5 3 0,0 1 0</inkml:trace>
  <inkml:trace contextRef="#ctx0" brushRef="#br0" timeOffset="22">30759 10647 7925,'-8'-9'379,"3"-1"1,3-1 690,2-2 0,0-3 0,0-1 0,2-6-160,3-4 1,3 5-1,6-10 1,2 0-192,3 1 0,-1-1 0,6 0 0,2-1-239,1 1 0,3-3 1,2 3-1,2 3-261,-2 3 1,3 9-1,-2-1 1,-1 7-40,-1 6 0,-3 7 1,0 7-1,-4 11 30,-5 5 1,-10 10-1,-4 4 1,-3 4-17,-2 5 0,0-2 0,-2 5 1,-1 0-308,-2 1 1,-6-4 0,3 3 0,0-3-954,3-7 1,4 1-1,1-9 1,1-2-963,4-6 1,3-4 0,6-8 2027,1-4 0,18-40 0,6-17 0</inkml:trace>
  <inkml:trace contextRef="#ctx0" brushRef="#br0" timeOffset="23">31521 10417 7925,'7'8'2303,"2"-3"0,6-4-975,4-1 0,3 0 1,9 0-1,2-1-658,6-4 1,-3-3 0,3-6-1,1-1-674,1 1 0,-4-5 1,-5 0-1,-6-1-363,-7 0 0,-10 2 1,-4-4-1,-6 1-375,-9 3 1,-8 2 0,-15 3 0,-7 4-276,-6 4 1,-6 5-1,-5 5 1,1 6 985,3 7 0,-1 10 0,6 11 0,3 2 717,5 3 0,11 0 0,12 3 0,6 1 125,6-2 1,11-8 0,10-4-1,11-5-513,10-5 0,6-4 1,4-7-1,2-3-737,2-5 1,-4-4-1,1-1 1,-4 0-849,0 0 0,-8 0 1287,-2 0 0,-49 13 0,-12 3 0</inkml:trace>
  <inkml:trace contextRef="#ctx0" brushRef="#br0" timeOffset="24">29464 11597 7925,'0'-19'135,"0"0"0,-2 3 0,-1 3 0,-2 3 891,2-1 0,0 6 0,0 7 0,-2 11-87,2 9 0,1 7 1,2 6-1,-1 8-424,-4 8 1,3 10-1,-3 3 1,2 1-27,-1 4 1,0 3 0,-5 6-1,4-36 1,0 0-337,1 0 1,0 0-1,-2 3 1,-1-2-1,-2 32 1,-2-4-644,1-7 1,-1-8 0,6-8 0,2-12-1938,1-8 0,4-9 357,3-10 1,1-4 2069,4-10 0,9-67 0,-11 25 0,0 0 0</inkml:trace>
  <inkml:trace contextRef="#ctx0" brushRef="#br0" timeOffset="25">29407 11712 7925,'-15'-22'241,"1"2"0,1 9 977,3 2 0,6-1 0,8-3-282,6 4 1,9 2 0,7 7-1,4-1-268,4-4 1,6 3 0,-4-2-1,3 2-183,-1 2 1,0 0-1,6 0 1,-3 2-177,-2 2 1,1-1-1,-7 7 1,-1 1 16,-2 2 0,-7 1 0,-4 1 0,-5-1-87,-4 1 0,-4-1 1,-7 2-1,-4 2 31,-5 1 1,-4 5 0,-5-5 0,-7 0-370,-6 2 0,0 0 1,-6 3-1,-2-5-322,-2-3 0,-1-3 0,0-2 0,2-3-1048,2-2 0,4-1 1,8-5-1,3 0-2439,5 0 3908,3 0 0,33-26 0,9-6 0</inkml:trace>
  <inkml:trace contextRef="#ctx0" brushRef="#br0" timeOffset="26">30529 11050 7925,'-29'8'270,"2"5"1,4-3 0,7 4 577,5 5 1,3 3 0,-1 9 0,4 2 505,3 6 0,2 2 0,-1 4 0,-3 3-717,0 5 0,-3 1 1,4 1-1,-3-4-379,-2-2 1,4 4 0,-2-5-1,1-3-661,0-5 0,1 0 1,4-7-1,0-1-1334,0-1 1,4-4-1,3-3 1737,1-5 0,1-29 0,6-7 0</inkml:trace>
  <inkml:trace contextRef="#ctx0" brushRef="#br0" timeOffset="27">30773 11640 7925,'0'-14'0,"0"-1"2086,0 1 1,0 0 2028,0-1-3437,0 7 1,-1 3 0,-6 12 0,-6 6-207,-4 4 1,-9 9 0,4-1-1,-2 6-182,0 2 0,0 7 1,-5-1-1,2 1-140,3-2 1,8-3 0,8-6 0,2-2-466,3-3 1,7-5-1,7-9 1,7-7-227,6-6 0,3-7 0,4-9 0,1-5 243,1-3 1,-1-2 0,-6 0 0,-4-1 137,-1-4 1,3 4-1,-5-2 1,-3 5 312,-5 3 1,0 6 92,-6-1 1,0 11-1,-5 8 1,0 10 30,0 7 0,-5 6 0,-1 5 0,-1 3-206,1 2 0,1-2 0,5 2 1,0-2-724,0-3 0,0 1 1,0-2-1,2-1-1216,3-2 1,3-6 1867,6 1 0,-6-3 0,-2-2 0</inkml:trace>
  <inkml:trace contextRef="#ctx0" brushRef="#br0" timeOffset="28">31363 11640 7887,'-19'-10'512,"0"1"1,1-1 727,2 2 0,3 0 0,2 5-130,2-2 1,-1 1-1,-3 5 1,2 6-606,1 7 0,1 7 0,-6 9 0,1 2-210,0 2 0,-1 6 0,3-2 0,2 4-226,5 1 0,-1-2 1,1-1-1,3-3-675,6-2 0,4-3 0,6-8 0,2-5-304,3-3 0,2-3 0,4-3 0,-1-6-584,2-2 0,6-4 1,2-4 1493,-2-8 0,3-20 0,5-11 0,2-5 0,0 0 0</inkml:trace>
  <inkml:trace contextRef="#ctx0" brushRef="#br0" timeOffset="29">31665 11842 7887,'0'-15'1842,"0"1"-636,0-1 0,2 6 0,3-1-366,4-1 0,4 3 0,1 0 0,2 0-242,4 0 0,-4 3 0,4-4 0,0-1-332,-1 2 0,1-5 0,-2 5 1,0-1-291,-6-1 0,1 0-385,-8-4 0,-8 6 1,-12 3-1,-7 5-53,-5 5 0,-8 5 0,-2 9 0,-1 5 485,-1 3 0,2 2 0,-1 1 0,5 2 232,2 2 0,9 4 1,4-3-1,7 0 420,6 1 0,7 4 1,9-4-1,13-1-243,11-6 1,11-2 0,4-7 0,1-4-714,4-5 0,-6 0 1,1-6-1,-2-2-1750,0-1 0,0-4 2031,-5-3 0,19-35 0,-28 13 0,-1 0 0</inkml:trace>
  <inkml:trace contextRef="#ctx0" brushRef="#br0" timeOffset="30">22227 5324 7966,'-14'-8'803,"4"0"1,3 3 738,0-5 1,2-3-748,5-1 1,2 1 0,3 4 0,4 4 0,4 3 0,0 4 166,-4 3 1,4 3 0,-3 8 0,3 1-400,1 2 0,2 5 0,2-3 0,1 0-202,-2 0 0,1 3 0,0-5 0,2 0-155,3 2 0,1-5 1,4 1-1,1-4-110,0-3 0,0-5 0,0 3 1,-1-2-173,1-3 0,0-1 1,0-2-1,-1-2-7,1-3 1,-5-4 0,-1-9 0,-3-3 128,-2-1 1,-1-2-1,1-5 1,1 2 68,-1 3 0,-9-1 1,-2 7-1,-2 4 591,-1 2-453,1 9 1,-3 3 0,1 10-1,3 3-69,2 1 0,2 0 0,4 1 0,1-1-182,-1 1 1,1-6-1,1 1 1,1-1-3,2-1 0,5 0 0,-3-4 0,1 0 0,4 0 0,1-4 0,4-5 0,1-5 0,1-3 0,5-1 0,-4 0 0,-2-1 0,-2 1 0,-1 4 0,-2 1 0,-1-1 0,-2 2 0,-8 0 0,0 5 0,-5-2 0,0 2 0,-3 1 0,0 1 0,-1-4 0,4-2 0,-3-4 0,1 2 0,1-3 0,-2 0 0,3-3 0,-1 1-1421,1 0 0,-3 4-1856,2 0 0,-1 7 0,4 0 3130,-4 6 1,11 44 0,-4 15 0</inkml:trace>
  <inkml:trace contextRef="#ctx0" brushRef="#br0" timeOffset="31">24400 5583 7835,'-29'-7'859,"5"6"1,2-4-1,1 3 300,3 2 0,4 7 0,4 2 0,6 4-344,2 1 0,2 2 1,2 4-1,1 4-267,2 3 0,6 3 1,0 2-1,5 3 24,3 2 1,7 1 0,-2 4 0,4-2-385,6-2 1,-2-1-1,8 0 1,3-7-119,4-4 0,8-9 0,3 1 1,8-7 45,4-6 1,3-10 0,4-6-1,-36 3 1,1-2-89,3-1 0,0-2 0,-3-3 1,-1-1-1,2-2 0,0-1 1,0 0-1,-1-1 60,0-1 0,1 1 1,0-1-1,2 1 1,-1 0-1,0 0 1,-1 1-1,0 2-46,-3 0 1,0 2 0,0 1 0,0 1-1,35-11 1,-3 2 74,-4 3 0,-7 7 1,0 8-1,-7 3-240,-6 2 0,-1 5 0,-3 0 0,0 0 43,-8 1 1,-4-3 0,-3 5 0,1 0-7,4 0 1,-4 0-1,4 3 1,-4-3 64,-1-1 0,0-2 0,0-5 0,-2 0 249,-3 0 1,1 0-1,-4-2 1,0-1 103,0-2 1,-2-5-1,-5 4 1,1 0-463,-1-1 1,-4 1-5383,-1 1 2630,-6 4 1,2-6 2881,-10 7 0,-54-13 0,-19-3 0</inkml:trace>
  <inkml:trace contextRef="#ctx0" brushRef="#br0" timeOffset="32">26846 5338 7755,'-15'10'0,"1"-2"0,-1-2 2510,8-1-1661,0 1 1,10-3-1,5 7 315,7 1 0,10 2 0,2 1 0,7 1-171,3-1 0,6 1 0,6-1 0,3 0-444,2 1 1,2-3 0,3 0-1,2-3-323,1 2 1,-1-3 0,-10 0 0,-8 0-53,-8 0 0,-12 2 1,-9 6-1,-9 3 115,-8 5 0,-18 11 1,-14 9-1,-13 8-184,17-22 0,0 1 0,-2 2 0,0 0 0,-6 2 1,0 0-1,0-1 0,1 1-219,0-1 0,-1-1 0,1-2 0,-1 0 0,4 1 0,2 0 1,1-2-1,1-1-1123,-21 22 0,18-11 0,12-8 0,9-6 1237,8-7 0,23-60 0,6-17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0.6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5337 15093 7843,'-14'-5'948,"0"1"1,4-1 0,0 5 828,-1 0-476,5 0 338,-1 0-997,7 0 1,7 0-1,2 0 54,4 0 0,-3 0 0,-1 0-162,3 0 0,0 0 0,3 0-29,-1 0 0,-4 0 0,-1 0-210,2 0 1,2 0-1,2 0-174,-1 0 0,-4 0 1,-1 0-1,2 0 50,2 0 0,2 5 0,-1-1 46,0 0 0,1-1 0,-1 0-45,0 2 1,1 0 0,-1-5 157,1 0 0,-1 4 1,0 1-80,1-2 1,-6-1 0,1-2-137,1 0 0,-3 0 75,2 0 1,-1 0-235,6 0 0,-6 0 0,1 0-214,1 0 0,2 0 412,1 0 1,1 0-17,-1 0 1,-4 0-64,-1 0 0,1 0-143,4 0 0,1-2-18,-1-2 1,0 2 51,1-3 1,-1 2 68,1-2 1,-1 4-1,0-4 14,1 3 1,-6 2 0,1 0 28,1 0 0,-3 0 1,2 0 49,1 0 1,-3-5-122,1 1 1,1-1-36,4 5 0,-4 0 0,0 0-35,1 0 1,-3 0 5,1 0 1,1 0 245,4 0 0,-4 1-126,0 4 1,-1-3 0,4 4-64,-3 1 0,2-4 0,-2 6 0,3-5 0,1 0 0,0 3 0,1-2 0,-1-2 0,-4 3 0,-1-1 0,3-2 0,0-1 0,3-2 0,-1 5-7,1-1 0,-1 1 1,0-5-13,1 0 1,-6 2-1,1 1-2,1 2 0,-3 0 1,2-5-88,1 0 0,2 0-463,1 0 0,0 0-921,1 0 0,-6 0-771,1 0 1,-5 0 2262,4 0 0,-57 0 0,-9 0 0</inkml:trace>
  <inkml:trace contextRef="#ctx0" brushRef="#br0" timeOffset="1">6531 15180 7330,'2'8'-337,"3"-4"1,-4 0 348,4 0 393,-3-2 638,-2 4 356,0-6-230,0 0-195,-7 0-440,6 0 0,-7 0 517,3 0-252,3 0-388,-4 0-247,6 0 756,0 0 1,6 0-808,4 0 0,3 0 0,1 0-92,1 0 0,-1 0 0,0 0-19,1 0 0,-1 0 0,1 0 36,-1 0 1,0 0-1,1 0 1,-1 0 1,0 0-1,1 0-42,-1 0 0,1 0 1,-1 0-24,0 0 1,-1 2-1,-2 1-26,-1 2 1,0 0 89,4-5 0,0 0 75,1 0 1,-6 0-1,-1 1 29,-1 4 0,4-3-84,-2 3 0,-1-4 0,2-1-41,1 0 0,2 0-18,1 0 0,-4 0 0,0 0 26,1 0 0,-3 0 1,1 0 45,3 0 0,-4 0 0,1 0 89,2 0 0,-3 0 1,2 0-26,1 0 1,2 0-1,1 0-79,1 0 1,-6 0 0,1 0-8,1 0 0,2 0 0,1 0 0,1 0-14,-1 0 0,-4 0 1,-1 0-1,2 0-15,2 0 0,2 0 0,-1 0 0,0 0-37,1 0 0,-1 0 0,2 0 0,2 0 3,1 0 0,0 2 0,-5 1 0,1 2-29,-1-2 0,1-1 0,-1-2 1,0 0 1,1 0 0,-1 1 1,0 2 68,1 2 0,-1 0 1,1-5-20,-1 0 0,0 0 0,1 0 26,-1 0 0,1 0 0,-1 0 1,0 0 1,1 0 0,-1 0 31,1 0 0,-1 0 0,0 0 5,1 0 0,-1 0 1,0 0-12,1 0 0,-1 0 1,1 0-1,-1 0-16,0 0 1,-4 0-1,0 0 1,1 0-70,2 0 1,-4-5 0,1 0 0,1 2-17,2 2 0,1 1 0,0 0 25,1 0 0,-1 0 0,1 0 0,-1 0 7,0 0 0,1 0 0,-1 0 1,1 0 3,-1 0 1,0 0 0,1 0-1,-1 0 1,1 0 1,-6 0-1,1 0 1,1 0 0,2 0 1,1 0 0,0 0 0,1 0 0,-1 0 1,1 0-1,-1 0-40,0 0 1,1 0-1,-1 0 1,1 0 19,-1 0 0,0 0 1,1 0-1,-1 0 38,0 0 1</inkml:trace>
  <inkml:trace contextRef="#ctx0" brushRef="#br0" timeOffset="2">11451 15165 24853,'4'0'8,"12"0"-22,1 0 0,-2 0 1,4 0 21,-3 0 0,-2 0 0,1 0-57,-1 0 0,-4 0 1,-1 0 34,3 0 0,0 0 37,3 0 1,-1 0 0,1 0 16,-1 0 1,-5 0 0,1 0 0,1 0 27,2 0 0,-3 0 0,1 0 0,3 0 31,4 0 0,1 0 0,-5 0 0,1 0-65,-1 0 0,2 0 0,2 0 0,1 0-102,-2 0 1,-5 0-1,-3 0 14,2 0 0,2-1 28,2-4-154,-7 3 1,4-4 0,-2 6 0,-2 0 89,2 0 1,-6 0 0,6 0 80,1 0 0,-3 0 1,0-2 214,-1-3-158,4 4 1,-3-6-160,6 7 0,-4 0 33,-1 0 0,-4 0 21,5 0 0,-1-4 89,6-1 0,-6 0 0,1 5 1,-5 0-53,4 0 1,1 0-62,4 0 0,-4 0 0,-1 0 95,3 0 0,-4 0 0,1 0 1,2 0 47,2 0 1,2 0-1,-1 0 1,2 0-179,3 0 0,-3 0 0,5 0 0,-2 0-33,0 0 0,2 0 1,-3 2-1,1 1 67,-2 2 0,-1-1 1,-1-4 77,-1 0 0,-4 5 273,-1 0 343,-6 0-665,4-5-608,-7 0 1,0-2-1809,0-3 0,-2 4-1863,-3-4 4332,-9 3 0,-50-6 0,-22-3 0,23 3 0,0 0 0,0 0 0</inkml:trace>
  <inkml:trace contextRef="#ctx0" brushRef="#br0" timeOffset="3">12617 15036 6324,'-8'0'0,"2"0"-434,6 0 822,0 0-305,0-7-59,0 6 0,-2-6 37,-3 7-30,4 0-48,-6 0-58,7 0-360,0 0 433,0-6-102,0 4 44,0-4 18,0 6 98,0 0-56,0-6 0,0 4 0,0-4 0,0 6 0,0 0 0,0 6 0,0-4 0,0 4 0,0-6 0,0 0 0,7 0 0,-6 0 0,6 0 0,-7 2 0,0 2 0,0-2 0,0 4 0,0-6-1,0 0 1,6 0-4,-4 0 1,4 0 4,-6-6 0,0 4-1,0-4 0,0 6 0,0 0 0,6 0 0,-4 0 0,4 0 0,-6 0 0,0 0 0,0 6 0,0-4 0,0 4 0,0-6 0,0 2 0,0 3 0,13 9 0,3 8 0</inkml:trace>
  <inkml:trace contextRef="#ctx0" brushRef="#br0" timeOffset="4">12660 15108 5796,'-8'0'174,"2"0"-144,6 0 5150,0 0-5226,0-7 19,0 6 23,0-6 87,0 7-586,0 0 1,-7-25 0,-1-7 0</inkml:trace>
  <inkml:trace contextRef="#ctx0" brushRef="#br0" timeOffset="5">19882 6360 7154,'0'-15'-60,"0"1"1,-4-1 1541,-1 1 1,-5 4-1155,5 1 1,1-1-1,5-3 1,4 2-1,5 2 1,2-1-1,3 1 340,-1-1 0,-4 7 0,-1-2-309,3 3 1,-4 2-1,0 2-136,-2 3 0,-1 3 1,-5 6-137,0 0 1,0 1 0,0-1 0,0 1-96,0-1 1,-2 0 0,-1 1-1,-3-1-21,-2 1 1,3-6 0,-3 1 0,0-1-139,0-1 1,3 4 0,-5-8-2,-1 0 1,-2-3-1,-1-1-10,0 0 0,4-6 0,2-4 27,2-3 1,1 4 0,5-1 234,0-1 0,6-2 101,4-1 0,3 6 0,-1 1 0,0 3 153,-3-1 1,1 0 0,4 5 56,1 0 1,-6 0-1,-1 2 76,-1 2 0,-3 4 0,-4 7-267,0-1 0,0-4 1,0-1-322,0 3 0,-1-4-220,-4 1 1,-3-1 24,-6 2 1,-1-4-403,1-6-151,6 0 1,-3-1-2161,6-4 3025,0 3 0,31-30 0,6 0 0</inkml:trace>
  <inkml:trace contextRef="#ctx0" brushRef="#br0" timeOffset="6">19954 6345 7795,'-14'0'46,"0"-5"593,-1 1 96,7-1 1,2 3-1,4-1 1694,-3-2-1723,4 0 1,-4 5 483,10 0-576,-4 0 1,12 2-321,-3 3 1,-2-4 0,1 4-66,3-3 1,-4-2-1,1 1-42,2 4 1,-3-3-1,2 3-51,1-4 1,2-1 0,0 2-1,-2 1 10,-2 2 1,1 0 0,4-4-49,1 4 1,-1-3-1,1 2-36,-1-2 1,0 3 0,1 0 0,1-2-56,3-2 1,-3-1-1,5 0 1,-2 0 22,0 0 0,5 0 0,-3 0 0,0 0 49,-1 0 0,1 0 0,-3 0 1,1 0 108,-1 0 0,-2-4 0,-2-1-128,0 2 1,1 1 0,-1 2-54,0 0 1,1 0 0,-2-2-1,-2-1-48,-2-2 1,1 1 0,4 4-41,1 0 0,-1 0 0,1 0 0,-1 0 2,0 0 1,1 0 0,-1 0 28,0 0 1,1 0 0,-1 0 0,1 0 24,-1 0 1,-4 0-1,-1 0 1,2 0-15,2 0 0,-3 0 1,-1 0 34,3 0 0,0 0 0,3 0 0,-1 0 10,0 0 1,1-5 0,-1 0 358,1 2 0,-1 1 1,0 2-198,1 0 1,-6 0 0,1-1-121,1-4 0,2 3 1,1-3-119,1 4 0,-1 1 0,1 0 17,-1 0 1,0-5 0,1 0-1,-1 2 40,0 1 0,1 2 0,-1 0 0,1 0 17,-1 0 0,-4 0 0,-1 0 0,2 0-2,2 0 1,2 0-1,-1 0 1,0 0-5,1 0 1,-1 0 0,0 0 0,1 0-34,-1 0 1,1 0 0,-1 0 0,0 0 24,1 0 0,-1 0 1,1 0-1,-1 0 41,0 0 1,6 0-1,-1 0 1,-2 0-17,-1 0 1,0 0 0,2 0 0,1 0-3,-1 0 0,-1 0 0,1 0 0,1 0 19,-1 0 1,-2 0 0,0 0-1,1 0 7,2 0 1,0-1-1,-3-2 1,2-2-17,1 2 0,2 1 1,-3 2-1,1 0 0,-2 0 0,-1 0 1,0 0-1,2 0 82,1 0 0,0 0 0,-3 0 1,2-2-47,1-2 0,0 2 0,-3-3 0,2 4-16,1 1 1,0 0 0,-3 0 0,2-2-72,1-3 0,0 4 0,-5-4 0,1 3-5,-1 2 1,5 0-1,1 0 1,-3 0-6,-1 0 0,-6 0 0,-1 0 0,3 0 14,0 0 1,3 0 0,-1 0 0,1-1-6,-1-4 1,0 3 0,1-3 23,-1 4 1,0 1 0,1 0 0,-1 0 8,1 0 0,-1 0 1,0 0-9,1 0 0,-1 0 0,1-2 5,-1-3 1,0 4-1,1-4 1,-1 3-15,0 2 1,1 0 0,-1 0 0,1 0 25,-1 0 1,5 0 0,0-1 0,-1-2 12,-2-2 0,-2 0 0,1 5 0,1 0 0,3 0 0,-3 0 0,3-2 0,-3-1-10,-2-1 1,1-1 0,-1 5-1,1 0-10,-1 0 1,2 0 0,2 0 0,1 0 32,-2 0 0,-1 0 1,-1 0-1,-1 0-28,0 0 0,6 0 0,-1 0 0,-2 0 2,-1 0 0,4 0 0,-1 0 0,0 0-22,2 0 1,-5 0 0,4 0 0,0 0 31,-1 0 0,5 0 0,-5 0 1,0 0 21,2 0 0,-5 0 1,5 0-1,0 0-17,3 0 1,-2 0 0,0 1-1,1 3-28,-1 0 0,0 1 1,4-5-1,-4 2-56,-1 2 0,0-2 0,-2 3 0,3-4 24,1-1 1,-2 5-1,-5 0 1,1 0 34,2 1 0,5-4 0,-4 3 0,-3-4 88,-1-1 1,-1 2-1,-1 1 1,0 2 28,1-2 0,-1-1 0,0-2 0,1 0-7,-1 0 1,5 0 0,1 0 0,-3 1-82,-1 4 0,3-3 0,2 2 0,0-2-52,0-2 0,3 0 0,-4 0 0,1 0-29,0 0 0,3 0 1,-3 0-1,0 0 27,-1 0 0,1 0 1,-3 0-1,1 0 75,-2 0 1,4 0 0,-2 0 0,1 0-40,0 0 0,-2-2 0,4-1 0,-1-2 22,-3 2 0,2 2 0,1 1 0,0 0 25,0 0 1,3 0 0,-5 0 0,0 0 45,2 0 0,-3 0 0,4 0 0,0 0-64,1 0 1,-6 0 0,4 0 0,-2 0-67,0 0 0,5 0 0,-3 0 0,0 0-25,0 0 1,4 4-1,-2 1 1,1-2 144,0-1 0,-5-2 0,3 0 0,-1 0-21,-3 0 0,2 0 1,0 0-1,-3 0 7,-1 0 0,3 0 1,0 0-1,-1 0-44,-2 0 1,0 0 0,3 0 0,4 0-2,-1 0 0,4 0 1,-6 0-1,3 0-25,2 0 1,1 0-1,-1 0 1,-2 0 15,-2 0 1,3 0 0,-4 0 0,1 0-28,0 0 1,3-2-1,-5-1 1,-1-2-28,-2 2 1,3 2 0,0 1 0,-1 0 40,-2 0 1,-2 0 0,0 0-1,1 0-2,-1 0 1,2 0 0,2 0 0,1 0-7,-2 0 1,-1 0 0,0 0 0,2 0-3,1 0 0,0 0 1,-3 0-1,2-2-5,1-3 0,2 4 0,-4-4 0,3 3 36,-3 2 1,-1 0-1,-1 0 1,-1 0 63,0 0 1,1 0 0,1 0-19,3 0 1,-3 0 0,3 0-59,-3 0 1,-2 0-1,1 0-51,-1 0 0,1 0 1,-1 0-10,0 0 1,1 0-1,-1 0 1,1 0-7,-1 0 1,5 0 0,0 0-1,-1 0 57,-2 0 0,-2 0 0,2 0 0,2 0 25,1 0 0,0 0 0,-4 0 0,-1 0 91,0 0 0,6 0 0,-1 0 0,-2 0-100,-1 0 1,-1 0-1,-1 0 1,0 0-28,1 0 0,-1 5 0,1 0 0,-1-2-9,0-1 0,1-2 0,-2 1 0,-2 2-19,-2 2 1,1 0-1,4-5 1,1 0 27,-1 0 0,-4 5 1,-1 0-6,3-2 1,0-2-1,3 1 24,-1 3 1,0-4-150,1 4 1,-1-3-353,1-2 1,-6 0-350,1 0 0,-5 5 177,4-1 1,1 1 0,3-3-58,-4 3 1,-1-4 0,-5 6-583,2-1 1,5-3 521,-5 7 0,4-5 0,-4 4-2467,-2 2 3233,-1-4 0,-66 12 0,-16-3 0</inkml:trace>
  <inkml:trace contextRef="#ctx0" brushRef="#br0" timeOffset="7">19954 6403 7641,'-9'-7'0,"-1"-2"447,-1-4 0,5-1 0,-1 1 111,1 3 0,4-3 0,-3 4 0,4-4 0,1-1 1,1 1 21,4 3 1,-2-1 0,7 6 0,0 0-44,-2-1 0,0 4-264,-4-2 1,-2 4-1,3 4 1,-4 6-144,-1 3 0,-1 1 0,-2 1 1,-4-1-216,-1 0 1,-1 1-1,-6-1 1,2 1-68,4-1 1,-4-4-1,3-2-400,-2-2 0,2-1 324,0-5 0,7-8 0,-2-5 0,4-5 143,1 1 1,1-4-1,3 2 1,0 1 363,0 2 0,4 2 453,1-1 1,4 7-231,1 4 0,-4 8 1,-2 6 32,-2 3 0,4 1 0,-5 1-175,-2-1 0,-1 0 0,-2 1-161,0-1 1,-2-1 0,-1-2-1325,-2-1 1,-1-7-396,1 2 0,3-5-2648,-3-5 4168,4 3 0,-18-55 0,-5-7 0</inkml:trace>
  <inkml:trace contextRef="#ctx0" brushRef="#br0" timeOffset="8">12617 15036 6235,'0'9'178,"-2"-1"632,-2-1-514,2-3 1,-4-2 329,6 3 731,0-4-170,-7 6 0,6-6 300,-4 4-499,3-3-538,2 4 550,0-6 1618,0 0-2451,0-6 0,2 4-183,3-3-75,-4 4 0,7-4 381,-3 0-72,-3 0 0,4 4-52,-6-4-135,6 3 1,-4-6-156,3 4 59,-4 2 0,1-4 123,3 6 94,-4 0 1,6-2-46,-7-3-85,0 4-91,6-6 188,-4 1 0,6 3 45,-3-7-98,-4 7 1,6-5-24,-7 3 0,4 2-275,1-7 1,2 6-380,-3-6 1,-2 5 66,3-4 455,3 5 0,-5-7 146,7 6 0,-7-1 1,3 3 70,1-2 1,-6-1 0,6 2-78,-1 0 1,-4-3 0,4 4-43,0-2 1,-4-1-6,3 1 1,1 2 0,0-5 49,2 1 1,-4 1 0,2 3 33,0-2 0,-4-1 0,4 1-40,1-5 0,-4 2 27,7-1 0,-2-1-43,1-4 1,2 4 0,-4 2 12,1 2 0,-3-4 1,3 4 47,-2-2 1,4-2 0,-4-3-25,2 4 0,-3-4-72,4 3 0,-1-2 0,4-3-1,-3 1 1,-4 4 0,3 1 2,-2-3 1,4 4-1,-4-1 22,2-2 1,-3 3-1,5-2 26,1-1 0,-3-2-40,1-1 1,-1-1 0,4 3 0,-4 0-15,-2 3 1,4-1-1,-4-4 4,2-1 1,-3 6-1,4-1-6,3-1 0,-6 3 0,0-2 7,1-1 0,-4 0 1,5 0-1,0 1 1,0-1 1,-3 3 0,3-2 2,-2-1 0,5-1 0,-3-3 112,0 1 0,3 4 1,-4 1-57,1-3 0,0 0 0,3-1 1,-3 2-61,-2 1 1,6 5 0,-4-4 0,1-3-14,1 0 1,-5 2 0,3 0 0,0 1 21,0 1 0,0-5 0,3 3 0,-2-1 63,3 2 0,-4-4 0,1 3-9,2-2 0,1-3 0,-1 1 0,-2 1 6,2 3 0,-3-2 0,2 2-63,1-3 1,-3 0 0,0 2 0,0 2 39,0-3 1,2 0 0,3-3 43,-4 1 0,2-1 0,-4 1 0,-1 0 8,1-1 1,4 1 0,-2 0-38,4-1 0,-3 1 0,-2-1 0,0 1-33,0 0 1,-4 4-1,4 0 1,0-1 5,0-2 0,-3 4 0,3-1 0,0-1-11,0-2 1,-3 4 0,3-1 0,0-1-23,0-2 0,-3 0 0,4 2 0,1 2-16,-2-3 1,5 4 0,-5-1-1,1-2 45,1-2 0,-5 3 1,3 1-1,0-3 39,0 0 0,0 2 0,3 0 0,-1-1 10,1-2 0,-3-1 0,1 0 0,1-1 23,-2 1 0,3-1 0,-5 1 0,2 0-22,4-1 0,-4 1 0,1 0 0,1-1 54,-2 1 1,5-2 0,-4-2-62,4-1 0,-3 0 0,-2 4 0,0 1 14,0 0 1,0-1 0,3 1-1,-3 0 20,-2-1 0,5 1 1,-3-1-1,2 1-26,-1 0 1,-4-1 0,5 2 0,-1 2-76,-1 2 0,4-1 1,-6-4-1,2-1 11,3 1 1,-3 4 0,0 1-1,0-1-11,0 2 1,-3-5-1,3 4 1,0-4-56,0-1 1,0 4 0,3 0 51,-1-1 0,-1-2 1,4-1-1,-2 0 53,-1-1 0,-1 1 1,4-1-21,-3 1 1,3 0-1,-5-1 1,1 1-18,1-1 1,-1 1-1,4 0-20,-3-1 0,3 1 0,-5 0 0,1-1-13,1 1 0,-2-1 0,3 1 35,-1 0 0,-1-1 0,4 1 0,-2-1 62,-1 1 1,-6 0 0,6 1 0,0 2 5,-2 1 1,4 0 0,-4-4 0,2 0-61,0-1 0,-1 1 1,6 0-1,-1-1-11,0 1 0,-4-1 0,0 1 0,1 0 24,2-1 0,1 1 0,0 1 1,1 2 39,-1 1 1,-4 1 0,-1-6 0,2 1-27,2-1 1,-3 1 0,-1 0 0,1-1-45,-2 1 1,5 0-1,-4 1 1,3 2 30,-3 1 1,4 0-1,-3-4 1,1 0-234,-2-1 0,4 2 0,-3 2 0,1 2 126,-2-3 0,4 0 1,-3-1-1,1 2 60,-1 1 1,2 1-1,-2-6 1,3 2 15,1 4 0,-4-4 1,-1 5-1,1-2-8,-2 1 1,5-1 0,-4-3 0,3 2 2,-3 2 0,4-1 1,-3-4 45,2-1 1,1 1 0,-2-1-1,-1 3-9,1 2 0,-3-3 1,2 4-14,1-4 0,-3-1 1,1-1-11,3 1 1,-4 1 0,1 2-18,2 1 0,1 1 0,-1-4 1,-3 2 31,-2 1 1,5 0-1,-1-2 4,3 2 1,-4-3-1,1 5 1,-1-1-13,-1-1 0,5 2 0,-5-3 0,2 1-34,-1-1 1,-1 3-1,4-1-51,-3-3 0,1 0 25,4-3 1,-1 1 0,-2 1 5,-1 3 0,-2-2 0,3 4 0,-3-2-58,-2 0 0,6 6 48,-3-6 0,4 2 0,0-3 8,-4 1 0,4 1-48,-3-6 1,2 2 0,1 2 46,-3 2 0,1 4 0,-5-3 0,1 0 36,-1 0 0,4 3 0,-4-3 0,1 0 29,-1 0 0,4 3 1,-4-3-1,0 0-70,1 0 0,2 4 0,-2-4 0,1 0-31,3 0 0,-3 3 0,2-5 48,1-1 0,-3 0 0,0 0 0,0 3 6,0 1 0,-4-2 0,4 2 0,0 1 41,0-1 0,-3 1 0,3 1 0,0-3-3,0 0 1,-3 0 0,3 3 0,0-3-15,0 0 0,-3-3 0,4 5-10,3-2 0,0-2 1,3-4 42,-1 0 1,-4 4 0,-2 0 0,0 1 97,0 1 0,-4-5 0,4 3 31,-1-2 0,4-3-111,-1 1 0,-2 1 0,0 2 0,0 3-8,0 1 0,-4-4-120,6 2 0,-5-4 1,4-1 54,3-1 0,-6 6 0,0 1 0,-1 0 104,0 0 0,6-2-12,-1-4 1,1-1 0,0 2 0,-3 2-11,-1 2 1,2 4 0,-2-5-57,0-1 0,3-2-28,4-1 1,-4 1 0,-2 2 0,0 3-36,0 1 1,-3-2 0,3 2 94,-2-1 1,4 4-1,-4-4 1,1 0-48,-1 0 0,0 3 1,-2-5-1,0-1 0,6 3 0,-4 0 0,1 0 0,-1 0 0,5-1 0,-3-6 0,0 1 0,4 4 0,-6 1 0,2-3 0,3 0 0,-3-1 0,2 2 0,-1 1 0,-1-1 0,5-2 0,-3 0 0,1 2-58,-2 2 0,4-1 0,-3-4-58,3-1 1,-4 2 0,1 2-46,1 2 1,2-1 0,0-4 0,-2 1 98,-2 3 1,1-3 0,4 4 0,-1-4 71,-3-1 0,2 4 1,-4 0-1,2-1 33,0-2 0,-1-1 1,6 0-1,-3-1 4,-2 1 0,3 0 1,-4-1-1,4 1-56,2-1 1,-6 1 0,1 0-1,1-1-90,2 1 1,1-5-1,0-1 1,1 3 31,-1 1 1,1 1 0,-1 1 0,0 0-25,1-1 1,-1 1 0,1 0-1,-1-1 17,0 1 1,1-5 0,-1-1 0,1 1 107,-1-2 1,2 5 0,1-4 0,3 0-47,-3 1 1,4-5 0,-2 5-1,0 0 30,2-2 0,-3 4 1,4-6-1,1 1 43,-1-1 0,-5 6 1,4-4-1,-2 0 47,1-3 0,4 2 1,-4 0-1,1-1 28,0 1 1,3 3-1,-3-4 1,-1 1-139,1-1 1,3 4 0,-3-5 0,0 0-25,0 2 0,-1 0 1,-2 4-1,1-1 10,-1 1 1,3-3-1,-2 2 1,0 2 39,2 1 0,-4-4 0,6 0 0,-1-1 78,0 0 1,-4 0 0,3 4 0,-2-4-31,0-1 0,5 2 1,-3-2-1,0 0-61,-1-1 0,4 4 1,-3-5-1,0 0-3,0 2 1,0-4 0,-4 5 0,2 1-30,-1-1 0,3-3 0,-2 5 0,-2 1 78,-1 2 0,4-3 1,-1 0-1,-2 1-30,-1 2 1,0-3-1,2 0 1,3 0-28,1-2 0,-3 5 0,4-5 0,-1 2 0,0 0 0,-2-1 0,2 4 0,0-1 0,1-2 0,-6-2 0,2 3 0,-1-1 0,1 2 0,-3 1 0,3 1 0,-3 1 0,-1-1 0,-1 1 0,1-2 0,-3-2 0,-2-1 0,3 0 0,-4 5 0,4-1 0,1 1 0,1 0 0,-1-1 0,1-1 0,-1-3 0,2 3 0,2-3 0,1 1 0,-2-1 0,4 1 0,-2-4 0,-1 0 0,-2-1 0,3 1 0,0-4 0,0 2 0,2-1 0,-5 2 0,3-1 0,-3 0 0,-1 2 0,-6 0 0,1 4 0,1-1 0,2 1 0,1-2 0,-1 0 0,-2 3 0,-1 1 0,-1 1 0,6 1 0,-2 0 0,-4-1 0,4 1 0,-3-1 0,2 1 0,3 0 0,-1-1 0,1 1 0,-1 0 0,0-1 0,1-1 0,-1-1 0,1-3 0,-1 3 0,0-1 0,1 1 0,1-3 0,3 3 0,-5 1 0,4 0 0,-4-2 0,2-1 0,2 0 0,-4 5 0,-1-1 0,-3 1 0,2-1 0,-2 1 0,1 0 0,-1-1 0,2 1 0,-2-1 0,3 1 0,1 0 0,-1 4 0,-2 0 0,-1-1 0,-7 5-1608,3-7-1687,-6 11 1716,0-4 1,0 8-33,0 2 0,0 0 0,-1 5 1611,-4 2 0,-29 21 0,-12 7 0</inkml:trace>
  <inkml:trace contextRef="#ctx0" brushRef="#br0" timeOffset="9">12703 10043 7968,'-9'0'967,"-1"0"0,5-5 1,-3-1-1,2-2-551,3-3 0,1-2 1,2-2-1,0-1-74,0-3 1,2 2 0,1-7 0,3-2 693,2-1-831,-4-2 0,7-1 0,-5-2 1,2-3-1,3-1 0,2 0 0,2 1 147,-1-1 1,0 1-1,2 3 1,2-1-57,1 1 1,5 1 0,-5 3 0,0-1-62,2 0 1,0 2-1,3 1 1,-5 4-24,-3 1 0,3 3 0,0 7 0,1 3-22,0 2 0,-4-4 0,4 4 1,-4-1-275,-2 1 0,5 0 0,2 2 0,0 0 76,0 1 1,-2 1-1,-3 2 1,1 0 13,2 0 0,1 0 0,-6 0 0,0 0-7,1 0 1,-1 0 0,1 0 0,-3 2-10,-2 2 1,3-2 0,-4 4 40,4 1 0,1-1 0,-1 5 0,-2-3 42,-1-1 1,-5 4-1,4-2-41,3 4 1,-4 0-1,0-2 1,0-1 32,0 1 0,-5 2 1,3 0-1,-1-2 16,0-2 1,1 1 0,-3 4 0,4 1-26,1-1 1,-5 1-1,3-1 1,1 0-29,2 1 0,-1-6 0,0 1 0,0-1-25,0-1 1,0 5 0,3-5-1,-1 2 14,1-1 1,2-5 0,1 2-1,1-1 17,-1 0 1,1-1-1,-1-4 1,0 0 130,1 0 0,6 0 0,1 0-42,0 0 1,-1-4 0,-7-3 0,1 1-45,-1-1 0,1-2 0,-1 2 1,0 1-43,1 0 0,4-6 0,0 3 0,-1-2-45,-2 1 1,3-3-1,0 4 1,0-4-40,2-1 0,-5-1 0,5 1 0,-2-1-11,0 1 1,2-5-1,-3 0 1,1-1 70,-2 0 0,-1 4 1,-1-4-1,1 3 63,3-2 0,-3 1 1,3-4-1,-3-1-25,-2 1 0,6 3 0,-1-4 1,-2 3-58,-1 2 1,-1-3 0,-1 2 0,1 0-13,-1-2 1,0 3 0,1-4 0,-1 1 3,0 4 1,1-4 0,-1 2 0,1 1 3,-1 2 0,0 2 1,1 1-1,-1 2 4,1 1 1,-1 1 0,0-4-1,1 3 6,-1 5 0,-4-3 1,-1 0 4,2 0 0,-3-3 1,0 5-2,-1-2 1,-1 5 16,-1-2 0,-2-1-18,7 1 108,-7-6-23,3 9 1,-6-3-89,0 10 1,0 3-1,-1 6 1,-2 1-87,-2-1 0,-6 5 1,3 2-1,-2 1-193,0 4 0,1 1 0,-6 2 0,1 0 87,0 0 1,-1 4 0,1 1 0,1-2 122,4-2 0,-3-1 1,6 0-1,0-1 83,-1 1 0,2-5 0,5-2 0,0-1 25,0-3 0,2-2 0,1-2 0,4 1 4,1-1 1,-4-1-1,6-4 1,0-2 22,-2-1 1,4-3 0,-2 5-5,3-1 0,1 2 0,-1-2 0,-2-1-21,-1 1 1,-1 2 0,6-2-1,-1-1 51,0 0 1,1 4 0,-1-4 0,1 1-9,-1-1 0,0-1 1,2-4-1,2 3 14,1 0 0,5 1 0,-5-5 0,0 0 34,2 0 1,-3 0 0,6 0-1,0 0-20,-2 0 0,4 0 0,-6 0 0,3-1-58,2-4 1,-4 2-1,0-5 1,-2 0-40,0 0 0,7 3 1,-2-3-1,2 2-10,-3 2 0,5-2 1,-6 1-1,2 2 14,0 1 0,-2-2 0,4-1 0,-4 2 58,-1 1 1,5-3-1,-4 0 1,2 2-5,0 2 1,-6-4 0,1 0 0,-2 2-32,3 1 1,-4 2 0,3 0 0,-3-1-24,-2-4 0,0 3 0,1-3 0,-1 4-31,1 1 0,-1 0 0,0 0 0,2 1 24,4 4 0,-8-3 1,6 4-1,0-1-3,-2 0 1,0 1 0,-2-3 0,0 4 13,1 1 0,-1 0 0,0 3 0,-1-1 5,-3 1 1,3 2 0,-5 1 0,1 0-19,1 1 0,-5-1 0,3 0 0,0 2-19,0 4 0,0-4 1,3 3-1,-3-2-41,-2 3 1,4-4 0,-4 4 0,1 0 133,-1-1 1,0 1-1,-3-2 1,2 1-32,-2-1 1,-1 3-1,-2-2 1,0 0-75,0 2 0,2-4 1,1 6-1,2-1-281,-2 1 0,-2-6 0,-1 2 20,0-3 1,0-1 0,2-3-702,3-2 1,-4-2-396,4-3 1,-3-5 0,-4 1-875,-3-4 2252,4-8 0,-51-13 0,-24-5 0,25 6 0,1-1 0,-1 1 0</inkml:trace>
  <inkml:trace contextRef="#ctx0" brushRef="#br0" timeOffset="10">14243 6978 7808,'0'-14'491,"0"0"1,0-1 0,0 1 274,0-1 1,1 9 0,3 6 0,0 8-87,0 5 1,2 8 0,-1 2 0,-2 5 1158,-1 0-1588,4 1 0,-4 2 0,2 1 0,-2 3 1,-2 0-1,0 2 0,0-1 9,0 4 1,0 2 0,-2 1 0,-2 2-219,-6 3 1,2-3 0,-2 3 0,1-5-111,1-5 1,-3-1 0,6-7 0,2-1-354,1-7 1,2-4-189,0-4 0,2-6-346,2-3 1,0-3 0,4-4 467,-2-3 0,4 2 0,-4-6-2924,2-3 3411,-5 6 0,-48 44 0,13-10 0,0 0 0</inkml:trace>
  <inkml:trace contextRef="#ctx0" brushRef="#br0" timeOffset="11">14027 8345 7862,'-13'-6'1093,"4"-4"0,2-3 1,10-3-1,7-4-82,9-9 1,8-2 0,9-7 0,5-3 51,5-6 0,10 1 0,0-5 0,3 1-190,-3 4 0,2 1 0,-7 3 0,0 4-459,-3 4 1,-5 6-1,-4 2 1,-6 4-1059,-2 1 1,-9 7-1,-3 6-2963,-3 1 2315,-8 2 0,0 12 0,-5 2 0,2 4-4751,-2 2 6043,-1-1 0,-21 13 0,-5 3 0</inkml:trace>
  <inkml:trace contextRef="#ctx0" brushRef="#br0" timeOffset="12">14847 7870 8181,'-22'0'1542,"1"0"0,8-1-507,3-4 1,4 2 0,8-7 0,4 1-145,8 1 1,1 0 0,6 4 0,-1 0-371,4 0 1,2 3-1,0 1 1,-4 0-267,-1 0 1,-2 1 0,-5 4 0,1 6-386,-1 7 0,-6 0 0,-5 6 0,-6 3-406,-7 5 1,-9 4 0,-6 8 0,-6-1-51,-2 0 0,-7-6 0,3-4 1,-1-2 206,-1-3 0,12-12 0,0-6 373,5-7 1,9-16-1,10-4 1,6-6 253,6-1 0,6 2 0,4-3 1,3 2 850,1 2 0,2 2 1,-6 6-1,1 2-424,0 2 1,-4 5-1,4 0 1,-4 4-678,-2 4 0,0 4 1,1 8-1,-1 4-2734,0 4 1,1 3 2735,-1 2 0,-12 38 0,-4 9 0</inkml:trace>
  <inkml:trace contextRef="#ctx0" brushRef="#br0" timeOffset="13">12761 15496 7986,'-6'-14'112,"-4"1"0,-1 2 3572,1 1-3105,4 7 0,7 1 0,3 9 0,2-1-26,2 1 1,-3 4 0,3-2 0,0 4-187,0 1 1,-3 6-1,3 0 1,-1 1-31,1 0 1,-4 5 0,0-4 0,-2 2-123,-2 0 0,2 5 0,1 4 0,2-1-20,-2-1 1,0-3 0,2 3-1,3 1-55,0 1 0,5-4 1,-4-5-1,4 0-29,1-2 0,6 6 1,-1-6-1,0 2 85,2 0 0,-5-6 1,4 2-1,0 0 8,-1-1 1,5 0 0,-3-5-1,-1 1-35,1-1 1,3 0-1,-3 1 1,0-2-7,0-4 1,4 4 0,-1-3-1,2 2 2,-2 3 1,3-2-1,-3-2 1,5-3-83,4-2 1,-3 4 0,4-5-1,-2-1 71,2 3 1,-4-6 0,5 4-1,0-3-26,4-2 1,-3-2 0,1-1 0,0-3-138,0-2 0,-1 3 1,3-3-1,-4 0 56,0 0 1,-4 0-1,4-3 1,0 1-32,3-1 1,-1 0 0,0-1 0,-2 3-30,-3-2 0,3-7 0,0-1 0,0 1 70,1 2 1,-3 2-1,-2-2 1,1-2 61,1-1 0,5 0 0,-2 5 0,-1-1 90,0 1 0,5-1 0,-2 3 1,2 0-210,-1 3 0,2 1 0,-2-3 0,2 1 0,2-1 0,-1 3 0,-2 0 0,-2 0 0,2 0 0,0 3 0,-2-3 0,-4 2 0,-4 3 0,1 1 0,1 2 0,1 0 0,-1 0 0,-3 2 0,-5 1 0,-3 3 0,0 2 0,-7 2 0,2 6 0,-6 1 0,-4 2 0,4 7 0,-6-2 0,1 3 0,2 2 0,-6 0 0,4 0 0,-2-1 0,2 1 0,-3-2 0,4-3 0,-1-5-324,-1-3 0,3-1 0,-4-1-153,2 1 0,1-7 267,-1-4 1,-3-4 0,2-4 122,-2-6 0,0-4 0,1-4 0,2-1-17,-2 1 0,0-3 0,0 1 0,4-1 33,1 0 1,-4 2 0,4 3 0,0-2 76,0-1 1,0 0 0,4 5 0,-3-2-37,2-4 1,2 4 0,2-1 0,-1 2 269,0 1 1,1 4-1,-1-6 1,0 5 109,1 0 0,-1 3 1,1-1-1,-1-1-71,0 2 1,1 2-1,-1 6 1,1-2-228,-1-3 0,5 4 0,0-4 0,-1 3-52,-2 2 0,-2 2 0,1 1 0,-1 2 0,0-2 0,2 3 0,2 1 0,1-1 0,-1 1 0,3-1 0,-2-3 0,0 2 0,2-2 0,-5 3 0,4 1 0,0-1 0,-1 1 0,5-1 0,-3-3 0,-1 4 0,1 1 0,5-4 0,-4 4 0,2 0 0,0 0 0,-2-3 0,6 3 0,-3-1 0,1-4 0,4 3 0,-6-1 0,5 0 0,4 1 0,-2-4 0,2 4 0,-1-1 0,2 0 0,-4 0 0,4-4 0,-4 2-1,-1 2 1,-2 2 0,-1-4 0,-4 2-113,-1-2 1,3 3 0,-3 1-1,-1-1 16,1 0 1,3-1 0,-3-3 0,0 1 115,0 2 0,3 0 1,-4-4-1,3 2-7,2 2 1,-2 0 0,1-5 0,0 0 28,-2 0 0,0 2 1,-2 1-1,2 2 10,0-2 0,6-2 0,-6 1 0,2 1-3,0 2 0,-2 0 1,2-4-1,-5 2-36,-3 2 1,-1 0-1,-1-5 24,1 0 0,-1 0 1,0-2-37,1-2 0,-3 0 0,0-5 0,-3-2 0,-1-2 0,3-1 0,-1 1-11,1 3 1,-4-3 0,-1 5 0,-1-1 20,0-1 0,6 1 0,-3-6 1,1 1-11,1-1 0,-5 6 0,3-1 0,0-1 0,0-2 0,-3 0 0,3 2 0,-2 2 0,-3-3 0,4 4 0,-3-1 0,0-2 0,2 3 0,0-2 0,1-1-65,-1-2 1,4 2-1,-4 0 1,2-4 28,3-1 1,-3 4-1,0-8 1,0 4 59,0 2 0,-5 4 0,2 1-150,-3-2 0,-2 3-1458,0-2-737,0 7 1160,0-4 1,-2 7-148,-3 0 1,2 0-223,-6 0 1,4 0 1529,-5 0 0,-37 16 0,-18 7 0,-6 1 0,0 0 0</inkml:trace>
  <inkml:trace contextRef="#ctx0" brushRef="#br0" timeOffset="14">18127 15208 7790,'-6'-8'1236,"4"-4"-446,-3 2 0,4 2 0,1-2-560,0-1 1,1-2 0,4-1 0,3 0 0,2 1 0,-2 2 0,0 1 0,-2-1-154,1-2 1,2 3-1,-2 1-547,1-2 1,-5-2-1,2-1 1,-4-2-544,-1-4 1,5 3 1012,0-7 0,-2-24 0,-1-11 0,-2-8 0,0 1 0</inkml:trace>
  <inkml:trace contextRef="#ctx0" brushRef="#br0" timeOffset="15">18214 14172 7803,'0'-14'12,"0"0"0,-2-1 3,-3 1 1,4-2-1,-4-2 1,2-3-283,-2-1 1,3 3 0,-3-7 0,4-2 266,1-4 0,8-16 0,3-8 0,1-3 0,0 1 0</inkml:trace>
  <inkml:trace contextRef="#ctx0" brushRef="#br0" timeOffset="16">18271 13093 7833,'0'-28'29,"-5"-1"1,0 0-1,2 0 247,2 0 1,1 1 0,0-1-1,0 0 963,0 0-1267,0 1 1,0 4 0,0 0 0,0 0 0,0 0-1,0 0 1,0 0-1516,0 1 1543,0 2 0,12-19 0,4-6 0</inkml:trace>
  <inkml:trace contextRef="#ctx0" brushRef="#br0" timeOffset="17">18329 12216 7875,'-7'-23'50,"-2"4"0,-4-2 1,0 0-1,2 1 357,1-1 0,7-3 0,-2 3 1,4-1-265,1-4 0,0-1 1,0-2-1,1 0-421,4 1 0,-2-3 0,7-1 0,1-1-711,2 1 1,-4 1 988,1 3 0,-7-33 0,4-8 0</inkml:trace>
  <inkml:trace contextRef="#ctx0" brushRef="#br0" timeOffset="18">18343 11151 7899,'0'-29'0,"0"0"18,0 1 1,0 4-1,0 0 1,0-2 163,0-1 0,0 0 1,0 1-1,0 2 28,0-1 1,0 1 0,0-2 0,0-1-17,0 1 1,0 2 0,0-1 0,0 1-269,0-2 0,0 5 0,0 2 1,0 2-242,0-3 0,-5 4 1,0-3-1,2 3-129,2 2 1,1-1 0,0 1-1,0 0 201,0-1 1,0 1-1,0-1 1,0 1 242,0 0 0,0-1 0,0 1 0,0 0 3,0-1 1,0 1 0,0-1 0,0-1 79,0-3 0,0 3 1,0-3-1,0 3 81,0 2 1,1-6-1,2 1 1,2 0 3,-2-2 1,4 5 0,-2-3 0,-2 2-57,-2-3 0,4 4 1,0-4-1,-2 0-154,-1 1 1,3-2-1,-1 4 1,1-4-71,2-1 0,-6 3 0,4-4 1,-3 1-162,-2-1 1,0 6 0,0-4 0,0 2 108,0 0 1,0-5 0,0 4 0,0 1 174,0-2 0,0 6 0,0-5 1,0 3 10,0-2 0,0 3 0,1-5 0,2 2 32,2-1 1,6-4 0,-1 4 0,3-3-7,1-2 0,1 2 1,-1 1-1,0 0 17,1-1 0,-6 4 1,1-3-1,-1 1-177,-1 3 0,0 2 0,-4 2 0,0-1 10,0 1 1,-3 0 0,-1-1 0,-1-1 169,-4-3 1,3 3 0,-3-5 0,2 2 27,-2 0 0,4-5 0,-4 3 0,3-1 106,2-4 0,0-1 1,2-2-1,3-1-67,4-4 0,3 2 1,-1-4-1,-2-1-137,3 0 1,-1 4 0,0-4-1,-3 2-73,-2 3 1,4 6 0,-5 4 0,-2 1-112,-1 3 0,-2 2 0,-2 3-149,-3 4 1,-1 1 334,-4 3 0,-22-16 0,0-9 0</inkml:trace>
  <inkml:trace contextRef="#ctx0" brushRef="#br0" timeOffset="19">17825 16475 7865,'-6'9'553,"-4"1"0,-3-6 0,-1 4 0,1-3 935,4-6 1,2-6 0,9-7-1,3 1-623,4 4 0,4-4 0,1 3 0,1-1-292,-1 1 1,2-1-1,2 5 1,2-1-170,3 1 1,-4-4-1,5 6 1,0 0-205,-2 3 1,1 1 0,-6 0 0,2 0-113,-1 0 1,-2 0-1,-3 1 1,-4 4-85,-4 5 0,-3 7 1,-2 4-1,-2 2-195,-3 2 0,-7-3 1,-9 2-1,-2 2-309,-2 1 0,3 0 1,-2-1-1,-2-4-61,-1-1 0,4-2 0,4-6 0,3-3-1093,2-5 1476,6 3 0,9-7 0,12 4 159,5-4 0,1 1 0,-3 1 1,2 4 398,1 1 0,0 1 0,-3 6 1,2-1 134,1 0 1,0 2 0,-6 2 0,-2 3-17,-2 1 1,-1 1 0,2 2 0,-5-1-139,-4 2 1,-1-4-1,0 2 1,0 0-97,0-2 0,-6 1 0,-4-6 0,-2 4-80,-3 2 0,-1-6 1,-1 1-1,-4-5-245,-1-4 1,-1-4-1,-2 3 1,1-2-504,-2-3 0,4-3 0,-1-4 1,3-6-1433,2-3 1,2-1 0,2 0-3020,-1-1 5014,7 1 0,8 25 0,8 7 0</inkml:trace>
  <inkml:trace contextRef="#ctx0" brushRef="#br0" timeOffset="20">17811 17813 7865,'-13'-8'523,"3"-7"469,6-7 0,10-13 0,10-10 0,11-11-255,10-10 1,-14 30 0,2-1-1,1-2 1,2 0 0,2-2 0,1 0-226,2 2 1,1 0 0,-1-1 0,0 0 0,-1 2 0,1 1 0,0 0-1,0 2-94,0 0 0,-1 1 1,-2 4-1,-1 1 1,29-29-1,-9 9-320,-4 4 0,-6 8 0,-4 5 1,-5 7-565,-8 5 0,-6 4 1,-4 2-1,-3 1-5531,2 4 1528,-4 2 4469,-1 7 0,-51 51 0,18-19 0,-1 0 0</inkml:trace>
  <inkml:trace contextRef="#ctx0" brushRef="#br0" timeOffset="21">18602 17064 7849,'-14'0'1882,"-1"0"0,6-4 3462,-1-1-2176,7-6-2775,-4 9 0,7 2 0,0 10 0,0 2-93,0 3 1,0 6-1,0 3 1,0 3-39,0 2 0,-6 1 0,-4 2 0,-1 1 47,2-1 0,-4-1 0,3-2 1,-1-2 0,2-3 0,2-3-317,7-7 1,2-6 0,3-3-1,4-5-192,4-5 0,6-8 0,0-6 0,0 1 214,2 2 1,-5 2 0,5 1-1,-2 2 245,0 1 0,1 2 0,-4-3-602,3 2 1,-3 1 0,3-2 0,-3 5-1446,-2 4 1,1-4 517,-1 0 0,0-5 0,1 4 0,-2-2-2962,-4-3 4231,4-2 0,-11-59 0,1 29 0,0 0 0</inkml:trace>
  <inkml:trace contextRef="#ctx0" brushRef="#br0" timeOffset="22">18875 16978 7849,'-6'-8'134,"0"-5"1,-6 5 729,3 0 1,4 2-121,-5 6 0,7 11 1,-2 7-1,4 6 152,1 6 1,0 8 0,0 2 0,0 5-102,0 3 1,0 2 0,0-4 0,-2 4-260,-3 1 1,4 0 0,-6 2 0,3-5-510,-1-4 0,-2-7 0,4-3 0,-2-5-1786,2-5 0,2-4 1759,1-5 0,-32-20 0,-8-5 0</inkml:trace>
  <inkml:trace contextRef="#ctx0" brushRef="#br0" timeOffset="23">18631 8273 7460,'0'-14'-1183,"1"-1"1782,4 1-555,-3 6 0,6-3 0,-5 4 0,2-1 0,0-1 0,-1-1 0,3 2 0,-1 0 0,2 2-95,0 0 1,-3-6-1,3 3 236,-2-4 1,4-1 0,-5-1 322,-2 1 374,-2 6 433,-1-5-593,0 11 1,0-2-136,0 8 1,-4 0-197,-1 5 1,-5-4-162,5 5 0,-1-7 0,3 3 197,-2 1 0,0-4-330,5 6 1,-1 1-182,-4 4 0,3 1-10,-2-1 0,2-4 0,0-2-259,-2-2 1,2 0-166,-3-1 153,4-3 347,1 4 1,0-7 27,0-4 0,0 2 0,0-7-95,0-1 1,0 3 0,1 0 0,2 0-92,2 0 0,0 3 205,-5-4 1,5-1 150,0-4 1,-1 4 297,-4 0-40,0 7-269,0-10-417,0 12-80,0-6 0,0 14 21,0 2 0,0-1 144,0 2 1,0-5 117,0 4 99,-6-5 0,4 0 0,-2-8 48,2-6 0,-3 2 1,0-2-96,2-1 0,2-2 0,1-1-39,0 0 1,6-1 32,4 1 0,-2 1 0,0 2 541,-2 1-362,5 7 0,-5-2 0,4 10-96,-5 5 0,-4 2 0,-1 3-149,0-1 0,0-4-792,0-1-855,0 1 5,0-2 178,0 5 1000,0-12 0,0 7 529,0-3 0,-12 16 0,-4 9 0</inkml:trace>
  <inkml:trace contextRef="#ctx0" brushRef="#br0" timeOffset="24">18588 8748 7738,'0'10'-122,"-2"-2"1,-1 0 0,-2 0 64,2 3 0,1-3 1,1 0-1,-3 0 65,0 0 21,-1-5 1,3 10 0,-1-4-1,-3 4 177,-2 2 1,3-3 0,-3 0 244,1-3 0,-2-4 1072,4 4-851,0-5 1,5-4-1,0-10-138,0-3 1,-1-1-1,-3 0 1,0-1-212,0 1 1,3-1-1,1 1 1,0 0-80,0-1 1,-5 1 0,0-1-88,2 1 1,2 0-1,-1-1 1,-1 1-3,-2-1 0,0-1 0,5-1 0,0-2-13,0 1 0,0 1 1,0-1-1,0-1 72,0 1 0,0 1 1,0-1-1,0-1-16,0 1 1,0 2 0,0 2 0,-1-1-70,-4 1 1,3 0-1,-3-1 1,2 3-113,-2 2 0,4-3 1,-6 5-1,3-1-53,-1-1 0,-2 7-3,3-2 1,2 2 141,-3-2 1,4 2 0,-1-5 197,-3 1 80,4-4-213,-6 10 1,7-4-1,2 10-92,3 4 1,-4 4 0,4 3 0,-3 2-128,-2 1 1,4 8 0,1-1-1,-2 2 8,-1-1 0,-2 4 0,0 2 1,0-1-132,0-1 0,0-1 1,0 2-1,0 2-86,0-2 0,0-2 1,0-3-1,-2-3 92,-2-5 1,2 2 0,-4-3-20,-1-5 0,4-7 111,-7-11 1,7-3 0,-2-8 0,4-3 50,1-5 1,0-5 0,0-3 0,0-3-50,0-2 1,0-1-1,0-4 1,0 4 22,0 4 0,0-1 0,0 2 1,1 2 74,4 6 0,-3-1 12,3 7 96,-4 6 1,1 13 0,1 10-1,2 4-52,-2 5 1,-1-1-1,-2 4 1,0 1-85,0-1 0,0 0 0,0 4 0,0-4-22,0-1 1,0 0 0,0-3 0,0 1-109,0-2 0,0-5 1,0-3-307,0 2 15,0 2 0,0-7 0,0-6 78,0-8 1,0-6 0,0-5 0,0-3 315,0-1 1,0-4-1,0 5 1,0-1 46,0 4 1,0-2 0,0 2 0,0 1 121,0 2 0,4 2 0,1 0-50,-2-1 1,4 6 0,-1 1 0,2 1 0,-3 3 0,3 5 71,-2 4 1,4 8-1,-5 8 1,-2 1-81,-1 3 0,-2 3 1,0 0-1,0 1-42,0 0 1,0 1-1,0 2 1,-2 2-50,-3-2 1,2-2 0,-5-1-1,2-2-143,2-3 0,-2 2 1,1-7-292,2-1 1,1-10 188,2-8 1,0-8-1,0-12 1,0-4 136,0-3 1,2-2-1,1-1 1,2-2 72,-2-1 1,-1-7 0,-2 1 0,0-2-11,0-3 0,0 6 0,0 0 0,0-1 50,0 3 0,0 2 1,0 10 103,0 5 1,0 12 90,0 12 1,0 10 0,0 13 0,0 3 60,0 2 0,0-2 0,0 2 1,0-1 5,0 2 0,0-4 1,1 4-1,3-4-121,0-1 0,1-2 0,-5-1 0,2-2-147,3 1 0,-4-4 0,4-2-214,-3-3 1,-2-1-1196,0-1-720,0-6 348,0-2-306,0-6 248,0 0 1041,0-6 1,0 3 809,0-7 0,-13-25 0,-3-11 0</inkml:trace>
  <inkml:trace contextRef="#ctx0" brushRef="#br0" timeOffset="25">18343 8431 6194,'8'-1'353,"-3"-4"-137,-4 4 0,-1-7 413,0 3-246,0 3-152,0-4 376,0 6 1216,0 0-1434,0 6 1,-1 2-268,-4 6 0,3 1 0,-2 1 1,2 1-4,2 3 1,0 0-1,0 0 1,0 4-34,0 3 0,0 2 0,0-1 0,0 1-5,0 0 1,2 0-1,1-1 1,2 1 19,-2 0 0,-2 1 0,-1 2 0,0 0-61,0-5 1,0 2-1,0-5 1,0 3-18,0 2 0,-1-5 0,-2-1 0,-2-1-64,2 0 1,1-3 0,2 4 0,0-2-39,0-4 1,5 4 0,1-2 0,1-1-27,-1-2 1,4 3 0,-4 0 0,0-1 59,1-2 1,-2 0 0,-4 1-1,2 2 26,2-1 0,0 0 1,-5-1-1,0 2-42,0-1 1,0 3 0,0-2 0,0-1-79,0-2 0,0-2 1,-2 2-1,-1 2-103,-2 1 0,1-5 1,2-4-1,-1 1-90,-2 2 1,0 6 0,4 0-91,-4-1 1,3-2-1,-3-2-405,4 0 0,-4 1 827,0-1 0,-6 1 0,-3-20 0,-9-5 0</inkml:trace>
  <inkml:trace contextRef="#ctx0" brushRef="#br0" timeOffset="26">18458 8532 7528,'-14'0'-1266,"-1"0"1391,1 0 1,4 0 0,-1 0 0,-3 0 0,-4 0 0,-1 0 0,0 2 0,-2 1 231,-1 2 1,-1 4 0,-2-4 0,1-2-104,-2-1 1,1-2 0,-1 0 0,4-2 81,1-2 0,-3 0 1,5-4-1,1 0 482,2 0 1,-3 4 7,0-6 1,4 7-531,6-2 0,12 3 0,2 2 0,6 0 36,3 0 0,2 0 0,2 0 0,3 0-10,1 0 1,2 0 0,5 0-1,0 0-135,-1 0 1,1 5 0,0 0 0,-2-2-81,-3-1 1,3-2 0,-4 0 0,-1 0-133,-3 0 1,-3 0 0,-3-2 357,-3-3 0,-6 4-322,-8-4 0,-6 3 0,-8 2 1,-2-1-59,-3-4 0,-1 3 0,-5-2 0,1 2-225,-1 2 0,0 0 0,0-2 0,1-1-19,-1-2 0,2 1 0,1 4 0,4 0 265,1 0 0,7 1 1,4 2 39,-1 2 0,4 2 1,4-4-1,8 2 32,9-2 1,2-2 0,8-1-1,2 0 274,1 0 1,2 0-1,1 0 1,2 0 53,2 0 0,-1 0 1,-6 0-1,-1 0-191,-2 0 0,0-4 1,5-1-1,-2 2 63,-3 1 0,-3 2 0,-7-2-496,0-2 0,-2 2 264,-8-3 0,-7 4 1,-16 2-1,-5 2-237,-3 2 0,-3 6 1,-2-3-1,-2 2-130,2 0 1,-3-2 0,1 3 0,2-3-4,2-2 0,1 1 0,2-4 0,3 2-54,5-2 1,3-2 398,2-1 0,7 0 0,7 0 0,8 0 237,5 0 0,3 0 0,1 0 1,4 0 66,2 0 1,-4 0 0,3 0 0,1 0-4,-1 0 0,-4 0 0,1 0 0,-3 0 248,-2 0 0,-4 0-71,-1 0 1,-7 0 0,-2 0-311,-8 0 0,-5 0 1,-3 0-1,-1 0-573,-3 0 0,-5 0 0,2 0 1,1-1-341,3-4 1,-2 3 0,2-2-1,1 2-104,2 2 0,7 0 0,1 2 0,0 1-363,0 2 1,5 6 0,-1-3-422,8 0 1,5 3 1643,10-6 0,29 25 0,13 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0.6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5237 15122 7960,'-15'-8'0,"6"-3"0,-1 6 702,-1 2 0,3-4 0,0 1 449,1-2 1,-4 3 0,2-3 2908,-4 2-2118,5 1-1149,1 5 1,14 5-318,2 0 0,4 1 1,2-3-1,-1 2-49,0-2 1,-4 4 0,0-1 0,1 0-155,2 1 1,-4 2-1,1-4 1,1 0-84,2 1 1,-4 1 0,1 2 0,1-2-80,2-1 1,-3-3-1,-1 5 1,1 0-74,-2 0 0,4-4 0,-2 2 296,3 0 0,1-4 59,1 3 1,-1 1-358,0-1 1,1 0-37,-1-5 0,1 0 0,-1 0 0,0 0 0,1 0 0,-6 0 0,1 0 0,1 0 0,-3 0 0,2 0 0,1 0 0,-3 0 0,1 0 0,1 0 0,4 0 0,1 0 0,-6 0 0,-1-2 0,0-1 0,0-2 0,-3 0 0,5 5 0,1 0 0,2 0 0,1 0 0,1 0 0,-6 0 0,1 0 0,1 0 0,2 0 0,1 0 0,0 0 0,1 0 0,-1 0 0,1 0 0,-1 0 0,0 0 0,1 0 0,-1 0 0,1 0 0,-1 0 0,0-4 0,1-1 0,-1 2 0,0 1 0,1 2 0,-1 0 0,1 0 0,-3-2 0,0-1 0,-3-2 0,1 1 0,4 4 0,1 0 0,-6 0 0,1-2 0,1-3 0,-3 4 0,2-4 0,1 3 0,2-3 0,1 1 0,0-1 0,1 3 0,-1-3 0,0 4 0,1-4 0,-1 3 0,1 1 0,-1-2 0,0-2 0,1 0 0,-1 5 0,1 0 0,-1 0 0,0 0 0,1 0 0,-1 0 0,0 0 0,1 0 0,-1 0 0,1 0 0,-1 0 0,0 0 0,1 0 0,-1 0 0,-4 0 0,-1 2 0,3 2 0,0-2 0,3 3 0,-1-4 0,-1 1 0,-2 1 0,-1 2 0,-1 0 0,6-5 0,-1 0 0,0 0 0,1 0 0,-1 0 0,-4 0 0,-1 0 0,3 0 0,0 0 0,-2 0 0,0 0 0,1 0 0,2 0 0,1 0 0,0 0 0,1 0 0,-1 0 0,0-2 0,1-1 0,-1-2 0,1 0 0,-1 5 0,0 0 0,1-1 0,-1-2 0,1-2 0,-1 2 0,-4 1 0,-1 2 0,2 0 0,2 0 0,-3 0 0,-1 0 0,2 0 0,2 0 0,2 0 0,-1 0 0,-4 0 0,-1 0 0,2 0 0,-3 0 0,2 0 0,1 0 0,-3 0 0,2 0 0,-1 5 0,6 0 0,-1-2 0,-4-2 0,-1 1 0,3 3 0,0-4 0,3 4 0,-1-3 0,-4 3 0,-1-1 0,2 0 0,2-3 0,2-1 0,-3 2 0,-2 3 0,3-4 0,-4 4 0,4-3 0,2-2 0,-1 0 0,0 0 0,1 0 0,-1 0 0,0 0 0,-4 0 0,0 0 0,1 0 0,2 0 0,1 0 0,0 0 0,1 0 0,-1 0 0,1 0 0,-1 0 0,0 0 0,1 0 0,-6 0 0,1 0-4097,-7 0 4097,4 0 0,-59 0 0,-12 0 0</inkml:trace>
  <inkml:trace contextRef="#ctx0" brushRef="#br0" timeOffset="1">7596 15309 8186,'-10'0'184,"1"0"0,-1-2 0,2-2 391,3-6 0,5 2 0,5 0 1,3 0 752,0 0-961,5 5 0,-5-10 0,8 4 0,2-3 0,1 1 1,-2 2-1,-1-1 516,-1 2 0,-6-3 1,1 6-1,0 0 34,-2-1 0,4 4-248,-2-3 0,-2 4 42,1 1 1,-4 0 86,5 0 0,-5 0-460,4 0 1,1 0 0,4 1-71,1 4 0,-6-3 0,1 3 0,1-4 26,2-1 1,-4 2 0,1 1-79,1 2 0,2 0 0,1-5-86,1 0 0,-1 4 0,0 1-130,1-2 0,-1-1 0,1-2 0,-1 0 0,-3 5 0,2 0 0,3-2 0,2-2 0,-4-1 0,2 0 0,3 0 0,-3 0 0,3 0 0,-3 0 0,-1 0 0,4 2 0,2 1 0,-1 2 0,1-2 0,0-1 0,-2-2 0,5 0 0,3 0 0,-3 0 0,0 0 0,2 0 0,1 0 0,-3 0 0,0 0 0,2 0 0,1 0 0,-3-2 0,-2-1 0,0-2 0,1 2 0,-4 1 0,3 2 0,-1 0 0,-3 0 0,-2 0 0,-2 0 0,1 0 0,-1 0 0,0 0 0,1 0 0,-1 0 0,0 0 0,1 5 0,-1 0 0,1-2 0,-1-1 0,0-2 0,1 0 0,-1 1 0,1 4 0,-1-3 0,0 3 0,2-4 0,4-1 0,-5 0 0,5 0 0,-4 0 0,-2 0 0,2 2 0,2 1 0,2 2 0,3-2 0,-4-1 0,3-2 0,1 0 0,-1 0 0,-3 0 0,4 0 0,-1 0 0,0 0 0,-2 0 0,2 0 0,-1 0 0,-4 0 0,-1 0 0,0 0 0,2 0 0,1 0 0,0 0 0,-4 0 0,1 0 0,3 0 0,-3 0 0,3 0 0,-3-2 0,-2-3 0,1 4 0,-1-4 0,2 3 0,3 2 0,-3 0 0,3 0 0,-3 0 0,-1 0 0,-1 0 0,1-1 0,-1-3 0,0 0 0,1-1 0,-1 5 0,2 0 0,3 0 0,-3-5 0,3 0 0,-3 2 0,-1 1 0,-1 2 0,1 0 0,-1 0 0,0 0 0,-4 0 0,0 0 0,1 0 0,-3 0 0,1 0 0,1 0 0,4 0 0,-4 0 0,0-1 0,1-4 0,-3 3 0,1-2 0,2 2 0,2 0 0,2-1 0,-1-2 0,0 1 0,1 4 0,-1 0 0,1 0 0,-1 0 0,0 0 0,1 0 0,-1 0 0,1-2 0,-1-3 0,0 4 0,1-4 0,-1 3 0,-4 2 0,-1 0 0,2 0 0,-3 0 0,2 0 0,1 0 0,-3 0 0,2 0 0,1 0 0,-3 0 0,2 0 0,1 0 0,2 0 0,1 0 0,0 0 0,1 0 0,-1 0 0,1 0 0,-1 0 0,0 0 0,1 0 0,-1 0 0,0 0 0,1 0 0,-1 0 0,-4 0 0,-1 0 0,3 0 0,-6-1 0,-1-4-2004,3 3 1,-7 2-1,4 10 2004,-3 3 0,-32 29 0,-17 13 0,-1 4 0,0 0 0</inkml:trace>
  <inkml:trace contextRef="#ctx0" brushRef="#br0" timeOffset="2">21753 17079 7800,'-8'6'142,"-3"-3"1,4 5 583,-1-1 1,3 4 70,-4-1 1,7-6 0,1-4 0,5-9-19,4-9 0,-4-3 0,2-4 0,-1 1-334,0-2 1,1-1 0,-3-2 0,2 1-234,-2-1 1,4-5 0,-3 1 0,1 1-93,1 1 0,-4 2 0,4 1 0,-1 1 29,0 3 0,0-2 0,-5 7 1,0 1 93,0 2 183,0 2 1,0 7-86,0 7 0,5 8 0,1 12 1,0 4-323,1 3 0,4 6 0,-3 1 0,2-2-73,-1-2 0,-4-3 0,5-1 0,-1-4-664,-1-1 0,3-2 1,-4-4-1705,1-1 0,0-7 1192,1-7 1,-2-8-1,-7-12 1,0-4 371,0-3 1,-7-2 0,-2 1-1,-2-1 858,1 0 0,-3 2 0,4 3 0,-3 5-45,3 3 1,-4 1-1,3 3 1,-2 2 329,-3 5 1,6 4 0,-1 1 0,-1 0 1119,-2 0 0,-1 6 0,-2 5 1,-2 7-418,-1 6 1,-7 3 0,2 2 0,-1-2-649,1-3 0,-2 1 0,7-5 0,2-3-1184,1-1 1,6-3-1,2-5 844,2-8 0,1-77 0,5 26 0,0 0 0</inkml:trace>
  <inkml:trace contextRef="#ctx0" brushRef="#br0" timeOffset="3">21609 6403 7908,'9'-5'208,"1"0"0,-7-1 1,2 1 655,-3-5 1,-1 2-57,4-1-311,-3 6 0,6-4 512,-4 7 0,4 0-519,7 0 1,-7 7-87,-3 2 0,1-1-101,-1 2 0,0-5-239,-5 4 0,-7-1-347,-2 2 0,1-4-182,-2-6 1,2-1 53,-2-4 1,4-3 476,6-7 0,0 1 377,0 0 1,2 1 0,2 3 410,6 5 1,-2-1 687,2 1-1186,-7 0 1,3 12-1127,-6 2-666,0-2 0,0 1 1,2-5-3661,3 2 2823,-4 0 2273,6-5 0,-14-7 0,-1-1 0</inkml:trace>
  <inkml:trace contextRef="#ctx0" brushRef="#br0" timeOffset="4">21724 6302 7908,'-10'-10'93,"1"1"0,-1 1 1,-3-3 713,4 1 0,1 7 279,3-2 1,2-1 1428,-7 1-1228,7 0 0,-3 7-656,6 2 0,4 0 0,3 5-64,1 2 1,-3-4 0,4-1-319,2 1 0,2-6 1,2 6-1,-1-3-62,0 1 0,-4 0 0,-1-5 0,3 0 118,0 0 0,3 0 0,-1 0-11,1 0 1,-1 0 0,0 0 58,1 0 0,-1 0-191,1 0 0,-1 0 1,-1 2-1,-2 1-30,-1 2 1,-6-1 0,6-4-108,1 0 1,2 0 32,1 0 0,1 0 0,-1 0 14,0 0 1,1-4-1,-1-3-2,1-1 0,-1 5 0,0-2 4,1 4 0,-1-4 1,1 0-1,-1 2 60,0 1 1,1 2-1,-1 0 5,0 0 0,1 0 1,-1 0-10,1 0 1,-6 0-1,1 0-77,1 0 0,2 0 0,1 0 1,1 0-6,-1 0 1,-1 2 0,-2 1 0,-1 2-13,1-2 0,2-1 0,1-2 1,0 0-37,1 0 0,-1 0 0,0 0 0,2 0 0,4 0 0,-4 0 0,3 0 0,-2 0 0,3 0 0,-3 0 0,6 0 0,-3 0 0,-2 0 0,-2 0 0,-2 0 0,2 1 0,3 4 0,-7-3 0,2 2 0,-1-2 0,0-2 0,1 0 0,0 0 0,1 0 0,-1 0 0,0 0 0,1 0 0,-1 0 0,1 0 0,4 0 0,0 0 0,0 0 0,2 0 0,-5 0 0,5 0 0,-2 0 0,0 0 0,0 0 0,-4 0 0,1 0 0,3 0 0,-3 0 0,3 0 0,-3 0 0,-2 0 0,2 0 0,2 0 0,1 0 0,-1 0 0,-2 5 0,-2 0 0,0-2 0,1-2 0,-1-1 0,1 2 0,-1 1 0,0 2 0,1 0 0,-1-5 0,1 0 0,-1 0 0,0 0 0,1 0 0,-1 0 0,1 0 0,1 0 0,1 0 0,2 0 0,-1 0 0,-2 0 0,-2 0 0,1 0 0,-1 0 0,0 0 0,1 1 0,-1 3 0,1 0 0,-1 3 0,0-4 0,1 2 0,-1 4 0,0-4 0,1-2 0,-1 1 0,1-1 0,-1 2 0,0-1 0,1-4 0,-1 0 0,1 0 0,-1 0 0,0 0 0,1 0 0,-1 0 0,1 0 0,0 0 0,5 0 0,-4 2 0,3 1 0,-3 2 0,-2-2 0,1-1 0,1-2 0,1 0 0,2 0 0,1 1 0,-6 3 0,0 0 0,1 0 0,-1-3 0,0-1 0,1 0 0,-1 0 0,1 0 0,-1 0 0,0 0 0,1 0 0,-1 0 0,1 2 0,-1 1 0,0 2 0,1 0 0,-1-5 0,1 0 0,-1 0 0,2 0 0,3 0 0,5 0 0,-3 0 0,-2 0 0,-3 0 0,-2 0 0,1 0 0,-1 1 0,1 2 0,-1 2 0,2 0 0,1-5 0,3 0 0,-3 0 0,-1 0 0,-1 0 0,-1 0 0,0 0 0,6 0 0,-1 0 0,-2 0 0,-1 0 0,-1 0 0,1 0 0,1 0 0,2 0 0,2 0 0,-3 0 0,3 0 0,1 0 0,-4 0 0,2 0 0,0 0 0,-1 0 0,2-2 0,-4-1 0,2-2 0,-1 2 0,3 2 0,-2 1 0,0 0 0,2 0 0,-5-5 0,5 0 0,-2 2 0,0 1 0,0 2 0,-3 0 0,2 0 0,1 0 0,0 0 0,-5 0 0,2 0 0,4 0 0,-4 0 0,4 0 0,0 0 0,-1 0 0,6 0 0,-2 0 0,1 0 0,0 0 0,-5-5 0,3 1 0,1 0 0,-1 3 0,-4 1 0,1 0 0,-2 0 0,2 0 0,-3 0 0,4 0 0,-4 0 0,-2 0 0,0 0 0,2 0 0,4 0 0,-9 0 0,3 0 0,-1 0 0,0 0 0,1 0 0,1 0 0,-1 0 0,0 0 0,1 0 0,1 0 0,1 0 0,2 0 0,1-5 0,-6 0 0,2 2 0,3 1 0,-1 1 0,4-2 0,-1-2 0,-4 2 0,4 1 0,-2 0 0,1-1 0,0-2 0,-4 1 0,5 2 0,-2-1 0,1-2 0,-1 0 0,-3 5 0,1 0 0,2 0 0,1 0 0,-6 0 0,0 0 0,1 0 0,4 0 0,0 0 0,-1 0 0,-2 0 0,0 0 0,1 0 0,3 0 0,-3 0 0,-1 0 0,-2 0 0,2 0 0,4 0 0,-4 0 0,3 0 0,-2 0 0,3 0 0,-4 0 0,3 0 0,-2 0 0,3 0 0,-5 0 0,5 0 0,-4 0 0,-2 0 0,0 0 0,1 0 0,-1 0 0,1 0 0,-1 0 0,0 0 0,1-1 0,-1-4 0,1 3 0,-1-3 0,0 4 0,1 1 0,-1 0 0,0 0 0,1 0 0,-1 0 0,1-2 0,-1-1 0,0-2 0,1 2 0,-6 1 0,1 2 0,1 0 0,2 0 0,1 0 0,1 0 0,-1 0 0,0 0 0,-1-1 0,-3-4 0,3 3 0,-4-2 0,-1 2-1074,2 2 0,-5 0-4933,4 0 149,-6 0 5858,4 0 0,-78 0 0,28 0 0,-1 0 0</inkml:trace>
  <inkml:trace contextRef="#ctx0" brushRef="#br0" timeOffset="5">10732 15136 6238,'0'8'418,"-1"4"-62,-4-8 0,3 3 232,-2-2 0,0-4-14,0 4-167,2-3 1,-6-2 398,3 0-505,4 0 0,-7 0 486,3 0-615,3 0 60,-4 0 1,4 0 400,-3 0-266,4 0 0,-6-2 422,7-3-594,0 4 1,0-7-170,0 3 203,0 3-24,0-4 1,0 4 205,0-3-300,0 4 0,0-7 72,0 3 43,0 3 0,2-4 305,3 6-86,-4 0 0,11 2-354,-8 2 1,3-2 0,-4 4-121,2 1 1,1-6-28,-1 4 1,-2 2 152,7-3 0,-5 3 42,4-2 1,-4-4-68,5 4 1,-2-2 0,3 0-21,-2 2 1,-4 0 21,5-5 1,-5 5 70,4 0 1,-4-1-29,4-4 0,-4 0-35,5 0 1,-1 0-79,6 0 1,-6-1-5,1-4 1,0 3 0,2-4 1,-2 0 0,-2 4 59,-3-3 0,3 2 32,6-2 0,-4 4-27,-1-4 0,-4 3-30,5 2 0,-5 0 0,3-1 12,-2-4 0,0 3-76,-1-3 12,3 4 1,6 1-7,1 0 0,-6 0 9,1 0 1,-5 0 6,4 0 9,-5 0-3,8 0 36,-4 0 16,7 0 10,-1 0 90,1 0-75,-1 0 1,-4 0-17,-1 0 1,-4 1-21,5 4 1,-6-3-36,6 3 1,-5-4-43,4-1 1,-4 0 12,5 0 1,-5 0 42,4 0 41,1 0 1,4 0-35,0 0 0,-4 0-16,0 0 0,-6 0-14,6 0 0,0 0-3,4 0 0,-6-1 0,-2-3-4,1 0 0,1-1 26,6 5 0,-4 0 40,-1 0-53,1 0 1,4 0 11,1 0 1,-6 0-10,1 0 0,-1 0-35,6 0 1,-6 0 23,1 0 0,0 0 5,4 0 0,-4 0 0,-1 0 0,-1-2 0,3-1 0,-1-2 0,0 0 0,4 5 0,-4-4 0,-1-1 0,2 2 0,-3-1 0,2 0 0,0 0-18,4-5 1,0 4-15,1-5 0,-6 7-6,1-2 1,-2 2-1,3 0-3,-1-2 1,-6 0 32,6 5 1,-2-1 0,3-2 23,-1-2 0,-5 0-9,4 5 0,-4 0 0,3-2-15,-2-2 0,6 2-78,-3-3 0,-1 4 18,2 1 1,-5-5 5,4 0 1,1 0 43,4 5 0,-6-1 1,-2-2-1,1-2 0,-4 0 27,7 5 0,-6-2 53,6-2 1,0 0-30,4-5 1,-4 6-24,-1-2 0,-4 2-3,5-2 0,-6 3 23,6-3 1,-5 2-12,4-2 1,-4 4-1,3-6 9,-1 1 0,-1 4-14,-1-2 1,-2 0-7,7 0 1,-2 0 0,3-4-16,-2 2 0,-4 0 5,5 1 0,-6 3-7,6-3 0,-7 2 1,4 0 2,-1-2 0,-3 0-1,7 5 1,-7-1 0,3-2-21,1-2 0,-4 0 9,7 5 17,-7 0 1,10-5 19,-4 0 1,-1-1 23,2 1 0,-5 4-24,4-4 0,-4 3 0,3 1-15,-2-4 1,4 2-13,-5-7-1,6 7 0,-5-5 14,4 3 40,3 3-28,-5-10 1,4 8-24,-2-5 0,3 4-40,-4-4 1,-1 5 20,2 0 1,-5-3 18,4 2 0,-4-4 59,5 4 1,-5-1-45,4 1 0,-4 3 1,3-4 3,-2-1-7,-1 6 1,0-7 29,0 3 0,1 3 9,-1-2 0,-3 0 41,2 0 211,-2 2-193,4-4 1,-4 4-7,3-3 0,-2 4 260,2-4-317,-4 3 1,6 1-43,-7-4 0,1 3 19,4-3-98,-3 4-45,4 1 116,-6 0 81,0 0-744,0-7-1347,0 6 357,0-6 0,2 7-3098,3 0 4760,-4 0 0,-26 20 0,-15 4 0</inkml:trace>
  <inkml:trace contextRef="#ctx0" brushRef="#br0" timeOffset="6">12588 14662 6891,'8'0'604,"-1"0"13,-7 0 0,-2 0 232,-3 0-371,4 0 1,-7 0 9,3 0 293,3 0 14,-4 0-532,6 0 1,0-2-95,0-3 1,1 4 47,4-4 0,-2-2-7,7 3 0,-5-6 0,3 4-86,-2-2 1,1 4 0,-4-2-1,3 1-99,2 0 1,-3-4 0,3 2-39,-2-1 0,4 4 1,-4-4-12,2 1 0,2-2 0,3 2 0,-2 1 41,-1 0 0,-6-4 1,6 5-1,0 0 67,-2-1 0,4 0 0,-4-6 0,2 4 32,-1 2 1,1-5 0,4 1-28,1-3 1,-6 4 0,1 1-25,1 1 0,-3-2 0,0 2-53,-1-1 0,2 4 0,-2-6 1,1-1 0,0 3 1,3 0-15,-2 1 0,1-2 0,3 2 51,-4-1 0,3 4 0,-6-4 0,0 0 88,1 0 1,4 3 72,-2-5 1,4 1-55,2-6 1,-1 1 0,-1 0-88,-4-1 1,4 6 0,-3 1-103,3 1 0,-4-2 0,-1 2 0,0 1-45,0-1 1,-3 1 54,5 1 1,-2 2-1,3-5 43,-2 2 1,-5-1 0,2 4 266,0-2 1,-2-4-1,3 2-23,0-1 0,2 3 0,-2-3-182,1 2 0,-3-4 0,3 4 1,0 0-145,0-1 0,-5 1 0,3 3-47,1-2 1,-4-1 124,6 1 0,-1 2 0,4-5 109,-3 1 0,-4-2 1,5 2-41,1-1 1,-5 3 0,1-3-69,-1 2 0,2-4 1,5 4-1,-2 0-45,-1-1 0,-2 1 1,3 3-1,-2-4 45,2-1 0,1 3 0,-1-3 0,-2 0 53,3 0 1,-4 4 0,1-4-1,2 0 35,2 0 0,-3 3 0,-1-5-71,3-1 0,-4 3 0,1-1-34,2-3 0,-3 4-45,2-1 1,0-1-88,4-4 0,-5 4-247,1 1 1,-5 5 0,3-2-693,-2 0 0,1 4-2508,-3-3 3578,-2 4 0,11 1 0,-5 0 0</inkml:trace>
  <inkml:trace contextRef="#ctx0" brushRef="#br0" timeOffset="7">13754 13611 6133,'-8'0'-109,"0"0"1044,3 0-368,3 0 1,-6 0 12,3 0-438,4 0 1,-7 0-155,3 0 0,3 2 243,-2 3 695,2-4 414,2 6-935,0-7 0,2 0-181,2 0 0,0 0-180,5 0 1,-4-5-1,3-2 105,-2-1 1,4 4-1,-4-4 60,2 1 0,-3-2 0,5 2-83,1-1 1,-3 0 0,0-3-1,0 3-23,0 2 1,-3-5-1,4 1-79,3-3 1,-4 0 0,0 2 0,0 3-75,0 2 1,-1-5 0,5 3-1,-4-2-79,-2 0 1,5 6 98,-1-6 0,-2 2 1,1-3 6,3 1 0,-4 5 0,1-3 0,1 0 18,-2 0 0,3 4 1,-5-4-1,1 0 19,-1 0 0,4 3 0,-4-3 0,1 0 78,-1 0 1,5 3-31,-1-4 0,3-1 13,1-4 0,0-1-73,1 1 0,-1 1 1,-1 2-1,-2 1 4,-1-1 1,-1 3 0,4-2 0,-2-1 36,-1-2 1,-1 1 0,6 0 0,-2 3 25,-4-2 1,4-2-1,-3-1 1,2-1-21,3 1 1,-3 4-1,0 1 1,-3-3-4,2 0 0,2-1 1,0 2-1,-2 1-27,-1-1 1,-1-2 0,6-1 0,-1-1-20,1 1 1,-6 4 0,1 1 0,1-3 14,2 0 0,1 2 0,-1 0 0,-2-1 64,-1-1 1,-2 2-1,3 0 1,-2 1 40,3 1 0,-4-5 1,1 3-25,2-2 1,1-3 0,-1 1 0,-2-1-33,3 1 0,-4 1 1,1 2-1,1 1-26,-2-1 0,3-2 0,-5-1 0,2 1-76,4 4 0,-4-4 0,1 3-47,2-2 0,-4 2 1,-1 2 60,0 2 1,-2-4 0,4 4 92,-2-2 0,5-2 1,-3-4-30,0-1 1,3 6 0,-6-1-1,0 0 0,1 2 1,-2-4-1,5 2-9,2-3 1,-4 4 0,-1 1 0,-1 0-18,0 0 1,1 3-8,-1-5 0,-2 2 0,5-3 40,-1 2 1,-1 4-1,-3-5 127,2-1 0,5 3 0,-4-2 64,2-1 0,-3 0 1,3 0-46,-2 1 0,4 1 0,-4-6-160,2 1 0,-3 4 0,3 1-22,-2-3 0,1 4-555,-3-1-1730,-2 6-1448,4-10-741,-6 11 4463,0-4 0,-44-20 0,-12-6 0</inkml:trace>
  <inkml:trace contextRef="#ctx0" brushRef="#br0" timeOffset="8">15149 12115 7631,'-6'8'-329,"4"0"0,-4-5 182,-1 2 0,6 1 1,-6-3-1,3 4 94,-1 1 0,-2-5 116,3 2 24,2 3 1,-11-5 173,4 7 96,2-7-152,-6 3 1,10-6 614,-6 0 129,5 0-378,-2 0 1,6-1-165,0-4 0,0 2-221,0-7 0,0 5 0,2-4 157,2-3 1,-2 4-157,3-1 0,1-1 22,-1-4 1,1 4-1,-2 1 4,0-2 1,6 3 0,-4-2-30,2-1 1,-3 0 0,3-1-1,0 3-1,0-2 1,-3-2 0,3-2-1,0 1-37,0 0 1,2-1 0,4 1 0,-1-1-108,-4 1 0,4-2 0,-3-2 0,2-1-43,3 2 1,-2 1 0,-2 1-1,-2 1 36,3 0 1,0-1 0,3 1 0,-2-1 6,-4 1 0,4 4 1,-3 1-1,2-2 26,3-2 0,-6 3 1,1 1 18,1-3 1,2 0-45,1-3 1,-1 1 0,-2 1 0,-3 2 22,-1 1 0,-1 6 0,-1-6 27,4-1 1,-1-2-1,0-1 1,0 1-31,0 3 0,-3-3 1,3 4-1,0-4-58,0-1 1,2-1 0,4 1 21,1-1 0,-6 3 1,-1 0-1,0 3 3,0-2 1,-3 3 0,3-2 0,0 1-8,0 1 0,-3-5 1,4 3-6,2-3 0,-3 1 0,0 0 0,0 4 25,0 2 1,-3-5 0,5 1 25,1-3 1,0-1-1,0 1 1,-1 2 63,1 1 1,-3 1-1,2-6 1,1 1-69,2 0 1,-4-1-1,1 3 1,-1 0-82,-1 3 0,5-1 0,-5-4-21,0-1 0,3 6 0,-4-1-9,1-1 1,1-2 67,6-1 1,-2-1 0,-2 3 0,-3 0 168,-2 3 1,5-1-70,-1-4 0,-2 1 1,0 2-1,0 3-11,0 2 1,-5-6 0,4 3 15,-1-4 1,-4 3 0,4 1-4,0-2 0,-4 3-143,3-2 1,-2 5-649,2-4 1,-4 4-2045,4-5-1046,-3 7 3760,4-3 0,-41-14 0,-24-5 0,2-3 0,0 0 0</inkml:trace>
  <inkml:trace contextRef="#ctx0" brushRef="#br0" timeOffset="9">16056 10834 10762,'0'-9'323,"1"1"0,2 0-158,2 0 0,0 3 0,-4-5-91,4-1 28,-3 5 1,6-7 0,-5 3 0,2-2 213,-2-3 0,3 6-126,-1-1 1,5 0-73,-5-4 0,1 4 0,-3 1-60,2-2 0,1 4 0,-2 1-27,0-1 1,3 1 0,-4-5 87,2 1 1,0 6 0,-4-4 28,4 1 0,-3-4 0,4 3 52,0 0 1,-4-5-119,3 4 1,-2-3 0,0 1-75,2 2 0,0-1 1,-4-3-56,4 4 1,-3-4 111,3 3 1,-2-1 0,0 0-11,2 1 1,1 2 0,-3-3-17,2 1 1,0 6 0,-3-4 56,2 1 1,-2-4 28,3 2 1,1-4-1,1 0-22,0 3 1,-3-2-1,2 4 1,-1-2-23,0 0 1,1 2 0,-3-3 0,2 2-59,-2-3 1,4 4 0,-1-1 57,2-2 0,-3-2 0,3-2-52,-2 1 1,-1 4-1,-3 1-29,2-2 0,0-2 0,4-1 101,-2-1 1,4 1-1,-4-1 1,0 1-17,1 0 1,-1-1 0,-3 1-1,4-1-4,1 1 1,-3 0 0,3-1 0,0 1-37,0-1 1,-4 1-1,4 0-70,-1-1 1,2 1-1,-2 0 27,1-1 1,-5 1 0,3-1 17,1 1 1,-6 0-1,6 1 1,-3 2 2,1 1 1,2 2 0,-4-3 0,2 1 89,-2-1 1,3-2 0,1-1-67,1-1 1,-5 1-1,3 1 1,-1 2-17,0 2 0,1-1 1,-1-4-31,5-1 0,-2 1 0,0-1-33,-2 1 1,0 4-1,-2 1 17,0-2 0,6 3 1,-5-2-1,0 0 7,1 2 0,-3-3 0,5 5 1,-1-2 5,-4-3 0,3 3 1,0-2-1,1-1 7,-1-2 1,4 4 0,-4-1-1,1-1 15,-1-2 1,4-1-1,-4 1 1,0 2-18,1 1 1,2 0 0,-2-4 0,1 0-3,3-1 1,-3 6 0,0-1-1,0-1 0,0-2 1,-3 0 0,3 2 0,0 1-6,0-1 0,-3 3 0,3-1 1,0-1-8,0 2 0,-4-5-2,6 4 0,-2-4 1,3 0-1,-3 2-1,-2 1 1,1 6 0,-2-6 29,4-1 0,-1 0 1,0-1-1,0 3 18,0-2 0,-3 3 1,3-2-1,0-1-20,0-2 0,-3 3 0,4 1 0,1-2-3,-2-2 1,5 0-1,-5 2 1,1 1 13,1-1 1,-5 0-1,3 0 1,0 1 8,0-1 0,-3 3 0,2-2 1,1 1-16,0 1 1,-3-3 0,5 4-1,-1-1-8,-1-3 0,4 3 1,-6-2-12,2-1 0,2 0 1,2 0-1,0 1-8,-3-1 0,-4 3 0,3-1 0,0-1 28,0 2 1,-3-5-1,4 5 1,1-1 84,-2-1 0,5 0 0,-5-4-49,0 0 1,4 1 0,-4 2-1,2 1-38,0-1 1,-1-2 0,6-1-22,-1-1 0,0 1 1,1-1-1,-1 1-11,1 0 0,-3 4 0,0 1 1,-3-1 8,2 2 0,2-5 1,2 4 21,-1-4 1,0-2 0,1 1-18,-1 0 1,-4 4 0,-1 2-1,1 0-2,-2 0 0,5-2 1,-4-2-1,4 0 1,1 3 0,-1-1 0,-2-4 0,-1 1-4,1 4 0,2-4 0,1 3 1,1-1 3,-1 1 0,-1-2 0,-2 2 0,-1-3 1,1-1 0,2 4 0,1 1 0,0-1 0,1 2 0,-1-5 1,1 4-1,-1-4 0,0-2 0,1 3 0,-1 0 14,1 3 1,-1-1 0,2-4 0,1 0 109,3-1 0,0 1 0,-2-1 0,3 1-44,1 0 0,-3-6 0,5 1 0,2 0-68,1-2 0,-3 5 1,2-5-1,2 1-1,4-4 0,2 3 0,-5 2 0,0 1-25,-1-1 1,1 5 1</inkml:trace>
  <inkml:trace contextRef="#ctx0" brushRef="#br0" timeOffset="10">18921 7395 20531,'17'-12'-39,"2"1"162,-2 1 0,4 0 0,-2-4 0,-1 1 54,-2 4 1,3-4 0,2 3-1,0-3-84,0-1 0,-2 4 0,-3 1 0,1-1-109,2 2 1,1-3-1,-6 5 1,0-1-27,1 1 0,-1-5 0,1 3 11,-1 0 1,0-3 0,1 6 0,-1 0 3,0-1 1,1 2-1,-1-4 1,-1 0 46,-3 0 1,7 4-1,-2-4 1,-1 0-2,-3 0 1,7 3 0,-4-5 0,2 1-8,0 1 1,-1-4-1,-1 6 1,0 0 20,1-1 0,4-4 0,0 1 0,-1-1 21,-2 2 0,0-3 1,1 6-1,2-2 0,-1-3 1,-2 3 0,-2 0 0,1 0-45,-1 0 0,0 0 1,1-3-1,-1 3-10,1 1 0,-1 1 0,0 3 0,1-4-32,-1-1 0,1 4 0,-1-4 0,0 0 7,1 0 1,-1 3 0,2-3 0,2 0 30,1 0 1,0 0 0,-5-3-1,1 3-11,-1 1 0,1-2 1,-1 2-1,0 1 36,1-1 1,-1-2 0,1 2 0,-1 1 11,0 0 1,-4-1 0,-1 4 0,3-3 46,0-2 1,3 3 0,-1-3 0,1 0-4,-1 0 0,0 3 1,1-3-1,-1 0-37,1 0 1,-1 5 0,0-3-1,1 1-45,-1 0 1,1-5 0,-1 4-4,0-2 0,1 0 0,-1-2 1,0 4-14,1 0 1,-1 2-1,1-4 40,-1 2 1,0-4-1,1 6 1,-1-1 37,1-2 1,-1 6 0,0-6 0,1 3-20,-1-1 0,0-2 0,1 4 1,-1-3-1,1-2 0,-4 5 0,0-4 1,3 3 5,2-1 0,-3-2 1,6 4-1,-3-2 2,-1 2 1,-1 0 0,0 0 0,1-2-47,-1 2 0,1-4 0,-1 3-2,0 0 1,6-2-1,-1 1 9,-2 2 1,-1-3-1,-1 1 1,-1 2 7,1 1 1,-1 2 0,0 0 0,-1-2 55,-3-2 0,7 2 0,-2-3-15,1 4 0,0 1 1,-2 0-1,0 0-12,1 0 1,1 0-1,1 0 1,3 0 29,-3 0 0,1 0 0,-1 0 0,2 0-5,-1 0 0,-2 0 0,0 0 1,2 0-63,1 0 0,2 0 0,-4 0 0,2 0-24,-1 0 0,3 0 1,-2 0-1,0 0-39,2 0 1,-5-2 0,5-1 0,-2-2-7,0 2 1,5 1-1,-5 2 1,-1 0-189,-2 0 1,-2-5-1,0 1 1,1 0-1223,-1 3 1,1 1-1420,-1 0 1,-4 0 2880,-1 0 0,-25 13 0,-1 3 0</inkml:trace>
  <inkml:trace contextRef="#ctx0" brushRef="#br0" timeOffset="11">14459 13856 7858,'-15'-8'311,"7"0"2334,3 3-1743,4 3 1,2-2-1,4 7-466,5 2 0,3 6 0,1-2 0,2 4 1,2 3-1,2 2 0,1 3 0,1-1 1,-1 3 377,0-1 1,3 2-1,-3 5 1,0 0-600,-1-1 0,4 3 1,-4 1-1,-1 1-297,1-1 0,-8-1 0,2-4 0,-1-2-617,0-1 0,-4-4 0,-1 2-1418,-1-1 1,-1-2-2877,-1-5 4993,-4-6 0,-7-20 0,-10-12 0</inkml:trace>
  <inkml:trace contextRef="#ctx0" brushRef="#br0" timeOffset="12">15020 13798 7858,'-7'-14'433,"-2"0"0,1 4 1,-2 2-1,-3 2 497,-4 2 0,1 3 0,-3 2 0,3 4-412,1 5 1,-1 9 0,-3 5 0,-3 3-162,-1 2 0,-4 4 0,1 3 0,-4 0-51,-3 4 0,-6 2 0,4 3 0,-2 1-181,-3 2 1,4 0-1,-1-5 1,3-1-257,7-4 0,3-4 0,8-9 0,2-2-268,6-3 0,8-7-997,9-8 0,6-10 0,10-6 1396,-1-7 0,0-23 0,5-12 0</inkml:trace>
  <inkml:trace contextRef="#ctx0" brushRef="#br0" timeOffset="13">15192 13223 7858,'0'-23'0,"-4"3"0,-1 5 0,2 1 1240,1-1 1,2 6-678,0-1 1,2 7 0,4-2 0,7 4 0,4 1 0,2 0 2049,2 0-2292,2 0 1,1 6 0,0 2-1,0 3 1,0 2 0,-2 3 0,-1 2 154,-4 2 1,-1 3 0,-3 6 0,-3-1-452,-6 1 1,-2 5 0,-4 1 0,-2 2-155,-6 3 0,-9 1 0,-7 2 0,-4 0-628,-4 1 1,-6-1-1,4-2 1,-1-2-177,3-6 0,4-9 1,1-6 632,0-7 1,9-8 0,5-12 0,9-11 171,4-5 0,4-9 1,3 2-1,4 4 307,4 2 1,1 8 0,1-1 0,1 5 469,3 4 0,-3 2 0,3 5 0,-3-2-110,-2 2 1,1 1 0,-1 4 0,1 3-953,-1 4 0,0-1 0,1 2 0,-1 1-1144,1 2 0,-1 5 1,0-1-1,1-1 1557,-1 2 0,-31 51 0,4-30 0,0 0 0</inkml:trace>
  <inkml:trace contextRef="#ctx0" brushRef="#br0" timeOffset="14">15624 14144 7832,'9'0'843,"1"1"1,1 2 0,2 2-1,1-2 1,2-1 575,4-2 1,-3-5-1,7-1 1,2-2-935,1-3 1,-3 3-1,0-2 1,0 0 692,-2 2-1226,-1-4 1,-3 4-1,-2-5 1,-4 2-1,1 1 1,-2-1-598,-1-2 1,-4-1 0,-7-1 115,-4 1 1,-8 1-1,-8 4 1,-1 4-47,-4 3 0,-1 2 0,-2 0 0,1 2 545,-1 3 1,0 7-1,0 11 1,1 2 129,-1 6 0,0 2 0,2-1 0,1 3 133,2 2 1,7 0 0,-1 1 0,7-4 586,6-4 1,4-3-1,2-3 1,6-4-446,7-4 1,7-4 0,8-2 0,-1-5-886,1-4 0,5 4 1,-1 0-1,-1-2-905,-1-1 1,-3-2-1,1 1 1,0 3 1414,0 0 0,-7 1 0,-1-5 0</inkml:trace>
  <inkml:trace contextRef="#ctx0" brushRef="#br0" timeOffset="15">16502 14000 7829,'-23'-15'0,"1"6"0,4 1 1242,-1 1 0,0-2 1,4 4-1,1 2-321,0 1 0,-1 7 0,2 1 1,2 4-647,2 6 0,-1-2 0,-3 7 0,2 0-232,2 3 1,5-2 0,0 1-1,2-1-165,2 0 0,0-2 0,0 2 1,2 0-68,2 1 0,0-6 1,5 4-1,2-2 466,2 0 0,-3 5 0,-1-4 0,1-3 78,-2-1 1,3 3 0,-6 1 0,-2-3 134,-1-1 1,-4-1 0,-1-1 0,-5 0-140,-5 1 0,2-6 0,-10-1 0,0 0-528,-3 0 0,-3-5 0,-2 2 0,1-3-1068,-1-2 0,2-7 0,3-2 1,6-4-112,7-1 1,5-5 0,6-2 0,1-2 1355,4-2 0,48-22 0,-18 21 0,0 0 0</inkml:trace>
  <inkml:trace contextRef="#ctx0" brushRef="#br0" timeOffset="16">16746 14100 8353,'0'-14'863,"0"4"0,-2 2-319,-2 2 1,0-4-1,-5 6 423,-2 0 1,-2 3 0,-1 2-398,-1 4 1,-4 5 0,-2 9-1,0 5-213,1 3 1,-4 2 0,4 1 0,3 2-209,1 2 0,2-1 1,1-4-1,3 0-25,5 0 0,4-2 0,1-3 1,3-5 87,7-3 1,-1-8 0,12-3 0,-2-5-866,0-5 1,5-3-1,-3-8 1,0-1 297,0-3 0,-2-4 1,-5 4-1,1-3 250,-1-2 0,0 2 0,-1 1 1,-2 1 9,-1 4 1,-7 1 374,2 1 0,-4 9 0,-2 6 112,-4 8 0,-3 16 0,-8 6 0,-1 4 135,-3 1 1,1 5-1,3-2 1,-1 4-204,-3 1 1,1 5 0,5 0 0,1-2-203,3-1 0,4-2 1,6 0-1,0-1-236,0-4 0,6 2 1,4-6-1,3-2-344,1-2 0,5-3 0,2-3 1,0-5-330,0-3 0,0-3 0,-4-2 1,2-3-130,-1-1 0,-2-2 1,-2-5-1,2-2-938,3-3 1,-1-4 1853,6-11 0,-6-53 0,-8 27 0,0-1 0</inkml:trace>
  <inkml:trace contextRef="#ctx0" brushRef="#br0" timeOffset="17">17005 14172 7766,'-2'-12'2432,"-2"2"1,-3 5-1880,-2 10 0,2 3 1,7 8-1,0 3 95,0 5 1,0 5 0,0 3 0,0 3-32,0 2 1,0 1 0,0 4 0,2-4-211,3-4 1,3-5 0,6-4 0,0-3-211,1-1 1,-1-8 0,1-8 0,1-4 18,3-1 0,-2-8 0,6-4 0,-2-9-115,-4-6 1,4 1 0,-2-7 0,-1 2-785,-2 2 0,-2 1 0,0 0 0,-1 3-707,-3 1 1,3 6-1,-5-1 1,0 3 1389,-4 2 0,-2 25 0,-2 7 0</inkml:trace>
  <inkml:trace contextRef="#ctx0" brushRef="#br0" timeOffset="18">17393 14331 8428,'-6'8'1322,"4"4"0,2-10 1,10 3-1,3-5-668,1-5 1,5 2 0,2-7-1,2-1-216,2-2 0,-4-1 0,0 0 0,-2-1-644,0 1 0,0-1 0,-6 1 1,-2 0-438,-1-1 1,-9 1-1,-1 1 3,-8 3 0,-6 4 1,-7 6-1,-6 3 389,-5 7 1,-6 6-1,4 13 1,2 1 747,2 4 1,3 2-1,3 7 1,6 1 201,7-1 1,6 0 0,10-1 0,8-4-319,9-5 1,8-4 0,14-5 0,-1-6-871,0-7 0,2-5 1,1-7-1,2-4-746,-2-5 0,-1-9 1235,-2-5 0,-19-22 0,-5-7 0</inkml:trace>
  <inkml:trace contextRef="#ctx0" brushRef="#br0" timeOffset="19">17955 9079 7918,'-15'-2'633,"1"-2"1,4 2 0,1-3 0,-1 5 2334,2 5 0,2-2-1969,6 7 0,1-7 1,6 3-1,5-1 4,6 0 0,8 0 0,-1-5 1,6 0-130,2 0 1,7 0 0,-2 0 0,4 0-682,1 0 0,2 0 0,1-2 1,2-1-194,-1-2 0,-3-1 0,-2 3 0,-4-2 0,-4 2 0,-4-4 0,-3 2 0,-3 2 0,-4 2 0,-4-4-1496,-2 0 1,-4-5 0,-2 4-1125,-2-2 0,-1-2 1,-5-4-2672,0 0 5291,0 6 0,-45 20 0,-11 12 0</inkml:trace>
  <inkml:trace contextRef="#ctx0" brushRef="#br0" timeOffset="20">19005 8834 7774,'0'-8'2947,"0"4"0,1 8-2072,4 6 0,3 4 0,7 6 0,1 2-138,3 0 0,2 5 0,4-1 0,-1 4-380,2 4 0,-4 1 0,0-3 0,1 2-341,-1-2 1,-7 0 0,1 0 0,-2 0-207,-3-5 1,-4 0 0,1-8-2823,-2-1 1,5-9 95,-1-4 1,-4-10 2915,-1-4 0,3-4 0,0-1 0</inkml:trace>
  <inkml:trace contextRef="#ctx0" brushRef="#br0" timeOffset="21">19422 8878 7721,'-22'0'0,"1"1"980,0 4 0,5 3 0,-5 6 0,2 1 117,0-1 0,-5 7 1,3 4-1,-3 7-539,-6 7 1,1 2 0,-4 3 0,1-1-491,-2 0 1,4 2-1,-4-1 1,5 0-695,5-8 0,3-7 0,9-8-682,2-7 0,5-9 1,10-2 1307,5-6 0,15-43 0,6-17 0</inkml:trace>
  <inkml:trace contextRef="#ctx0" brushRef="#br0" timeOffset="22">19480 8259 7721,'-7'-15'1043,"6"1"-11,-4 0 0,8 4 0,5 2 0,3 2 373,5 2 1,7 3-1041,-4 1 0,6 1 1,-1 4-1,5 5 1,1 3-1,1 1 258,-4 0 1,-8 7-1,0 3 1,-3 3-491,-1 2 0,-7 5 1,-4 1-1,-4 0-408,-4 0 1,-11 5-1,-9-1 1,-3 1-255,-2-2 1,-4-3-1,-2-6 1,-1-2 26,1-3 0,2-3 0,6-8 0,1-4 177,2-4 1,11-10 0,0-4-1,5-6 335,5-4 0,2 1 0,2-4 1,4 1 415,5 4 1,4 2 0,4 6 0,1 2 8,-2 1 1,4 4 0,0-2 0,0 2-8,-1 2 0,0 0 1,-4 2-1,1 1-673,2 2 0,1 6 0,-6-3 1,0 1-1432,1 1 1,-1-1 0,1 6 0,-3-1 1675,-2 1 0,-16 18 0,-10 6 0</inkml:trace>
  <inkml:trace contextRef="#ctx0" brushRef="#br0" timeOffset="23">19782 9165 8616,'1'8'1591,"4"-3"0,5-3 0,9-2 1,5 0-841,3 0 0,2 0 0,0 0 0,1 0-191,4 0 0,-3-5 1,6 0-1,-2 2-438,-3 1 0,-1-3 1,-2-1-1,-2 0-287,-3-1 1,-4-4-1,-5 2 1,-2-4-292,-4-2 1,-2 6-1,-7-1 1,0-1-24,0-2 0,-7-1 0,-4 1 0,-7 2 119,-6 1 0,-3 5 0,-1-3 0,-3 2 379,-2 3 1,-3 1-1,-4 4 1,4 3 352,1 4 0,-1 10 1,4 5-1,-1 5 152,1 5 1,6-2 0,4 8-1,1 3-77,4 3 0,7 2 1,5-6-1,5-4-481,5-4 1,8-4-1,8-3 1,2-3-851,8-5 1,-1-7 0,9-4 0,1-2-1016,1-3 0,1-8 1,-4-4 1898,-4-4 0,-10-33 0,-4-9 0</inkml:trace>
  <inkml:trace contextRef="#ctx0" brushRef="#br0" timeOffset="24">20587 9021 7689,'-14'0'1044,"0"-4"1,-1-1 0,1 2 327,-1 1 0,1 2 0,0 0-446,-1 0 0,1 8 0,1 5-770,4 4 0,2 4 0,7-3 1,0 3-157,0 1 0,2 0 1,3 4-1,4-2-329,4 1 0,1-2 0,1-1 0,-1 1 200,0-1 1,-4-4-1,-2 1 1,-2-3 616,-2-2 0,-3 5 1,-2 0-116,-4-1 1,-5-2 0,-7-3 0,-4-2-199,-2-1 0,4-7 0,-5 2 0,-1-4-1077,-2-1 1,4-1 0,4-3-1,5-4-1854,4-4 0,-1 0 2756,6-7 0,7-29 0,6-6 0</inkml:trace>
  <inkml:trace contextRef="#ctx0" brushRef="#br0" timeOffset="25">21019 9079 7667,'-10'0'830,"1"-2"158,-2-2 1,-2 2-1,-2-1-255,1 6 1,0 0 0,-1 8 0,1 4-269,-1 2 0,0 9 0,-3-2 0,-1 5-196,1 4 1,2-1-1,2 7 1,-1-1-176,1-1 0,4-2 0,2-8 0,2-3-25,3-5 0,1-3 0,4-3-128,3-3 0,3-6 1,6-8-65,0-6 0,2-4 0,2-4 0,1-3-117,-1-1 0,-2-2 0,-2-3 1,0 1-66,1 2 1,-1 5 0,1-3-1,-1 1 93,0 3 0,-1 2 0,-2 3 1,-3 2 534,-1 2 0,-2 7 432,-5 2 0,-2 6 0,-3 10 0,-4 5-269,-4 8 1,-2 1 0,1 7 0,-2 0-343,-3 0 1,3 3 0,-5 6 0,2 4-19,0 1 0,0 0 1,4 3-1,1-1-86,-1 1 0,7-4 0,4-2 1,2-3-142,2-2 1,2-5 0,2-1-1,6-2-184,3-3 0,3-6 1,1-4-1,3-1-288,-3-4 0,1-2 0,-1-6 0,2-4-73,-1-3 1,-2-2 0,0-2 0,2-3-162,1-4 1,0-6-1,-3-4 1,2-5-1284,1-3 0,5-6 2090,-5-1 0,13-38 0,-17 34 0,0-1 0</inkml:trace>
  <inkml:trace contextRef="#ctx0" brushRef="#br0" timeOffset="26">21292 9237 7650,'-8'2'2068,"2"1"1,1 3-1365,0 2 0,1 2 0,4 4 1,0 2 21,0 4 1,6-3 0,2 7 0,2 2-124,-1 1 1,-1 2 0,3-1-1,-1 0-242,1-4 0,2-4 0,1-5 0,1-2-304,-1-4 1,2-2 0,2-7-1,1-2-187,-2-3 1,-1-3 0,-1-8 0,-1-1-745,1-3 1,-1-5 0,0 2 0,1-1-832,-1 0 1,0 2 0,1-3 0,-1 2-1541,1 2 3245,-1 2 0,0 5 0,1-1 0</inkml:trace>
  <inkml:trace contextRef="#ctx0" brushRef="#br0" timeOffset="27">21767 9280 8364,'0'15'2858,"6"-7"0,4-3-2050,3-4 0,1-1 1,2 0-1,2 0-246,1 0 0,2-5 1,-4-1-1,3-2-448,-3-3 0,-1 3 0,-1-2 0,-1-1-477,0-2 0,-1-1 1,-2-1-1,-3 1-354,-1 0 1,-3-1 0,-5 3-1,-6 0 175,-7 3 1,-7 4-1,-7-3 1,-1 3 552,0 7 0,-5 4 0,1 10 0,1 3 521,1 5 1,4 5-1,3 5 1,7 4 268,6 4 0,4 6 1,9 1-1,3 1-233,4-1 1,10-7 0,5-9 0,3-4-414,2-5 1,5 0 0,-1-10 0,-1-6-780,-1-4 0,-2-6 0,-1-4 1,1-9 623,0-7 0,-26-24 0,-9-12 0,0-4 0,0-1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0.6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14732 16230 7818,'0'-8'1528,"0"2"0,-2 6-731,-2 0 0,0-5 0,-4-2 0,0-1-169,0-3 0,5 3 1,-2-1-1,2-3 428,-2 0-838,4-3 1,-7 1 0,5-2 0,-4-3 0,1-5 0,-1-4 0,3 0 102,-3-1 1,1 0-1,-5-1 1,1-2-143,-1-2 1,-2 1 0,-1 4 0,-1 2 0,1 3 1,0-3 0,-1 4 0,1 1-146,-1 3 0,3-2 0,0 0 0,3 0-50,-2 0 1,-1 2 0,1 5 0,3 0 27,2-1 0,1 1 0,5-1 110,0 1 1,0 0 203,0-1-188,0 7 1,2 2-93,2 6 0,0 1 0,5 4 0,2 5 15,2 3 0,-3 1 0,-1 0 1,3 1-102,0-1 0,3 2 1,-1 0-1,1 0-350,-1-3 0,-1-2 1,-2 3-1,-2 1-1061,3-1 1,0 1 0,3-1-1163,-1 0 0,-4 1-1492,-1-1 4104,-5-6 0,-30-21 0,-14-11 0</inkml:trace>
  <inkml:trace contextRef="#ctx0" brushRef="#br0" timeOffset="1">14531 15568 7818,'-24'-8'77,"1"3"1,1 4 346,-1 1 1,4 1-1,-5 4 1,0 6 510,2 7 0,-4-2 0,6 5 0,-1-2-559,0 0 0,-3 5 0,6-3 0,4 0-920,3-1 1,8-5 0,-1-7 543,8-2 0,16-27 0,11-11 0</inkml:trace>
  <inkml:trace contextRef="#ctx0" brushRef="#br0" timeOffset="2">15422 16590 7860,'-6'-8'639,"-3"3"0,-4-2 849,-2 3 1,7 0 480,4 9-1694,2 3 1,2 8 0,0 5 0,2 6 0,1 7 0,3 3-1,1 2 220,-1 3 0,4 1 1,-6 0-1,1 1-295,1-1 0,-4-2 0,3-1 0,-2-3-87,2-2 0,-4-1 0,4-5 0,-3-1-143,-2 1 0,0-5 1,0-2-1,0 1-257,0-1 1,0-4 0,0 1-197,0-3-31,0-2-198,0-6 33,0-1 0,0-9-530,0-3 1,0 2 232,0-6 1,0 4 0,1-3 213,4 1 0,-3 1 762,3 1 0,-10-9 0,-3-9 0</inkml:trace>
  <inkml:trace contextRef="#ctx0" brushRef="#br0" timeOffset="3">14732 17079 7842,'-14'0'27,"-1"0"1,1 0 0,-1 0 725,1 0 0,0 5 1,-1-1-1,1 0 141,-1-3 1,9-1 0,6-1 0,10-3 282,7 0 1,6-8 0,5 4 0,1-3-305,0-3 0,1 3 0,2-9 0,3 4-477,2 2 1,-5 0 0,2-1-1,-4 3-273,-1 2 1,-5-3-1,-2 5 1,-1 0-410,-3 3 0,-7 4 0,-2 1-3678,3 0 2029,-6 0 0,2 1 1935,-3 4 0,-36 3 0,-2 7 0</inkml:trace>
  <inkml:trace contextRef="#ctx0" brushRef="#br0" timeOffset="4">14890 16834 7810,'-29'-9'0,"2"-1"426,3-1 0,-1 3 0,5 0 1,5 0-1,2 1 0,5 3 706,1 5 0,11 1 0,10 7 0,8 4 168,5 5-1121,2-2 1,6 11 0,4-5-1,1 2 1,1-1 0,-1-2-1,3-4-5,2-1 0,-3-3 1,6-2-1,-4-3-271,0-2 0,-8 4 0,-2-4 0,-5 1-40,-5-1 0,-10 1 0,-11-3 0,-6 4 313,-6 0 1,-15 4-1,-7-6 1,-6 0 97,-7 1 1,-4-2 0,-7-5 0,3 0-148,-3 0 0,6 0 0,2-2 0,7-3-202,7-4 0,9-6 0,6-2 1,9-4-234,9-2 1,14-1 0,15-4 0,8-1 45,4 0 0,9 0 0,2 2 0,4 3 220,2 5 1,3 9 0,-4 6 0,-6 2 224,-4 2 0,-11 13 1,-4 6-1,-8 8 351,-9 7 1,-7 1-1,-8 5 1,-2-2 13,-3 2 0,-4 0 0,-10 0 0,-4-3-227,1-2 1,-4-8 0,7-8-429,2-3 0,5-8 0,4-4 0,2-9-392,3-10 1,8-12 0,6-11 0,5-5-7,3-5 1,6-2 0,-1-4 0,2 3 477,-2 1 1,2 9 0,-7 9 0,-2 8 300,-1 9 1,-1 2-1,-2 12 1,-4 6 432,-4 7 1,-3 17 0,-1 2 0,2 4-288,2 5 1,0-3-1,-5-1 1,0-1-1371,0-3 0,6-1 0,4-4 0,4-3-5246,5-5 6196,-3-9 0,37-17 0,2-9 0</inkml:trace>
  <inkml:trace contextRef="#ctx0" brushRef="#br0" timeOffset="5">16947 16892 7915,'-14'-8'1192,"1"-2"-593,4 10 1,2 3-1,7 13 1,0 2-1,2 4 1,1 4-1,4 4 1,-1 1 433,0-1 0,-1 5 1,-5 4-1,0 4-581,0 5 1,0-4-1,0 6 1,-1-2-266,-4 0 0,-2 0 1,-4-7-1,2-2 193,-3-6 0,4-9-419,-1-4 1,6-19 0,-2-12 0,3-15-157,2-10 1,5-17 0,1-6 0,1-7 146,-1-7 0,5-1 0,-6 33 0,0-1 0,1 0 0,1-1 24,-1 1 0,2 0 0,2-3 1,1 0-1,0 5 0,2 0 1,0 0-1,1 0 101,0 1 0,1 1 0,23-32 0,2 11 0,2 16 285,4 16 0,-8 11 0,6 6 1,-4 7 20,-4 6 1,-7 11 0,-10 10 0,-4 5 69,-6 5 0,-2 2 1,-7 8-1,-4-1-49,-5 0 0,-2 0 0,-13 2 0,-2 0-225,-1-2 0,-7 2 0,-1-12 0,-2-1-348,-3-2 1,-7-1-1,-5-2 1,1-4-832,3-9 0,-1-6 1,1-8-1,5 0-1192,7 0 1,6-6 0,16-4-1,6-4 2192,4-5 0,24-10 0,4-8 0</inkml:trace>
  <inkml:trace contextRef="#ctx0" brushRef="#br0" timeOffset="6">18098 16403 7702,'-24'-10'121,"0"2"1,1 2 0,0 2 0,2 3-1,2 1 1,-2 1 1243,-1 4 1,4-2 0,-2 9 0,0 2-453,1 4 1,-2 7 0,2 1 0,-3 6-192,0 6 0,-4 10 0,5 6 0,0 9-308,1 9 0,-3 1 1,14-32-1,2 0 1,1 0-1,1 1-180,1 0 0,0 1 0,1-2 1,1-1-1,4 38 0,3-6-341,4-11 0,12-10 1,6-11-1,8-3-1230,7-2 0,-2-8 0,8-7 0,-3-6-474,-2-4 0,0 1 0,-1-6 0,-4-2 1811,-5-2 0,-41-58 0,-11-15 0</inkml:trace>
  <inkml:trace contextRef="#ctx0" brushRef="#br0" timeOffset="7">18228 16561 7719,'-14'0'737,"1"1"0,3 4 2093,5 5-2294,4 3 1,1 3 0,1 4 0,4 8-1,5 5 1,3 4 0,3 4 228,3 6 0,-3-1 0,3 7 0,-3 0-414,-2-2 1,-1 3-1,-2-6 1,-3-1-541,-1-3 0,2-2 0,-4-4 0,0-6-1361,1-6 0,-3-4 0,7-6-395,1-1 1945,-4-4 0,-7-50 0,-8-9 0</inkml:trace>
  <inkml:trace contextRef="#ctx0" brushRef="#br0" timeOffset="8">18631 16820 7719,'-39'6'671,"1"4"1,8-2 0,-2 1 0,3 4 485,-1 5 1,-6 1 0,0 8 0,-8 5-569,0 3 0,-3 8 1,1 7-1,-4 1-164,-1 4 0,5-8 1,0-2-1,7-8-691,10-7 0,12-4 0,10-13-1753,6-4 2019,10-9 0,14-33 0,6-14 0</inkml:trace>
  <inkml:trace contextRef="#ctx0" brushRef="#br0" timeOffset="9">19293 16762 7709,'-8'-14'140,"-5"-1"0,3 1 0,-1 0 0,0 1 0,1 3 0,1 4 0,-1 1 754,0 0 1,1-4 0,-6 4-344,1 2 0,0 1 0,-1 4-107,1 3 1,0 1 0,-2 7 0,-2 0 36,-1 3 0,-5 6 0,3 0 0,-1 4-10,-4 4 0,-1 9 1,0-1-1,1 4-114,2 1 0,7 5 0,-3 0 0,6 0-156,4 1 1,4-4 0,8 1 0,4-6-103,8-6 1,2-4-1,10-3 1,3-3-198,3-4 1,3-9 0,-3-3 0,3-2-321,2-3 1,-5-1 0,1-2 0,-4 0-352,-5 0 0,2-2 0,-7-1 0,-3-3-677,-5-2 1,0 3-583,-6-5 0,0 6 2028,-5-6 0,-71-6 0,27 5 0,1 0 0</inkml:trace>
  <inkml:trace contextRef="#ctx0" brushRef="#br0" timeOffset="10">18875 17093 7733,'-8'0'2356,"4"0"0,8 0-1584,6 0 0,3 0 0,3 0 1,3 0-137,5 0 1,3 0 0,2 0 0,0 0-541,-1 0 1,-2 0 0,1-1-1,3-3-484,1 0 0,-2-1 0,-4 3 0,-1-1-346,2-2 1,-4 0 733,2 5 0,-38 13 0,-5 3 0</inkml:trace>
  <inkml:trace contextRef="#ctx0" brushRef="#br0" timeOffset="11">20256 16561 7761,'-14'-15'103,"0"1"0,-1 0 0,3-1 0,0 2 1,3 2 851,-2 2 1,-1 4-1,1-3-527,2 2 0,-1 1 0,-4 5 0,-1 0 432,1 0-671,-1 0 1,1 5 0,0 1 0,-2 2 0,-2 3 0,-3 3 0,1 4 189,-1 1 0,-3 5 0,3-3 0,0 1-248,0 4 1,2 0 0,5-1 0,1-1-93,3 2 1,4 1-1,6 2 1,0-1-68,0 1 1,2-2-1,2-1 1,6-2-94,3 2 1,1-4 0,1 2 0,-3 1 197,-2 3 0,-4 7 1,-6 2-1,0 1-11,0 0 0,-1 1 0,-4 4 0,-5 0 31,-2 0 1,2-1 0,0-4-1,1-4 30,1-4 1,0-8 0,5-2-50,-2-4 0,6-8 1,9-4-1,3-2 119,1-2 1,1 0 0,1-2 0,1-1 256,2-2 0,5-4 0,-4 4 1,-3 0-36,-1-1 1,-1 4 0,-1-3-293,0 4 0,1 1-1873,-1 0 1,-4 0-50,-1 0 1,-1 1 0,3 3-560,-1 0 0,-5 6 2354,4-5 0,-31 0 0,-4-5 0</inkml:trace>
  <inkml:trace contextRef="#ctx0" brushRef="#br0" timeOffset="12">20501 16949 7768,'-6'-8'473,"-2"2"0,-4 6 0,8 2 608,8 2 0,8-2 0,4 3 0,1-2-205,2 2 1,5-4 0,-3 4 0,0-3-230,0-2 1,3 0 0,-4 0-1,1 0-190,0 0 1,3 0-1,-5 0 1,-1 0-251,-2 0 0,1-2 0,-1-1 0,-3-2-355,0 2 1,-5-3 0,2-1-4460,1-1 791,-5 5 1,5-5 3815,-6 3 0,-32 4 0,-13-6 0</inkml:trace>
  <inkml:trace contextRef="#ctx0" brushRef="#br0" timeOffset="13">21148 16546 7768,'0'-22'402,"0"3"0,0 3 0,0 2 0,2 1 519,3 3 0,3-1 1,6 6-1,1 2-282,-1 1 0,7 2 0,3 0 0,1 2-268,-1 3 1,2 3 0,-5 6 0,-1 2-72,1 3 0,-3 4 0,-7 7 0,-3 2-156,-2 2 1,-1 6 0,-6-2 0,-4 3-41,-5 3 0,-3 0 0,-3 3 0,-3 2-236,-5 3 1,-8-1 0,-1 3 0,1-4-200,1-6 0,4 0 0,2-14 1,4-5-139,5-2 0,0-14 0,11-12 140,2-10 0,1-12 1,2-2-1,0-5 326,0 0 0,2 1 1,1 3-1,3 0 612,2 4 0,-3 4 0,3 5 0,0 2-26,0 4 0,-3-2 0,5 4 1,1 1-75,2 0 0,1 2 0,0 8 0,1 2-655,-1 2 0,1 1 0,1 6 1,1-1-1320,2 1 1,2-1-1,-3 0 1,1 1-2142,-2-1 3606,-1-6 0,-40 31 0,-9 1 0</inkml:trace>
  <inkml:trace contextRef="#ctx0" brushRef="#br0" timeOffset="14">22069 17165 7801,'-8'2'1061,"3"3"0,-1 9 0,1 10 0,2 3-424,1 2 0,-2 1 1,-3 2-1,-1 3-67,-3 2 1,-3 0 0,-4 3 0,-3-3-297,-1-2 1,3-2-1,-7-2 1,-1-1-244,0-1 0,-5-3 0,8-12 0,-2 0-1746,2 1 0,4-9 1715,5-6 0,-25-32 0,-6-14 0</inkml:trace>
  <inkml:trace contextRef="#ctx0" brushRef="#br0" timeOffset="15">22486 16834 7750,'-9'-1'3284,"-1"-3"-1149,-1 0 0,6-1 1,5 5-1734,8 0 0,5 0 0,1 0 0,2 0 734,4 0 1,-3 0 0,6 0 0,-1 0-345,0 0 1,1 0-1,2 0 1,-2 0-538,-3 0 1,4 0 0,-3 0-1,0 0-419,0 0 0,-2 0 0,-5 0 0,1 0-1075,-1 0 1,-1-2 0,-2-1-1193,-1-2 1,-6 0-1673,6 5 0,-7 2 4103,2 3 0,-42 16 0,-11 9 0</inkml:trace>
  <inkml:trace contextRef="#ctx0" brushRef="#br0" timeOffset="16">23249 16489 7750,'0'-22'0,"0"2"1334,0 4 0,5 7 214,0-1 0,1 10-901,-1 5 0,-4 5 1,4 14-1,-3 3-91,-2 5 1,-5 4 0,-1 8 0,-2-1-146,-4 0 0,4 2 0,-1 1 1,-2 4-226,-2 1 1,-2-3 0,3 3-1,0 0-349,3 0 0,-1-4 1,-3-1-1,4-6-720,4-7 1,-1-2 0,1-2 0,2-2-2148,1-3 1,4-8 3029,2-7 0,4-25 0,7-1 0</inkml:trace>
  <inkml:trace contextRef="#ctx0" brushRef="#br0" timeOffset="17">23177 16072 7742,'-14'-5'1059,"-1"0"-417,1 0 1,7 5 0,9 0-1,9 2 1,8 1 0,4 3 0,2 1-1,3-1 202,0-3 0,1 4 0,1-1 0,2 1-564,2-1 1,0 4 0,-6-6 0,3 1 104,2 2 0,-2-6 0,2 6 0,-2-3-64,-3 1 0,1 6 0,-2-3 0,-4 2-151,-9 0 1,0 4-1,-6 7 1,0 1-27,-3 4 1,-3 2 0,-2 6 0,0 4-174,0 4 1,-2 3 0,-3 3 0,-3 4-215,0 4 0,-3 2 0,7 1 0,-1 2-88,-2 1 0,6 1 0,-6-8 0,3-2 113,-1-5 0,0-1 0,5-3 1,0 0 75,0-8 0,6-5 0,2-6 0,0-1 68,-3 2 1,2-5-1,-3-2 1,-1-3 214,-1-2 1,-2 1-1,0-1 81,0 0 1,-2-1 0,-1-2-1,-3-3-39,-2-1 0,3 2 0,-4-4 0,-3 0-60,0 1 0,-3-3 0,1 5-147,-1-1 1,1-1-1,0-3 1,-1 2-48,1-2 0,-1-1 1,1 0-1,0 1-340,-1 2 0,-4-1 0,0-4 0,0 0-17,-2 0 0,5 0 0,-5 0 0,2 0-1320,0 0 0,0 0 1748,4 0 0,-25-12 0,-6-4 0</inkml:trace>
  <inkml:trace contextRef="#ctx0" brushRef="#br0" timeOffset="18">24299 15827 7706,'0'-14'243,"0"-1"0,-1 2 1,-3 2-1,0 2 832,0-2 0,4 4 0,5 2-302,5 4 1,4 7 0,5 5 0,5 8-61,3 10 1,2 6-1,2 10 1,2 5-373,6 7 0,-18-22 0,-1 1 1,1 4-1,0 3 0,-1 1 0,0 1-152,-1 3 0,0 0 0,-3 2 0,0-1 0,0 2 0,0-1 0,-3 0 0,-2 1-73,-3-1 0,-2 0 0,-1-4 0,-2-2 0,-3-1 0,-1-1 1,-4 36 73,-5-8 0,-9 2 0,-6-6 0,-6-1-259,-2-2 0,-7-4 0,1-1 0,-4-1-687,-5 1 0,3-9 1,-3-6-1,4-7-1514,1-6 1,-1-9 2269,1-7 0,2-14 0,-6-5 0,-2-3 0,-1 0 0</inkml:trace>
  <inkml:trace contextRef="#ctx0" brushRef="#br0" timeOffset="19">25824 16590 7772,'-9'-15'494,"-1"1"1,0-1 0,6 3-1,8 2 1150,14 5 0,9 4 0,7 1 0,6 0-492,6 0 1,0 0 0,7 0 0,2 0-717,0 0 0,1 0 0,-1 0 1,-4 1-539,-2 4 1,-2-3 0,-10 4 0,-9-1-399,-7 0 1,-5 6 0,-3-2-1070,-3 4 1,-6 2-1,-10 1 1,-7 3-2140,-4 5 3708,-15 3 0,-28 10 0,-13 6 0,16-12 0,0 0 0,0 0 0</inkml:trace>
  <inkml:trace contextRef="#ctx0" brushRef="#br0" timeOffset="20">25911 17064 7778,'-15'0'2593,"7"0"1,26-4-1,15-3-1574,9-1 0,4 0 0,1-3 1,2 1-1086,2-1 0,2 5 1,3 1-1,-3 3-952,-5 2 0,-5 0 1018,-5 0 0,-9 7 0,-8 1 0</inkml:trace>
  <inkml:trace contextRef="#ctx0" brushRef="#br0" timeOffset="21">27752 16244 7807,'-29'-4'229,"2"-1"1,1 2 0,3 3-1,-1 4 1,-2 6 0,0 4 866,1 5 0,-6 10 0,7 10 0,-3 4-354,-1 5 0,0 4 1,4 9-1,5 3-131,3 2 0,7 1 0,1 6 0,1 1-100,4-2 1,8-3-1,6-13 1,7-5-159,6-8 0,9-3 0,7-13 0,6-8-133,7-6 0,5-10 0,4 0 0,5-7 6,4-11 0,-4-7 0,-2-10 1,-1-5 9,-3-4 0,-5-1 0,-8-11 0,-11 0-117,-10 2 1,-8-5 0,-9 4 0,-6-4 51,-2-2 0,-10 1 0,-8-1 0,-11 2-575,-10 3 0,-9-1 0,-4 8 1,-1 6-1010,-3 9 1,-1 10 0,1 12 0,4 4-208,6 3 1,10 12-1,16 8 1620,7 9 0,12 25 0,5 11 0,2 3 0,0 1 0</inkml:trace>
  <inkml:trace contextRef="#ctx0" brushRef="#br0" timeOffset="22">10632 13511 7950,'-8'-15'178,"-4"6"1,8-1-1,0-1 1067,3-2 0,2 0-732,4 4 0,-2 2 0,7 9 210,1 3 1,-3 9-531,2 10 1,-7 5-1,3 4 1,-1 7 0,0 5-1,-2 5-85,-1 1 1,-2 2 0,0 4 0,0 1-61,0-1 1,0-1-1,0-5 1,0-8 134,0-7 1,0-12-1,-2-7 92,-3-6 0,2-6 1,-5-11-1,0-9 106,0-7 1,3-5 0,-4-4 0,-2-2-254,-2-5 1,3 1 0,1 0-1,-2 0-140,-2 0 0,5 4 0,1-4 0,3 2-85,-1 3 0,0 2 0,5 1 0,0 2-51,0 3 1,6-2-1,4 8 83,3 6 1,-4 4-1,1 9 1,0 6 167,-3 7 0,5 2 0,-8 10 0,1 2-31,2 4 0,-6 8 1,4-1-1,-3 1-7,-2-2 0,0 4 0,0-6 0,0 3-136,0-1 0,0-4 0,0 1 0,0-3 105,0-5 1,0-3-1,0 0 176,0-5 0,-2-4-123,-3-6 1,4-4 0,-4-10-1,3-6-62,2-7 1,0-1 0,0-8-1,0-5-77,0-3 0,0-3 1,2-6-1,1 1-111,2 0 0,4-5 1,-2 2-1,-1 3 114,1 3 0,-1 12 0,-3 1 145,2 5 1,0 11-1,-5 12 17,0 12 0,0 13 1,0 9-1,0 0 50,0 0 1,0 3 0,0-2 0,0-1-135,0 0 1,0 3 0,0-6 0,0-3 19,0-3 0,-2-4 0,-1 2 446,-2-5 1,-1-9-320,1-5 0,3-12 0,-4-7 1,1-9-37,0-4 1,1-3 0,4-4 0,0-4-264,0-4 0,0-1 0,0 2 0,0 1-793,0 1 0,0 12 0,0 0-2400,0 5 3316,6 9 0,-11 58 0,4 19 0</inkml:trace>
  <inkml:trace contextRef="#ctx0" brushRef="#br0" timeOffset="23">19523 12978 7724,'-10'-6'158,"1"-4"0,4 4 1,-3-1-1,1 1 0,4-4 1,2-2 506,1-3 0,1 2 0,2 2 1,4 2 587,1-3 1,-3 6 574,4 1-1529,1 4 1,-2 2-1,-3 6 1,-4 7 0,-1 10-1,0 6 1,0 6 40,0 0 0,0 8 0,0 3 0,0 0-407,0-2 1,0-4-1,0-1 1,0-3-76,0-2 1,0-3 0,0-8-244,0-5 0,0-6 461,0-8 0,0-20 0,0-17 329,0-3 1,0-11-1,0 1 1,0-3-17,0-1 1,-1-6-1,-3 4 1,0-2-352,0 1 0,1 5 0,0 1 1,-2 6-108,2 6 0,1 10-78,2 5 1,2 10 0,1 5-66,2 8 1,1 4-1,-2 6 1,0 0-42,0 1 1,2-6 0,-1 1-1,0 1-862,1 2 1,-3 0-1,7-2-3129,1-2 4244,-5-5 0,-12-68 0,-2 20 0,0 0 0</inkml:trace>
  <inkml:trace contextRef="#ctx0" brushRef="#br0" timeOffset="24">18904 8316 7928,'-13'-14'104,"4"0"1,-2-6 0,4 1 0,1 2 810,-1 1 1,3 1-1,4 1 1914,0 0-1859,0 6 0,1 1 1,4 7-1,3 2 1085,0 3 1,3 4-1492,-6 10 0,1 4 0,-2 5 1,2 3-1,0 2 0,2 7 279,0 7 0,0-3 0,3 6 0,-1 0-843,1 2 0,0 4 0,1 2 0,-3 1 0,2 3 0,4-2 0,2 2 0,3-5 0,-3-4 0,-1 2 0,-1-8 0,-1-2 0,0-5 0,-1 5 0,-2-5 0,-3-2 0,-1-1 0,4 1 0,-2-2 0,3-1 0,-3 0 0,-1-1 0,-5-6 0,4 1-41,1 0 0,-3 4 0,3-1 0,0-3-312,0-3 1,-5-9-1,3 3 1,-1-4 16,0-2 0,4-4 0,-2-2 22,1-2 553,-5-1 0,8-7 1,-6-3 207,-2-4 1,4-4-1,-3-1-238,0-1 0,2 1 0,-1-1 0,-1 3-209,3 2 0,-6-8 0,6 4 0,-1-2 0,4 0 0,-2 2 0,0-1 0,0 1-726,0-1 0,-3-2 0,3 1 0,0 3-2396,0 0 0,-4 1 1396,6-3 0,-7 9 0,2 7 761,-3 12 965,-2 2 0,-11 22 0,-4 10 0,-1 0 0,0 1 0</inkml:trace>
  <inkml:trace contextRef="#ctx0" brushRef="#br0" timeOffset="25">19422 9798 7928,'-24'5'0,"2"0"0,1-2 0,3-1 0,-2 3 0,-1-1 0,0 0 1718,0-3 0,0-1 1,4 0-1,-4 0-611,-1 0 1,-1 0-1,-2 0 1,1 0-1223,-2 0 0,4 0 1,-2 0-1,0 0-963,1 0 1,3 0-1,5-1 1,2-4 1077,4-5 0,-10-67 0,11 30 0,0 0 0</inkml:trace>
  <inkml:trace contextRef="#ctx0" brushRef="#br0" timeOffset="26">19120 7093 8418,'-6'-9'1921,"-4"-1"-1011,4 1 0,-1 2 1,7 7-268,0 8 0,2 11 0,1 5 0,2 4 0,0 2 0,-1 4 0,1 2 1,-2 3-1,-1 1 393,-2 4 1,0 0-1,0 5 1,0-1-959,0 0 1,-6 2-1,-2-4 1,-2 2-194,0-2 0,6-7 0,-4-6 1,1-2-2670,4-3 1,1-5 899,2-4 1,2-9-1,1-9 1,2-7-1370,-2-9 3253,-1-9 0,-12-20 0,-6-11 0,0-7 0,0 0 0</inkml:trace>
  <inkml:trace contextRef="#ctx0" brushRef="#br0" timeOffset="27">19019 7237 7941,'8'-22'0,"-3"3"0,-3 3 785,-2 1 0,6 6 0,2-1 1,3-1 53,4-2 0,-4 4 1,10 1-1,-1 1-28,4 4 1,3 1 0,2 2 0,0 0-390,0 0 0,0 0 0,-1 0 0,1 0-578,0 0 1,-2 2-1,-3 1 1,-5 4-607,-3 1 1,-1-5 0,-3 3-942,-2 1 1,-5 1 0,-10 6 1702,-5 0 0,-38 6 0,-19 0 0,-4 3 0,0 1 0</inkml:trace>
  <inkml:trace contextRef="#ctx0" brushRef="#br0" timeOffset="28">19120 7338 9117,'-8'14'1304,"2"-4"0,7-2 0,4-2-375,5-2 1,7 2 0,4 0 0,1 1-531,4-1 0,1-1 0,2-5 0,1 0-658,4 0 1,-4 0 0,4 0 0,-4 0-844,-1 0 1,1 0-1,1 0 1,-1-2 1101,-3-2 0,-21-11 0,-1-7 0</inkml:trace>
  <inkml:trace contextRef="#ctx0" brushRef="#br0" timeOffset="29">19998 7021 7941,'-7'-14'0,"-2"0"807,-4-1 1,3 6-1,1 1 426,-3 1 0,4 3 0,0 5 0,0 4-326,0 4 1,-1 11 0,-4 5 0,2 6-560,1 2 0,-4 9 0,-5-1 0,1 6-195,2-1 1,2 4-1,1-1 1,2 1-187,1-1 1,7-2 0,-2-7 0,7-4-885,7 0 1,3-8 0,10-5 0,0-2-363,1-4 1,1-3 0,4-4 0,1-5-294,0-4 0,-5-2 0,0-4 1572,1-5 0,3-41 0,0-11 0</inkml:trace>
  <inkml:trace contextRef="#ctx0" brushRef="#br0" timeOffset="30">20271 7093 7941,'-8'-6'0,"-3"-2"0,6-6 998,2-1 1,1 6 0,4 1 207,2 1 1,4 2 0,7 5 0,1 2-524,3 3 1,-1 1-1,4 7 1,0 0-133,1 3 1,-4 3 0,3 0-1,-1 5-194,-3 3 1,-2-3 0,-4 2-1,-2 3-169,-5 3 0,-4 1 0,-1-2 0,-1 1-295,-4 1 1,-9 1 0,-10-4 0,-3 2-437,-2 2 0,-5-2 0,1-8 0,2-4-590,6 1 1,-3-10 0,6 2 746,0-5 1,3-5 0,9-7 0,5-6 287,4-3 1,1-1-1,0-1 1,1 3 365,4 2 0,-2 2 1,7 5 278,1-2 1,2 0 0,1 5 0,0 0-219,1 0 1,-6 2 0,1 1 0,1 2-477,2-2 0,-3 0 1,-1 0-2673,2 2 1,2 0-1405,2-5 4223,-1 0 0,-25-51 0,-7-13 0</inkml:trace>
  <inkml:trace contextRef="#ctx0" brushRef="#br0" timeOffset="31">20631 6719 12565,'0'16'987,"0"3"0,6 4 0,4 7 0,2 4-111,3 4 1,-1 9 0,0 2 0,1 2 56,-1 4 0,1 1 1,-3 0-1,0-4-328,-3-4 0,-6-3 1,2-2-1,-5 0-505,-5 0 0,2-6 0,-6-3 0,-3-4-411,0-1 0,-4-5 1,-2 0-1,-1 0-1000,1-2 1,2-1 0,0-8 0,-1-2-1152,-2-1 1,-1-2 0,6 1 2461,0-4 0,-33-10 0,-7-3 0</inkml:trace>
  <inkml:trace contextRef="#ctx0" brushRef="#br0" timeOffset="32">21379 7453 7802,'0'-14'397,"0"-1"0,0 1 1,0 0 2629,0-1-1809,0 7 1,1-3-320,4 6 0,-2-1 1,7 3-57,1-2 0,2-5 0,1 4-151,1-2 1,-1 5-1,0-4-404,1 1 0,4 4 0,0-3 0,-1 2-40,-2-2 1,-2 4 0,0-4 0,1 3 20,-1 2 1,1 5 0,-1 3 0,-1 3-48,-4 5 1,3 4-1,-8-1 1,1 3-75,2 1 0,-4 2 0,5-6 0,0-1-48,0-2 1,1-2 0,6 1 0,-3-1-65,-2 0 0,4-6 1,-1-3-1,6-3 55,4-2 1,-1-2-1,4-3 1,-2-4-59,1-4 1,3-8 0,-1-3 0,-2-3-491,-1-2 0,-6 5 0,1 0 0,-3 0-2020,-2 2 0,-6 1-1819,-3 7 4296,-3 6 0,-41 33 0,-9 15 0</inkml:trace>
  <inkml:trace contextRef="#ctx0" brushRef="#br0" timeOffset="33">22976 7151 7797,'-23'-14'229,"4"-1"0,3 1 268,2-1 1,6 1-1,1 0 448,1-1 0,4 1 813,-3-1 1,-3 9-812,-1 6 1,-2 6-1,-2 10 1,0 4-309,-3 4 0,-1 4 1,1 6-1,-2 4-47,-1 4 0,-2 1 0,3 0 1,1 2-181,4 3 0,0-3 0,8 3 1,2-4-201,2 0 0,2-8 0,6-2 0,7-7-198,8-8 1,6-1-1,0-13 1,3-2 9,2-2 1,3-2-1,2-4 1,-5-5 132,-2-2 1,-2-7-1,-1-2 1,1-2 27,0-2 0,-7-4 0,-3-3 1,-3-3-11,-1-2 1,-6 0-1,-1-3 1,-1 2-257,-4-2 0,-3-2 0,-5-1 0,-6 0-596,-7 0 0,-2 6 0,-6 4 0,2 4-143,-1 5 1,2 5 0,1 9 0,1 5-81,3 4 1,2 2 0,2 6-153,0 7 0,1 8 0,3 12 1,5 4-1,4 2 1052,1-1 0,8 4 0,3 6 0,1 2 0,0-1 0</inkml:trace>
  <inkml:trace contextRef="#ctx0" brushRef="#br0" timeOffset="34">23609 7655 7798,'-21'0'628,"5"-5"0,-3 0 1844,3 2 1,6-4 520,0 3-3519,7-8 0,-1 11-546,8-4 0,-1 3 1072,7 2 0,0-12 0,4-4 0</inkml:trace>
  <inkml:trace contextRef="#ctx0" brushRef="#br0" timeOffset="35">24198 7208 7798,'-1'-15'0,"-2"-3"451,-2-1 1,-5-2 0,4 3 0,0-2 692,-1-3 1,-2 6-1,2-3 1,1 4-437,-1 2 0,-4 1 1,2 4-1,-4 4-333,-2 3 0,1 9 1,-2 2-1,-2 6-252,-1 4 1,0-2 0,6 6-1,2-1-72,1 1 0,2 1 1,-1 3-1,4-2-45,4-1 0,2-1 1,2 2-1,4-1-36,1 2 1,3 1 0,6 0 0,3-1 175,-3-2 0,4 0 0,-2 3 0,-1-2-23,-2-1 1,-2-4 0,-1 4 0,-2 0-109,-1-2 0,-7 0 1,2-4-1,-5 1-126,-5-1 1,-3 2 0,-8 0-1,-3-3-260,-5-1 1,1-1 0,-2-1 0,-4 0-360,-3 1 0,-1-6 1,4-1-1,0-1 99,0-4 0,7-3 0,3-5 0,4-6 395,6-7 1,2-4 0,9-7-1,4 0 186,9 1 1,5-3-1,11-1 1,1-1 649,1 1 0,7-3 0,-3-1 0,1 1 533,1 0 0,1 0 0,6 1 0,2-2-198,-2-1 1,-2 3-1,-4 9 1,-5 2-739,-5 3 1,0 0 0,-12 6 0,-4 1-3855,-2 4 2449,-9 2 1,-2 9 1207,-5 3 0,-40 9 0,-3 8 0</inkml:trace>
  <inkml:trace contextRef="#ctx0" brushRef="#br0" timeOffset="36">9351 13410 7798,'-14'0'1375,"1"1"0,3 1 0,7 0-94,6-4 1,5-6 0,7 3-1,1 2-701,3 1 0,-3-2 0,3-1 0,-3 2 121,-1 1 0,4 2 0,0 0 1,0 0-195,2 0 0,-5 0 0,5 2 1,-2 1-150,0 2 0,7 1 0,-2-3 1,3 4-136,2 1 0,-1-4 0,1 4 0,0-1-48,0-4 0,-1 3 1,1 1-1,0-1-65,0 1 1,-5-1 0,0-3 0,0 2-108,-2-2 0,4 5 0,-6 0 0,1 2-44,0-1 0,-2 1 0,-4 4 0,-1 1-29,0-1 0,1 0 0,-1 1 0,0-1 25,1 1 1,-1-1 0,1 0 0,1 1-42,3-1 1,-5 1 0,2-3 0,-5 0 54,1-3 0,0-4 0,3 3 4,-1-2 1,-6 1 0,-2-4-60,1 2 1,-6 6-121,4-1 1,-3-2-218,-2 1 0,0-4-525,0 4 371,0-5 373,6 2 495,-4-6 44,4 0-863,-6 0-406,0 0 887,7-6 1,-6 2 262,4-5 1,-3 4 0,-1-4-220,4-3 0,-3 4 0,2-1-313,-2-2 0,0-1 0,1 1-927,2 2 0,-1 4 0,-2-3-2699,3 1 1078,-4-4 1,7 10 2863,-3-4 0,-10 61 0,4 16 0</inkml:trace>
  <inkml:trace contextRef="#ctx0" brushRef="#br0" timeOffset="37">10445 13942 7802,'-15'0'0,"6"0"0,1 2 930,1 3 1,-4-4 204,1 4 1,4-5-447,1-5 0,4 2 0,1-7 185,0-1 0,-5 3 1,-1 0-281,-2 2 1,3-1-1,-5 4 1,-1-2-281,-2 2 0,-3 2 0,-3 1 1,-3 0-266,-1 0 0,-6 0 1,2 0-1,-5 0-236,0 0 1,2 4 0,3 1-1,1 0-655,2 1 1,7-4-1,-3 3-3156,4-4 3998,8-1 0,2-6 0,6-2 0</inkml:trace>
  <inkml:trace contextRef="#ctx0" brushRef="#br0" timeOffset="38">8114 12518 8427,'-14'-7'1584,"4"6"1,0-4-276,-1 3 1,3 2-378,-1 0-712,-1 0 1,0 0-1,2 2 1,0 1-1,2 4 1,0 2 68,2 7 0,-2 0 0,1 8 1,2 0-186,1-2 1,2 10 0,0-3 0,2 3-92,3 3 1,3-3 0,6 5-1,2-2 50,3-3 0,-1-1 0,4-4 0,-1-2 34,-3-1 0,3-6 0,-1 1 0,1-4 50,0-6 0,0-2 0,-4-7 0,2 0-13,-1 0 1,3 0 0,-2-2 0,0-3-11,2-4 1,-5-9-1,3-3 1,-1-1-22,1-4 0,-8-1 0,3-2 0,-2 0-10,-4 1 1,3-6-1,-6 1 1,-2 2 17,-2 6 1,-2-1-1,-4 5 1,-5 0-38,-2 1 0,-9 5 1,-2 6-1,-2-1-153,-4 2 0,4-5 0,-9 5 1,4-1-317,1-1 1,-5 2-1,1-3 1,1 3-484,1 2 0,7-4 0,2 5 72,1 2 0,4 3 0,7 5 65,5 4 1,10-1-1,6 0 1,5-1 740,3-4 0,45 24 0,7 5 0</inkml:trace>
  <inkml:trace contextRef="#ctx0" brushRef="#br0" timeOffset="39">8876 12777 8185,'-9'0'2304,"1"1"1879,1 4-1396,3-3-2137,4 4-1179,0-6-4244,0 0 4773,0-6 0,-13-28 0,-3-12 0</inkml:trace>
  <inkml:trace contextRef="#ctx0" brushRef="#br0" timeOffset="40">9092 12374 7916,'-6'-8'15,"4"0"1007,-3 3 0,2-1 13,-2-4 1,4 1-1,-4 9 1,3 6 246,2 5 1,5 10 0,2 3 0,1 5-860,3 4 1,-3 4 0,1 6 0,1 2-112,-2 3 1,3-2 0,-4 5 0,-1 1-79,0-1 1,4-5 0,-5 0-1,-2-6-149,-1-6 0,-2-4 0,0-2 0,0-5-617,0-3-1931,0-4 895,0-8 0,0-8 1,0-12 1567,0-5 0,-58-31 0,22 18 0,0-1 0</inkml:trace>
  <inkml:trace contextRef="#ctx0" brushRef="#br0" timeOffset="41">6675 11511 7797,'-1'-13'1198,"-3"2"1,-2 1 1054,-2-1 1,5 6-784,-2 5-910,4 13 1,7 4 0,2 7 0,1 2 0,1 1-1,0 2 1,-1 1 452,1 4 1,-2-2 0,3 6 0,-1 1-605,1-3 1,-3 6-1,0-4 1,0 4-267,0 1 1,-5 0 0,2-1 0,-4-4-666,-1-4 0,0-1 0,0-4 1,0-7-2367,0-4 0,2-5 350,3-4 1,-4-5 2537,4-14 0,-10-51 0,1 19 0,0-1 0</inkml:trace>
  <inkml:trace contextRef="#ctx0" brushRef="#br0" timeOffset="42">6546 11539 7815,'-7'-9'939,"-2"-1"0,2 5 465,3-4 0,8 1 0,8-3 0,5 3-243,7 1 0,3 2 0,2 5 0,0 0-470,0 0 1,4 0 0,1 0 0,-2 0-700,-2 0 0,4 0 0,-1 0 1,-2 0-606,-6 0 1,1 5 0,-7 0-889,-1-2 1,-9 5-1,-4 2 1,-5 3 1500,-5 1 0,-48 20 0,-17 4 0</inkml:trace>
  <inkml:trace contextRef="#ctx0" brushRef="#br0" timeOffset="43">6690 11842 7815,'-10'0'1757,"0"0"-1,9 0 1,2 0 0,11 0-482,5 0 0,10 0 1,1-2-1,4-1-938,0-2 0,3-1 0,-2 1 0,-1-3-903,-1 0 0,-3-5 0,1 5 0,0-2-1637,0 1 1,-7-1 2202,-3-4 0,-3 6 0,-1 1 0</inkml:trace>
  <inkml:trace contextRef="#ctx0" brushRef="#br0" timeOffset="44">7538 11093 7745,'-6'-8'1,"-2"-3"0,-6 6 4,-1 2 862,7 2 0,-4 1 0,2 1 1,-3 6-1,-1 7 0,-1 10 0,-1 8 3331,-3 6-3997,3 10 1,-9 5 0,4 11-1,0 8 1,10-33 0,1 2-1,1 1 1,1 1 0,0-1-1,1 0 366,2-1 1,1 0 0,-3 31 0,9-12 0,4-5-404,9-7 1,7-7 0,10-7 0,3-10-526,2-7 0,-3-4 1,4-3-1,0-5-977,-1-4 0,-2-2 0,-6-4 0,-2-5-2359,-3-3 3697,3-7 0,-62-22 0,-8-11 0</inkml:trace>
  <inkml:trace contextRef="#ctx0" brushRef="#br0" timeOffset="45">7855 11654 7826,'-14'0'1095,"-1"0"0,1 0 843,-1 0 0,9 0 0,8 0-983,10 0 1,4-4-1,8-3 1,2-1 2700,1-3-3194,8-2 0,-3-1 0,5 1 1,0 2-1,-2 1 0,2-1 1,0-2 68,2-1 1,1 0 0,-1-1 0,-6 1-714,-2-1 0,-4 7 0,-3 2-4273,-5 0-3814,-3 4 8269,-8-4 0,-33-14 0,-15-4 0</inkml:trace>
  <inkml:trace contextRef="#ctx0" brushRef="#br0" timeOffset="46">8704 11065 7827,'-15'-7'4463,"7"6"0,2-4-3364,6 10 1,0 4 0,0 9 0,0 3-488,0 1 0,0-3 0,0 5 0,0 2-177,0 1 1,0 2 0,0-1-1,0 1-72,0 0 1,0-5 0,2-2-1,1 1-180,2-1 1,4-4 0,-2-1 0,1-4-44,3-3 0,-3-7 1,3 2-1,3-4 4,4-1 1,3 0 0,-4 0 0,4-1-145,1-4 0,1 2 0,2-7 0,-2 0 0,-2 2 0,3-4 0,-4 4 0,1 0 0,0 3 0,-2-2 0,-5 3-687,1 0 0,-6 3-1305,1 1-1264,-7 0 0,4-2 3256,-7-3 0,-32-9 0,-8-8 0</inkml:trace>
  <inkml:trace contextRef="#ctx0" brushRef="#br0" timeOffset="47">9121 11208 7827,'-13'2'1052,"4"3"1,-3-2 0,8 7 394,0 1 1,3 3-1,2 4 1,3 3-96,0 1 1,6 2 0,-4 5 0,1-1-678,-1 1 0,-1 6 0,-5 2 0,0 2-441,0-1 0,0-1 0,0 3 0,0-4-746,0 0 0,0 2 1,0-6-1,0-5-1766,0-6 1,0-5 0,2-3-3625,2-4 5902,-2-9 0,-8-78 0,-2 27 0,0 0 0</inkml:trace>
  <inkml:trace contextRef="#ctx0" brushRef="#br0" timeOffset="48">9107 10748 7827,'0'-14'191,"0"-1"1,1 2 0,2 2 1133,2 2 0,6 5 0,1 1 0,4 8 40,3 9 0,6 7 0,-1 10 0,4 2-452,0 6 1,1 8-1,0 5 1,-2 0-125,-3 1 1,2 0 0,-7 4-1,-2 3-115,-1 2 0,-8 2 0,-3 5 1,-3-2-675,-2 2 0,-2-4 0,-3 1 0,-4-4 0,-4-6 0,-1 0 0,-1-8 0,1-2-299,-1-1 1,1-8 0,0-5-1,-1-7-3074,1-5 0,-1-6 3373,1-5 0,6 4 0,2-5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0.74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14976 8762 7937,'-6'-8'331,"-2"-3"1,-6 6 738,-1 2 1,6 2 197,-1 1-1022,1 6 0,-6 2 1,1 6-1,1 1 0,2-1 1,1 1-1,1-1 1,-1 0 391,0 1 0,1 4 0,-6 2 0,1 1-245,0 4 1,-1 2 0,-1 6 0,-1 4-35,-2 4 1,-1 3-1,6 3 1,-2 4-90,-3 4 1,3 2 0,-3 1 0,4 2-6,6 1 0,-4 7 1,5-4-1,0-1-19,3-6 1,5 0 0,5-7 0,4 0-66,4-3 0,2-10 1,1-4-1,1-4-160,2-1 1,5-2 0,-3-1 0,0-4-280,0-1 1,3-2 0,-5-3 0,-2 0-69,-1-2 0,-1 2 0,-1-9 0,1-1-1032,-1 1 0,0-1 1,1-3-2937,-1 2 4294,1 0 0,-33 1 0,-8 2 0</inkml:trace>
  <inkml:trace contextRef="#ctx0" brushRef="#br0" timeOffset="1">15279 8993 7915,'0'-15'1227,"0"1"-93,0-1 1,0 11 0,0 8 0,0 14 851,0 8-1599,0 9 1,0 3 0,0 9-1,0 4 1,0 3 0,-2 5-1,-1 0 369,-2 1 0,-5 2 0,4 2 0,0-2-457,-1-3 0,-4 0 0,3-11 0,-2-1-191,1-2 1,1-4 0,-3-3 0,3-4-150,1-4 1,3-7 0,2-4-1,-1-3-2846,-2-2 970,0-6 0,7-3 0,1-10-617,2-4 2534,0-4 0,-25-33 0,-4-9 0</inkml:trace>
  <inkml:trace contextRef="#ctx0" brushRef="#br0" timeOffset="2">15725 9611 7888,'-8'-14'1549,"1"6"1,14 2-1,4 6 1,5 0-459,3 0 0,7 1 0,-2 2 0,3 2-330,1-2 1,1-1 0,0-2 0,0 0-224,0 0 0,-1 0 1,1 0-1,0 0-339,0 0 1,-5 0-1,-2 0 1,-1 0-595,-4 0 1,-1 0 0,-1 0 0,-1 0-2576,1 0 0,-1-5-3049,0 0 6019,-6 1 0,-59 16 0,-21 4 0</inkml:trace>
  <inkml:trace contextRef="#ctx0" brushRef="#br0" timeOffset="3">17091 9194 7880,'-14'-13'0,"0"4"229,-1 4 0,6-2 1,-1 3-1,-1 1 1,-2 1-1,0 4 1,2 1 580,1 1 1,6 12-1,-6-1 1,-1 2-189,-2 4 0,0 2 1,2 5-1,2 3 734,-3 2-1164,6 4 0,0 8 1,4 3-1,-1 5 1,-2 3-1,2 0 0,3-2 162,5-1 1,3-9-1,6 0 1,2-9-234,3-5 1,3-8 0,6-4 0,-1-7-44,2-6 0,-4-5 0,9-5 0,-4-4 223,-1-4 0,-5-6 0,0-2 1,0-3 43,-2-6 0,-1-1 1,-7-6-1,-1 1-37,-3-1 1,1-3 0,-6-6 0,-2-2-227,-1 1 1,-4-2-1,-3-1 1,-6 1-316,-7-1 1,-4 2 0,-8 6-1,-2 6-266,-2 7 0,1 7 0,4 9 0,0 5 34,0 8 0,2 6 0,3 10 0,5 3-621,3 5 1,3 5 0,4 3 0,5 2-563,8-2 1,8 3-1,7-2 1648,-1-1 0,30 5 0,6 0 0</inkml:trace>
  <inkml:trace contextRef="#ctx0" brushRef="#br0" timeOffset="4">17710 9842 7893,'-21'0'1812,"5"0"0,-3 1 2081,3 4-3078,8-3 0,2 6-1732,6-4 1,1-2-1056,4 3 1,1-5 1971,4-5 0,3-29 0,-5-12 0</inkml:trace>
  <inkml:trace contextRef="#ctx0" brushRef="#br0" timeOffset="5">18098 9050 7865,'-14'-14'2235,"1"-1"-1520,4 1 1,4 1 0,10 2 0,4 3 0,6 2 0,2 2-1,4 3 387,1 1 0,2 0 0,5 1 0,0 3-424,0 0 1,-1 8 0,1-1-1,0 5-255,0 3 1,-5 5 0,-2-3 0,-1 1-222,-3 4 0,-2 1 0,-4 2 0,-2 1-97,-5 4 1,-4-2 0,-2 6-1,-4 2-151,-5 2 1,-4 1 0,-5 0 0,-5 0-396,-3 0 0,-4-3 0,-2 0 0,-4 2-2,0-2 1,-3-7-1,5 1 1,-2-4 35,-3-1 0,5-7 0,3-4 1,5-7 180,3-6 1,6-5 0,1-5-1,6-6 139,6-7 0,5-4 0,5-7 0,4 0 112,4 1 1,8 0 0,1 3 0,2 2 441,0 3 0,-5 0 0,5 8 0,2 1 138,1 1 1,-3 7 0,-2-2 0,1 3-117,-1 2 1,-3 2 0,4 3 0,-3 4-334,-2 4 0,-2 1 0,-3 1 0,-4 1-571,-4 3 1,2-3 0,-3 3 0,0-3-1269,-3-1 1,-1-6 0,0 1-1743,0 1 3425,0-5 0,-32-38 0,-8-16 0</inkml:trace>
  <inkml:trace contextRef="#ctx0" brushRef="#br0" timeOffset="6">18602 8619 7806,'0'-8'1553,"5"3"1,1 11 0,2 9-603,3 7 0,2 7 1,2 4-1,-1 6-113,0 2 0,1 4 1,1 3-1,1 5-93,2 3 0,2-2 1,-3 2-1,1 3-104,-1 0 0,-7 0 0,-3 1 0,-2 0-390,-3 3 1,-1 1 0,-2-5 0,0 0-134,0-3 0,-8-7 0,-5 3 0,-4-3-212,-1-3 1,-4-1-1,-1-3 1,-1-2-153,0-2 1,0-4 0,-4 3 0,-3-2-1199,-2-3 1,2-2 0,-4-3 0,0-3-4653,-3-5 6096,2-9 0,-13-16 0,-7-7 0,-3-3 0,1 0 0</inkml:trace>
  <inkml:trace contextRef="#ctx0" brushRef="#br0" timeOffset="7">19221 8475 7836,'-13'1'-431,"2"2"2480,1 2-610,7 0 1,-10-5-1,7 0-176,2 0 1,6 0 0,12 0 0,2 0-294,4 0 0,0 0 0,6 0 0,0 0-383,4 0 1,-1 0 0,4 0 0,-1 0-328,2 0 0,-4 5 0,4 0 1,-5-1-71,-5 3 1,1-4 0,-6 5 0,-3 0-2,-5 0 0,-4 2 0,-7 4 1,-2 0-348,-3 1 1,-4-1-1,-9 1 1,-3-1-289,-1 0 1,-2-1 0,-5-2-1,2-3-137,3-1 1,-1-1 0,4-3 0,0 2-377,0-2 1,7-1-48,4-2 1,7 1 908,-2 4 1,10-3 0,5 4-1,2 1 244,3 2 1,-1-1 0,1 2 0,-1 1 207,0 2 1,1 1-1,-1 1 1,1-1-42,-1 0 1,-4 6 0,-1-1-1,1-2 50,-2-1 1,3 3-1,-6 1 1,-2-3 4,-1-1 0,-2-1 1,-2-3-1,-3 0-50,-4-3 0,-4-1 0,-3 3 0,-2-1-338,-1 1 1,-7-3 0,2 2 0,-4-1-209,-6-1 1,2 4 0,-5-8 0,2 0-1111,3-3 0,3-1 0,4-1-1593,1-4 1,13-8 2929,1-6 0,26-39 0,8-4 0</inkml:trace>
  <inkml:trace contextRef="#ctx0" brushRef="#br0" timeOffset="8">11466 17568 8042,'0'-14'0,"-6"4"0,-4 0 928,-3-1 1,5 3 216,4-1 1,2 4 263,2-5 0,0 5 1151,0-4-2114,0 6 1,0-2 0,0 10 0,0 4-1,0 6 154,0 4 0,-2 3 1,-2 7-1,-4 0-280,0 0 1,-4 1-1,6 2 1,0 1-52,-1-1 1,-2-1 0,2-4 0,1-1-167,-1-2 1,3-7 0,4 2 0,0-3 149,0-1 0,0-6-6,0 1 1,1-7 33,4 2 0,-2-4 1,7-1 1,1 0 0,-3 0 0,2 0-40,1 0 0,-3 0 0,1 0-176,3 0 1,0 0-1,3 0 1,-1 0-68,0 0 0,6 0 0,-1 0 0,0 0 0,2 0 0,1 0 0,7 0 0,0 0 0,0 0 0,-1 0 0,3-1 0,1-2 0,1-2 0,6-5 0,-4 6 0,2 0 0,2 3 0,3-4 0,1-1 0,-1-1 0,-4 1 0,2 1 0,-3 3 0,1-1 0,2-2 0,0 1 0,-8 4 0,2 0 0,-2 0 0,3 0 0,-2 0 0,-1 0 0,-1 0 0,-2 0 0,1 0 0,2 0 0,1 0 0,1 0 0,-5 0 0,-2 0 0,-3 0 0,3 0 0,-3 0 0,3 0 0,2 0 0,-5 0 0,0-2 0,0-1 0,-2-2 0,1 0 0,-6 5 0,2 0 0,1 0 0,-6 0 0,0 0 0,1 0 0,-1 0 0,1 0 0,-1 0 0,0 0-89,1 0 0,-2 2 0,-2 1-170,-2 2 0,1 0 239,4-5 14,1 0 1,-3-2-1,0-1 109,-3-2 1,-6-6-26,2 1 1,-3 2-79,-2-1 0,0-1 0,0-4-13,0-1 0,0 6 0,0-3 0,0-2 7,0-4 0,0-1 1,0 3-1,0-1 46,0-2 0,0-5 1,1 4-1,3 1 45,0-2 0,1 5 1,-5-3-1,0 3-217,0 2 1,0-1-1,0 1-2720,0 0-95,0 6 0,0 3 2947,0 10 0,-27 22 0,-16 11 0,-1 5 0,0 1 0</inkml:trace>
  <inkml:trace contextRef="#ctx0" brushRef="#br0" timeOffset="9">11926 16446 7878,'-14'0'708,"5"6"1,1 4-1,1 4 1,4 5-1,0 5 1,0 3-1,-2 4 667,2 2 1,1 4 0,2 6-1,2 0-730,2 1 1,-2 0-1,3 3 1,-4 1-40,-1-2 0,-1-1 1,-2-2-1,-4 0-253,-1 0 0,3-1 1,-3-4-1,2-4-268,3-4 0,-4-3 0,3-3 1,0-4-1830,3-4-1018,1-2 1,1-6-178,4-3 0,-2-12 2939,7-7 0,-13-39 0,1-16 0</inkml:trace>
  <inkml:trace contextRef="#ctx0" brushRef="#br0" timeOffset="10">12588 16575 7878,'-21'-8'832,"7"0"0,-2 5 1,5-2 749,0 2-1110,-2 1 0,-1 2 1,-1 0-1,1 0 1,-1 0-1,1 2 0,0 3 2797,-1 4-3043,1 4 1,-1 2 0,1-1 0,0 0 0,1 1 0,2-1 0,3 1-12,1-1 1,3 0 0,4 1-1,1-1-247,4 0 1,3-4 0,6-2-1,2 0-62,3 0 1,-1-3 0,4 4-1,1 3 19,-1 0 0,-3 3 1,4-1-1,-2 2 151,-4 3 1,-1-1-1,-3 4 1,-2 1-85,-1-1 0,-7 4 0,2 6 0,-4 3-156,-1 2 1,-6-4 0,-5 4-1,-7 0-165,-6-1 1,2-4 0,-2 2 0,-2-5-22,-1-5 0,3-3 0,2-9 0,1-2 102,3-5 0,4-7 1,3-7-1,3-11 157,1-5 0,3-6 1,4-2-1,1-6 48,4-2 1,3-2 0,6 0-1,1 1 362,-1 4 0,2-4 0,2 5 0,2-1 246,3 0 1,6-1-1,4-4 1,-1 1-31,-1 4 0,-1-2 1,0 8-1,-1 5-935,-7 6 0,-4 5 0,-4 3-1479,1 4 0,-7 4 1,-3 10-1315,-4 4 3193,-1 4 0,-19 40 0,-5 9 0</inkml:trace>
  <inkml:trace contextRef="#ctx0" brushRef="#br0" timeOffset="11">13077 16604 7878,'-11'-8'99,"-3"3"1,-4 4 0,4 1-1,-1 0 559,1 0 0,0 1 0,-1 4 0,1 6 708,0 7 0,-1 1 1,1 8-1,-1 5-840,1 3 1,0 5-1,-1 8 1,2 3-282,4 1 1,-2 3 0,6-3 0,3-1-178,5-3 1,10-10 0,8-6 0,1-6-42,4-7 1,3-10 0,3-4 0,3-5 67,2-5 0,-5-4 0,3-10 1,-2-5 320,1-3 1,3-7 0,-7-1 0,-3-2 23,0-3 1,-9-2-1,-2 1 1,-3 3-211,-7 4 0,-3-1 1,-4 1-1,-6 2-395,-7 2 0,-7 6 0,-8 2 0,1 1-1283,-1 3 1,0 7-1,2 3 1,3 0-3880,5 0 5327,3 5 0,-18 3 0,-4 8 0</inkml:trace>
  <inkml:trace contextRef="#ctx0" brushRef="#br0" timeOffset="12">16257 16244 7940,'0'-9'-36,"-2"-1"1,-2 1 0,-4-1 1078,0 0 1,-5 7-478,3-2 1,2 4 0,0 2 0,0 3 1005,0 0-1293,-1 8 0,-6-4 0,1 8 0,-1 3 1,1 5-1,0 3 0,-1 2 388,1-1 0,-5 3 1,0 2-1,-1 6-308,0 2 0,2 4 1,-4 1-1,1 4-124,3 1 0,2 0 0,2 2 1,1-5 26,3-3 1,-1 3 0,7 0 0,0-2 45,3-1 0,1 3 1,0 1-1,0 2 78,0 4 1,0-1-1,1 1 1,4-3-37,5 3 0,2-3 0,3 3 0,1-1-295,3-4 0,-3-6 0,5-4 1,-2-3-124,0-2 1,5-1 0,-3-7 0,0-1-194,-1-2 0,1-7 0,-3 2 1,1-4-281,-1-6 1,-2 3-1,-2-8 1,0 1-791,1 2 0,1-6 1,1 4-1,3-3-1858,-3-2 0,-1-5 3189,-2 0 0,-12-13 0,-4 2 0</inkml:trace>
  <inkml:trace contextRef="#ctx0" brushRef="#br0" timeOffset="13">16876 16518 7922,'-7'-15'475,"-2"1"1,1 6 566,-2 3 0,2 5 0,-2 5-558,6 4 0,2 6 1,2 6-1,0 6 1,0 6-1,0 4 0,0 2 1,0 1-1,0 1 627,0 4 0,-2 8 0,-1-2 1,-3 2-776,-2-1 1,5 1 0,-4 5 0,2-2 31,1-4 1,-3-2 0,4-7 0,-2 0-340,2 0 0,1-1 0,2-4 0,0-4-82,0-4 1,0-6-1,0-1 1,0-3-798,0-2 0,0-2 0,0-2-3142,0 1 1030,0-1 0,2-6 2962,3-3 0,-16-35 0,1-10 0</inkml:trace>
  <inkml:trace contextRef="#ctx0" brushRef="#br0" timeOffset="14">17278 17122 8794,'2'-8'1182,"3"3"0,4 4 1,9-1-1,3-1-79,1-2 0,7 0 0,6 5 0,0-1-419,0-4 0,4 3 0,-4-3 0,0 4 894,0 1-1297,-1 0 0,-7 0 0,-1 0 0,-4 0 0,-1 0 0,-4 0 0,-1 0-225,-1 0 1,4 0 0,0 0-682,-1 0 0,-2 0-2062,-2 0 1,-4-2-3015,-1-3 5701,-6 4 0,-22-18 0,-13 3 0</inkml:trace>
  <inkml:trace contextRef="#ctx0" brushRef="#br0" timeOffset="15">18731 16489 7824,'-14'0'410,"0"0"0,1-2 0,2-1 0,1-2 463,-1 2 1,3 2-1,0 2 1,0 4 540,0 4-1098,5 4 0,-8 3 0,4 3 0,1 5 1,-2 4-1,1 2 0,-1 4 241,0 4 1,5 3-1,-2 3 1,4-3-390,1-2 0,1 1 1,4-8-1,5-5-130,3-7 0,3-4 0,1-3 0,4-3-125,1-5 0,-2-5 0,3-5 0,1-5 109,-1-3 0,-1-6 1,-4-1-1,1-3 219,-1-2 1,-7-4-1,-3-3 1,0-2 6,0 2 1,-5 0 0,2 0 0,-5-3-146,-5-2 0,-3 4 0,-6-4 0,-2 2-382,-4 3 1,-2 3 0,-5 7 0,1 7-476,2 9 0,2 4 1,-2 4-1,5 4-333,3 9 0,3 6 0,3 9 0,6 3-17,2 6 1,2 2 0,2 1 1103,2-4 0,21 6 0,10 5 0,4 1 0,0 1 0</inkml:trace>
  <inkml:trace contextRef="#ctx0" brushRef="#br0" timeOffset="16">19062 16849 8758,'-9'-8'2897,"-1"3"0,7 5-2699,-2 5 1,4-2-1,1 6-1240,0 3 1,0-4-1308,0 1 2349,0-6 0,12-9 0,4-10 0</inkml:trace>
  <inkml:trace contextRef="#ctx0" brushRef="#br0" timeOffset="17">19350 16331 7841,'0'-15'0,"0"1"0,0-1 334,0 1 0,6 1 0,4 2 0,3 3 2240,1 2-2104,1 1 0,1 5 0,1 0 0,2 0 0,-1 2 0,0 2 1,-1 6 341,2 3 0,1 1 0,-6 2 0,-1 3-561,-4 5 0,2-1 0,-6 1 0,-2 1-113,-1 2 0,-2 2 0,0 0 0,-2 1-141,-2 4 0,-9-4 0,-8 5 0,-3 1-441,-6 2 1,1-3 0,-6 0-1,1-1 19,1-1 1,-6-1 0,6-8-1,2-6 144,6-7 1,4-4-1,7-9 1,1-3 62,3-4 1,4-11-1,6-2 1,1-2 326,4 0 0,3 5 0,7-4 0,-1 4 420,0 6 1,1-1 0,1 5 0,1-3 166,3 3 0,0 2 0,-2 7 0,3 0-221,1 0 0,-3 0 0,4 0 0,-3 2-495,-2 3 1,0-2 0,-1 7-1,1 1-940,-5 1 1,-1 3 0,-5 1-1,-1 1-600,0 3 1,-1-1 0,-5-5 0,0 1-1950,0-1 3509,-6 0 0,-66 20 0,25-15 0,0 0 0</inkml:trace>
  <inkml:trace contextRef="#ctx0" brushRef="#br0" timeOffset="18">18444 17180 10797,'21'-10'393,"2"0"1,11 6 0,6-4-1,6 0 804,7 0 0,5 3 0,2-5 1,3 1-283,-2 1 1,-4-4 0,-4 8-1,-5 0-329,-3 3 1,-4 1-1,-3 0 1,-4 1-390,-4 4 0,-6 2 0,-1 4 0,-2-3-253,-4-2 1,-1 1 0,0-4 0,2 2-306,1-2 0,2-2 1,-4-1-1589,2 0 1,1 0-1,-6 0-3126,0 0 5075,1 0 0,-46 7 0,-10 1 0</inkml:trace>
  <inkml:trace contextRef="#ctx0" brushRef="#br0" timeOffset="19">18918 17381 7803,'-28'-8'185,"5"2"1,3 7 0,0 2 596,1 2 1,0 6-404,5-1 0,-1 3 0,1 3 1,-1 3-1,1 5 0,0 3 862,-1 2 0,6 6-865,-1 3 0,2 4 1,-3 1-1,3 2 1,2 1-1,2 2 202,3-1 0,1-4 1,1-5-1,6-3-358,7 0 0,1-11 1,5 0-1,1-8-132,3-6 0,3-2 0,2-5 0,-2 2-315,-3-2 0,3-8 0,-4-4 0,1-4 45,0-1 0,-7-1 0,1-1 1,-7-1 45,-6-3 1,-4 0 0,-1 2 0,-1-1 78,-4 1 1,-5 2-1,-9 4 1,-5 2 27,-3 5 0,3 4 1,0 1-1,-1 1-117,-3 4 1,0 3 0,0 6 0,4 1-104,5-1 1,3 5 0,4 0-1,2 1-822,5 0 1,4-4 0,4 4 0,5-6-3471,6-4 4541,10-4 0,37-32 0,-23 10 0,1 0 0</inkml:trace>
  <inkml:trace contextRef="#ctx0" brushRef="#br0" timeOffset="20">19264 17597 7803,'-7'-8'477,"4"1"1,-6 7 292,-3 0 1,0 2 0,-3 4 0,1 9-101,-1 7 0,1 7 0,0 5 1,-1 5-233,1 8 0,1 2 0,2 6 0,3-2-126,2 1 1,1-9 0,6-5 0,4-8-212,5-10 1,9-4 0,5-6-1,3-2-112,2-5 1,0-12-1,-1-7 1,1-8-22,0-6 0,-2 0 0,-3-1 1,-5-2 61,-3-2 0,-3 3 0,-3-4 1,-6 4-23,-2 1 0,-2 0 0,-2 0 0,-2 0-297,-6 1 1,-3 5-1,-3 4 1,-1 5-925,-2 4 0,1-3 0,7 5-2145,1 0 3358,7-4 0,-35 16 0,-2-2 0</inkml:trace>
  <inkml:trace contextRef="#ctx0" brushRef="#br0" timeOffset="21">19638 15913 7858,'0'15'-89,"0"-1"0,0 1 899,0-1 1,5-4 0,1-2 0,2-2-112,3-3 0,2 5 1,1 2-1,2 2-139,4 3 0,-3-1 1,6 2-1,-1 2-115,0 1 1,2 8-1,5 0 1,-2 7-80,-3 3 0,3 3 1,-3 8-1,2 4-10,-2 4 1,1 2 0,-5-1 0,-3 1-66,-1 0 1,-3-2-1,-2-2 1,-1-3-186,1-1 1,-3 4 0,0-3-1,-2 0-41,-2-3 0,2-3 1,-1-2-1,-2 2-63,-1 3 1,-4-2 0,-3 5 0,-4 1-76,-4-1 0,-6-2 0,-2 6 1,0-1-63,0-4 0,-4 1 0,1-2 1,-3 2-171,-2 4 1,-5-6 0,1-1 0,-1-3-212,-1-2 0,4 0 0,-2 1 0,3-4-559,1-7 0,6-3 0,6-14-2857,6-3 3932,-2-8 0,-27-63 0,13 19 0,0-1 0</inkml:trace>
  <inkml:trace contextRef="#ctx0" brushRef="#br0" timeOffset="22">20343 16086 7847,'0'-10'664,"0"1"1,0 4 299,0-5 1,1 2 1142,4-1-1512,-3 2 1,9 9 0,-6 3-92,-2 4 1,3 4 0,-1 2 0,-2 1-74,-1 3 0,3-2 0,0 7 0,-2 0-107,-2-1 0,-1 4 1,0-3-1,0 1-206,0-1 0,-4 4 1,-1-6-1,0 0-219,-1-2 0,2 0 1,-4 0-1,2-3-752,3-1 0,1-6 0,1-2-3213,-4-2 2637,3 5 0,-3-11 1,9 0 545,0-8 1,8 0 0,-3-1 882,4-2 0,21-28 0,4-7 0</inkml:trace>
  <inkml:trace contextRef="#ctx0" brushRef="#br0" timeOffset="23">20889 16100 7847,'0'-20'0,"0"4"0,0-4 605,0 4 1,-1 4-1,-2 0 1,-4 5 190,-1 0 0,4 2 0,-6 5-390,-1 0 1,-2 0-1,-1 0 1,1 2-134,3 3 0,-3 3 0,4 6 0,-4 0-53,-1 1 0,-1 4 0,1 0 1,-1 0-57,1 2 1,1-5 0,2 5-1,2-2-141,-3 0 1,6 1 0,1-6-180,4 0 0,2 1 1,4-3 43,5-2 1,2-2 0,3-5 0,1 2 113,3-2 1,-3-1 0,3-2 0,-3 0 112,-2 0 1,1 5 0,-1 1-5,1 2 1,-1-3 0,-1 4-65,-4 3 1,3 0-1,-8 3 21,0-1 0,-3 1 0,-1-1-114,0 0 0,-6 1 0,-2-1 0,-2 1-183,1-1 0,-3 0 0,-5 1 0,-2-3-65,1-2 1,2 3-1,0-5 1,-2 0 191,-1-3 1,0-4 0,5-1 38,-1 0 0,7-1 0,4-4 220,2-5 1,2-4 0,2-4 0,2-1 262,6 1 1,4-4 0,4 0 0,1-2 88,-1 0 0,2 5 0,1-5 0,2-2-47,2-1 1,-2 3-1,-1 0 1,-1 0-267,-4 2 0,4 1 0,-3 6 1,-4 3-1390,-3 2-44,-8-3 0,4 13 0,-7 0-765,0 8 0,0 5 1,0 1-1005,0 1 3006,0-1 0,0 7 0,0 1 0</inkml:trace>
  <inkml:trace contextRef="#ctx0" brushRef="#br0" timeOffset="24">21220 16158 7847,'-14'-8'-39,"4"2"0,1 6 699,-2 0 0,-2 0 0,-2 0 260,1 0 1,4 0 0,2 1 0,0 4-418,1 5 0,2 2 1,-3 3-1,0 1-123,0 3 1,3 3-1,-3 7 1,2 1-152,2 4 0,-2-2 0,1 5 1,2-2-132,1-3 0,9-2 0,2-3 0,4-3-37,2-4 0,1-1 0,1-5 0,4-6 15,1-5 0,1-4 0,2-4 1,-1-6 139,2-7 0,1-4 0,0-7 0,-1 0 37,-2 1 0,-7-6 0,2 0 0,-4 1 32,-6-2 1,-2 4 0,-7-2 0,0 2-278,0 3 1,-7 4 0,-4 1-1,-6 4-267,-7 6 0,-4 0 1,0 9-1,-1 0 205,0 3 0,2 2 0,1 4 0,4 3-1197,1 0 0,7 5 1251,4-3 0,7-10 0,-3-2 0</inkml:trace>
  <inkml:trace contextRef="#ctx0" brushRef="#br0" timeOffset="25">23134 17151 7820,'-29'0'893,"5"0"0,11 0 1265,18 0 1,19 0-1,14-2 1,6-3-865,4-4 1,0-4 0,6-1 0,2-1-502,-2 1 0,-1-2 0,1-2 1,-3-1-275,-1 1 1,-4 4 0,-9 3 0,-8 3-520,-8 2 0,-5 1-1304,-2 5 0,0 1 0,1 6-4865,-1 7 6169,1 0 0,-27 46 0,-5 2 0</inkml:trace>
  <inkml:trace contextRef="#ctx0" brushRef="#br0" timeOffset="26">24947 16834 7922,'-2'-13'1090,"-3"4"0,-1-1 1,-4 12 152,5 9 1,4 2 0,1 8 0,0-1 120,0 4-1079,0-3 1,-2 6 0,-1-3 0,-3 3 0,-1 1 0,-1-3 0,0-1 525,-3 2 0,0-5 1,0-2-1,3-3 391,1-2-1207,-4-6 1,10-14 0,-3-15-1,8-9-66,5-9 0,4-9 1,3-3-1,1-2-433,3 1 0,5 0 0,-1-2 0,3 3 250,2 1 0,5 9 0,-1 7 0,-1 5 448,-1 5 1,1 10 0,-2 9 0,-6 7 167,-6 7 0,-2 7 0,-12 15 0,-1 2 52,-1 6 1,-3-2 0,-4 1 0,-5 0 57,-3-1 1,-1 3 0,0-8 0,-1-3-324,1-4 0,1-7 1,2 1-366,1-3 1,7-10-224,-2-6 0,5-8 1,5-11-1,6-5 169,7-3 0,-1-3 0,7-4 0,2-3 65,1 1 1,2-4-1,-2 6 1,-1 2 341,-2 2 0,0 7 0,3 6 0,-3 6 460,-5 6 1,-3 5 0,-3 5 0,-4 6 117,-4 6 1,-3 6 0,-2 6 0,0-1-696,0 1 0,-7 1 0,-1 2 1,-1 2-21,-1-2 0,7 0 0,-2 2 0,2 2-661,-2 1 0,4 0 1,-4-5-1,5 3-736,5 2 1,1-2-1,5 0 1,-1-8-2644,1-4 4040,2-11 0,7-56 0,3-20 0</inkml:trace>
  <inkml:trace contextRef="#ctx0" brushRef="#br0" timeOffset="27">25853 16762 7922,'-2'-14'297,"-1"-1"1,-3 1 798,-2 0 1,3 6 0,-5 3 482,-1 3 1,3 9 0,-1 4 0,-3 8-615,0 10 0,-3 1 0,1 9 0,1 1-141,3 1 0,-1-4 0,7-4 0,0-2-488,3-2 1,7-7 0,5-4-1,7-7-143,6-6 0,8-10 1,3-6-1,2-9-17,3-8 0,-4-3 0,1-5 1,-2-1-203,-3 0 1,-8-1 0,-4-4-1,-6 2-544,-4 2 0,-6 6 1,-8-2-1,-8 7-236,-5 8 1,-10 1-1,-7 13 1,2 4-257,2 4 0,1 11 0,2 10 1,3 4-903,5 0 1,7 6 1963,3-1 0,6 10 0,3 6 0,-4 1 0,1 0 0</inkml:trace>
  <inkml:trace contextRef="#ctx0" brushRef="#br0" timeOffset="28">26141 17108 7922,'-10'-15'0,"1"-1"737,-3-3 1,6-3 0,3-9 0,6-2 1223,7-6 0,9-7 0,6-4 0,7-1-851,7-3 0,1 4 1,1 1-1,-1 2 13,0 4 1,-2 3 0,-9 13 0,0 5-870,0 7 1,-7 7-1,-3 8 1,-3 4-947,-1 5 0,-3 2 1,0 15-1,-3 3-1734,2 3 1,-3 6-1,0-3 1,-1 2-2821,-4 3 5246,-1 1 0,-15 35 0,5-35 0,0 1 0</inkml:trace>
  <inkml:trace contextRef="#ctx0" brushRef="#br0" timeOffset="29">26702 16906 11198,'14'0'2732,"1"0"1,1-1-1602,3-4 0,-2-3 1,7-7-1,3 1-481,5 0 1,-3-2 0,2-2-1,-6-1-551,1 1 1,-1-3 0,-1 2 0,-6 2-559,-7 1 0,-6 1 0,-10 3-395,-5 2 1,-14 4 0,-6 7 0,-7 6 179,-7 7 0,0 5 1,-4 8-1,4 0 1238,1 4 1,6 6-1,3-2 1,5 2 291,5 3 0,10-1 0,12 1 1,12-3-204,14-2 1,10-1-1,10-7 1,4-4-1542,5-9 0,5-1 0,4-8 0,5-2 888,3-2 0,-5-9 0,6-3 0,5-1 0,0 0 0</inkml:trace>
  <inkml:trace contextRef="#ctx0" brushRef="#br0" timeOffset="30">26400 17525 7829,'-36'0'330,"6"1"1,-3 4 0,2 3 0,2 2 0,1 1 0,-1 3 0,0 6 902,0 2 0,-4 2 0,-1 5 0,2 0-561,2-1 1,1 7 0,0 5-1,1 5 609,-1 3-838,6 7 0,4-6 0,10 4 0,4-5 0,5-5 0,6-6 0,9-9-183,7-7 0,12-11 0,4-5 0,5-7-364,5-8 1,-3-7 0,3-15 0,-2-3-9,2-2 1,-5-6-1,2-5 1,-8 0-129,-7-2 1,2 4 0,-10-7 0,1 0 173,-4 2 0,-9 8 0,-6 11 1,-2 7 174,-2 5 0,-6 11 1,-4 7-1,-3 10 276,-1 11 0,-1 13 1,1 7-1,1 4-51,4 5 1,-3-3 0,6 4 0,0-1-261,-1 0 0,3 3 0,4-6 0,1-3-885,4-1 0,3-4 1,6 1-1,2 1-326,3-3 1,-1-5-1,4-7 1,-1 0 1136,-3-2 0,11-7 0,1-9 0</inkml:trace>
  <inkml:trace contextRef="#ctx0" brushRef="#br0" timeOffset="31">27248 17640 7839,'-28'-6'185,"-1"4"0,2-3 0,1 4 885,2 1 0,2 0 1,-4 1-1,4 4 158,1 5 0,0 7 0,4 6 0,-4 2-547,-1 5 1,4 4-1,-1 0 1,3 4-16,1 4 0,3 1 0,0 0 0,4-2-41,2-2 1,4 1 0,10-5 0,7-1-366,1-4 1,6 0 0,2-11 0,5-1-945,5-2 1,1-6 0,5-2 0,-4-2-1186,0-3 0,-1-1 0,-3-4 1,1-3-2048,-1-4 3916,-1-4 0,-9-40 0,-1-9 0</inkml:trace>
  <inkml:trace contextRef="#ctx0" brushRef="#br0" timeOffset="32">27651 17856 7839,'-6'-15'1734,"-2"6"1,-6 1-1297,-1 1 1,1 3-1,-1 4 1,1 1 817,0 4 1,-2 3-1,-2 8 1,-3 3 75,-1 5 0,-2 8 0,-5 2 0,0-1-289,1 2 0,0-4 0,3 4 0,4-1-773,5-1 1,5 1 0,11-6 0,1 0-271,4-4 0,5 1 0,11-6 0,7-1 0,9-2 0,5-6 0,1-2 0,2-2-641,3-3 0,-2-1 0,5-4 0,-1-1-3207,-4-2 1,-1-6 3847,-2 1 0,-25-2 0,-7-3 0</inkml:trace>
  <inkml:trace contextRef="#ctx0" brushRef="#br0" timeOffset="33">28069 17928 7921,'-15'0'804,"2"1"1,4 4-1,4 6 1,3 7-1,2 7 486,0 7 1,8-1 0,5 2-1,6-1-721,4 2 1,2-8 0,7 1 0,2-5 126,-2-4-625,-2-2 0,4-7 0,-1-1 1,-1-1-1,-1-4 0,-4-3 1,-2-5 76,-1-5 0,-8 2 1,0-1-1,-4-2-737,-1-2 1,2-2 0,-1 1 0,0 0-875,-3-1 0,1 1 0,4 0 0,0-1-2779,1 1 4242,-1 6 0,-19 33 0,-4 15 0</inkml:trace>
  <inkml:trace contextRef="#ctx0" brushRef="#br0" timeOffset="34">28788 18388 7876,'-21'0'157,"5"-5"0,-3-1 1,5-4 877,4-6 1,4-4 0,6-11-1,1-2-59,4-6 1,9-4 0,10-5 0,5-5 2,5-3 1,2 0-1,8 4 1,-3 4-98,-2 3 0,2 7 0,-4 2 0,0 6-477,-4 8 0,-7 6 0,-4 6 0,-1 7-1414,-4 6 0,-1 5 0,-1 8 0,-2 3-782,-4 5 1,4 5 0,-3 3-1,2 3 1791,3 2 0,-5 7 0,1 8 0,0 5 0,0 1 0</inkml:trace>
  <inkml:trace contextRef="#ctx0" brushRef="#br0" timeOffset="35">29809 17913 7872,'-19'-22'0,"-2"3"0,1 3 1021,-1 1 1,-3 1 0,3 1 0,-1 4 349,-4 4 0,-3 5 0,-3 5 0,-1 6-632,1 6 1,0 6 0,0 7-1,-3 4-452,-2 4 1,7 4 0,1 1 0,8-2-166,5-2 0,8 1 0,3-7 0,5-2-203,5-6 0,5-10 0,10-11 1,8-2-116,4-2 1,8-8-1,-2-6 1,2-9 60,-2-4 0,4-3 0,-7-2 0,-1-3 112,-6-2 1,-2 5 0,3-2 0,-2 4 423,-3 1 0,-3 2 0,-9 3 113,-2 5 0,-4 12 1,-6 12-93,0 13 0,-6 9 0,-4 7 1,-2 4-235,-3 3 0,1 3 0,-1-1 0,1-2-415,0-2 0,1 1 0,3-7 0,5-1-1935,4-1 1,1-9 0,0-3 2161,0-3 0,28-40 0,14-21 0,2 1 0,0-1 0</inkml:trace>
  <inkml:trace contextRef="#ctx0" brushRef="#br0" timeOffset="36">30313 17323 7871,'-7'-4'1899,"-1"8"0,-1 17-31,-1 14 1,-6 7 0,-8 15 0,-3 9-1074,-2 8 0,-1 1 0,14-35 1,0 1-1,-1 0 0,0 0-463,1-1 0,1 0 1,1-1-1,2 0 0,-10 31 1,2-4-942,8-9 1,2-7-1,7-12 1,-2-4-1890,2-4 1,1-7 2497,2-4 0,-38-22 0,-10-7 0</inkml:trace>
  <inkml:trace contextRef="#ctx0" brushRef="#br0" timeOffset="37">29910 18028 7871,'14'0'894,"2"0"1,2 0 45,1 0 0,13 0 1,2 0-1,7 0 615,7 0 1,-1-4 0,5-1 0,3 2-719,1 1 1,-4-3-1,0-1 1,-3-1-476,-3 1 0,-6-4 0,-3 4 0,0-2-224,0-3 1,-5-2-1,1-1 1,-2-2-483,-3-3 1,-4 3 0,-1-4 0,-2 4-728,-4 2 0,-7 0 0,-7-1 401,-6 1 0,-13 6 0,-13 3 0,-9 5 367,-9 5 1,-5 9-1,-9 10 1,-3 3 334,-2 2 0,6 6 0,-3 4 1,4 2 1038,1 2 0,4 5 0,6 2 0,11 0 374,10-1 1,13-1-1,12-6 1,12-6-971,14-7 1,13-8-1,15-11 1,11-6-463,5-2 1,4-8-1,0-4 1,0-3-825,0-1 0,0 4 1,-3 2-1,-7 2-5627,-9 3 6438,-7 1 0,4 2 0,1 0 0</inkml:trace>
  <inkml:trace contextRef="#ctx0" brushRef="#br1" timeOffset="38">11869 16216 7916,'-34'4'197,"-1"3"0,-2 1 0,-4 3 0,-5 2 0,-7 3 0,-3 1 661,-2 2 1,1 9 0,-1 0-1,-1 9-186,-3 5 1,7 7-431,-2 4 1,30-23 0,1 2-1,-1 3 1,0 1 0,-1 4-1,1 1 1,-1 5 0,0 3 0,0 3-1,2 1 139,2 3 0,2 2 0,1-2 0,3 1 1,4 4-1,1 1 0,1 0 0,0 1-14,2 1 0,1 0 1,3-6-1,2-1 1,2 3-1,3 0 1,1-2-1,4-1-144,2 0 1,3-1 0,5 5 0,3 0-1,3 0 1,4-1 0,4 0 0,2-1-102,3-3 0,4-2 0,5-2 0,5-2 0,3-1 0,3-3 0,3-2 0,4-4-194,4-1 1,2-4 0,0-5-1,1-4 1,7-5 0,0-4-1,1-3 1,0-4 109,1-2 1,2-3 0,-24-4 0,1-2 0,-1-1 0,1-1 0,-1-2 0,1-1 0,0-1 0,1-2 0,0-1-9,-1-1 1,0-1-1,0-1 1,-1 0-1,1 0 1,-1-1-1,1-3 1,0-2-1,0 0 1,0 0-1,0 0 1,0-2 103,1 0 0,0 0 1,-1-2-1,-5-2 1,0-1-1,-1 0 1,0-1-1,0-1 1,-1 0-1,18-16 1,-2-2-135,-4-1 0,-3-2 0,-3 0 0,-3-2 0,-3-1 0,-2 0 0,-5 0 0,-3 0 0,-4 3 0,-3-1 0,-6 0 0,-2 1 0,-3 2 0,-2 1 0,-4-2 0,-3-2-66,-4-3 0,-2-1 1,-3 3-1,-4 0 1,-4-5-1,-4 0 1,-5 1-1,-3 0 66,-5-3 0,-3 1 0,-6-5 0,-2 0 0,-3-2 0,-2-1 0,-3 2 0,-2 1 0,-2 4 0,-1 3 0,1 3 0,-2 1 0,-1 5 0,-2 1 0,0 4 0,-1 1-18,-1 1 0,-2 3 1,4 5-1,-1 4 1,-2 2-1,-1 2 1,-1 4-1,-1 3-182,-1 2 0,0 2 0,-1 4 0,-1 2 0,1 3 1,0 3-1,3 1 0,0 3-667,3 2 0,1 2 1,3 2-1,1 2 0,6 3 1,0 2-1,-32 20 867,9 5 0,8-1 0,2 12 0,1 0 0</inkml:trace>
  <inkml:trace contextRef="#ctx0" brushRef="#br1" timeOffset="39">12128 8230 7866,'-35'0'0,"-2"2"835,0 2 0,2-2 1,6 3-1,0-2 255,1 2 0,-3 3 1,-2 6-772,-6 1 1,-9 12 0,-4 10 0,-6 12 0,27-17-1,0 2 1,-3 4 0,1 4 0,-3 6 0,1 3 0,0 5-1,0 3 1,1 5 0,1 1 224,1 3 1,2 0 0,2 2-1,3 1 1,1 2 0,1 1-1,3 0 1,0 1-268,2-1 0,3-1 1,5-6-1,2-2 1,3-3-1,4-2 1,3-5-1,5-1-5,5-5 0,5-2 0,5-4 1,6-2-1,6-1 0,5-3 0,4-2 1,2-3-273,6-4 0,2-5 0,5-2 0,2-5 0,9-4 0,2-5 0,4-1 0,1-4 0,-21-1 0,0-1 0,0-2 0,1-5 0,1-2 0,-1-3 0,5-1 0,0-2 0,0-1 0,0-3 0,0-1 0,-1-2-81,1-2 0,-1-2 0,0-1 0,0 1 1,0-2-1,-1-1 0,-3-2 0,0-2 1,-2 0-1,-2 0 0,-1 0 0,-2-1 81,18-14 0,-5-1 0,-10 2 0,-5-2 0,-8 2 0,-4-2 0,-6 3 0,-4-1 0,-5 1 0,-5 0 0,-6 1 0,-5 0 0,-7-3 0,-5-1 0,-7-3 0,-5 1 0,-7-3 0,-4 0 0,-9-12 0,-6-1 0,11 19 0,-2 0 0,-1 0 0,-2-2 0,-1-1 0,0 0 0,-1 0 0,0-1 0,-2 2 0,0 1 0,-1 2 0,-2 2 0,2 3 0,-1 1 0,-2 2 0,1 4 0,-1 1 0,-1 3-49,1 1 0,-2 3 0,0 4 0,-22-2 1,0 8-1,0 6 0,0 6 0,4 5 1,0 5-221,2 5 1,1 4-1,6 4 1,3 4-1,4 2 1,3 3 0,8-2-1,4 1-1114,-17 22 0,26-9 1383,19-6 0,-1-2 0,2-3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0.7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28457 15841 8130,'-14'7'0,"-1"2"0,1 4 0,4-3 0,2-1 385,2 3 1,3-4 0,7 0 103,6-2 1,3 4-15,1-6 1,1 1-1,-1-5 1,0 0 0,-1-1-1,-3-6 1,-5-6 878,-4-4 0,-1-9 0,0 1 0,2-6-762,3-2 1,-2-9-1,6 1 1,4-7 37,5-4 0,1-2 0,10-8 0,7-7-373,-14 31 1,1 1 0,0 1-1,1 0 1,1-1 0,1 0-1,-1 3 1,1 1-23,-1 1 1,1 0 0,0 1 0,1 0 0,27-23 0,-4 6-110,-7 9 0,-10 9 0,-1 6 1,-6 5 295,-7 3-1653,-3 8 1,-8 3-468,-3 10 0,-4-2 0,1 6-1152,3 3 0,-4-4-963,4 1 3813,-3-6 0,-40-35 0,-10-15 0</inkml:trace>
  <inkml:trace contextRef="#ctx0" brushRef="#br0" timeOffset="1">28802 14475 8413,'-13'-2'978,"4"-3"1,2 2-1,9-5 1,3 0 139,4 0 0,6-2 1,4-2-1,3 0 1528,1 3-2244,4-1 0,-5 2 0,9 2 1,1 1-1,1-1 0,1-1 0,1 1 199,3 3 0,4 1 1,1 2-1,0 0-446,0 0 1,-4 0-1,-1 0 1,2 0-222,2 0 0,-6 2 0,-2 1 0,-4 3-380,-1 2 1,-5-3 0,-1 3 124,-3-2 1,-5 4 0,-7-4 0,-2 2 251,-3 4 1,-1 0 0,-2 3 0,0-1 75,0 1 0,0 5 0,0 4 0,0 3 134,0 2 1,0 2 0,0 1-1,-2 3-63,-3 2 1,-3 1-1,-6 5 1,0-1-347,-1-4 1,3 4-1,0-6 1,4 0-937,2-8 1,-4 1-1,6-7 1,0 1-1854,3-4 3057,1-3 0,-26-46 0,-6-12 0</inkml:trace>
  <inkml:trace contextRef="#ctx0" brushRef="#br0" timeOffset="2">29665 10849 8077,'0'-23'312,"0"4"0,-1 3 0,-2 5 999,-2 6 0,5 20 0,6 18-12,2 7-946,-5 3 1,4 2 0,-7 3-1,0 5 1,-2 3 0,-3 1-1,-3 2 340,0 4 1,-6-2-1,1 6 1,-4-2-581,-1-4 0,2 0 1,3-13-1,2-2-215,2-1 0,5-4 0,0-4 0,2-8-1172,2-8 1,6-7 0,4-4 0,3-6 1273,1-2 0,1-79 0,-8 29 0,0 0 0</inkml:trace>
  <inkml:trace contextRef="#ctx0" brushRef="#br0" timeOffset="3">30083 10777 8077,'0'-23'1595,"-7"-1"-292,-2 10 0,2 4 0,3 17-613,2 7 1,2 9 0,0 10-1,0 6-195,0 2 0,0 4 0,0 1 0,0 4-306,0 1 1,0 2 0,-2 4 0,-2 1-309,-6-1 0,-3-1 0,-1-1 0,-1-4-300,1-2 0,0 3 0,-1-8 1,1-4-442,-1-3 0,6-8 0,1-7 0,0-3 860,0-6 0,-46-30 0,-17-15 0</inkml:trace>
  <inkml:trace contextRef="#ctx0" brushRef="#br0" timeOffset="4">29320 11295 8077,'-27'-13'310,"3"2"1,5 3 995,3 1-990,8 3 0,3 4 0,10 0 0,6-2 0,7-1 0,6-2 0,4 2 717,6 1 1,3 2 0,7 0 0,3 0-326,1 0 1,5 0-1,-4 0 1,2 0-302,4 0 0,5 0 0,1 0 0,-3 0-268,-4 0 0,-8-5 0,2 1 1,-3 0-699,-2 3 0,-8-4 1,-4 0-1,-7 2-1943,-3 1 1,-4 4 2501,-7 3 0,-41 12 0,-21 6 0,-4 4 0,0 0 0</inkml:trace>
  <inkml:trace contextRef="#ctx0" brushRef="#br0" timeOffset="5">29363 11554 8098,'-14'0'547,"0"0"1,7 0-1,9 0 1,12 0 508,13 0 0,10-5 0,11 0 0,6 0-226,7-1 0,0 3 0,8-5 0,3 0-811,3 0 1,-35 6 0,1 1-1,34-4 1,-4 3-332,-7 2 1,-12 0 0,-4 2 0,-6 1 311,-9 2 0,-37 57 0,-22 10 0</inkml:trace>
  <inkml:trace contextRef="#ctx0" brushRef="#br0" timeOffset="6">30917 11899 8127,'-14'-5'213,"-1"0"1,1 1-1,0-3 451,-1-2 0,7-4 0,3-1 0,4-2 210,1-4-583,0-2 0,0-7 0,0-1 0,0-5 0,0-7 0,0-6 0,0-3 277,0-3 0,5-2 1,1 0-1,0 1-215,1 3 1,4-1-1,-1-3 1,2 1-103,3 3 1,1 5 0,1-1 0,4 5-5,1 5 1,1 3 0,2 8 0,1 3-7,4 4 1,1 6 0,6 4 0,-1 6-142,1 2 0,-3 2 1,4 2-1,0 1-474,-1 2 0,3 4 1,-6-2-1,-4-1-113,-4 0 1,-1 4-1,-7-4 1,-4 1-490,-3-1 0,-7 5 0,-1-1 0,-6 3-2307,-7 1 3283,-3 7 0,-29 7 0,-13 5 0,-5 5 0,1 0 0</inkml:trace>
  <inkml:trace contextRef="#ctx0" brushRef="#br0" timeOffset="7">30644 11266 8127,'-23'0'743,"-2"0"-127,6 0 1,9 0 0,13 0 0,13 0 309,10 0 1,1 0 0,11 0 0,2 0-337,2 0 0,6 0 1,1 0-1,3-2-34,2-2 0,0 0 1,1-4-1,-3 2-617,3 3 0,-6-4 0,-1 3 1,-5 0-520,-4 3 0,-10-4 0,-10 0-2837,-3 2 3417,-2 1 0,-6 2 0,-2 0 0</inkml:trace>
  <inkml:trace contextRef="#ctx0" brushRef="#br0" timeOffset="8">31795 10791 8178,'0'-22'0,"0"3"1703,0 3-1042,0 8 1,0 8 0,0 11 0,0 6 296,0 7 0,0 10 0,0 4 0,0 4-270,0 1 0,0 5 0,-2 2 0,-1-1-45,-2 1 0,-6 4 0,3-1 0,-2 3-414,1 1 0,1-6 1,-3-3-1,3-3-807,1-2 0,2 1 1,5-3-1,0-3-1267,0-4 0,8-5 1845,7-5 0,-7 9 0,5-2 0</inkml:trace>
  <inkml:trace contextRef="#ctx0" brushRef="#br0" timeOffset="9">31967 11856 8178,'-22'0'0,"1"0"0,7 1 0,-1 3 1656,1 0 1,4 1-666,1-5 0,12-1-991,2-4 0,0 3 0,1-4 0</inkml:trace>
  <inkml:trace contextRef="#ctx0" brushRef="#br0" timeOffset="10">32097 11352 8265,'0'15'0,"0"4"0,0 2 0,0-1-356,0 1 0,0 5 1,0-2-1,0 5 524,0 4 0,5 2 0,1 5 0,0-3 147,1-2 0,-2 5 0,-5-1 0,0 1 244,0-2 0,-2 2 0,-1-7 0,-4-2 352,-1-6 0,4-4 1,-4-6-486,1-1 0,1-6 0,3-5-244,-2-6 1,0-7 0,5-9 0,2-5 86,2-3 0,0-3 0,4-4 0,0-6-33,0-6 0,1-5 1,6-9-1,1-2-213,3-5 0,-2-3 0,7-2 0,4 0 30,4 0 1,4 5 0,6 4 0,-2 9 35,-2 12 1,-6 17 0,2 10-1,-6 9-41,-4 4 0,-3 14 0,-8 4 0,-3 6-78,-6 8 0,-2-1 1,-2 5-1,-2-4 160,-2-1 0,-6 4 1,-8 1-1,-2 0-127,-3 1 1,-1-7 0,-3 3 0,0-6-821,-2 1 1,4 1 0,-9 0 0,4-3-766,1-4 0,5-6 1582,0-4 0,6 2 0,-2-4 0</inkml:trace>
  <inkml:trace contextRef="#ctx0" brushRef="#br0" timeOffset="11">33003 10964 8237,'-29'0'0,"1"6"0,-1 4 0,2 4 1017,3 5 0,3 4 0,7 7 1,1 2-112,3 2 1,4 7 0,7 1 0,4 4-620,5 1 1,4-3 0,4-2 0,3-2-60,1-2 0,-3-6 1,2 2-1,-5-4 179,-8-1 1,-7 0 0,-7-1 0,-8 1 102,-9 0 0,-10-2 0,-7-1 0,-7-4-765,-5-1 0,1-2 0,1-6 0,4-4-672,4-4 0,10-10 0,3-4 927,9-4 0,-30-24 0,-12-11 0,17 14 0,0 0 0,0 0 0</inkml:trace>
  <inkml:trace contextRef="#ctx0" brushRef="#br0" timeOffset="12">27133 12590 7907,'-16'0'213,"-3"0"0,3 0 1,-3 1-1,5 4 0,2 6 1,4 7-1,2 7 1,3 7 702,1 7 0,2-1 0,0 4 0,0 2-469,0 1 0,0 0 0,0-2 0,0-1 320,0-4-1073,0-3 0,0-11 0,0-1 1,2-4-1,3-6 0,4-7 306,4-4 0,14-60 0,4-14 0</inkml:trace>
  <inkml:trace contextRef="#ctx0" brushRef="#br0" timeOffset="13">27349 12129 7918,'-29'0'579,"5"0"0,2 0 160,1 0 1,8 3 0,9 5 0,2 8-543,2 5 0,2-2 1,4 5-1,8 2-594,9 1 0,7 2 1,7 0 396,6-1 0,22-27 0,12-11 0,-22 3 0,-1 1 0,0 0 0</inkml:trace>
  <inkml:trace contextRef="#ctx0" brushRef="#br0" timeOffset="14">27795 12244 7882,'-19'-8'192,"0"4"1,-5 2 0,5 4 0,-1 2 514,0 6 1,2 4 0,-4 6 0,1 5-302,3 7 1,9 6-1,2 9 1,3 4-121,-1 5 0,2-2 0,6 9 1,3-4-15,2-2 0,-3 1 1,3-2-1,-2-3 90,-2-5 1,-3-5-1,-1-5 1,-1-3-261,-4 0 1,-3-6-1,-5 0 1,2-8-303,1-5 1,1-2-1,-6-1 200,1-3 0,-31-18 0,-14-10 0,-4-2 0,0 0 0</inkml:trace>
  <inkml:trace contextRef="#ctx0" brushRef="#br0" timeOffset="15">27220 13021 9189,'8'-8'887,"6"4"0,10-4 1,14-2-1,12-3-463,9-1 0,8-1 1,10 3-1,-36 6 0,1 0-888,3 1 0,0 1 1,1 1-1,2 1 464,4-3 0,-3 0 0,13 2 0,-9-3 0</inkml:trace>
  <inkml:trace contextRef="#ctx0" brushRef="#br0" timeOffset="16">28989 12662 7991,'-22'-2'25,"3"-3"1,4 2-1,7-5 1,8 2 0,8 2 1186,5 3 1,3 2 0,2 4 0,1 6-334,-2 7 0,-1-2 0,-1 5 0,-2-2 1120,-4 0-1722,4 7 1,-11-5-1,2 4 1,-2-1-1,-4 2 1,-2 1 0,-6 2 145,-3-1 1,-1 1-1,1-2 1,2-3-652,1-4 1,2-4-431,-1-2 1,4-6 0,10-5 0,4-6 242,4-7 1,1-9-1,2-3 1,2-2 178,1 0 1,2 0 0,-5-3 0,0 3 203,-3 4 0,-2 6 139,3 4 1,-6 10 0,-3 13 0,-3 8 31,-2 8 1,-5 9 0,0-1 0,2 0 3,1-4 1,2-2 0,0-4 0,0-3 10,0-5 0,7-9 0,2-6 1,4-2 119,1-2 1,6-8 0,0-5 0,1-6-233,0-3 0,3-2 0,-5-4 0,0 3-806,2 1 0,-5 5 0,3-4 0,-3 3-1103,-1 2 0,4 7 0,0 3-778,-1 1 2645,-2 3 0,4 23 0,3 5 0</inkml:trace>
  <inkml:trace contextRef="#ctx0" brushRef="#br0" timeOffset="17">29622 12964 7991,'10'5'601,"0"-1"0,-1 6 1,5-5-1,1-2 24,-1-1 0,2-2 1,3-2-1,5-3 44,4-4 0,2-4 1,2-3-1,3-3-407,2-5 1,-5-4 0,0 0-1,-8 1-503,-10 3 0,-6-2 1,-8 7-1,-5 3-298,-9 5 0,-10 4 0,-21 10 1,-4 5 235,-9 7 0,5 10 1,-3 3-1,5 5 670,5 4 1,3-4 0,6 6 0,10-1 513,11-1 0,9 3 0,15-5 1,12 0-382,12 0 1,14-7 0,8-11-1,7-4-1118,6-3 1,5-7 0,5 2 0,3-5 617,0-5 0,-35-7 0,1-3 0,-2-5 0,0 1 0</inkml:trace>
  <inkml:trace contextRef="#ctx0" brushRef="#br0" timeOffset="18">31162 13439 8221,'-15'0'0,"1"0"250,0 0 1,-1 0 0,-1 0 0,-1-2 428,-3-3 0,3-3 1,6-8-347,1-3 0,2 0 0,-2-8 0,6-4 0,2-1 0,2-4 0,2-6 0,2-6 0,6-3 1892,3-3-1861,8-2 0,-4-2 1,7 0-1,3 1 1,4-1-1,2 2 1,1 4 451,1 4 0,-3 3 0,6 2 1,1 3-564,-2 6 0,-2 9 0,-5 15 0,2 5-199,2 4 0,4 2 0,-3 4 0,0 5-622,0 2 0,-1 3 0,-5-1 1,-2 1-539,-3-1 1,-5 0-1,-9 2 1,-5 4-303,-4 4 1,-7 3 0,-5 1 0,-7 1 1407,-6 0 0,-17 0 0,-15 6 0,-2 0 0,-5 4 0,0 0 0,0 0 0</inkml:trace>
  <inkml:trace contextRef="#ctx0" brushRef="#br0" timeOffset="19">30831 12993 8015,'0'-15'0,"0"6"0,0-1 0,0-1 803,6-2 0,4 3 0,11 2 0,6 2 0,6 3 1,6 1-1,4 2 972,3 0 1,9 2 0,-3 3 0,3 4-1438,-3 4 1,8 1 0,-8-1 0,-2-2-563,-4-1 0,-4-5 0,-2 3 0,-3-2-982,-2-3 1,-8-1 0,-8-2 0,-3 0 1205,-2 0 0,-57-13 0,-14-3 0</inkml:trace>
  <inkml:trace contextRef="#ctx0" brushRef="#br0" timeOffset="20">32011 12431 8061,'-15'-14'1434,"6"6"1356,-1 3-2244,7 4 1,-2 2 0,8 6 0,4 7-1,-1 8 1,2 7 0,-2 3 1927,1 2-2205,-2 12 1,-5-11-1,0 12 1,0 1-1,0 1 1,-2 6 0,-3-1 129,-4-1 0,-3-4 1,1-6-1,2-1-1518,-3-4 1,6 2 0,1-8 0,4-3-4413,1-3 5531,6-9 0,8-2 0,9-9 0</inkml:trace>
  <inkml:trace contextRef="#ctx0" brushRef="#br0" timeOffset="21">32111 13295 8061,'-22'8'347,"-4"3"0,9-5 0,2 1 2913,4-1-2912,8-1 0,-2-7 0,12-4 0,7-7-3475,8-4 3127,-1-9 0,7-16 0,3-9 0,0-7 0,1 0 0</inkml:trace>
  <inkml:trace contextRef="#ctx0" brushRef="#br0" timeOffset="22">32284 13194 8092,'0'21'108,"0"3"1,0 3 0,-2 3-1,-1 2 422,-2 2 0,-6 4 0,2-4 0,-4-1 346,-2 3 1,1-6 0,0 2-1,-1-7 1808,1-5-2443,6-11 1,1-10-1,9-14 1,3-9-175,4-8 0,6-6 1,2-10-1,4-5-23,2-3 1,-4-3-1,5-2 1,1-1-72,2 1 1,2 4 0,0 4 0,1 5-30,4 3 0,3 5 0,6 7 0,-2 10 326,-2 11 0,1 13 0,-7 14 0,-2 10 82,-6 12 0,-10 3 0,-12 13 0,-10 1-15,-12 2 0,-5 1 0,-16 1 0,-4-2-114,-8-3 1,-4-5 0,-1-8 0,-1-5-941,1-5 1,4-11 0,2-15-1,3-9 717,6-10 0,12-37 0,9-17 0</inkml:trace>
  <inkml:trace contextRef="#ctx0" brushRef="#br0" timeOffset="23">27263 13899 8064,'-24'-19'0,"2"-2"252,1-1 1,6 2 0,7-2 0,2 0 213,3-1 0,1 6 0,2-4 182,0 0 1,0 10-1,-1-2 1,-4 8-1,-5 12 435,-3 10 0,-3 11 0,-1 7 0,-4 8-432,-1 8 1,-1 11 0,-2 7 0,2 5-395,3 2 0,9-33 0,2 1 0,2-3 1,2-1-1,-5 37-58,5-7 1,16-9 0,10-11-1,11-12-212,11-11 0,2-4 0,8-20 0,1-5-276,2-6 0,5-11 1,-2-7-1,-6-6-38,-7-6 1,-3-3-1,-12-3 1,-7 1 36,-7 0 1,-6 6 0,-12 4 0,-6 4 58,-7 5 0,-7 0 1,-9 10-1,-4 7 326,-4 9 1,-8 9 0,-2 11-1,1 9 11,2 4 0,7 2 1,3 3-1,3-2-455,5 2 1,9 0 0,4 0 0,9-5-452,8-5 1,12 1 0,9-12 0,4-1-3166,6-2 3965,3-8 0,1-18 0,5-6 0,3-4 0,-1 0 0</inkml:trace>
  <inkml:trace contextRef="#ctx0" brushRef="#br0" timeOffset="24">28069 14014 7989,'-29'-14'216,"5"1"0,1 2 1,3 3 980,2 1 0,0 3 1,1 5-1,-4 6-18,-1 7 0,4 2 0,-1 8 0,3 3-534,2 5 1,-4 0 0,2 8 0,3 3-198,0 4 0,7 7 0,1-3 1,7-1-164,7-7 1,3-2-1,12-9 1,3-5-149,5-6 0,3-11 0,6-5 0,1-5-268,3-5 0,0-10 0,-5-8 0,-4-6-10,-1-5 0,-1-3 1,-8-6-1,-6 0 93,-5 0 0,-10 0 0,-1 0 0,-5-1-62,-9 1 0,-7 2 1,-15 1-1,-5 3-277,-5 2 1,2 1-1,-8 5 1,4 2-1179,0 3 0,9 3 1,5 7 1564,4 0 0,41-1 0,4 1 0</inkml:trace>
  <inkml:trace contextRef="#ctx0" brushRef="#br0" timeOffset="25">29622 13755 7989,'0'-14'414,"0"-1"1,0 1-1,2 0 1,3 1 0,4 3 846,4 5 1,0 5 0,-2 5-493,-1 5 1,-7 9-1,2 5 1,-5 5 854,-5 4-1256,3 4 0,-11 6 0,4 2 0,-4 1 0,-1 4 0,1 1 0,2 2 194,1-2 1,7-1 0,-2-7-1,4 0-654,1 0 1,0-6 0,0-5-1,0-7-377,0-5 0,4-4 1,3-4-3497,1-2 2127,-5-4 0,2-6 0,-10 0-1283,-5 0 3121,-2-6 0,-60-28 0,28 11 0,1 0 0</inkml:trace>
  <inkml:trace contextRef="#ctx0" brushRef="#br0" timeOffset="26">29277 14158 7989,'-24'-5'0,"3"-1"0,5-2 0,3 3 0,13-5 1053,5-1 0,3 0 0,19 0 1,5 3 267,4 1 1,-3-2 0,6 2 0,0 1-384,3 0 1,1-4-1,0 4 1,1-1-120,-1 1 0,-7 1 1,-2 4-1,-4-3-436,-1 0 1,-2-1 0,-1 5 0,-4 0-489,-1 0 0,0 1 0,-4 3 0,3 0-363,-3 0 1,-1-3 0,-1-1 0,-1 0-943,0 0 1,1 0 0,-1 0-1,1 0-2750,-1 0 4160,-6 7 0,-34 58 0,6-22 0,0 0 0</inkml:trace>
  <inkml:trace contextRef="#ctx0" brushRef="#br0" timeOffset="27">30083 14331 8020,'-19'0'798,"-1"0"0,1 1 686,5 4 1,6-2-1,5 7-675,6 1 0,0-3 0,7 2-588,1 1 1,2 2-1,-1 1 1,0 0-222,-3 1 0,1-7 0,4-2 0</inkml:trace>
  <inkml:trace contextRef="#ctx0" brushRef="#br0" timeOffset="28">30169 13957 8020,'-21'0'396,"5"0"1,-1 1 219,5 4 1,8-2 0,8 7-982,6 1 1,9 3 364,5 6 0,-9-11 0,-3 4 0</inkml:trace>
  <inkml:trace contextRef="#ctx0" brushRef="#br0" timeOffset="29">30327 14374 8105,'0'14'0,"0"1"0,-1-1 500,-4 0 0,3-4 0,-3 0 882,4 1 1,2-6-644,4-5 1,-2-4-1,5-8 1,0-6-34,0-3 0,-3-3 0,3-5 1,0-1-55,0-4 1,-3 3-1,5-8 1,1-1-330,2-1 0,6 2 0,2 2 0,1 1-220,4-1 0,1 10 0,0 0 0,-2 6-220,-1 8 0,-4 5 0,0 10 1,-2 4 21,-5 8 0,-8 14 1,-2 10-1,-5 4 279,-3 1 1,-6-2-1,2-1 1,-4-3 32,-2-2 1,1 4 0,0-6 0,-1-3-139,1-4 1,4-5-1,2-7-527,2 1 1,1-9 53,5-6 1,6-8 0,4-11-1,3-5 256,1-3 0,1-7 1,1-1-1,3-2 181,5-3 1,-2 3 0,1 1 0,-1 0 200,0 4 1,-3 2 0,4 3 0,-2 3 769,-4 5 0,-1 9 1,-1 5-68,-1 4 1,-6 14 0,-3 6 0,-4 8-890,-1 7 1,0-3 0,0 6 0,0 0-59,0 0 0,-1-4 0,-2 4 0,-2 0 0,2 0 0,1-10 0,2 2 0,0-2-1245,0 0 1,2-3-1,1-2 1,3 1-4553,2-1 5797,2-11 0,-9 2 0,-2-13 0</inkml:trace>
  <inkml:trace contextRef="#ctx0" brushRef="#br0" timeOffset="30">31119 14302 8105,'-13'-7'923,"3"-2"-175,5-4 1,5-1-1,7-1 1,7-1 289,9-3 0,5 2 0,4-7 0,3-2 49,2-1 1,2 3 0,2 0 0,-1-3-484,-2-5 0,-7 8 0,-2-2-689,-9 4 0,-13 7 1,-12 1-125,-13 8 1,-9 6-1,-6 6 1,-7 8-72,-7 9 0,3 10 0,-6 4 0,2 1 188,0 1 0,5 4 1,6 5-1,2-2 530,3-1 0,10-3 0,7-2 0,9-4-224,4 0 0,10-8 0,7-7 0,7-3-972,5-5 1,8-4-1,2 1 1,0-6-285,-3-2 0,1-2 0,-2 0 0,-1 0-352,-1 0 0,-3-6 0,0-2 1394,-4 0 0,12-25 0,6-11 0,1 0 0,0 0 0</inkml:trace>
  <inkml:trace contextRef="#ctx0" brushRef="#br0" timeOffset="31">31867 14000 8105,'-23'-13'384,"-5"3"1,4 4-1,-5 6 1,2 0 545,-1 0 1,4 6-1,2 4 1,1 3-636,4 1 1,2 5-1,6 2 1,4 1 509,3 4 1,2-4-1,2 1 1,4-1-239,9 1 1,1 1-1,6 3 1,-1-2-244,-4-1 1,4-1 0,-2 2 0,-3-2 421,-4-3 1,-6 6-1,-6-4 1,-2 2 339,-2 0 1,-9-4 0,-8 2 0,-1-1-1087,-4-4 0,-1-1 0,0-3 0,1-2 0,2-1 0,7-7 0,-1 0-1145,7-6 1,-2-5 1144,3-6 0,-47-1 0,-13 1 0</inkml:trace>
  <inkml:trace contextRef="#ctx0" brushRef="#br0" timeOffset="32">30025 15395 8105,'-22'-14'289,"3"0"0,3-1 0,3 1 0,2 1 0,3 2 1,0 1-1,0 1 0,-2-1 688,2 0 0,-5 7 0,4-2 1,-4 4-189,-1 1 0,-2 6 1,-2 5-1,-1 5 656,1 4-1205,-4 5 0,4 2 0,-4 9 0,1 0 0,3 3 1,2-1-1,4-1 159,2-2 1,4 3 0,6-4 0,1-2-258,4-2 1,5-9 0,9-5-1,5-6-109,3-4 1,2-3 0,0-8 0,-1-6-195,1-6 0,0-7 1,0-8-1,-2-2 54,-3 2 1,1-5-1,-5-1 1,-3-4-54,-1-1 0,-3 2 0,-3 1 1,-6 3 64,-2 2 1,-2 8-1,-2 9 202,-2 7 0,0 6 0,-4 12 0,0 7 190,0 8 1,4 7-1,-4 3 1,1 2-71,4-2 0,1 0 0,2 0 0,0 1-916,0-1 1,2-2 0,3-1 0,3 2-966,0 2 1,9-1 0,-2 7 1653,1 0 0,19 29 0,-16-31 0,0 1 0</inkml:trace>
  <inkml:trace contextRef="#ctx0" brushRef="#br0" timeOffset="33">29982 16633 8105,'-14'9'0,"1"1"462,3 1 0,-1-1 1,6 3-1,2 3 466,1 0 1,2 4-586,0-1 0,0 7 1,2-2-1,1 3 0,2 2 1,-2-2-1,-1-3 1,-2-5-1,0-1 2745,0 1-2754,0-3 1,0-3-1,0-15 1,0-11-152,0-9 1,0-11-1,1-6 1,4-2-72,5-3 1,-2-5-1,1-2 1,3 0-110,0 3 0,8-2 0,-1 0 0,0 1-9,2-1 0,-4 4 1,6 9-1,-3 8 245,-2 9 0,-2 5 0,-2 9-29,1 11 0,-7 9 0,-2 16 0,-1 4 199,0 4 0,0 4 0,-5 1 1,0-1 6,0-4 0,0 7 0,0-7 0,0-1-177,0 0 0,0-8 1,0 1-1,-2-5 192,-3 1 1,4-5-228,-4-2 1,3-11 0,2-8-312,0-8 1,0-6-1,2-6 1,3-4-162,4-3 0,1-8 0,3-2 0,3-1 136,0 0 1,1-1 0,1-4 0,2 1 245,3 4 1,-4-2 0,5 7-1,2 2 191,1 6 1,-3 5-1,-2 11 1,-1 4-1,-4 3 1,-1 10-1,-3 5 1,-2 6-306,-1 4 0,-7 6 0,4 4 0,-3 1 0,1 1 0,0-5 0,-5 2 0,0-5 0,0-3 0,0 5 0,-2 3 0,-1-3 0,-2-3 0,-4-3 0,2 6 0,1 0 0,0 0 0,-1-2 0,4-1 0,-2-4 0,2-1 0,1 3 0,2-5-2234,0-2 0,2-1 0,1-1-1484,2-1 0,5 1 3718,-6-1 0,-18 32 0,-10 9 0</inkml:trace>
  <inkml:trace contextRef="#ctx0" brushRef="#br0" timeOffset="34">30989 16892 8105,'-6'-8'943,"4"0"2480,-3 3-2292,4 3 0,1-2 0,0 8-796,0 6 0,0 3 1,0 1-1,0 1-401,0-1 0,0 5 0,0 0 0,0-1-1208,0-2 0,0-2 0,0 1 1274,0-1 0,-32-44 0,-8-12 0</inkml:trace>
  <inkml:trace contextRef="#ctx0" brushRef="#br0" timeOffset="35">30975 16403 8105,'-15'-10'653,"1"0"1,1 6 352,4-6 1,4 2 0,10-2 0,4 6-373,4 2 1,-4 2 0,1 0-1,1 0-777,2 0 0,-3 5 1,-2 1-1,-2 2-593,-3 3 0,-1-3 0,-1 2 0,3 1-465,0 2 0,1 1 1201,-5 1 0,0 18 0,0 6 0</inkml:trace>
  <inkml:trace contextRef="#ctx0" brushRef="#br0" timeOffset="36">31234 16791 8090,'0'14'102,"0"-4"0,-2-2 0,-1 0 558,-2 0 0,0 2 1,5 4 779,0 0-903,0 1 1,0-6 0,0 1-1,0 1 1,0 2 802,0 1 0,0-4-662,0 0 0,0-9-409,0-1 0,5-8 0,0-9 0,-2-4 16,-1-2 0,2-1 0,1-6 1,0-2 40,1-2 0,1 1 0,4 4 1,-3 0-65,-2 1 1,6 0 0,-3 3-1,4 2 50,1 3 1,-4-4 0,0 4 0,1 4 74,2 5 0,1 5 1,0 6-23,1 0 0,-1 1 0,-1 6 0,-2 6 7,-1 4 0,-7 9 1,3-2-1,-1 1-323,0-1 0,0 4 0,-5-4 0,0 1-49,0-1 0,0 3 0,0-4 0,0 1 0,0 0 0,0-7 0,0 2 0,0-3-612,0-1 1,1-1 0,2 1-1901,2-1 0,2-6 1,-4-2-2387,2 1 4898,-1-6 0,-10-7 0,-2-10 0</inkml:trace>
  <inkml:trace contextRef="#ctx0" brushRef="#br0" timeOffset="37">31838 16618 8055,'-19'0'737,"0"0"1,-1 2 1371,6 3-1492,0-4 1,6 7 0,3-3-1,3 5 1,2 3 0,-1 1-1,-3 2 427,0 3 0,-8 3 1,3 7-1,-4 2-274,-1 2 0,4-1 1,2 5-1,2-2-277,2-3 0,3-2 1,1-2-1,1-3-334,4-1 0,3-8 1,7 0-1,1-6-100,3-4 0,2-1 0,4-5 0,-1 0 124,2 0 0,-1-6 0,1-4 0,-4-3-101,-1-1 0,3-7 0,-3-3 0,0-3-230,-1-2 0,0 0 1,-6-1-1,0-2-350,1-2 1,-3-4 0,0 4-1,-4 2-500,-2 2 1,-1 1-1,-5 2-2238,0 3 669,0 3 0,0 15 2567,0 6 0,0 19 0,0 12 0</inkml:trace>
  <inkml:trace contextRef="#ctx0" brushRef="#br0" timeOffset="38">32471 16216 8055,'-14'-2'4780,"-1"-3"-3454,7 4 1,2 2-1,6 14 1,0 7-327,0 5 1,0 3 0,0 6 0,0 5-166,0 6 0,-2 7 0,-1 0 1,-3 5-369,-2 4 0,-2 4 1,-3-5-1,2-3-437,1-4 1,2-6-1,-3-6 1,2 1-538,-3-1 1,6-11-1,1-5 1,2-5-1478,-2-4 1,4-2 620,-4-2 0,3-7 0,4-7 0,3-8-3014,4-5 4377,-2-8 0,-14-46 0,-1 25 0,0-1 0</inkml:trace>
  <inkml:trace contextRef="#ctx0" brushRef="#br0" timeOffset="39">32126 16633 8055,'0'14'1558,"1"-6"0,4-1-415,5-1 1,4-4-1,4 2 1,2 0-89,3 0 1,1-2 0,4 4 0,1-1-678,0 0 1,0 0-1,-2-5 1,-1 0-958,-2 0 0,-2 0 1,2 0-1,-5 0-828,-3 0 0,3 0 1,0 0-310,-1 0 0,-7 0 1,-1 0 476,1 0 0,-3 1 1269,2 4 1,-6-3 0,6 3 872,1-4 1,2-1-1,1 0-129,1 0 1,1 0-1,1-1 1,2-3 102,-1 0 1,0-3-1,-1 4 1,2-3-305,-1-2 0,3 3 0,0-5 0,1-3-207,4-4 0,-4-1 1,2-4-1,0-1-269,-2 1 1,5-4-1,-4-6 1,-1 1-122,-3 3 1,-9 0 0,-5 5 0,-4-1-253,-1 0 0,-6 7 0,-5-1 0,-7 7-58,-6 6 0,-8 3 1,-3 4-1,0 3 448,0 4 1,-4 11 0,4 4-1,-2 4 489,-3 6 1,5 3 0,2 7 0,4 4 263,5 5 1,-2 3 0,7 2-1,3-1-192,5 1 0,6-2 0,10-3 0,6-7-355,7-6 0,4-7 0,9-9 1,1-4-321,1-4 0,7-4 0,-3-2 0,1-5-965,1-4 1,-6-1-1,4-1 1,0-4-797,-1-5 1,-4-1-1,2 0 1761,-4 1 0,5-6 0,2-6 0</inkml:trace>
  <inkml:trace contextRef="#ctx0" brushRef="#br0" timeOffset="40">4877 17467 8674,'-8'0'4951,"3"-4"-4256,10-1 1,-2-5-1,7 4-63,1-2 1,-3 5-1,1-4 310,3 1-801,0 4 1,-2-6 0,0 5 0,1-2 0,2 0 0,1 1 0,0-1 155,1 2 0,4-4 1,2 2-1,1 1-168,4-3 1,1 4 0,3-5 0,2 2-56,2 2 0,1-2 1,-1 1-1,2 2-56,1 1 1,0 2-1,-5 0 1,3 0-57,2 0 1,-5 2 0,1 1 0,-2 2 10,-3-2 0,1 4 0,0-1 0,0 0-5,0 1 1,-6-1 0,0-3 0,-1 2 24,1-2 0,-4 4 0,3-2 0,-1-2-3,-3-2 0,-2-1 1,-2 0-1,0 0-71,1 0 1,-1 0-1,-1-1-95,-4-4 1,3 2 0,-6-5 0,0 0-196,1 0 0,-2 3 0,-4-3 0,2 0-499,2 0 1,-2 5 0,-7-2-256,-6 3 0,-3 2 0,-1 2 1125,-1 3 0,-31 54 0,19-20 0,0 0 0</inkml:trace>
  <inkml:trace contextRef="#ctx0" brushRef="#br0" timeOffset="41">27536 17266 8216,'-14'0'25,"-1"-2"0,1-1 0,0-2 1,-1 2 644,1 1 1,4 2 169,1 0-638,6 0 1,3 7 0,9 1 0,2 1-1,0 1 109,-1 1 1,0 0 0,4 1 0,-1-1-62,-4 5 1,3-2 0,-6 5 0,2-1 1,3 1 1,-4-3 0,-1 5-1,-1-2-63,0 0 1,4 5 0,-2-5-1,-1 1-84,0 0 0,6-4 1,-3 4-1,4-4-69,1-2 1,2-1-1,3-4 1,5-4-100,4-3 0,0-2 1,1 0-1,2-2-62,2-3 1,-2-3-1,2-6 1,-4 1 19,-5 4 1,1-3 0,-7 6-1,-4 0 82,-2-1 179,-9 2 0,3 12 0,-7 2 0,-4 4 1,3 2 0,-3-1-95,4 0 0,1 1 0,0-1-61,0 1 0,1-6 1,4-1-1,5-2-42,3-2 1,-2 2 0,2-1 0,2-2-83,1-1 1,0-2-1,-1 0 1,-1 0 47,1 0 1,-1 1 0,0 2-1,-1 4 61,-3 1 0,3-5 0,-4 3 0,4 1-50,1 2 1,1-1 0,1 0 0,1-1-8,2-4 0,7 3 0,-2-1 0,3-2-86,2-1 0,-5-2 0,0 0 0,0-2-92,-2-2 0,4 2 1,-7-4-1,-1 1-234,-2 0 1,-2-1-1,0 2-277,1 0 0,-6-1 760,1 5 0,-45 0 0,-7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0.825"/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11754 7065 8031,'-15'-28'0,"1"4"492,0 5 1,-1 10 339,1 4 0,0 3 0,-1 5 0,1 7-186,-1 9 0,-1 21 0,-1 15 0,-4 18-283,10-27 1,0 2 0,-1 7 0,0 2 0,-2 12 0,0 3-243,2 4 0,0 2 0,5-23 0,1 2 0,0 0 0,2 3 0,1 1 0,1 0 0,-1-1 1,2 0-1,0-1 0,1-2 0,1-2 0,1 0-21,3 18 1,5-3 0,2-11 0,6-4 0,7-10 0,4-4 0,1-6 0,3-4-62,1-6 0,4-5 1,1-8-1,1-4 0,5-3 1,2-3-1,0-4 0,1-4 134,2-4 1,0-4-1,3-7 1,1-5 0,0-3-1,-1-4 1,-1-1-1,0-2-40,-3-2 0,-2-1 1,-3-3-1,-2-2 1,-2-3-1,-3-2 1,-3-1-1,-3-1-61,-1-1 1,-4-1 0,-4 2 0,-4-1 0,-4 0-1,-4-1 1,-4 1 0,-4 1-174,-3 1 0,-4 0 1,-6-2-1,-4 1 0,-7-1 1,-4 0-1,-4 0 0,-2 0-135,-4 2 0,-2 1 0,-1 5 1,-2 2-1,-2 5 0,-2 4 1,1 2-1,-3 4-359,0 3 1,-2 3 0,3 5 0,0 4 0,0 4 0,1 4 0,1 4-1,1 4-374,2 2 1,1 5 0,0 7 0,1 4 968,3 3 0,0 3 0,1 2 0,0 1 0,1 2 0,1 1 0,1-2 0,0 0 0</inkml:trace>
  <inkml:trace contextRef="#ctx0" brushRef="#br0" timeOffset="1">11466 12849 7963,'0'-35'209,"-6"-1"0,-4-2 0,-3 4 1,-1 4-1,0 1 0,-2 2 0,-5 1 455,-8 3 0,-1 7 0,-7 1 0,0 9 29,0 4 1,-3 18-1,-6 14 1,-2 23-382,24-18 1,2 4 0,1 6-1,3 4 1,1 8 0,2 3-1,2 4 1,1 1-78,1 6 1,3 1 0,2-1 0,2 0 0,2 0 0,2 0 0,4-5 0,4-2-62,4-5 1,4-2 0,3-4 0,4-3 0,5-6 0,3-4 0,0-3 0,2-5-11,2-6 1,2-4 0,2-4 0,2-4-1,4-2 1,1-3 0,2-2 0,2-1-44,1-1 1,1-2-1,0-3 1,-1-4-1,2-2 1,-1-4 0,0-2-1,-1-3 57,-1-1 0,0-4 1,-1-6-1,-2-3 0,0-1 1,-1-2-1,-1-2 0,-2-1-94,-2 0 0,-2-2 0,-7-1 0,-4-2 1,-2 0-1,-4-2 0,-3 0 0,-4-2-142,-2-1 1,-5-1 0,-6 2-1,-6 0 1,-7-2 0,-7 1 0,-4 0-1,-5 2-221,-6-1 1,-4 2-1,-10-2 1,-2 1 0,-4 0-1,-1 1 1,-3 2-1,-2 1-403,0 1 0,0 4 0,3 3 0,0 4 0,-1 5 0,-1 2 0,4 4 0,1 2-536,1 2 0,2 3 0,-30 8 1218,13 10 0,12 9 0,22 15 0,9 7 0</inkml:trace>
  <inkml:trace contextRef="#ctx0" brushRef="#br1" timeOffset="2">23163 14460 15878,'-77'-14'0,"0"1"0,0-1 0,0 0 0,0 1 0,0-1 0,0 0 0,2 5 0,-1 1 0,-1 0 0,-1 1 0,0 1 0,-2 1 0,-1 2 0,-1 0 0,7 1 0,-1 1 0,-2 1 0,0 1 0,-1 0 0,-1 1 0,-1 1 0,1 1 0,-1 0 0,1 1 0,4 1 0,0 0 0,-1 1 0,1 1 0,-1 0 0,0 1 0,-1 1 0,1 1 0,-1 0 0,0 0 0,-1 1 0,4 1 0,-1 0 0,1 0 0,-2 1 0,1 1 0,0 0 0,-1 1 0,0 0 0,1 1 0,-1 1 0,0 0 0,0 1 0,5 0 0,-1 0 0,0 1 0,0 1 0,0 0 0,0 0 0,0 1 0,0 1 0,-1 0 0,1 0 0,0 1 0,-1 0 0,0 1 0,3-1 0,-1 1 0,1 0 0,-1 1 0,0 1 0,0 0 0</inkml:trace>
  <inkml:trace contextRef="#ctx0" brushRef="#br1" timeOffset="3">29450 9913 24575,'-54'-32'0,"0"-1"0,0 1 0,1 6 0,-3 1 0,-2 2 0,-3 3 0,-11 0 0,-2 5 0,-3 1 0,-2 0 0,6 3 0,-1 0 0,-1 1 0,-2 0 0,-2 1-303,7 1 1,-2 0-1,-1 1 1,-1 0-1,-1 0 1,0 1 0,8 1-1,-2 1 1,1 0-1,-2 1 1,0-1 0,0 1-1,-2 0 1,5 1-1,-2-1 1,0 0 0,0 0-1,-1 1 1,0 0-1,-1 1 1,0 0-1,-4 1 1,0 0 0,0 0-1,-1 1 1,-1 1-1,0 0 1,0 1 0,0 0 302,5 0 0,0 1 0,-1-1 0,0 1 0,0 1 0,-1 1 0,0 1 0,0 2 0,-1 1 0,2 2 0,-1 1 0,0 2 0,0 0 0,-1 2 0,0 1 0,0 1 0,-1 0 0,1 1 0,0 0 0,5 3 0,0-1 0,1 1 0,-1-1 0,0 1 0,0-1 0,0 1 0,0-1 0,0 1 0,0-1 0,0 1 0</inkml:trace>
  <inkml:trace contextRef="#ctx0" brushRef="#br1" timeOffset="4">25090 12949 24575,'0'0'0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0.8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11222 15726 7986,'-15'-6'208,"1"-4"0,-1 2 0,1 0 367,0 2 0,-1 1 0,1 5 0,-1 2 0,1 1 0,1 3 293,4 2 1,-4 2-1,3 4 1,-4 1-257,-5-1 0,1 7 0,-4 3 0,-1 3 12,1 2 1,-2 4 0,-5 4 0,0 3-198,1 5 0,-6 3 0,1-2 0,1 4-36,1 1 0,1-2 1,-1 6-1,3-1 70,5-4 1,6-2 0,2-2 0,1 4-21,0 1 1,6 2 0,3 4 0,3 1-117,2-1 1,2 7 0,3 2 0,6-1-326,6-2 0,1-4 0,4-2 0,1 1 0,-1-1 0,2-5 0,5-4 0,0-4 0,-1-1 0,-2 1 0,0-3 0,1-1 0,-2-1 0,1-7 0,1 1 0,-1-1 0,-2 2 0,-5-9 0,3 4 0,-1-3-426,-3-4 1,2 0 0,1-6 0,0 0-1182,0-3 1,4-3 0,-1-1 0,5-4-3980,5-3 5586,-4-2 0,5-39 0,-6-9 0</inkml:trace>
  <inkml:trace contextRef="#ctx0" brushRef="#br0" timeOffset="1">11941 16201 7954,'-16'-9'507,"-2"1"464,-1 1 0,2 9 1,5 9-1,4 7 87,2 6 0,0 4 1,2 6-1,0 6-354,0 6 1,3 1 0,1 5 0,0 3 50,0 1 1,5 0 0,-1-2 0,1-1-47,2 1 0,-6-3 0,4 0 0,-3-1-387,-2-4 0,0 4 0,0-2 0,0-2-252,0-1 1,-5-7 0,0 1 0,2 1-715,1 1 0,2-4 1,0-3-1,0-4-2484,0-1 1,0 1 3127,0 4 0,0 15 0,0 10 0</inkml:trace>
  <inkml:trace contextRef="#ctx0" brushRef="#br0" timeOffset="2">12761 16849 7945,'-14'0'3749,"-1"0"0,2-2-2747,4-3 1,4 4 0,10-4-1,6 3-196,7 2 1,4-1-1,7-3 1,1 0 1453,4 0-1824,-4-4 1,12 7 0,-4-6 0,3 3 0,1-1 0,-2 2 0,-2-1-269,2 0 1,0 2-1,0-3 1,-1 4-169,1 1 0,-4-5 0,1-2 0,-2 1 0,-3 0 0,-1-1 0,-4 2 0,-2-3 0,-1 1 0,-6-6 0,1 5 0,-3-2 0,-1 1 0,-3-1 0,-1-3 0,-3 2-1424,-1 1 0,-2 6 0,-4-4-6116,4 1 7540,-3 2 0,-47 37 0,-19 8 0</inkml:trace>
  <inkml:trace contextRef="#ctx0" brushRef="#br0" timeOffset="3">9035 16762 7899,'-15'0'354,"6"0"0,1 2 0,0 1 0,1 3 561,1 2 0,3 0 1,8 2-1,4-5-87,4-4 1,1 1-312,1 3 0,-1-4 0,0 4 1,1-3-1,-1-1 317,1 4 0,-1-3 0,0 3 0,1-4-271,-1-1 0,1 0 0,-1 0 1,0 0-211,1 0 0,-1 0 1,1 0-1,-1 0-109,0 0 0,1 0 0,-1 0 0,0 0 64,1 0 1,-1-1 0,1-3 0,-1 0-27,0 0 0,1 1 0,-1 0 0,1-2-159,-1 2 0,-4 1 0,-1 1-100,2-4 0,-3 3 0,2-2-265,1 2 1,-3-3 0,2 0-629,1 2 1,-5 0-436,-1-2 0,-3 2-679,-2-7 1,-2 1 341,-3-6 0,2 3 0,-5 1-157,2 1 1799,-6 0 0,-27 22 0,-16 5 0</inkml:trace>
  <inkml:trace contextRef="#ctx0" brushRef="#br0" timeOffset="4">8977 17323 7906,'-14'0'771,"4"0"0,1 0 474,-3 0 1,8 0 0,4 0-1,8 0 2028,4 0-2859,3 0 0,-1 0 0,2 0 0,2 0 0,3 0 1,1 0-1,2 0 494,-2 0 0,4 0 1,-5 0-1,-1 0-356,1 0 0,3 5 0,-3 0 0,1-2-274,4-1 1,-4-2 0,1 0-1,-1 0-144,0 0 0,2 0 0,4 0 0,-3 0 10,-1 0 1,-1 0-1,2 0 1,-3 0-220,-1 0 0,3-2 1,-5-1-1,-1-2-191,-2 2 1,-2 0 0,1 0-644,-1-2 0,-4-2-865,-1 3 0,-1 0-364,2-5 1,1 4-3229,-6-5 5366,0 7 0,-63 22 0,-14 13 0</inkml:trace>
  <inkml:trace contextRef="#ctx0" brushRef="#br0" timeOffset="5">15020 15813 7859,'-10'-5'148,"0"-2"0,-1-1 1127,-2-3 1,4 5-41,-1 1-768,7 3 0,-10 2 0,4 0 0,-4 2 247,-1 3 0,1 3 1,2 6-1,1 1-282,-1-1 1,-2 7-1,-1 1 1,1 4-103,3 3 1,-3-4 0,4 10 0,-2-1-60,1-1 0,-1 7 1,6-1-1,2 2 30,1 3 0,2-3 0,2-1 0,1-3-47,2-2 1,6-6-1,-1-5 1,4 0 30,5-2 1,-3-3-1,5-8 1,-2-3-6,0-1 1,7-2 0,-2-5 0,3-2-27,2-3 0,0-4 0,1-9 1,2-3-150,2-1 1,-1 0-1,-6-4 1,-1 2-180,-2-2 0,-2-1 1,2-2-1,-5 1-26,-3-1 0,-1 2 0,-2 1 1,-4 2 12,-4-1 0,-3 2 0,-2 1 0,0 1 31,0 3 0,-7-2 1,-2-1-1,-6-1-60,-4-4 0,-3 0 0,-7-1 0,0 2-114,0-1 0,1-4 0,-1 7 0,-2-1-34,-2 0 0,2 7 0,-2-1 0,2 7 63,3 6 1,4 4 0,1 2-311,3 4 0,2 3 1,8 6-1,7 1-600,6-1 1,5 0 0,8-1 0,4-2-869,4-1 0,1 0 1979,-1 4 0,10 26 0,-4 6 0</inkml:trace>
  <inkml:trace contextRef="#ctx0" brushRef="#br0" timeOffset="6">15595 16273 7837,'-14'0'426,"-1"0"1,1 5 0,0 0 2276,-1-2 0,7 0-1268,3 2 1,5-4-1274,5 4 0,-2-3-981,7-2 0,-5 0-3001,4 0 3820,-5 0 0,-4-19 0,-8-5 0</inkml:trace>
  <inkml:trace contextRef="#ctx0" brushRef="#br0" timeOffset="7">16070 15669 7815,'0'-15'2437,"0"1"15,0 0 1,1 1-1895,4 3 0,-2-1 0,9 6 1,2 2-1,4 1 0,1 2 695,2 0 1,-1 0-507,4 0 0,2 2 0,-5 3 0,0 4 0,1 6 0,-1 2-177,-1 3 0,4 5 0,-4-1 0,-4 3-346,-5 2 0,0 0 0,-6 1 0,-2 2-224,-1 2 0,-2 6 0,-2-2 0,-3 4 0,-4 1 0,-4 0 0,-3 0 0,-2-1-377,-1-4 0,-7 7 0,2-5 0,-3 0-190,-1 1 0,-1-4 1,-2 0-1,-1-2 46,-1-3 1,-1-3 0,6-7 0,-1-7 326,0-9 1,7-4 0,2-4 0,6-4 32,4-9 1,4-6 0,6-9 0,0-2-86,0-1 1,2 1 0,2 8 0,6 3 445,3 0 0,1 5 1,1-3-1,-1 4 424,0 6 0,1-2 0,1 4 0,1 1 40,2-1 1,2 3 0,-3 5 0,3 2-92,1 2 1,0 6 0,4-1 0,-4 3-574,-1 1 0,3 1 0,-5-3 0,0 0 0,2-3 0,-5 1 0,3 3-2131,-3-4 1,-1-2-5248,-1-7 1739,-6 0 5639,-8 0 0,-78 12 0,27-4 0,0 0 0</inkml:trace>
  <inkml:trace contextRef="#ctx0" brushRef="#br0" timeOffset="8">14660 16863 7783,'-21'-8'0,"5"2"0,-3 6 0,3 0 0,2 0-530,-1 0 1,9 1 0,6 2 1472,8 2 0,11 0 0,7-5 1,6 0 657,6 0 0,10 0 0,5 0 0,4-2-174,6-2 0,-1 2 0,10-3 0,5 4-363,1 1 1,-36-1 0,-1 2 0,36 0 0,-2 4-749,-2 5 1,3 1 0,-3 0 0,-4-1-317,-4 1 0,-7-3 0,-4 0 0,4 0 0,3 0 0,-1-5 0,-7 2 0,-5-2 0,-3 2 0,-2-4 0,-2 4 0,-1-5 0,-1-5 0,-2 2 0,3-5 0,-4 0 0,-1 0 0,-1 3 0,-5-4 0,-2-1-110,-3 2 1,2-3 0,-9 5 0,-2-1-1217,-4 1 0,-6 1-2319,4 5 1611,-6 0 1,4 2 0,-9 2-1,-3 6 2034,-4 3 0,-32 14 0,-14 5 0,-4 3 0,0 0 0</inkml:trace>
  <inkml:trace contextRef="#ctx0" brushRef="#br0" timeOffset="9">15192 17295 7882,'-12'-15'97,"4"1"1,-8-1 0,4 3 0,1 0 0,-2 3 0,1-2-1,0-2 1162,3-1 0,4 4 0,-5 0 896,-1-1-1832,-2 5 1,4-1-1,-1 9 1,-1 3-1,-2 6 1,-1 7-1,-1 7 605,1 7 0,-5 0 0,0 8 0,1 5-297,2 6 1,-1 0 0,1 2 0,3 3-274,0 5 1,7-1 0,1 6 0,6-2-269,9-3 1,1-9 0,15-4 0,4-3-60,7-2 0,0-12 1,1-7-1,2-8-178,2-7 0,2-2 0,1-7 0,0-4-220,-4-5 0,-7-2 0,-2-12 1,-6 1 174,-7-1 0,-10 1 0,-4-4 1,-5 2 226,-5-1 0,-4 3 0,-9-1 1,-3 2-4,-1 4 0,-2 1 1,-6 3-1,-2 2 18,-2 1 0,1 7 1,5-2-1,3 5-26,1 5 0,1 3 0,-2 8 1,4 2-254,5 1 1,0 6-1,11-1 1,2 2-637,1-2 0,2 1 0,2-4 1,4 0-739,9 0 0,1-2 0,8-5 1603,1 1 0,35-33 0,8-7 0</inkml:trace>
  <inkml:trace contextRef="#ctx0" brushRef="#br0" timeOffset="10">15739 17554 7882,'-16'-5'443,"-2"0"1,-1 2 637,2 1 0,1 2 0,1 2-14,1 3 0,0 3 1,1 8-1,2 1-253,1 2 0,2 9 0,-3 0 0,3 8-120,1 0 0,3 11 1,4-4-1,0 2-229,0-1 0,1-2 1,4-4-1,6-4-255,7-4 0,6-6 0,8-3 0,1-5-153,-1-8 1,3-5-1,1-4 1,0-4-72,4-5 1,-5-9-1,-1-5 1,-4-3-88,-1-2 1,-6-6-1,-6-2 1,-6-1-37,-6-1 0,-3 6 1,-4-4-1,-3 0 65,-4 0 0,-10 6 1,-7-3-1,-6 4-367,-6 1 0,1 5 0,-1 3 0,-1 5-544,2 8 1,-1 5-1,8 3 1,2 1-523,1 4 1,13 5 0,4 9 0,7 5 1504,3 3 0,16 10 0,6 6 0,2 3 0,0 1 0</inkml:trace>
  <inkml:trace contextRef="#ctx0" brushRef="#br0" timeOffset="11">16271 17482 7877,'-22'-8'241,"-4"-3"0,7 6 0,2 0 1250,1-1 1,1 4-1,1-3 1,-1 5-343,1 5 0,4 0 0,1 8 0,-1 4-454,2 4 0,-3 8 0,5 6 1,-1 3-237,1 7 1,1 0 0,5 7-1,2 1-281,3-2 1,4-1-1,9-8 1,4-6-147,5-7 1,-1-8 0,9-12 0,-1-4-65,-1-3 0,5-4 1,-4-3-1,-2-6 80,-2-6 0,-2-6 0,-4-7 0,-5-2 7,-3-2 0,-3-6 1,-4 2-1,-4-4 10,-3-1 0,-2 5 1,-4 0-1,-4-2-449,-6-2 1,-12 4 0,-1 1-1,-5 3-495,0 7 0,2 11 0,-1 11 1,0 4-337,-3 1 0,5 13 1,7 6-1,1 8-611,3 6 0,9 4 1826,4 6 0,-3-12 0,0-4 0</inkml:trace>
  <inkml:trace contextRef="#ctx0" brushRef="#br0" timeOffset="12">16660 17496 7778,'-15'-8'0,"1"3"0,4-1 1701,1 1 1,4 2 58,-5 8 0,7 4 0,-3 10 1,1 5-1056,0 4 0,-4 0 0,4 3 0,0 2-263,-1 6 1,4 2 0,-3 2 0,4 1-120,1-1 1,1-2-1,4-4 1,6-7-276,7-4 1,4-10 0,7-2 0,0-7-100,0-6 0,4-12 1,1-5-1,-2-5 115,-2-4 1,-8-2 0,-2-4 0,-4-2 96,-2-6 0,-1-1 0,-4 0 0,-4 4-94,-3 1 1,-4-5 0,-3 3 0,-4-2-658,-4 1 0,-8 8 0,-3-1 0,-1 7-470,1 4 0,-4 7 0,6 8 1,-2 3 200,0 2 1,7 8-1,-3 7 1,4 7-1338,2 5 1,4 8 2195,1 4 0,6 41 0,-1-35 0,1 1 0</inkml:trace>
  <inkml:trace contextRef="#ctx0" brushRef="#br0" timeOffset="13">17077 17482 7778,'0'-10'1971,"0"1"1,-5 7-1128,0 2 1,-4 6-1,2 10 1,1 3 14,0 5 0,-4 8 1,4 4-1,-1 0-242,1 4 0,-1 2 0,4 1 1,-2 0-346,2 0 1,8-6 0,6-5 0,7-5-225,6-3 0,3-13 0,2-1 1,0-7 112,-1-3 1,6-11-1,-1-5 1,-1-5-69,-1-4 0,-9-7 1,-3-3-1,-3-1 235,-1 1 0,-2 2 0,-4 4 0,-4 0 91,-4 0 0,-9 7 0,-6 1 0,-8 2-966,-5 0 0,-7 6 0,0 8 0,1 4-1229,-2 1 1,4 0-1,-2 0 1,4 0 268,5 0 0,5 6 1,8 2 1506,1 0 0,0 5 0,-4-5 0</inkml:trace>
  <inkml:trace contextRef="#ctx0" brushRef="#br0" timeOffset="14">17393 15007 8010,'-14'-14'2359,"6"7"-1102,3 7 1,4 13-739,1 11 0,6 5 0,5 6 0,7 6 1,6 7-1,5 4 840,4 2 0,-1 3-1019,7 6 0,-18-29 0,1 2 1,2 4-1,0 0 0,-1 1 0,0 1 1,0 3-1,-1 0 0,-1 1 0,-1 0 84,0 3 1,-1 0 0,1 3-1,-2 0 1,-3 1 0,-1-1-1,-2 0 1,-2-1-314,0-2 0,-2-1 1,-3 1-1,-2 0 1,0-3-1,-1 0 0,-1 1 1,-1-1-33,0 1 1,0-1-1,0 0 1,0-1 0,0-2-1,-1 0 1,-1 1 0,0-1-224,0 0 0,0 0 1,-4 3-1,0-1 0,2 0 1,-1 0-1,-2-3 1,-1 0-541,-11 37 0,2-6 0,-9-1 0,-3 0 61,-3 0 0,-6-5 0,4-1 1,1-1 6,-2 1 1,4-7 0,-2-1 0,2-9-523,3-4 1,-1-10 1137,0-6 0,5 0 0,0-9 0,-1-2 0,-3-5 0</inkml:trace>
  <inkml:trace contextRef="#ctx0" brushRef="#br0" timeOffset="15">16458 16992 7759,'-14'0'3091,"8"0"-1203,6 0 0,8 0-1166,11 0 1,3 0-1,8 0 1,2 0 0,4 0-1,2 0 1,7 0 0,6-1-1,5-4 1,3-5 730,3-2 1,-3-3 0,4 1 0,-6 0-1203,-4-1 0,0 2 0,-12 2 0,-9 3-251,-9 2 0,-9 3-783,-4 7 1,-4 0 0,-7 4-2986,-4-2 0,3 0-153,-3-1 3921,4-3 0,-38-9 0,-9-9 0</inkml:trace>
  <inkml:trace contextRef="#ctx0" brushRef="#br0" timeOffset="16">17854 14532 7774,'-5'-9'874,"0"-1"1,-6 7 2442,1-2-2508,4 3 0,6 2 0,10 2 196,2 3 1,0-4-637,2 4 1,-3-3 0,8-2 0,-3 0-1,0 0 1,2 0 299,1 0 0,5 0 0,-3 0 0,0 0-233,-1 0 0,4 0 0,-3 0 0,2 0-176,2 0 0,-2 0 0,-1 0 0,-1 0-111,-4 0 0,1 0 0,-1 0 137,3 0 1,-3 6-239,-7 4 0,-4 2 0,-6 3 0,-1-1-115,-4 1 1,-3-1 0,-7 0 0,-1 1-155,-3-1 0,2 1 0,-6-1 1,1 0-33,0 1 0,4-1 1,-1 1-1,3-3-80,1-2 1,1 3-1,0-5-932,-1 0 923,7 4 1,3-8 424,10 5 1,3-6 0,7 4 157,-1-1 0,0-3 1,1 5-1,1 0-53,3 0 0,-3 0 1,3 4-1,-3-3 75,-1 2 1,-1 7-1,2 1 1,0-1 8,-2-2 0,4 3 0,-9 2 0,3-1-15,-3 1 0,-1 3 1,-5-5-1,2 1 1,-2 0 1,-3-4 0,-3 4-1,-3-4-56,-2-2 1,-2 0-1,-4 1 1,-1-2-145,1-4 0,-5 4 0,0-5 1,0 1-294,-2 1 1,3-5-1,-6 3 1,0-2-301,2-3 0,-5-1 0,4-2 0,-1 0-632,0 0 0,7 0 1,-2-2-1,3-1-211,1-2 0,1 1 1,-1 4-3024,1 0 4401,6 0 0,-5 19 0,5 5 0</inkml:trace>
  <inkml:trace contextRef="#ctx0" brushRef="#br0" timeOffset="17">18746 14762 7716,'-15'0'1523,"6"0"342,-1 0-138,1 0 57,1 0-947,1 7 0,6-6 296,-4 4-999,3-3-76,-4-2 1,8 0-1,1-2 134,2-3 1,1 2 1149,-1-6 230,-4 5-1251,6-2 0,-7 8-1593,0 2-870,0 4-2648,0 0 4790,0-1 0,-13-20 0,-3-3 0</inkml:trace>
  <inkml:trace contextRef="#ctx0" brushRef="#br0" timeOffset="18">19436 14503 7691,'-1'-9'230,"-4"1"0,-3 0 0,-2 1 0,1 1 1253,-2 3 0,3 1 1,-2 4-103,-1 3-1080,-2 3 0,-1 8 0,-1 1 0,1 4 0,-2 3 1,-2 5-1,-2 3 368,-3 0 0,6 4 0,-4 4 1,2 5-263,-1 3 1,3 2 0,6-4-1,3 2-240,1-2 1,3-3-1,7-4 1,5-6-63,6-2 1,5-4 0,0-3 0,7-6-199,6-7 1,-2-5 0,4-6-1,-4 0-202,-1 0 0,0 0 1,0-1-1,-2-4 11,-3-5 1,1-3 0,-7-1 0,-4 0-23,-2-1 1,-9 1 0,2-1 176,-4 1 1,-7 1 0,-4 2-1,-3 3 68,-1 2 0,-7 1 0,-3 5 0,-3 1 153,-2 4 1,0 2 0,2 4 0,2-2-414,1 3 1,5 0 0,-2 3 0,3-1-1431,5 1 1,4-1 0,-1 0 1750,5 1 0,42-20 0,11-5 0</inkml:trace>
  <inkml:trace contextRef="#ctx0" brushRef="#br0" timeOffset="19">19969 14662 7691,'-7'-10'197,"-2"0"0,1 7 1,-2-2 979,-1 4 1,3 1 0,-2 0 0,-1 1-369,-2 4 1,1 8 0,0 8-1,1 1-358,-5 4 1,2 6-1,-5 3 1,3 0-136,1 0 1,7 5 0,4-3 0,2 0-106,2-4 0,6-4 0,4-5 1,4-5-162,5-3 1,4-6 0,6-2 0,-1-2 8,1-3 0,-2-7 1,-1-6-1,-2-4-102,1-6 1,-4 3 0,-2-6 0,-3 1 57,-1 0 0,-6-2 0,-1-3 1,-1 1-149,-4 2 1,-3 0 0,-3-3 0,-4 0-481,-1-2 1,-6 8-1,-5-8 1,0 4-391,-2 2 0,3-2 0,-4 6 1,1 3-608,4 4 1,-1 6-1,-1 6 1610,-5 0 0,-16 70 0,17-26 0,1 0 0</inkml:trace>
  <inkml:trace contextRef="#ctx0" brushRef="#br0" timeOffset="20">20357 14734 7691,'0'-15'0,"2"1"852,3-1 1,-4 6 176,4-1 1,-3 5-1,-4-3-409,-3 2 0,2 8 0,-7 9 1,-1 5-78,-2 3 1,-6 8 0,0 2-1,0 8-106,-2 4 1,5-1-1,-1 0 1,5 2-263,8-2 0,2-7 0,2-1 0,2-5-121,2-3 0,11-6 1,9 0-1,3-7-65,2-6 1,1-4 0,2-1 0,2-1-79,-2-4 0,-4-3 1,-4-7-1,-5-1 10,-3-3 0,-1 3 0,-2-3 0,-4 3 56,-4 2 1,-3-5 0,-2-2 0,0 0-399,0 0 1,-5-3-1,-2 3 1,-2-1-440,-7-4 1,1 1 0,-4-1 0,3 4-168,2 1 1,0 2 0,-2 6 1026,-4 4 0,-28 66 0,18-17 0,0 0 0</inkml:trace>
  <inkml:trace contextRef="#ctx0" brushRef="#br0" timeOffset="21">20818 14690 7733,'-5'-9'841,"0"-1"1,-6 7 720,1-2 1,-3 4 0,-1 1-746,0 0 0,4 8 0,0 4 0,1 8-199,1 2 1,-5 4-1,3 5 1,-1 3-161,2-2 1,2 3-1,7 0 1,0 1-342,0-1 1,2-6 0,3-7 0,6-1-95,6-4 0,1-2 0,6-6 1,0-4-150,-2-3 1,6-2-1,-4-2 1,1-3-43,-1-4 0,-2-6 0,-6-2 0,0-3-24,-3 3 0,-3-4 0,-1 0 0,-4 1 61,-3-1 0,-2-5 0,0 2 1,-2-1-335,-3 1 1,-4-4 0,-9 6 0,-3 0-443,-1 3 0,-2-2 0,-5 3 1,2 4-539,3 3 0,3 7 0,7 0 1445,0 2 0,-1 28 0,1 6 0</inkml:trace>
  <inkml:trace contextRef="#ctx0" brushRef="#br0" timeOffset="22">21134 14791 7725,'0'-14'1363,"0"4"1388,0 1-1321,0-1 1,0 4-899,0 6 1,0 6 0,0 10 0,-2 1-175,-2 3 1,0 10-1,-4-1 1,2 1-195,3 1 1,-3 2 0,1 1 0,2-2-130,1-2 0,2-1 0,2 0 0,2-2-34,6-3 1,7 1 0,4-7 0,2-5-38,2-7 0,2-4 1,4-2-1,1-2 232,1-3 1,1-7-1,-7-9 1,-1-2 50,-2-2 1,-7-2-1,2-1 1,-3 3 26,-1 1 0,-7 5 1,-2-5-1,-1 0-130,0 1 0,0-2 0,-7 4 0,-3 0-280,-4 0 0,-4-3 0,-2 5 0,1 3-328,0 5 0,-6 0 1,0 6-1,-1 2-369,0 1 0,0 2 0,4 0 0,-2 0-743,1 0 0,-3 0 1576,2 0 0,0 19 0,4 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0.8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24098 8345 7895,'0'-14'1944,"0"4"-1034,0 1 0,-2 7 1,-1 2-363,-2 8 0,-1 2 0,3 2-306,-2 4 0,-2 7 0,4-2 1,-3-1-1,-1 3 0,-1-1 1,2 2-1,-2 0 0,2-2 189,-1-1 1,2 3 0,5-3 0,0 0-296,0 0 0,0-2 0,0-5 0,2-1-144,3-4 1,3 3 0,6-8 0,1 0-117,-1-3 1,5-1-1,2 0 1,0 0 69,0 0 0,-2 0 0,-3 0 448,3 0 1,-3 0-44,3 0 0,-9 2 0,-6 3 0,-4 4-207,-4 4 1,-4-3-1,-7 1 1,1 3-322,-1 4 1,1 1-1,-2-5 1,-1 1-497,-3-1 1,-4 1 0,4-1 0,-1-1-550,0-4 0,0-2 0,2-7 0,-3 0-75,-1 0 0,3-7 0,5-4 1297,1-6 0,-8-30 0,-3-12 0,-2-7 0,0-1 0</inkml:trace>
  <inkml:trace contextRef="#ctx0" brushRef="#br0" timeOffset="1">23983 8331 7895,'8'-15'238,"3"1"0,-5 0 1,2-1 482,3 1 1,7 1-1,3 2 1,1 3 100,4 1 0,7 3 0,6 4 0,2 0-210,2 0 1,-1 0-1,-2 0 1,-3 1-635,-2 4 1,3-2-1,-4 5 1,-2 0-390,-2 0 1,-3 0 0,-1 3 0,-4-3-3343,-1-1 3753,-2 4 0,-4-3 0,-1 6 0</inkml:trace>
  <inkml:trace contextRef="#ctx0" brushRef="#br0" timeOffset="2">24932 8230 7879,'-16'2'0,"-1"1"797,-3 2 0,-2 6 0,6 0 1,3 5 280,1 3 1,5 7 0,1-1 0,1 7-539,0 7 0,0 2 1,5 2-1,0 1-278,0-1 1,-4 0-1,-1 0 1,2 0-715,1 0 0,2-6 1,0-3-1,0-4-1114,0-1 0,6-7 0,2-3 1,2-4-2289,0-6 3854,-1-2 0,18-26 0,4-5 0</inkml:trace>
  <inkml:trace contextRef="#ctx0" brushRef="#br0" timeOffset="3">24932 8921 8841,'0'9'2324,"0"1"0,0-5-2422,0 4-909,0-6 1,2 2 1006,3-10 0,14-27 0,8-14 0,4-5 0,0 0 0</inkml:trace>
  <inkml:trace contextRef="#ctx0" brushRef="#br0" timeOffset="4">25292 8388 7879,'0'-14'1364,"0"4"1,1 1-531,4-2 0,3 4 0,8 2 0,3 4-248,5 1 1,4 0 0,2 0 0,2 1 22,1 4 0,-4 3 0,-5 7 0,0-1-255,-1 0 1,-3 6 0,-5 0-1,-2 3-236,-4 2 0,-2-2 1,-9 1-1,-3 1-188,-4 2 1,-12 4-1,-6 1 1,-7 1-196,-3-1 1,-1-1-1,-5-3 1,0 1-273,-1 0 0,1-5 0,0-2 1,2-2-58,2-8 1,6-4 0,9-9 299,4-4 0,12-8 0,8-8 0,8-1 307,5-4 0,6-1 0,2 0 1,2 3 247,2 5 0,-2 4 0,-1 4 1,0 3 218,1 2 0,-6 1 0,4 5 0,-2 2 196,0 2 1,1 4 0,-6 7-1,-1-1-971,-4 1 0,3 4 1,-6 2-1,0-1-1577,1 1 0,2 3 0,-2-5 0,-1-1 1872,0-2 0,6-21 0,-4-4 0</inkml:trace>
  <inkml:trace contextRef="#ctx0" brushRef="#br0" timeOffset="5">26227 8388 7810,'0'-14'2091,"-2"4"-355,-2 1 0,0 6-896,-5-2 0,4 5 1,-3 5-1,0 6-383,0 6 1,-6 6 0,-9 7 0,-2 4-266,-6 4 1,-5 8-1,-1 2 1,-3-1-333,-5-3 0,-1 4 0,4-1 0,4-6-908,4-5 0,10-12 1,5-5-2320,3-3 3367,8-8 0,14-53 0,10-19 0</inkml:trace>
  <inkml:trace contextRef="#ctx0" brushRef="#br0" timeOffset="6">25982 8129 7804,'-11'-12'0,"-3"0"0,-2 4 926,0 2 1,-3 1 0,0 5 0,-1 2 126,0 3 1,-3 9-1,-6 10 1,2 5-290,3 4 0,-1 2 0,6 5 0,1-1-309,2 1 0,3-5 0,4-3 0,7-5-392,10-3 1,3-11-1,13 0 1,0-5-25,-2-5 0,6-2 0,-4-2 0,3-4-124,2-5 0,-5-4 0,-2-4 0,-3-1-164,-6 2 0,0-4 0,-7 0 0,0-1-194,1-4 0,-2 5 0,-7 1 0,-3 0-819,-4 1 1,1 0 0,-2 6 0,-1 4-1627,-2 4 2888,5 3 0,-24 66 0,16-24 0,0 0 0</inkml:trace>
  <inkml:trace contextRef="#ctx0" brushRef="#br0" timeOffset="7">26184 8662 7804,'-15'0'485,"6"0"1,1 1 0,0 3 954,0 0 0,3 3 0,-3-3 1,0 6-681,0 3 0,0 3 1,-3 3-1,1 5-474,-1 3 1,3 4-1,0 1 1,2 1-212,3-1 1,3-2 0,4-2 0,8-4-93,5-5 0,2-5 0,9-4 0,2-5 46,0-4 1,5-7 0,-3-5 0,-3-7 159,-3-6 1,-9-5 0,1-3 0,-7-1 148,-6 1 1,-5-3 0,-5 1 0,-6 2-148,-7 2 1,-6 7 0,-8 4-1,-3 5-2128,-2 4 0,5 4 0,1 6-3811,5 0 5748,5 0 0,20 6 0,2 2 0</inkml:trace>
  <inkml:trace contextRef="#ctx0" brushRef="#br0" timeOffset="8">24285 9467 7976,'-7'-8'-872,"6"-4"1,-6 4 708,1 0 1,4-5-1,-4 3 258,0-2 1,4 2 0,-4 2 0,1 0-1,0 0 1,0-2 379,-1 2 0,4-4-72,-3 2 1,-1 2-1,1-2 565,2-1 0,1 3 223,2-1 0,-4-1 753,-1-4-1435,0 6 1,5 3 0,0 10-191,0 4 1,0 10 0,2 5 0,1 5-112,2 5 1,-1 3 0,-4 6 0,-1 1-90,-4 4 0,3-1 0,-4 6 0,0 1 30,-4 2 0,-3 6 0,-1 1 0,0-3 7,-1-1 0,-4-3 0,-2 0 0,0-1 1,1-1 0,-4-1 0,3-10 1,0 0-44,0 0 0,-3 0 1,5-1-1,2-2-154,1-2 0,0-4 0,-2 4 0,-1 1-22,1-3 0,1 4 0,-1-4 1,-1-1 30,1 0 0,-2 3 0,0-3 0,1 1 15,-2-1 0,4 3 0,-7-3 1,-2 2 13,-1 3 1,-2-3 0,1 0 0,-1-2-32,0-3 1,2 3 0,3-1 0,3-3-103,0 0 1,5-9 0,-3-1-44,3 0 0,3-5-304,4 3 347,2-9 157,7 2 8,0-10 1,7 4 55,2-6 0,4 0 0,1-1 0,1-4 128,-1-5 0,2 2 1,2-1-1,3-2-238,1-2 0,-3-2 0,4 1 0,-3 0-537,-2-1 0,3 1 0,-2 1 0,-2 2-676,-1 1 0,-1 2 0,-1-3-2211,1 2 3448,-7 5 0,-38 28 0,-24 16 0,-1 4 0,-1 0 0</inkml:trace>
  <inkml:trace contextRef="#ctx0" brushRef="#br0" timeOffset="9">23306 11554 7976,'-23'-7'126,"-1"-2"0,6-4 1,-1-1-1,3-2 1006,1-4 1,6 3-1,-1-9 1,1-3-233,1-3 0,-4 1 1,8 5-1,-1 2-445,-2-2 0,4 6 0,-5 0-934,2 4 1,1 2-1,5 0-500,0-1 979,0 7 0,-26-24 0,-5 0 0</inkml:trace>
  <inkml:trace contextRef="#ctx0" brushRef="#br0" timeOffset="10">13495 14216 8125,'-10'-2'2343,"0"-1"480,-1-2-2531,5 7 1,-5 7-1,4 10 1,-1 5-1,-3 7 1,-3 5-1,-4 9 740,-1 5 1,-7 4-763,2 8 1,-3-1 0,0 3-1,3-5 1,5-7 0,5-8 43,4-5 0,4-9 0,6-6 0,3 0-218,6-2 1,4-2 0,14-9 0,5-2-46,3 3 0,12-4 0,10-1 0,10 0 5,9-4 0,-33-2 0,2 0 1,4-1-1,2 0 0,3 0 1,1 0-16,1 0 1,1 0-1,1 0 1,0 0-1,0 0 1,0 0 0,3 0-1,0 0-107,4 0 1,-1 0-1,-4 0 1,-2 1 0,3 1-1,0 1 1,-2 1 0,0 2 19,0 0 0,1 0 1,1-1-1,1-2 0,-2 1 1,0-1-1,0-1 0,1 1 8,-3-1 0,1 0 0,0 1 0,0-1 0,2-2 0,-1-1 0,2-1 0,0 0 45,1 1 1,0-2 0,-2-3-1,-1 0 1,0 2 0,-1 0 0,-3 0-1,0-1-23,-3 0 0,-1 0 0,-1 3 0,0 1 0,-2-2 0,0 1 0,-3 2 0,-1 0 10,-4 2 1,-1 1-1,34 0 1,-7 7-1,-4 1-35,-4 2 1,-13 1 0,-3 1 0,-3-3-3,-3-2 1,-2 1 0,-8-4-1,-3-1-3,-5 0 0,-7 4 377,-3-5 95,-6 0 0,4-7 0,-7-3 91,0-4 0,0-4 1,0-2-1,0-1-261,0-3 1,6-3 0,4-9-1,4-2-360,5-5 0,4-10 0,7-5 1,2-3-105,2-2 0,4 2 1,-3 2-1,0 3-17,0 1 1,-1 2 0,-5 7 0,-2 2-372,-3 6 0,-5 2 1,-8 3-1,-3 0-686,-1 5 0,-9 8 0,-7 10 1282,-4 4 0,-25 16 0,-9 8 0,-4 1 0,0 0 0</inkml:trace>
  <inkml:trace contextRef="#ctx0" brushRef="#br0" timeOffset="11">13883 13683 7978,'-14'-9'1479,"-1"-1"-402,7 7 1,2-2-549,6 10 0,0 3 0,0 6-258,0 1 1,0 1 0,0 3 0,0 5 0,0 3 0,-2 2 0,-1 1 0,-3 4 0,-2 4 540,-3 4 0,-4 7-594,-4 4 1,1 3 0,-4 1 0,1 1-1,4 0 1,1-3 44,1-2 1,1-3 0,1-9 0,4-2-174,4-6 1,5-9 0,3-5 0,3-3 39,2-1 0,7-6 0,4-1 0,-2-1 17,-1-4 1,0 3 0,2 1-1,1-1 107,-1 1 1,3-1 0,-1-3 0,3 4 52,2 1 1,-2 0 0,1 3 0,1-2-85,2 3 0,7 0 1,1 3-1,2-1-53,3 0 0,1 1 1,3-2-1,0-2-52,4-2 1,-1-1 0,5 2 0,3-4-4,1 1 1,3-6 0,2 4-1,1-3 32,-1-2 1,-2 0 0,-2 0 0,1 0-75,-1 0 0,-5 0 1,-4 0-1,-4 0-84,0 0 1,0 0 0,1 0 0,0 0-25,-4 0 0,-1 5 0,2-1 0,-2 0-133,-2-3 0,-1-1 0,1 0 0,-4 0 41,-4 0 1,4 0 0,-1 0 0,-2 0 58,-6 0 1,1 0 0,-7 0 0,0 0-24,2 0 0,-3 0 0,4 0 1,0 0-25,1 0 0,2 0 0,7 0 0,2 0-27,-2 0 0,-7-1 0,-1-3 0,2 0 98,1 0 0,2-2 0,-2 1 0,-1 0-28,-2-1 1,-5 4 0,3-2-1,1 0 63,-1 0 1,-4 2 0,1-3 0,-3 2 8,-2-2 1,1 4 0,-1-4-1,0 3-60,1 2 0,-6-1 0,1-3 80,1 0 1,2-3-1,1 4 13,1-2 0,-1-4 1,-1 2-1,-2 1-15,-1-1 0,-1-2 0,6 3 69,-1-2 0,0-2 0,1-4 131,-1-1 0,1-4 1,-1 0-1,0 0 53,1-2 1,-1 2 0,0-9-1,2-2-12,4 0 0,-4-2 0,3 0 0,-3-3-86,-2-2 1,1 5 0,-1-2-1,-1 5 50,-4 6 1,3 0 0,-8 6 360,0-3-507,-3 8 0,-2 5-330,-4 7 0,3 2 0,-3 3-170,4 4 1,-4 4 0,0 1-1,0 1 150,-1-1 0,3 5 0,-5 2 1,0 1 130,0 4 0,-2 1 0,-4 2 1,-1 0 39,1 0 1,-5-1 0,0 1 0,1 1 158,2 4 0,0-5 0,0 1 1,0-4-28,3-1 1,2-4-1,-2-2 1,4-3-994,4-1 730,3-7 1,4-8 0,1-10-1,4-4 102,1-5 0,1-10 0,6-10 0,1-2-71,3-2 0,-3-5 1,3-2-1,-2-1 3,3-3 1,-3 4-1,6 2 1,-3 5-24,-2 5 0,-4 7 0,-2 10-17,-3 5 0,-4 7 0,3 15 0,-2 7 538,-2 5 1,-3 7-1,-1-1 1,-1 3 324,-4 2 0,2 5 1,-7 1-1,0 0-185,2 0 1,-4-1 0,2-5-1,-3 1-306,-1 3 1,-1-2 0,3 1 0,0-5-119,3-3 0,1-5 0,-3 2 0,3-3-196,1-6 1,1-5-107,1 2 0,3-4 0,-4 3 182,0-1 1,-1-1-1,-4-3 1,2 4 88,-3 0 0,-5 1 0,-4 4 0,-1-1 13,-4 5 1,-8-2 0,-4 7 0,-3 0 26,-3 3 0,-7 3-1,-5 2 1,-6 0-12,-4-1 0,-1 1 0,-5-2 0,-1-1 56,-4-2 0,3-7 0,-2 3 1,1-4 19,-2-2 0,-3 0 0,37-7 0,0-1 0,0-1 0,1 0 12,1-3 0,0 1 1,0 0-1,-1 0 1,-34 2-1,-1-4 33,-2-4 0,8-5 1,-1-6-1,6-1-138,2 1 0,5-5 1,-2-2-1,7 0-53,6 0 0,3-3 0,2 4 0,-2-1-72,-3 0 0,8 2 1,-3 5-1,3-1 32,3 1 1,-4 4 0,3 1 0,-2-1-64,1 2 1,-1-3 0,5 4 0,-2 1 71,-3 0 0,5-4 0,0 5 0,1 0 101,1-1 0,-2 4 0,3-2 1,0 2 90,5 2 1,-1 0 0,8 0 0,-3 0-22,-2 0 0,4 0 0,2 0 0,3 0-143,1 0 1,6 0-1,-1 0 0,7-2-31,-2-2 1,5-3-1,3-4 1,4 1 138,1-1 0,1-8 0,7-5 0,2-3 182,1-2 1,5-1-1,-3-5 1,1-9 74,4-7 1,1-5 0,2-1 0,-2-1 106,-3 1 0,1 2 0,-5 1 1,-3 0-403,-1 4 1,-1 5 0,-3 7 0,-2 4-1382,-5 4 1,-4 12-157,-1 4 1,0 11 0,0 3 0,2 9-2039,3 9 3566,3-2 0,19 30 0,3 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0.8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5481 4446 7850,'0'-14'286,"-5"4"0,-1 2 874,-2 2 0,5-1 864,-2 2 1,3 5-917,2 0 0,0 8 0,2 10 0,1 3-449,2 1 0,0-1 1,-4 6-1,3 3-211,0 1 1,1 6-1,-5-1 1,0 3-121,0-1 1,0 1 0,0 5-1,0 3-167,0 1 1,0 0 0,0-5 0,0 0-71,0 0 0,0-5 0,0-1 0,0-2-170,0-3 0,0-6 0,0-4 0,0 1-88,0-1 0,0-9 0,0 1-1094,0-1 1,2 0-1731,3 1 0,-2-6 102,6-3 1,-1-10 2888,2-4 0,-4-30 0,-6-7 0</inkml:trace>
  <inkml:trace contextRef="#ctx0" brushRef="#br0" timeOffset="1">5783 5079 8148,'-8'2'2841,"4"2"-2088,2 6 0,2 4 1,0 4-1,0 1-684,0-1 0,0-2 1,0-2-1,0 1-450,0-1 1,0 0 0,0 1-2456,0-1-378,0-6 3214,0-8 0,-6-78 0,2 27 0,0-1 0</inkml:trace>
  <inkml:trace contextRef="#ctx0" brushRef="#br0" timeOffset="2">5826 4834 7880,'8'-14'1760,"-3"0"-1333,-3 6 1,-2 8 0,1 9-963,4 4 0,-3-3 0,4-1 1,-1 2 534,0 2 0,25 40 0,2 9 0</inkml:trace>
  <inkml:trace contextRef="#ctx0" brushRef="#br0" timeOffset="3">6028 5108 7880,'-8'6'229,"-3"-3"0,4 5 0,1 0 684,0 0 0,1-3 0,3 3 558,-3-1 1,4 4 1507,-4-2-1777,10-2 0,-2-1-774,7-6 1,-6 0 0,4-1 0,0-4-137,0-5 1,-3 2 0,5-3-1,-1-3-197,-1-4 0,5-1 1,-3 4-1,2 1-124,3 0 0,-6 1 0,1 2 0,0 1-149,-2-1 0,4 4 0,-2 3 103,3 2 0,-4 2 0,-1 2 119,-1 2 1,-2 6 0,-5 8-1,0 1 91,0-2 0,0-1 1,0-1-1,0-1 82,0 1 0,-5-1 101,0 0-227,0-6 0,7-8 0,1-11 0,3-6-239,2-7 1,3-4 0,7-2-1,3-2 283,1-1 0,-3-3 0,7 4 0,3-1 581,3 1 1,1 8 0,-4 6-1,-2 7-217,-3 6 0,3 5 0,-4 7 1,-1 5-500,-3 6 0,-3 12 0,-3 1 0,-2 2 0,-1 3 0,-7 2 0,2-5 0,-3-1 0,-2-1 0,0-2 0,0-2 0,0-2 0,0-1 0,0-11 0,0 2-4430,0-3 1,1-5 437,4-3 0,-4-4 3992,4-4 0,3-4 0,0-7 0</inkml:trace>
  <inkml:trace contextRef="#ctx0" brushRef="#br0" timeOffset="4">5596 6101 7844,'-14'-8'1958,"4"1"888,1 7 0,5 2-1990,0 3 0,7 4 0,2 9 0,-1 3-24,3 1 0,-6 2 0,6 5 0,-2-1-410,-1 1 1,1 5 0,-5-1 0,0-1-139,0-1 1,-1-4 0,-3-3 0,0-5-19,0-3 0,3-10-152,1-6 0,0-12 1,0-14-1,0-7 156,0-11 1,6-4-1,2-6 1,2 1 7,-1-1 1,1 4-1,6 1 1,2 2-177,1 4 1,0 3-1,-3 13 1,3 3-103,5 5 0,2 9 0,-1 6 0,-1 5 0,2 9 0,1 1 0,0 13 0,-1 3 0,-2 5 0,-7 0 0,1 5 0,-5 0 0,-4-1 0,-4 3 0,3 2 0,-2-1 0,-2-1 0,-3-6 0,-1 6 0,0-1 0,0-1 0,0-7 0,0-7 0,0-3-903,0-2 0,2-4-1555,3-4 0,3-5 1,6-10-1,0-6 1953,1-7 1,-1-36-1,1-15 1</inkml:trace>
  <inkml:trace contextRef="#ctx0" brushRef="#br0" timeOffset="5">6330 6072 7844,'-10'0'2741,"1"0"1,7 0-1361,2 0 0,7-5 0,9 0 0,1 2 492,2 1 1,7 2-1,-2-1 1,1-2-1293,-1-2 1,4 0-1,-4 5 1,3 0-582,2 0 0,4-5 0,1 0 0,-2 2 0,-2 2 0,-1-1 0,0-1 0,-1-2 0,1 2 0,-5-4 0,-1 3-675,-3 0 1,-1 3-7931,-4 1 728,-7 0 7877,-2 0 0,-44 13 0,-10 3 0</inkml:trace>
  <inkml:trace contextRef="#ctx0" brushRef="#br0" timeOffset="6">6790 5683 7835,'-12'2'1194,"2"3"1,4-2 0,6 7 0,0 1 125,0 2 1,6 1 0,5 0-1,7 1-516,6-1 1,3 2 0,2 2 0,-1 1-218,1-2 0,0-1 0,0-1 0,0-1-170,-1 1 1,0-1 0,-3-1-1,-3-2-227,-1-1 0,3-2 1,-6 3-1,-4-3-68,-3-2 1,-6-1 0,3-4-59,-1 4 1,-3-2-1,-5 5 177,-4-1 1,-5 4 0,-7-3 0,-4 3 70,-1 4 0,-2-3 0,-5 12 1,-1 0-313,-4-1 0,4 4 0,-4-3 0,4 3 0,1 2 0,6-5 0,4-2 0,3-1-1849,2-3 1,6-7 0,5-3-1203,6-2 1,5-3 3050,6-7 0,20-24 0,4-10 0</inkml:trace>
  <inkml:trace contextRef="#ctx0" brushRef="#br0" timeOffset="7">7711 5842 7769,'-13'-10'524,"2"2"1,2 2 618,-3 2 0,4 3 0,-1 1 0,-2 0-196,-2 0 0,3 0 0,1 1 0,-3 4-151,0 5 0,-3 3 0,2 3 1,1 1-349,-3 2 0,6 7 0,-7-2 0,5 3-69,-1 2 0,1-5 0,0 0 0,3 0-169,2-2 1,-4 4 0,5-7-1,2-1-137,1-2 1,4-2 0,3-1 0,3-2 43,0-1 1,5-7-1,-4 1 1,6-2-41,4-2 0,-2-2 0,6-2 0,-1-4 18,0 0 0,2-5 1,5 3-1,0-2 20,0-3 1,0 1 0,-1-2-1,1-2-184,0-1 0,4-5 1,1 3-1,-2-1 30,-2-4 0,-1 4 0,0-2 0,-2 0 78,-3 2 0,-3 1 1,-7 6-1,1 1 213,-1 0 1,-1 4 0,-2 2 272,-1 2 1,-1 1-350,6 5 0,-3 1 0,-1 3 0,-1 2-176,1 2 1,0-3 0,1 4 0,-3 1-1,2-2 0,-3 5 0,0-4 0,0 4 0,0 2 0,-3-1 0,3 0 0,-1 1 0,-4-1 0,3 5 0,-1 0 0,-2 1 0,-1 0 0,-2-4 0,0 5 0,0-2-98,0 1 0,0-1 1,-2-3-1,-3 1-177,-4 3 1,1-1-1,-2-5 23,-1 0 1,-2-4 0,-1-2 0,-1 0-130,1 0 0,0-5 1,-1 2-1,1-3 125,0-2 1,-2 0 0,-2-2 0,-1-3 113,1-4 0,-3 1 0,1-2 0,-1-3 120,0-4 0,0 1 1,2-5-1,-3 2 28,-1 0 1,-2-5 0,4 3 0,0 0 53,0 0 0,-3-3 0,4 3 0,-1 1 61,0-1 1,2 2 0,3 4-1,-2 1-228,-1 0 0,-5-1 0,5 2 0,0 4-593,-2 4 1,3-1 0,-6 1-1,0 2-177,2 1 0,1 2 1,7 0-1,-2 0-2131,-3 0 3008,3 0 0,-30 0 0,-12 0 0,-1 0 0,0 0 0</inkml:trace>
  <inkml:trace contextRef="#ctx0" brushRef="#br0" timeOffset="8">9970 4575 7886,'-2'-9'202,"-3"-1"0,-4 1 609,-4 1 1,4 1 0,-1 7 490,-1 0-1075,-2 0 1,3 0 0,2 2 0,0 3 0,0 4 0,-3 4 0,0 1 626,1 1 1,-2-1-1,2 2 1,-4 3-255,-6 5 0,4 4 0,-4 2 0,0 2-120,1 1 1,-5 12 0,4 0-1,-1 5-141,0 4 0,-3 7 0,5 3 1,1 1-75,2 4 1,2-4-1,1 1 1,3 0-17,6-1 1,2 2 0,2 4-1,0-3-33,0-1 1,0-4-1,2 4 1,2 0-96,6-1 1,3-2-1,1-8 1,2-2-79,3-1 1,2-2-1,5 2 1,-2-7-131,1-6 1,1 0 0,-1-5-1,-1-1-467,2-4 1,-4-3 0,1-11 0,-2 0-765,-4-3 0,6-3 0,-1-1 1,0-4-1260,-3-3 1,-1-9 2576,1-2 0,-3-62 0,-5 28 0,-1 0 0</inkml:trace>
  <inkml:trace contextRef="#ctx0" brushRef="#br0" timeOffset="9">10502 4921 7906,'-14'1'0,"-1"4"908,1 5 0,0 4 0,-1 5 0,2 5 112,4 3 0,-2 10 0,6 6 0,0 7-227,-1 1 0,4 7 0,-3-2 0,4 4-252,1 1 1,0 3-1,-2-2 1,-1-1-70,-2-2 0,0-1 0,5-1 1,0-1-346,0-3 0,0-8 0,0-8 0,0-2-416,0-3 0,0-3 0,0-5 0,0-5-1998,0-3 1,7-2 2286,2 1 0,-73-20 0,24 0 0,-1 0 0</inkml:trace>
  <inkml:trace contextRef="#ctx0" brushRef="#br0" timeOffset="10">11063 5655 7884,'-22'0'730,"3"0"0,3 0 1320,1 0-1463,1 0 0,8 0 0,6 0 0,9 0 0,7 0 0,3 0 0,0 0 1,2 0 1008,3 0 1,3 0-1,2 0 1,0 0-767,0 0 0,0 0 1,-1 0-1,3 0-208,2 0 1,-1 0 0,7 0 0,1 0-528,1 0 1,2 0-1,0-2 1,1-1-96,-1-2 0,0 0 0,0 4 0,-1-3 0,-4 0 0,-8-1 0,-7 5 0,-2 0 0,-4 0 0,-1 0 0,-2 0 0,-6 1 0,-3 4-3865,-3-3-4165,-2 4 8030,0-6 0,-26 13 0,-6 3 0</inkml:trace>
  <inkml:trace contextRef="#ctx0" brushRef="#br0" timeOffset="11">13336 4504 7998,'13'-7'146,"-3"-2"0,-4 1 810,-6-2 1,0 8 0,0 4 0,0 9-233,0 7 1,0 9-1,0 0 1,0 7-208,0 2 1,-5 3 0,1 6 0,0 1-78,3 2 1,-1 5-1,-1-4 1,-2 2-168,2 4 1,-3-11 0,-1 0 0,1-4-279,-1-4 1,1-2 0,3-10 0,-2-5-1782,2-3 155,1-8 1,2-3-493,0-10 1,0 2 1209,0-7 0,-6 7 0,-4-2 913,-3 4 0,-27 7 0,-6 2 0</inkml:trace>
  <inkml:trace contextRef="#ctx0" brushRef="#br0" timeOffset="12">12847 5468 7913,'-22'8'389,"1"-2"1,8-4 377,4 2 1,4-2 0,10 4-1,6-1 90,6 0 1,6 4-1,7-2 1,2-1 87,2 1 0,7 2 0,1-2 0,4-1-195,1 0 0,2 4 1,1-5-1,2-2-141,8-1 1,-3-2 0,6-2 0,-4-3-88,-2-4 1,-2 1-1,-1-2 1,0-1-189,-4-2 1,-5 0 0,-5 2 0,-2 3-451,2 2 0,-10-4 0,-3 5-1739,-4 2 0,-6 3 156,-7 5 0,-5 3 0,-8 6 514,-2 1 0,-6-1 1185,1 0 0,-23 3 0,-11 0 0,-3 2 0,0 0 0</inkml:trace>
  <inkml:trace contextRef="#ctx0" brushRef="#br0" timeOffset="13">13494 5811 16324,'5'3'-271,"15"9"271,-3-3 0,-7 30 0,-4 1 0</inkml:trace>
  <inkml:trace contextRef="#ctx0" brushRef="#br0" timeOffset="14">13739 6086 7956,'-14'16'0,"-1"2"329,1 1 0,0 5 0,-1-3 1,3 0 574,2-1 0,-3 6 1,5-4-1,-1 1-150,-1-4 1,7-3 0,-2-2 781,3 1-1399,2-1 1,2-8 0,1-7-1,4-10 233,1-7 1,1-8 0,6 1 0,1-6 21,3-2 0,-3-5 0,4 6 0,0 3-73,-1 3 1,2 4-1,-4-4 1,2 4 30,-1 1 0,3 3 1,0 9-1,-1 4-117,1 3 0,3 6 0,-6 4 1,-4 8-123,-3 4 0,-3 4 1,2 7-1,-5 1-358,-4 1 1,-1 1 0,0-5 0,-1-1-141,-4 1 0,2 0 0,-5-2 0,1-3-5169,4-5 5556,-5-3 0,6-40 0,-4-9 0</inkml:trace>
  <inkml:trace contextRef="#ctx0" brushRef="#br0" timeOffset="15">14243 4129 7923,'0'-14'305,"0"0"0,6-1 1,4 2-1,4 4 0,5 4 1,5 5-1,3 5 1328,2 4 0,2 11 0,1 5 0,3 7-600,2 7 1,-1 9 0,3 6 0,-6 5-617,-2 3 0,-4 14 0,-14-38 1,-1 2-1,-1 3 0,-1 0-208,-2 3 1,0-1 0,1 1-1,-2-1 1,-3-1 0,-2-1-1,2 0 1,-1 0-84,0 0 1,0 0 0,0 2 0,-1 0-1,-2-1 1,0 0 0,0-2 0,-2-1-1,-2 39 0,-3-2 0,-4-1 0,2 3-145,-3 0 0,0-3 0,-1-9 1,2-2-380,1-2 1,0-2-1,-4-6 1,0-3-527,-1-5 1,6-5 0,-3-5 0,-2-6-825,-4-6 1,-1-7 1747,5-9 0,-39-36 0,-9-14 0</inkml:trace>
  <inkml:trace contextRef="#ctx0" brushRef="#br0" timeOffset="16">14876 3813 7967,'-5'-15'356,"0"1"1,2 1 0,6 2-1,5 2 1073,5-3 1,-2 1 0,10 0-817,0 1 0,-4 7 1,6-2-1,-1 4 1,0 1-1,2 0 1,0 0-1,-1 1 1,-2 4 359,-4 5 0,4 3 1,-2 1-1,-1 0-596,-2 1 0,-4-1 1,0 2-1,-4 2-227,-2 1 0,-1 2 1,-5-4-1,0 4-103,0 1 1,-7 1 0,-2 1 0,-6-3-384,-4-1 1,-3 1 0,-7 5 0,0-4-57,1-1 1,-1-2 0,2-5-1,1-1-604,2-3 1,7 1 214,-3-6 0,12 4 642,8-4 0,8 0 0,10-3 1,1 1 98,-1 2 1,-1 6-1,1-2 1,1 4 371,-1 2 1,2 1 0,0 1 0,-3 4 92,-1 1 0,-6-4 0,-2 3 1,-2-1 389,-3 4 1,-1-1 0,-4-1-1,-2-1-385,-6-3 0,-8 2 0,-2-1 0,-3-1-376,-2-2 1,2-3 0,-1-2 0,0-3-261,2-2 0,-4-1 1,6-5-1,-1 0-905,0 0 0,2-6 0,6-4 0,2-3-845,1-1 1,7 0 0,-2-1 1955,4 1 0,7-7 0,2-1 0</inkml:trace>
  <inkml:trace contextRef="#ctx0" brushRef="#br0" timeOffset="17">15437 4316 7842,'-15'0'1003,"7"2"0,2 1 190,0 2 1,4 1 0,-3-1-350,4 5 0,1 3 1,0 1-114,0 0 0,0-4 1020,0 0-1450,0-7 1,1 2-1,3-12 1,2-7-32,2-9 0,1-4 0,7-2 1,2-1 26,1-3 1,5 2 0,-3-4 0,1 1 12,4 1 1,0 4 0,-1 7 0,-1 2 56,2 8 1,-4-1-1,0 8 1,-1 4 116,-3 4 0,-4 6 1,-3 9-1,-1 3-142,1 1 0,-4 0 0,-3 4 0,-2-2-342,-2 2 0,0-1 0,0 1 0,0-2 0,0 1 0,0-2 0,0 1 0,0 0-398,0-2 1,0 4-1,-2-7 1,-1-2-2357,-2-1 1,1 4-1,4-1 2754,0-2 0,0-14 0,0-4 0</inkml:trace>
  <inkml:trace contextRef="#ctx0" brushRef="#br0" timeOffset="18">22285 3511 8135,'-8'-15'1848,"5"3"-1138,6 2 1,0 4 0,7 6 0,1 0-300,2 0 1,1 4-1,2 3 1,2 1-65,1 3 1,7 2 0,-4 1 0,2 1-74,0-1 1,0 0 0,6-1-1,2-2-115,2-1 0,1-2 0,-3 3 1,3-3 19,2-2 0,1 4 0,4-5 0,-2-2-25,-2-1 1,0-2-1,6 0 1,-1 0 8,0 0 0,-6 0 1,-2 0-1,-2 0 19,1 0 1,6 0 0,-3 0-1,1 0-15,0 0 0,-6 0 1,4 0-1,-3 0-72,1 0 0,-1 4 1,-4 1-1,-2-2-20,-3-1 1,2-2 0,-7 0-1,0 0-101,2 0 0,-5-2 0,3-1 0,-3-3 7,-2-2 1,7-3 0,2-7 0,1-1 8,0 1 0,0-3 1,4 2-1,1 2 157,0 1 1,-2 1 0,-1 3-1,-2 2-7,1 5 1,1 4-1,-1 1 1,-1 0-40,2 0 1,1 4-1,2 3 1,0-1-10,-1 1 1,1-3 0,0-4 0,1 0-67,4 0 0,-4-1 0,4-2 0,-4-4 110,-1-1 0,0 5 0,0-2 1,-2 4 57,-3 1 0,-4 0 0,-4 0-79,4 0 0,-9 1 0,3 2 0,-1 4-127,0 1 1,1 0 0,1 3 0,-1-3-51,0-2 1,6-1-1,0-5 1,3 0 3,2 0 0,4 0 0,3 0 0,3-1 39,2-4 0,-2-3 0,5-7 1,2 1 13,-2 0 0,-2-1 0,2 1 0,-2-1-97,2 1 0,-5 1 0,-1 2 0,-4 3-31,-1 2 1,-5 1 0,-2 5 0,-1 0 47,-3 0 0,-2 8 0,-2 5 0,1 6 33,-1 3 0,5-4 1,0 3-1,1-2-6,0 0 0,0 0 0,7-4 1,3-1 61,0 0 1,6-1 0,-1-3 0,2-4 5,2 0 1,3-4-1,1 3 1,0-4-20,1-1 0,-1 0 0,0 0 1,0 0-6,0 0 1,0 0 0,1-1 0,0-2 12,4-2 0,-3 0 1,3 5-1,-3 0 16,-2 0 0,0 0 1,0 0-1,2 0-31,3 0 1,-3 0 0,4 0-1,1-2 7,3-2 1,-2 0 0,0-5 0,0-2 25,0-2 0,3-1 0,6-1 0,-1 1 24,-3-1 1,-2 3-1,4 0 1,1 3 31,3-2 1,-9 4 0,0 1 0,-7 1-187,-3 0 0,-5 0 1,-2 5-1,-6-1-826,-8-4 0,-10 2 0,-8-7-2535,-2-1 3474,4 5 0,-16-35 0,-10-14 0,3-1 0,0 0 0</inkml:trace>
  <inkml:trace contextRef="#ctx0" brushRef="#br0" timeOffset="19">13092 5870 7894,'-8'0'3134,"-5"0"-1156,11 0 0,-4-3-1083,6 3 0,0-1 1,0 10-1,0 2-114,0 2 0,0 2-586,0-1 1,0 0 0,0 2 0,0 2 0,0 3 0,0 1 271,0 4 1,0-4-408,0 2 1,0-2 0,-2 4-1,-1-2 1,-2 0 0,2-2 51,2-3 1,-4-3 0,0-1 21,2-1 1,0-1 375,-2-3-177,3-4-86,-4-6 1,7 0 0,3-2 211,0-2 0,8 0-306,-3-5 0,4 6 0,1-4-51,1 1 0,-6 4 0,1-4 0,1 1-47,2 0 1,1-4-1,1 4 1,-2 0-15,-4-1 1,4 4 0,-3-4 0,2 1 80,3 0 0,-6 0 0,1 5-60,1 0 1,2 0-1,1 0-17,1 0 1,-6 0-1,-1 2-51,-1 3 0,2-2 120,-4 7 0,5-1 1,-6 5-97,0 1 0,-3-6 0,-1 1 0,0 1-123,0 2 1,0 1 0,0 1 0,0-1 73,0 1 1,0-1-1,-1 0 1,-3 1-18,0-1 0,-6-4 1,4-1-1,-1 3 43,1 0 1,-4 3 0,4-1 19,-2 0 0,-2 1 1,-4-1-53,-1 1 1,-4-1-1,0-1 1,2-2-45,1-1 0,-5-1 1,-2 4-1,-1-2-105,0-1 0,0-2 0,-3 1 0,3-2-331,5-1 1,3-4-1,2 3 1,-1-4-673,1-1 0,4 0 1,2-1-380,2-4 0,1 2 1,5-7-45,0-1 1,2-2-1,1-1 1612,2-1 0,0-38 0,-5-9 0</inkml:trace>
  <inkml:trace contextRef="#ctx0" brushRef="#br0" timeOffset="20">13121 5813 7894,'-10'0'-686,"0"0"2447,-1 0-582,-2 0-469,5 0 0,2 1 0,8 3 1,1 2 1144,2 2 1,6-3-915,-2 4 1,4-5-1,2 0-297,-1-2 1,0 0 0,1 1 0,-1 2-148,1-2 1,4-2 0,0-1 0,0 0-204,2 0 1,-4 0 0,7 0 0,0 0-103,-1 0 0,4-1 1,-5-2-1,2-2-107,0 2 0,-5 1 0,4 0 1,-1-1-38,1-2 1,-6 1-1,2 4-127,-3 0 1,-1 0 36,-1 0-18,1 0-2,-7 0 0,-4 0 33,-8 0 0,-4 0 0,-7 0-41,1 0 0,-1 4 0,1 3 1,0-1-76,-1 1 1,-4 2-1,-2-2 1,-1-1-129,-4 0 1,-1 4 0,-2-4 0,-1 1-58,-4-1 1,4-1 0,-4-5 0,4 0 92,1 0 1,1 0 0,0-2 0,4-1 159,5-2 0,3-4 0,3 2 218,4-1 0,1 5 90,3-2 1,5 4 162,0 1 0,2 0 228,7 0 1,-4 1 244,5 4 0,-1-3-260,6 3 0,-1-4 0,0-1-428,1 0 1,-1 0 0,1 0 0,-1 0-180,0 0 0,1 0 0,-1 0 0,0 0 0,1 0 0,-1 0 0,1 0 0,1 0 0,3 0 0,-8 0 0,3 0 0,-1 0-575,0 0 0,1 0 1,1 0-249,-1 0 0,0 0 0,1 0-99,-1 0 1,-4 0 0,-1 0 115,3 0 0,0-5 1,3-1 154,-1-2 0,-4 5 1,-2-4-1,0 3-1164,0-1 0,-3-2 32,4 3 1,-4 2 1782,5-3 0,-26 10 0,-2 3 0</inkml:trace>
  <inkml:trace contextRef="#ctx0" brushRef="#br0" timeOffset="21">19249 4849 7769,'-9'-5'478,"-1"0"0,5-4 1,-3 2 363,2-1 0,0 5 0,2-3 520,0-1-1032,-1 6 0,3-6 0,-3 7 115,-4 0 0,-4 5 1,-1 0-1,-1 0-54,1 1 1,4-3-1,1 5 1,-2 0-44,-2 0 1,-6 0 0,-1 3 0,3-1-180,1 1 1,1 2 0,1 1 0,0 1-36,-1-1 0,1 1 0,-1-1 0,1 2-7,0 3 0,-1-1 1,3 4-1,0-1-70,3-4 0,6 4 1,-2 0-1,3 0-57,2 0 0,2-2 0,1-5 0,3-1-103,2-3 0,4 1 1,5-6-1,4-2-9,1-2 0,-3-7 0,4-4 0,-1-4 92,1-5 1,-1 1 0,2-6 0,-3-3 2,0-5 0,-4 0 0,5-5 1,-1 2-24,-3 3 1,-2 2 0,-3 1 0,-2 0-155,-2 0 1,-1 7 0,2 3 0,-5 3 258,-4 2 670,-1 6-443,0 1 1,-4 18-1,-3 4-32,-1 1 0,3 1 1,-3 1-1,0 1 3,0-1 1,4 4 0,-4 2 0,0 3-113,0 2 1,0 0 0,-4 1-1,4 2-72,2 2 1,-5 6 0,3-4 0,-2 3-49,1-1 0,6 0 0,-4 6 1,2 0-74,1 4 1,-6-8-1,5 3 1,2-3 23,1-3 0,1 3 0,-2-5 0,-2 1 97,2-1 0,1 0 0,2-3 1,0 1 20,0-1 0,5-1 1,1-2-1,2-2-80,3-3 0,2 1 0,2-6 0,-1-1-71,0-2 0,2-2 1,2-1-1,3-2-181,1-1 1,0-7-1,4 2 1,-2-3-243,2-2 0,-4 0 1,2 0-1,0-2-584,-2-3 1,4 2 0,-5-7 0,-1-1-132,1-2 0,-2-1 0,-6-2 1189,-3-3 0,-17-23 0,-9-10 0</inkml:trace>
  <inkml:trace contextRef="#ctx0" brushRef="#br0" timeOffset="22">19695 4906 7748,'0'-14'1121,"0"0"1070,0-1-1327,0 7 0,2 2 1,3 6-1,6 0 1,5 0-1,5 0 1,0 0-1,1 1 655,0 4 1,2-2 0,3 5 0,-1 0-1198,-2 0 0,0-3 0,6 3 0,2 0 314,2 0 0,-5-3 0,-5 3 0,0-2-543,-2-2 0,4-3 0,-7-1 0,-2 0-1375,-1 0 1,-1 0-3656,-1 0 3070,0 0 0,-14 0 1,-8 2-1112,-8 3 0,-4-2 2978,1 6 0,-20 13 0,-9 4 0,-6 5 0,0 1 0</inkml:trace>
  <inkml:trace contextRef="#ctx0" brushRef="#br0" timeOffset="23">19681 5223 7748,'-10'0'2509,"1"0"1,6 2-1518,-2 2 0,14-2 1,7 4-1,7-1 53,7 0 0,1 1 1,5-3-1,1 2-101,0-2 1,1-1 0,4-2 0,-2 0-610,-2 0 0,-1 0 0,1 0 0,-6 0-688,-6 0 1,-1 0 0,-5 0 0,-3 0-2217,-1 0 1,-6 0 917,-1 0 0,-6-2 1,2-2 1650,-3-6 0,-45-16 0,-23-5 0,-2-5 0,0 1 0</inkml:trace>
  <inkml:trace contextRef="#ctx0" brushRef="#br0" timeOffset="24">18775 4043 7771,'-5'-10'490,"0"1"0,-6-1 356,1-4 1,-3 1-499,-1 4 1,4-3 0,2 6 0,1 0-1,0-2 1,-1 1 595,0 1 1,3 1-678,-4 5 0,4-5 1,-5 0-1,-1 2 1,-2 3 29,-1 5 1,1 3 0,2 6 0,1 2-182,-1 4 0,0-3 0,0 6 0,3-1-71,1 0 1,3 2 0,4 5 0,0 0-29,0 0 0,1-1 1,4 0-1,5-3-108,2-1 0,4-8 0,2 0 0,1-6 250,-1-4 1,3-1 0,-1-5 0,1-2 222,0-3 0,-2-7 1,-5-9-1,1-1 8,-1-4 0,1-3 1,-3-4-1,0-4 27,-3 0 0,-4-5 0,3 4 0,0-5-114,0-5 1,-5 3 0,4-6-1,-1 0-71,4-2 1,-2-4-1,1 9 1,1 0-256,-2-2 1,5 5 0,-6-1 0,3 8-146,0 9 1,-7 2-1,3 9-689,1 5 0,-6 7 1,4 11-531,-3 4 0,-2 6 0,0 4 0,0 5 477,0 3 1,-2 7 909,-3-1 0,-9 15 0,-5 8 0,-4 2 0,-1 1 0</inkml:trace>
  <inkml:trace contextRef="#ctx0" brushRef="#br0" timeOffset="25">18990 4101 7771,'10'0'1120,"0"0"1,-6 0 0,6 0-334,1 0 1,-3 0-1,2 0 1,1 0-27,2 0 1,1 0-1,2-2 1,2-1-104,1-2 0,5-5 0,-3 4 0,1-2-381,4-3 1,-4 3 0,0-2 0,1-1-151,-1-2 0,-4-6 1,1 0-1,-3 1 9,-2 2 0,-6 2 1,-3 0-768,-3-1 0,-4 1 1,-3 1-1,-6 2 134,-7 1 1,-4 7 0,-5-2 0,1 4 257,2 1 1,-4 6-1,-6 4 1,2 2 306,2 3 1,1 1-1,0 3 1,0 5 168,1 3 1,0 7-1,4 1 1,7 0 315,6 0 0,4 4 1,7-4-1,0 0-299,0 0 1,8-6-1,5-7 1,6-3-318,4-6 0,-4 2 1,3-7-1,-1 0-443,-3-4 1,2 0 0,0-1-1,-3 2-434,-1-2 0,-2-2 0,2-1 0,2 0-2971,1 0 3911,0 0 0,-17 13 0,-4 3 0</inkml:trace>
  <inkml:trace contextRef="#ctx0" brushRef="#br0" timeOffset="26">19523 4417 7771,'-15'-8'372,"6"0"0,1 3 326,1-4 0,3 1 0,4-2 0,0-1 115,0-2 0,0-1 0,1-2 0,4-3-150,5-5 0,-2-3 0,0-2 0,0-2 37,0-2 0,0 1 0,3-7 1,-2 1-259,3 1 1,-5 1 0,3 4 0,1-2-25,2 2 1,1 2 0,1 1 0,-1 0-80,1 0 0,-1 7 0,2 3 0,2 3-110,1 1 0,5 3 0,-3 0 0,-1 4-62,1 2 0,5-4 1,-4 6-1,2 0-112,0 3 0,-6 1 0,1 0 0,-3 0-794,-2 0 0,1 0-1877,-1 0 1,-1 1 752,-4 4 1,-2-2-1,-7 7 1,-2 1-2292,-3 2 4154,-3 1 0,-28 3 0,-12 0 0,-4 2 0,1 0 0</inkml:trace>
  <inkml:trace contextRef="#ctx0" brushRef="#br0" timeOffset="27">19408 4057 7771,'-15'0'1374,"7"-6"0,8 4 0,10-2 0,3 2-15,1 2 0,2 0 1,2 0-1,2 0-609,3 0 0,-4 0 0,5 0 0,0 0-167,-2 0 0,5 0 0,-3 0 1,4 0-334,0 0 1,1 0-1,-2 0 1,-1 0-542,-2 0 0,-7 0 1,4 0-1,-2 0-1399,1 0 0,-1 0 0,-5 0-428,1 0 1,-3 2-1,0 1 2118,-3 2 0,-50 44 0,-9 7 0</inkml:trace>
  <inkml:trace contextRef="#ctx0" brushRef="#br0" timeOffset="28">20026 4273 7771,'-14'10'0,"0"-2"1740,-1-2 1,6 1 32,-1-3 1,7 4-1816,-2 7 0,5-7 0,5-3-1504,4-4 1,-1-1 1545,2 0 0,0-25 0,4-7 0</inkml:trace>
  <inkml:trace contextRef="#ctx0" brushRef="#br0" timeOffset="29">20185 3885 7771,'-15'0'2462,"1"0"-1862,6 0 1,1 6 0,9 4-829,3 3 0,-2 1 0,5 0 0,0 1-655,0-1 1,0 1-1,3-1 1,-3 2 470,-1 3 0,-3-3 0,-4 3 0,2-1 412,3 1 0,-4-1 0,4 4 0,-3 0 0,-2 1 0,1-6 0,2 3 0,2-4 282,-2-2 1,-1 0-1,-2 1 3842,0-1-2363,0-6 0,0-3-952,0-10 0,0-5 0,0-7 0,2-4-269,2-1 1,0 3 0,5-4 0,2 1-160,2-1 1,3 1-1,2-2 1,1 5 35,-1 3 1,-1 1 0,1 1 0,1 1-246,-1 4 1,2 2 0,-1 9-1,-1 3-50,-2 4 1,-8 9-1,-2 3 1,-1 1-131,0 4 1,0 1 0,-5 2 0,-2-1-986,-3 1 0,4-2 1,-4-1-1,3-4-1240,2-1 0,0-2 0,0-4-2498,0-1 4731,7-6 0,20-59 0,11-21 0</inkml:trace>
  <inkml:trace contextRef="#ctx0" brushRef="#br0" timeOffset="30">20702 4187 8247,'-8'-2'1482,"4"-2"0,8-4 0,8-7 1,4 1-804,3-1 0,6-1 0,-2-1 0,1-2-210,0 1 1,-5 0 0,3 3-1,-3-3-541,-6 0 0,0 10 1,-8-6-202,-2 1 0,-9 7 0,-9 1 0,-7 5-87,-5 5 1,-7 9 0,-1 10-1,0 3 279,0 2 0,-4 6 0,6 4 1,2 1 528,6-2 1,6 4 0,9-6-1,5 3 239,4-1 0,4-8 1,5 1-1,8-7-394,5-3 1,4-7 0,7-4 0,3-1-698,2-1 1,-3-1 0,2-7-1,0 0-212,-4 0 1,-2-2-1,-1-1 1,-1-4 615,1-1 0,-58-20 0,-14-11 0</inkml:trace>
  <inkml:trace contextRef="#ctx0" brushRef="#br0" timeOffset="31">20889 5165 7784,'8'-14'510,"0"4"894,-3 1-471,-3-1 1,6 2-1,-3 3 1,3 5 204,0 5 1,-2 3 0,-6 7 0,0 1-603,0 3 1,0-2 0,0 7-1,0 2-246,0 1 1,-2 0-1,-1 0 1,-3 1-138,-2 2 1,3 2-1,-3-3 1,0 0-163,0-1 0,0-4 0,-1-1 0,2-3-203,1-2 0,4-2 91,-3-2 0,10-6 0,5-3 0,2-5 130,3-5 0,6-3 0,1-8 0,2-1 58,0-2 1,0-1 0,3 6 0,-1 1 29,-2 4 0,-2-2 0,2 6 0,-3 2-2,0 1 0,-5 2 0,3 0 0,-3 2 8,-2 2 0,-1 0 0,-2 5 0,-3 2 61,-1 2 0,-3 1 0,-4 1 1,0-1 117,0 1 0,0 1 0,-1 1 0,-4 2 3,-5-1 1,-2-2 0,-3-2 0,-1 1-270,-3-1 0,3 1 0,-5-1 0,2-1-384,0-4 0,-2 4 0,2-3 1,-3 1 129,-1-2 0,-2 3 0,4-8 0,-2 0-569,-2-3 1,4-1-1,0 0 1,2-1-768,0-4 0,-2-8 1,4-8 1573,-3-1 0,-12-34 0,2-13 0</inkml:trace>
  <inkml:trace contextRef="#ctx0" brushRef="#br0" timeOffset="32">20789 5093 8073,'1'-19'438,"4"0"1,-2 0 0,7 4 0,1 3 336,2 2 1,3-1 0,3 6 0,5 2 328,3 1 1,4 2 0,1 0 0,3 0-352,2 0 0,-5 0 1,3 0-1,-2 0-632,1 0 1,-1 5 0,-4 0 0,0-2-774,0-1 1,-1-2-1,0 0 1,-3 0-242,-1 0 0,-5 0 1,4 0-1,-2 0 893,-4 0 0,-14 19 0,-4 5 0</inkml:trace>
  <inkml:trace contextRef="#ctx0" brushRef="#br0" timeOffset="33">21796 5453 7784,'-7'15'0,"-2"-1"451,-4 0 1,4 2 0,1 2 0,1 1 1463,4-1-1558,-5 4 0,6-4 1,-2 6-1,0 1 0,1 2 1,-2 1-1,2-3 221,2-1 0,-4-2 1,-2 4-1,1-4 10,0-1 0,-1-2-283,2-4 0,4-9 0,-2-6-19,6-8 1,0-13 0,7-7 0,1-9 124,2-5 0,1-1 0,2-2 0,2-1-37,1-2 0,0 0 1,-3 7-1,1 1-46,3 1 1,0 7 0,0-1 0,2 4-62,0 5 0,4 9 0,-5 11 1,-1 4-67,1 4 1,3 6 0,-5 9 0,-1 5 10,-2 3 1,-3 2-1,-2 2 1,-3-1-6,-2-1 1,-1 3 0,-5-8 0,0 3-322,0 2 1,0-2 0,0-2 0,-1-1-337,-4 2 0,-2 0 0,-4-1 1,3-1-1164,2 2 0,-4-6 0,5 0 0,2-4-4209,2-2 5822,-6 0 0,-26-25 0,-14-6 0</inkml:trace>
  <inkml:trace contextRef="#ctx0" brushRef="#br0" timeOffset="34">6632 8388 7938,'0'-14'219,"0"0"0,-5-1 0,1 1 0,0-1 1,3 1-1,-1 1 0,-1 2 1970,-2 1 1,2 2-158,8-1-1514,-4 2 0,7 7 0,-4 2 1,2 3-1,0 6 0,2 5 0,-1 5 613,-1 1 1,4 4-1,-6 6 1,1 3-355,2 2 1,-6 1 0,4 5 0,-3 2-397,-2 3 0,0-3 0,0 4 0,0 1-381,0 3 0,0-4 0,0-1 0,0-3 0,0-2 0,-2-5 0,-1-1 0,-2-3 0,2-7 0,1 0 0,2-8 0,0-1-1083,0-2 0,0-7-6107,0 1 3674,0-7 0,2 4 3516,3-7 0,3-13 0,6-3 0</inkml:trace>
  <inkml:trace contextRef="#ctx0" brushRef="#br0" timeOffset="35">7021 8892 7938,'-15'0'2087,"6"0"-214,-1 0 0,2 2-943,-2 2 0,6 3 0,7 4-505,2-2 0,1-1 1,-3 4-1,2-3 40,-2 2 0,-1-3 0,-2 2-365,0 1 1,0 2-686,0 1 1,0-4-468,0 0 1,0-6-1120,0 6-27,-7-7 1243,6 4 0,-6-14 0,7-2-103,0-4 1,0-6 1057,0-1 0,-2-17 0,-2-9 0,0-1 0,0 0 0</inkml:trace>
  <inkml:trace contextRef="#ctx0" brushRef="#br0" timeOffset="36">7078 8431 7938,'-5'-14'785,"-1"0"2335,-2-1-2077,5 7 0,-8 4 1,6 8-677,2 6 0,1-2 1,2 2-874,0 1 0,5 1 0,1 1 1,1-2-1406,-1-1 1,4 0 1910,-6 4 0,8 0 0,-5 1 0</inkml:trace>
  <inkml:trace contextRef="#ctx0" brushRef="#br0" timeOffset="37">7351 9007 7909,'-14'8'749,"0"5"1,-1-5 2340,1 0-1377,0 5 1,1-13-1032,3 0 0,4-7 1,7-7-1,3-1-121,0 1 1,6-2 0,-4-2 0,1-1-285,-1 2 1,5-6-1,-1-1 1,3-1-111,1 1 0,0-3 0,1 4 0,-1-1-38,1 0 1,1 2 0,1-2 0,2 5-28,-1 3 0,0 1 1,-1 3-1,2 2-148,-1 5 0,-2 5 0,-2 5 0,1 6 316,-1 7 1,0-1-1,-1 7 1,-3 2 19,-5 1 1,-4 7 0,-1-1 0,0-1-38,0-1 1,0-7-1,0-2 1,-1 0-98,-4 1 0,3-11 0,-4 1 0,1-3-71,0-2 0,0-7 1,5-1-358,0-8 1,0-6 0,2-5-1,1-5 81,2-3 1,6-4 0,-1-1-1,3-1 146,1 1 0,7 0 0,1 1 1,2 1 261,0 3 0,-2 8 1,4 0-1,-2 4 303,2 6 1,-6 4 0,0 10 0,-4 4-475,-2 4 0,0 8 0,-1 3 0,-3 3-46,-6 2 0,3-1 0,-2 1 0,-2 0 0,-2 0 0,-1 0 0,0-2 0,-1-2-1488,-4-1 0,3-1 0,-2 2 0,0-2-1149,0-3 1,1 1 0,-7-3 2636,-1 1 0,-24 7 0,-17 5 0,-2 1 0,-4 3 0,0-1 0,0 0 0</inkml:trace>
  <inkml:trace contextRef="#ctx0" brushRef="#br0" timeOffset="38">6819 9856 7867,'-5'-14'0,"1"-1"0,-1 1 943,-2-1 1,4 1-305,-6 0 1,4-1 0,-3 1-1,0-1 1,0 3 1021,-3 2 0,3 4-1222,-2 6 1,-1 1 0,-7 6 0,-1 5 0,0 9-43,-2 6 0,5-1 1,-3 9-1,1 0-187,-1 4 0,3 2 1,-3 1-1,3-2-65,2-2 1,6-6-1,3 2 1,3-4-94,2-1 0,2-8 0,3-7-251,4-8 1,9-4-1,1-5 1,0-7 168,2-9 1,-5-7 0,5-2-1,-2-1 40,0 0 0,0-4 1,-4-1-1,-1 2-7,0 2 1,1 1-1,-2 2 1,-2 1 2,-2 2 0,-4 7 1,3-3 86,-1 4 0,-3 10 120,-4 6 0,-1 8 1,-2 11-1,-4 7 363,-1 6 0,0 0 0,-3 8 0,1 3-93,-1 3 0,0 2 0,0-3 1,3 1-150,1 2 1,1 7 0,3-4 0,-2 0-175,2-3 1,3 1 0,5-1 0,4-1-68,4-2 1,1-9 0,1-1 0,-1-1-171,1 0 0,-1-1 1,0-4-1,2-2-107,4-3 1,-4-2 0,3-4 0,-3 1-233,-2-1 1,5-7 0,0-3 0,1-2-192,0-2 1,1-3 0,5-1-1,-4-1-603,-1-4 1,3-5 0,-3-9 0,-1-5 1209,1-3 0,-20-18 0,-8-9 0,-2-5 0,0 1 0</inkml:trace>
  <inkml:trace contextRef="#ctx0" brushRef="#br0" timeOffset="39">7006 9971 7864,'-14'0'2302,"-1"0"1,9 0 0,6 0-1,8 2-1006,5 2 1,6-2 0,2 4 0,1-1-686,4 0 0,6 0 0,1-5 0,-1 0-38,-1 0 1,-3 0 0,3 0 0,-1 0-279,-1 0 0,3 0 1,-8 0-1,1-2-727,-1-3 0,2 2 0,-7-5-6526,-1 2-1011,-2-5 7969,-8 9 0,-40-11 0,-16 5 0</inkml:trace>
  <inkml:trace contextRef="#ctx0" brushRef="#br0" timeOffset="40">7323 9683 7864,'-7'8'900,"1"5"1,-2-5 574,8 0 1,8 3-1,9-4 1,4 1-515,2 3 1,2-3 0,7 0 0,2 0-491,-2 0 1,-2-3 0,-1 3 0,0 0-292,-1 0 0,0-4 0,-3 4 0,-2 0-43,-3 0 1,-5 2-1,-7 4 1,-2 1 54,-3-1 1,-1 2 0,-2 3 0,-2 5-52,-2 3 0,-9 4 0,-6 1 0,-1 3 5,0 2 0,2-4 0,-4 4 0,1-2-187,3-3 1,2-3 0,2-5 0,1-5-1747,3-3 1,3-3-984,2-3 1,3-10-1,-1-12 2770,6-5 0,5-38 0,6-13 0</inkml:trace>
  <inkml:trace contextRef="#ctx0" brushRef="#br0" timeOffset="41">8172 9770 7864,'-7'-13'610,"-1"2"0,-1 3 1064,-1 1 0,5-2 0,-4 4-109,-3 2 0,0 1 0,-3 4-878,1 2 1,-1 4 0,-1 8 0,-1 4-561,-2 4 1,-2 8 0,3 1 0,-1 1-185,2 1 0,2-5 1,4 4-1,3-4-76,2-1 1,1-2 0,5-3 0,0-5-281,0-3 1,8-8 0,5-3 0,4-3 206,1-2 1,3 0 0,-1-2-1,3-3 497,2-4 1,-2-9 0,1-1-1,0 1 78,-2 2 1,5-3 0,-3 0-1,3 0-30,2-2 0,5 0 1,-1-4-1,1 1-119,1-2 0,-5 1 1,5 1-1,1 4-200,2 4 1,-3 4 0,-3 2 0,-5 5-54,-3 4 1,-6 1 0,1 1 0,-5 4 89,-4 5 1,-4 4 0,-6 4 0,0 2 64,0 3 0,-1-4 1,-4 5-1,-5 1 205,-2 3 0,-8 0 0,0 0 1,-1-3-205,0-1 1,-4-1 0,1 1 0,-4-5-10,0-3 1,-1-4 0,0-2 0,0-5-35,1-4 1,-3-1 0,-1-3 0,-1-6-370,1-11 1,-4-11-1,1-8 1,-1-4-1245,-4-5 0,4 3 0,4-3 0,7 5-1562,6 5 0,0 4 3095,4 10 0,4 3 0,11 7 0</inkml:trace>
  <inkml:trace contextRef="#ctx0" brushRef="#br0" timeOffset="42">10401 7827 7932,'-14'-14'180,"0"-1"1,-4 1-1,2 0 1,3-1 890,1 1 0,4 1-463,-2 3 0,5-1 0,-4 8 0,-3 5 0,-2 7 1,-4 9-1,-2 7 534,-3 7 0,-1 12 1,-4 10-1,-3 5-775,-2 3 0,17-25 0,0 2 0,-3-1 1,1 2-1,-1 3 0,1 2-164,0 2 0,-1 2 0,1 2 0,0 2 0,-1 0 0,1 1 0,2-1 1,1 1-105,2-1 0,1 1 1,3-1-1,2 0 1,-1-2-1,1 0 1,3 0-1,2 0 89,1 0 0,0-1 0,2-1 1,0-1-1,2-5 0,0-1 1,3-1-1,1 0 90,11 35 0,-6-36 0,1-1 0,10 36 0,1-5-85,0-6 1,0-3-1,4 0 1,1 1-194,0-1 0,-5-8 0,0-6 0,2-2 0,1-2 0,6-6 0,1-3 0,-2-5-860,-2-5 1,1-4 0,2-5 0,6-3-2318,2-2 1,2-4 3176,0-6 0,2-4 0,0-1 0,-2 2 0,-3 1 0</inkml:trace>
  <inkml:trace contextRef="#ctx0" brushRef="#br0" timeOffset="43">11293 8345 7885,'-20'2'0,"-3"4"519,1 9 0,1 7 0,7 12 0,-1 5 1042,1 8 0,4 10 0,2 11 1,2 3 366,3 6 0,1 2-1545,2 2 0,0-38 0,0-1 0,0 36 0,0-1 0,0-5 1,2-3-30,3-4 0,-4 4 1,4-7-1,-5-1-341,-5-2 0,2-3 0,-7-3 0,-1-4-300,-2 1 0,4-10 0,1 1 0,1-5-2644,4-9 1,2 0 2930,1-8 0,12-12 0,4-9 0</inkml:trace>
  <inkml:trace contextRef="#ctx0" brushRef="#br0" timeOffset="44">12301 9280 7835,'-23'0'700,"4"0"0,8 0 0,4 0 1086,6 0 1,4-1 0,13-2 0,3-2-506,5 2 1,5 1-1,3 2 1,3 0 2021,2 0-2852,1 0 0,1 0 1,-1 0-1,2 2 1,3 1-1,3 2 1,2-1-452,-1 3 0,-1-6 0,0 4 0,2-2 0,-1 2 0,-7-3 0,-4 3 0,0-4 0,-4-1 0,-4 0 0,-4 0-4030,-4 0 4030,-11 0 0,-22-13 0,-11-3 0</inkml:trace>
  <inkml:trace contextRef="#ctx0" brushRef="#br0" timeOffset="45">14789 8115 7833,'-6'-8'800,"-2"5"1,0 6-1,2 8 612,-1 7 0,6 4 1,-4 8-1,3 2-7,2 2-935,0 6 0,0-3 1,0 8-1,0 1 0,2 3 1,1 1-1,2 0 498,-2-4 0,-1 4 0,-2-3 1,0 0-543,0-2 1,0-2 0,0-2 0,0-1-179,0-1 1,0-9-1,0 0 1,1-6-467,4-3 1,-3-2 0,4-6-1979,0-3 1,2 1-544,7-6 0,-7-7 1017,-3-7 0,-4-4 0,-4 0 1722,-7 3 0,-37 20 0,-17 12 0,-11 2 0,1 0 0</inkml:trace>
  <inkml:trace contextRef="#ctx0" brushRef="#br0" timeOffset="46">14185 9252 7833,'-14'-7'1708,"6"6"1,9-6 0,14 6-1,9-3-506,8 0 1,5-6-1,6 4 1,1-1-298,4 1 1,4-4-1,5 4 1,1-1-375,-1 1 1,1-4-1,-1 6 1,-1 1-600,-3 1 1,-5 2-1,-10 0 1,-3 0-504,1 0 1,-12 0 0,0 0 0,-7 0-1856,-2 0 0,-1 5 0,0 1-20,1 2 0,-7-3 2446,-3 4 0,-42 7 0,-11 7 0</inkml:trace>
  <inkml:trace contextRef="#ctx0" brushRef="#br0" timeOffset="47">14775 9539 7823,'-14'-8'649,"-1"4"261,1 2 1,4 2-1,1 0 1807,-2 0-2156,4 0 1,-6 0 0,4 2 0,-4 2-1,-1 6 1,-1 3 239,1 1 0,-5 7 0,-2 3 0,0 3-364,0 2 0,2 0 1,3 1-1,-1 2-172,-3 2 1,6-1 0,6-4 0,2-2-339,2-3 1,4-3-1,5-8 1,6-4-469,7-4 0,4-7 0,7-7 0,1-10-19,4-7 0,-4-9 0,4-3 0,-4-2 145,-1 1 0,-5-2 0,-1 4 1,-3 0 452,-2 4 1,-4 2 0,-4 4 0,-5 3 589,-4 5 1,-2 4-108,-4 6 0,-3 10 1,-7 15-1,1 10-9,0 6 1,-1 13 0,1-2-1,0 3 9,-1 4 0,2 1 1,2 7-1,3-1-173,2 1 1,1-1-1,5 1 1,0-1-65,0 1 1,0-2 0,0-3 0,2-5-212,2-4 1,4 3-1,7-4 1,-2-6-270,-4-5 1,9-4-1,-4 1 1,2-2-481,0-3 0,-2-3 1,2-7-1,2-1-427,1-3 1,7 1-1,-2-6 1,3-2-732,2-1 1,1-10-1,2-5 1834,2-5 0,-29-24 0,-9-12 0,-1-1 0,-1 0 0</inkml:trace>
  <inkml:trace contextRef="#ctx0" brushRef="#br0" timeOffset="48">15221 7424 7869,'-10'-8'1205,"1"4"1,12 8 0,2 8-1,8 4-280,6 3 0,3 11 1,9 2-1,1 6 1085,1 7-1653,7 8 1,-2 0-1,9 9 1,1 4-1,-25-33 1,0 1 0,22 33-1,-4 2 231,-2 1 0,-19-34 0,0 0 0,12 36 0,-3 0-467,-4 0 0,-7 1 0,1 4 0,-11-37 0,-2 2-70,0 0 1,-2 0 0,0-1 0,-2 0-1,-2 40 1,0 1 55,0-2 1,0-36 0,0 0 0,0 37 0,0-2-372,0-4 1,-6-3 0,-4 1 0,-3 2 154,-1 2 1,0-5-1,-2-5 1,-2 0 49,-1-1 0,-7 7 0,2-5 0,-3-5-146,-2-2 0,1-5 0,-1-1 0,0-4-386,0-2 0,5-1 1,2-6-1,0-4-1026,-1-4 1,7-10-1,0-7 1617,5-6 0,1-30 0,-4-13 0</inkml:trace>
  <inkml:trace contextRef="#ctx0" brushRef="#br0" timeOffset="49">26529 5223 7821,'-14'13'453,"1"-2"0,3-2 0,4 3 1,1 0-1,0 3 505,2-1 1,2 5 0,2 1-1,2-1-545,2 2 0,2-4 0,-4 7 0,2 2-124,-2 1 0,-2-3 1,-1 0-1,-1 1 5,-4 3 1,2 0 0,-7 0 0,-1-3 47,-2-1 1,4-6 0,-1-1-167,-1-5 0,4-9-174,3-13 1,2-7 0,4-17 0,2-4 68,6-4 1,4-1 0,4 0 0,3-2-12,1-3 1,-4 3 0,3-1 0,-2 4 262,0 4 0,6 4 0,-1-1 1,2 3 302,-2 5 0,3 9 0,-3 4 0,3 8-272,2 4 1,-5 4 0,-2 4 0,1 8-117,-1 9 1,-4 6 0,-1 3 0,-4 1-84,-3-1 1,-7 0 0,2 0 0,-4 3-67,-1 2 1,0-5 0,0 2 0,-1-4-573,-4-1 1,2 1-1,-5 0 1,1 1-522,4-4 0,2-8 0,1 0 0,0-3-312,0-1 1,1-7 0,4-3 1315,5-4 0,15-33 0,6-8 0</inkml:trace>
  <inkml:trace contextRef="#ctx0" brushRef="#br0" timeOffset="50">27306 5280 7821,'5'-9'1236,"1"1"-135,2 1 0,8-4 1,8 3-1,3-1 258,2-1 0,6 5 0,4-3 1,2 2-459,2 3 1,-4 1 0,-2 2 0,-2 0-720,-3 0 1,-8 0 0,-5 2 0,-3 1-43,-2 2 0,-6 6 0,-3-1-638,-3 2 0,-4 3 0,-1-1 1,-4 0-3866,-1 1 4363,-1-1 0,-28 8 0,-11 3 0,-3 2 0,0 0 0</inkml:trace>
  <inkml:trace contextRef="#ctx0" brushRef="#br0" timeOffset="51">27320 5611 7821,'10'0'4385,"9"0"-3318,8 0 0,5-1 1,2-2-1,4-2-464,4 2 0,-4-4 0,1 2 1,-1 1-882,-1-3 1,-1 6-1,-4-6 1,0 2-1930,-4 1 2207,-6-1 0,-27-2 0,-4-1 0</inkml:trace>
  <inkml:trace contextRef="#ctx0" brushRef="#br0" timeOffset="52">28644 5050 7777,'-21'0'0,"-1"0"0,-2 0 1161,0 0-466,6 0 0,-2 0 1,5 2-1,-1 3 1,-1 4-1,-3 4 202,3 1 0,1 2 0,1 4-557,1 4 1,-7 3 0,-3 2 0,-1 1 0,-1 2 638,2 1-820,0 1 0,2-2 0,3-2 0,4-4 0,6-4-27,4-4 1,10-8-1,6-6 1,5-4-184,3-4 0,7-9 1,-2-8-1,1-1-188,-1-4 0,3-1 0,-4 0 0,1-1 71,0 0 0,-5 7 0,3-6 1,-1 3-6,-3 1 1,-2 4-1,-4-3 193,-2 1 1,-5 3 0,-10 9 399,-5 4 1,-2 7 0,-4 6 0,-2 8 104,-1 4 1,-2 6-1,3 6 1,-1 3-60,2 2 0,1 0 0,3 4 0,2 1-264,1 3 1,7 3 0,-2-2 0,5 2-99,5-2 1,-2-1-1,7-3 1,1-6-199,2-7 1,1-2-1,0-6 1,1 0-439,-1 0 0,2-4 1,2-7-1,1-4-320,-1 1 0,-2-6 0,-2 4 0,0-3-317,1-2 0,1-5 0,1-2 0,2-1-1817,-1-3 2986,-8-2 0,-36-7 0,-14-3 0</inkml:trace>
  <inkml:trace contextRef="#ctx0" brushRef="#br0" timeOffset="53">28097 6432 8728,'-6'-8'1690,"8"-7"0,12-9-970,13-8 1,11-13 0,15-12-1,-22 24 1,2 0-340,3-2 0,2 0 1,2-4-1,1 0 0,4-1 1,0 0-1,0 0 1,1 1 192,-1 3 0,-1 0 0,-2 3 0,-1 1 0,0 3 0,-2 0 0,1 1 0,-1-1-97,-1 0 0,-1 0 1,-3 1-1,-1 0 0,-2 2 1,0 0-1,27-22-240,-5 3 0,-4 2 0,-9 1 0,-5 5-412,-6 9 0,-10 5 0,0 10 0,-3 4-4741,-1 4 1,-7 5-2638,-3 5 7553,-17 3 0,3 6 0,-12 1 0</inkml:trace>
  <inkml:trace contextRef="#ctx0" brushRef="#br0" timeOffset="54">29507 5496 9081,'-6'-8'3787,"-2"2"-1921,-7 6 0,6 0-1182,-1 0 1,1 2 0,-6 2-1,1 7-391,0 7 0,-1 0 0,1 7 1,-2 4-119,-3 3 0,1 2 0,-4-4 0,-1 2 71,1 1 0,4 1 0,-1-5 0,3-2-108,2-3 1,6 2 0,3-7-174,3-2 1,9-7 0,2-4 0,6-1-21,4 0 0,-2 0 0,6-5 1,-1 0 13,1 0 0,-4 0 1,3 0-1,-1 0 111,-3 0 1,-2 0 0,-2 0 57,0 0 0,-1 1 0,-3 4-79,-6 5 0,-2 2 1,-4 3-1,-2 1-4,-6 3 0,-8-3 1,-1 5-1,0-2-177,-2 0 0,1 5 0,-6-5 0,2-1-332,-2-2 0,-1 0 0,0 0 1,2-2-544,1-6 1,1 0 0,-1-3 0,5-2-714,3-1 0,2-9 0,-2-4 1720,-4-6 0,4-44 0,-4-16 0</inkml:trace>
  <inkml:trace contextRef="#ctx0" brushRef="#br0" timeOffset="55">29435 5424 8835,'7'-12'4351,"2"2"1,6 5-2796,4 4 1,3 1 0,7 0-1,0 0-669,0 0 0,1 0 0,2 0 0,3 0-548,2 0 1,-10 1 0,2 2 0,-4 4-494,-2 1 0,-1-3 0,-4 3 0,1 0-4553,-2 0 0,-1-4 4707,-1 6 0,-58-39 0,-15-4 0</inkml:trace>
  <inkml:trace contextRef="#ctx0" brushRef="#br0" timeOffset="56">16070 6906 7828,'-6'-8'265,"2"-3"1,-5 5 0,-2-2-1,-2-2 794,-2 2 1,6-3 0,1 5 162,1-2-549,3 4 1,5-2-1,4 6 1,5 0 0,2 0 276,3 0 0,6 0 0,2 2 0,5 1-395,0 2 0,3 6 1,2-3-1,4 1-237,0 1 1,3-5 0,-7 3-1,-1 0-6,-1 0 0,-4 0 0,-3 3 0,-6-1-191,-7 1 0,-5-3 0,-6 3 0,0 3-133,0 4 1,-8 1 0,-5-5 0,-6 1-370,-3-1 1,3 4 0,-4-2 0,1-3-251,-1-1 1,6 1 0,-1 2 0,5-3-65,4-2 1,4 1 0,-3-4 459,2 1 0,1 1 0,7 4 0,2-2 261,6-1 0,3-2 1,1 4-1,2 1 378,3 3 0,-3 2 0,3-2 0,-3 1 110,-1 3 1,-1 4-1,1-4 1,-3 1-24,-2 0 1,-4 3-1,-6-3 1,0 1-80,0 4 0,-6-4 0,-4 0 0,-4-1-199,-5-3 1,1 3 0,-4-2 0,-1-3-499,1-5 1,0 2 0,-4-5 0,2 0-376,-1-4 1,2-2-1,1-2 0,-1 0-672,1 0 0,4 0 0,1-2 1,6-2-1628,6-6 1,3-3 2958,2-1 0,26 0 0,6-1 0</inkml:trace>
  <inkml:trace contextRef="#ctx0" brushRef="#br0" timeOffset="57">16257 8115 7828,'-5'-10'754,"0"1"257,2-2 1,3-2 0,5-3 0,6-3 1830,7-5-2398,4-10 1,13-3 0,4-6 0,2-2 0,4-3 0,3-3 0,3-2 648,0 1 0,4 4 0,-6-5 0,1 0-424,-1 2 1,-2 2 0,-7 7 0,-4 2-438,-1 2 1,4-4 0,-6-1 0,-1 6-134,-1 5 1,-9 5 0,-3 3 0,-3 6-3065,-1 7 884,-7 5 0,-7 7 0,-7 4 1,-2 6-2671,-3 7 4751,-8 4 0,-15 20 0,-6 9 0,-6 3 0,-1 1 0</inkml:trace>
  <inkml:trace contextRef="#ctx0" brushRef="#br0" timeOffset="58">17005 7626 7790,'-6'-8'663,"4"-5"0,-3 3 1316,4-2 0,1 2-405,0 0 1,0 9-1096,0 1 1,-5 6 0,0 9 0,0 1-156,-1 3 0,-2 3 0,-7 7 0,1 0-73,0-1 1,-1 6 0,1 0 0,0-2-28,-1-2 1,6-1 0,-1-2 0,0-1-74,2-3 1,2-5-1,6 1-143,0-3 1,3-8 0,5-3 0,8-3 0,5-2 1,3-5 0,5-2 0,-1-1 120,1-3 1,2 3 0,1-1 0,1-1-22,-1 2 0,-1 0 0,-4 5 1,-2-2-40,-1 2 1,-5 1 0,4 2 0,-4 2 64,-6 3 1,0-2-1,-9 6 1,0 3 19,-3 0 1,-1 3 0,0-1 0,-1 1-8,-4-1 0,-3 0 0,-7 2 1,-1 2-128,-3 1 1,3 0 0,-5-3 0,2 2-297,0 1 1,-5 2 0,3-4 0,-1 3-140,-4-3 1,4-1 0,-2 0-1,-2 0-113,-1-1 1,0 2 0,3-9 0,5 0-1438,3-3 1,-3-3 807,0-2 0,6-7 1,8-4-1,3-5 1156,2-3 0,7-26 0,1-1 0</inkml:trace>
  <inkml:trace contextRef="#ctx0" brushRef="#br0" timeOffset="59">16947 7626 7781,'0'-19'0,"2"-1"0,1 3 748,2 1 1,8 1 0,0 1 0,6 0 873,3-1 1,2 1-1,5 1 1,0 2-583,0 1 1,4 2 0,1-1 0,-2 4-565,-2 3 0,-1 2 0,0 0 0,-2 0-471,-3 0 0,-2 0 0,-4 0 0,2 2-844,3 3 1,-4-4 0,3 4 0,1-3 838,-1-2 0,-55-19 0,-11-5 0</inkml:trace>
  <inkml:trace contextRef="#ctx0" brushRef="#br0" timeOffset="60">18300 7252 7803,'-5'-15'271,"-1"1"0,-1-1 0,-1 3 804,0 2 0,5 2 1,-3 5 289,-1-2-1129,-1 0 0,-1 5 1,-1 0-1,-1 0 0,-2 2 1,-1 3-1,-1 4 247,1 4 1,-2 1-1,-2 1 1,-2 1-244,-3 3 0,4-1 0,-3 6 1,1 1-40,3 2 1,2-3 0,2 0 0,0 2-29,-1 1 0,7 0 1,3-1-1,4-2 14,1 1 1,6-4 0,4-2 0,4-3-246,5-1 1,2-7-1,5-2 1,-2-1 122,1 0 0,-2-2 1,-1-8-1,0-4 28,1-4 0,-4-3 0,3-2 0,-1-3-72,-3-1 1,-2 0 0,-2-4 0,0 2-104,1-2 0,-1 1 1,-1-1-1,-3 4-53,-6 1 1,0 2 0,-1 5-1,2-1-121,-2 1 0,-3 6 438,-5 3 0,2 3 0,-7 4 101,-1 3 1,-2 3 0,0 6-1,2 2 115,2 3 1,-1-1-1,-4 6 1,1 2-33,3 1 0,-2 1 0,4 1 0,-2 0-146,0 0 0,6 6 1,-6 2-1,0 1-24,2 0 0,0 1 1,5 4-1,-3 2-5,-2 3 1,5-3 0,-2 2 0,3-2-60,2-2 1,0 1 0,0 0 0,0 1-58,0-2 0,7-1 0,2-10 1,4 1-116,1-1 1,2-6 0,2-4 0,3-1-137,1-3 0,-3-7 0,5-3 0,2-2-206,1-3 0,2-1 0,0-2 0,-1 0-308,1 0 1,0-6 0,-2-4 0,-1-3-123,-2-1 1,-7-1 0,2 1 0,-3 1-3113,-1 4 3924,-7-4 0,-79-1 0,23 2 0,1 1 0</inkml:trace>
  <inkml:trace contextRef="#ctx0" brushRef="#br0" timeOffset="61">10502 12705 7873,'-22'0'0,"1"0"-23,0 0 0,5 0 1,-3 0 1106,3 0 1,2 1-588,-1 4 1,1-2-1,0 7 1,-1 3 0,1 3-1,-2 5 223,-3 1 1,3 2 0,-4 5 0,3-1-244,-2 1 1,1 6 0,-4 4 0,-1 2-106,1 3 1,4 0 0,-2 3 0,0 2 145,1 2 0,-5 2 0,5 5 1,1-1-175,2 1 0,2 1 0,0 2 0,-1 3-103,1 1 0,4 2 0,2 5 0,0 2 234,0 3 0,4-4 0,-4 4 1,1-4-138,4-1 0,1 0 0,2-1 0,0-4-126,0-5 0,7-4 1,2-4-1,4-1-34,2 1 1,1-4-1,3-1 1,5-1-130,3 0 1,2 2-1,-1-4 1,0 2-50,-4-2 0,3-1 0,-3-2 0,3 0-29,2 1 1,-7-3-1,-1-2 1,-2-6-339,0-3 0,2 4 0,-3 0 1,1-4-844,-2-4 0,1-1 0,-1-4 0,4 0-1601,2 0 1,1-4 2810,4-7 0,8-23 0,0-11 0</inkml:trace>
  <inkml:trace contextRef="#ctx0" brushRef="#br0" timeOffset="62">11121 13323 7890,'-13'-23'196,"3"0"1,6 2 0,2 4-1,2 1 1,0 1 1899,0 1 1,0 8-1363,0 6 1,5 8 0,0 11 0,-2 6 161,-2 7 1,-1 5-1,0 6 1,2 4-27,3 5 0,-4 1 1,4 9-1,-3-1-312,-2 2 1,0 4 0,0 9 0,0 4-293,0 0 0,-1-38 0,0-1 1,-2 36-1,-2-2-55,2-1 1,0-4 0,0-3 0,-4-4-55,-1-4 0,3-5 0,-4 1 0,-1-1-237,2-4 1,-3-4 0,5-5 0,-1-1-317,1-1 1,1-9 0,4-1 0,-3-8-787,0-5 0,-1-2-396,5 0 1,1-6 0,4-4-2901,5-8 4478,2-10 0,-4-66 0,-4 30 0,-1-1 0</inkml:trace>
  <inkml:trace contextRef="#ctx0" brushRef="#br0" timeOffset="63">11768 14302 7892,'-8'-2'179,"7"-1"0,7-2 1093,8 2 0,10 2 0,2-1 0,4-1 2730,4-2-3369,6 0 1,-8 0 0,6-1-1,2 0 1,2-2 0,1 1 0,0-1 228,0 0 1,-6 0 0,-3-1-1,-2 2-540,1 1 0,-7 4 0,1-3 0,-5 4-373,-4 1 1,-5-5 0,-1 0-151,4 2 0,-3 1 0,-3 2-1291,1 0 0,-3 5 0,2 0-4341,1-2 5833,-5 5 0,7-6 0,-5 4 0</inkml:trace>
  <inkml:trace contextRef="#ctx0" brushRef="#br0" timeOffset="64">13639 13165 7958,'0'-24'0,"0"2"416,0 1 1,0 2 0,1 6 122,4 4 1,-3 4-1,2 11 1,-2 8-1,-2 9 1,0 4 373,0 2 1,0 4 0,0 3 0,0 0-382,0 4 1,0 7-1,0-1 1,0-3-85,0-3 0,0 3 0,0 7 0,0-1-234,0 1 1,0-2-1,0-5 1,0 0-75,0 0 1,0-1-1,0-4 1,0-6-543,0-6 0,5-5 1,1-7-836,2 1 0,-3-7 1,4-4-1271,3-2 0,-6-4-244,-1-2 2751,-4-4 0,-52 6 0,-13 4 0</inkml:trace>
  <inkml:trace contextRef="#ctx0" brushRef="#br0" timeOffset="65">13336 14201 7912,'-14'0'384,"0"-1"2687,-1-4-2012,7 3 0,10-3 0,11 9 0,6 2-192,3 2 0,2-3 0,7 3 0,1 0-233,1 0 0,5-5 1,-2 2-1,-1-2-198,0 2 0,5-4 0,-2 4 0,4-3-291,1-2 0,-5 0 0,1-2 1,1-1-453,1-2 0,-4-6 1,-3 3-1,-6-2-906,-4 1 0,2 4 1,-7-3-4333,-1 2 3970,-9 1 0,-6 11 1575,-12 4 0,6 3 0,-10 1 0</inkml:trace>
  <inkml:trace contextRef="#ctx0" brushRef="#br0" timeOffset="66">13854 14575 7939,'-6'-13'0,"-4"2"435,-2 2 0,-3 4 932,1-5 0,-1 2-530,1-1 0,4 2 0,1 7-353,-2 0 0,-2 0 0,-2 2 0,-1 3-105,-3 4 1,3 6 0,-4 2 0,-1 4-108,-3 1 0,3 2 0,2 5 0,1 0-147,-1 0 1,5 0-1,-2-1 1,6 1-190,4 0 0,1-7 1,6-1-1,4-3-260,5-4 0,3-1 0,3-10 0,1 0 176,2-4 1,5-3 0,-4-8 0,-1-4 135,2 0 0,-5-7 0,4 1 0,-1-2 70,1 0 1,-1 0 0,-3-5 0,1 0 52,3 1 1,-1-1 0,-5 0 0,-1 0-74,-3 0 1,2 6 0,-4 0 440,0 2-337,-1 2 0,-12 18 0,-1 5 0,-2 8 68,-4 2 0,0 7 0,-3 3 0,2 4 87,4 6 1,-4-2-1,3 6 1,-1 2-71,2 2 0,-4 1 0,3 2 0,-3 1-54,-1 2 1,4 7 0,1-1 0,-1 5-42,2 3 0,-3 1 1,5-6-1,-1 1-204,1-1 1,1-1 0,5-3 0,2-5 67,3-3 1,3-8 0,6-2 0,0-3-48,1-3 0,4-2 1,2-10-1,-1 1-32,1-5 1,5 1 0,-4-6-1,2 0-231,0-3 0,-5 1 0,5-1 0,0-2-148,-1-1 0,2-2 1,-4 0-1,0 0-774,0 0 0,4 0 0,-2 0 0,0-2-2584,1-3 3820,-6-3 0,-16-70 0,-7 31 0,0 0 0</inkml:trace>
  <inkml:trace contextRef="#ctx0" brushRef="#br0" timeOffset="67">14142 12806 8079,'-5'9'512,"0"1"0,2-1 0,8 6 56,5-1 0,4 5 0,5 2 0,5 1 0,3 4 0,2 3 0,0 6 0,0 7 453,-1 4 1,6 10 0,0 1 0,-2 9-517,-2 4 1,-15-32 0,-1 1-1,13 36 1,-3-3-218,-5-3 0,2-4 0,-2 4 1,-3-3-210,-5-2 0,0 3 0,-6-5 0,-2 0 25,-1 2 0,-2 2 0,0 4 0,0-1-360,0-2 1,-2-4 0,-2 5 0,-6 3-344,-3-1 0,-3 5 1,-1-8-1,-4 4-289,-2 1 0,1-2 0,-3-1 0,2-4-418,2-1 1,2-6 1305,5-6 0,-20 8 0,-4 5 0</inkml:trace>
  <inkml:trace contextRef="#ctx0" brushRef="#br0" timeOffset="68">15120 12705 7848,'8'-10'65,"-1"2"1,-2 0 0,-1 0 936,0-3 0,-3-2-376,-1-1 1,-1 1-1,-3 2-46,0 1 0,-8 2-239,3-1 1,1 1-1,-2 5 1,-1-2-1,-2 2 1,-1 1 87,-1 2 1,-4 6-1,-2 4 1,1 3-250,-1 1 1,-3 5 0,3 2-1,0 1-100,1 4 1,-4 6 0,4 3 0,3 2-31,1 3 1,3 1-1,3 3 1,6-1-194,2 0 1,4-6 0,4-4 0,7-4-74,4-5 0,9-5 0,-4-9 0,2-5 182,0-4 1,0-7 0,4-5-1,-3-5 181,-1-4 1,-6-5-1,1 1 1,-3-3 15,-2-2 1,1 0 0,-3 2 0,0 1-107,-3 2 1,-1 0 0,3-3 0,-3 2 34,-1 1 1,-2 6 0,-4-1-1,2 3-604,2 2 426,0 6 352,-5 1 53,0 7 1,0 2-39,0 3 0,0 3 1,-2 6-98,-2 0 0,2 2 1,-3 2-1,4 3-12,1 1 1,-2-3-1,-1 5 1,-2 3 26,2 5 1,-4 0-1,1 7 1,0 2-56,-1 6 1,-2 4-1,2 6 1,1 3-91,-1 2 1,3-1-1,4 4 1,0-1-86,0-3 1,1-2 0,4-3-1,5-3-135,2-5 0,3-5 0,-1-5 0,2-4 9,3-4 1,-3-7-1,3-4 1,-3-3-81,-1-2 0,1-4 0,1-2 1,3-2-146,-3-3 0,1 4 0,-1-3 1,3 0-397,-3-3 0,-1-2 0,-2-4 0,1-5-1456,-1-2 1,1-3 2233,-1 1 0,-25-33 0,-7-7 0</inkml:trace>
  <inkml:trace contextRef="#ctx0" brushRef="#br0" timeOffset="69">6934 12633 7883,'-14'0'0,"-1"0"356,1 0 0,4 0 1,2 1 358,2 4 0,1 10 0,5 9 1,0 4-1,0 6 0,2 4 0,3 4 1,3 3 286,0 3 1,4 0 0,-2 6 0,3 2-509,1-2 0,-6 1 0,-3 2 1,-3 2-110,-2 4 1,0-4 0,0 3 0,-2-3-198,-3-1 0,-3-1 0,-6-1 0,1-1-174,3-3 1,-2-10 0,4 0-1,-2-6-356,1-4 1,5-8-1,0-4-739,2-4 0,8-4 1,4-2-1,3-5-1637,1-4 0,2-1 2718,3 0 0,10-32 0,8-8 0</inkml:trace>
  <inkml:trace contextRef="#ctx0" brushRef="#br0" timeOffset="70">7395 13669 7883,'-15'8'321,"7"5"1,3-4 392,4 4 0,1 1 0,0 1 1,0-1 590,0 1 0,0 1 1,1 1-1,3 4-707,0 1 1,6-3-1,-5 4 1,-2-2-676,-1-4 1,-1-1-1,2-1-1260,2-1 1,5-4-1,-4-2 1337,2-2 0,2-52 0,4-18 0</inkml:trace>
  <inkml:trace contextRef="#ctx0" brushRef="#br0" timeOffset="71">7524 13280 7883,'-8'7'937,"-3"-4"1,6 7-836,2 1 1,8 1-1,4 1 1,6-2-103,4-1 0,12 11 0,5 6 0,6 4 0,1 0 0</inkml:trace>
  <inkml:trace contextRef="#ctx0" brushRef="#br0" timeOffset="72">7783 13770 7883,'-14'19'394,"-1"0"0,1 0 0,1-5 0,2-1 981,1-3 1,7-5-651,-2-10 1,5-10 0,5-9 0,6-4-199,7-6 0,-1 2 1,7-6-1,2-4-112,1-4 0,-3 1 1,0-3-1,2 3-105,1 2 0,7 0 1,-1 1-1,-1 4-133,-2 5 0,-2 9 0,-4 6 1,-4 7-102,1 6 0,-6 5 1,1 6-1,-7 9-153,-3 7 1,-1 7 0,-5 4 0,0 6-135,0 2 1,-5-2 0,-1-1-1,-2 2 22,-3 2 1,0-6 0,0-2-1,1-5 122,-1-5 1,0 1 0,-1-5 143,3-3 0,6-10-191,-2-12 1,14-6-1,7-17 1,5-4 157,5-3 0,1-3 1,2-5-1,1 0 124,4-1 1,-4 3 0,5 2 0,-1 6 184,-1 2 1,1 9 0,-5 5-1,-2 5 130,-3 8 1,1 10-1,-5 7 1,-4 8 82,-5 6 1,0 0-1,-6 10 1,-2-1-111,-1 1 1,-2 0 0,0 3 0,0-2-599,0 2 0,-5-3 1,-2 0-1,1-2-691,0-3 1,1-3-1,3-4 1,-1-2-2608,-2-3 0,0 0 3440,5-6 0,-57 20 0,-15 4 0</inkml:trace>
  <inkml:trace contextRef="#ctx0" brushRef="#br0" timeOffset="73">7337 14662 7833,'0'-23'213,"0"4"0,0 3 1,0 2-1,0-1 415,0 1 1,-2-1-203,-2 1 1,0 5 0,-5 1-1,-2 1 1,-2 6 1336,-1 4-1540,-1 5 1,-1 8-1,-3 3 1,-3 6-1,-2 7 1,-2 7-1,-3 4 359,-3 5 0,-1 3 0,4 7 0,0 1-254,0 3 0,7-3 1,3 2-1,4-7-87,6-6 1,6-16 0,12-9-1,10-10-305,7-9 0,9-8 0,4-9 0,2-8-130,2-8 0,0-14 0,1 0 0,-3-4-52,-2-2 0,0 4 0,-5-4 0,-4 1 92,-4 0 0,1-3 1,-4 6-1,-1 3 244,-3 1 1,-4 5 0,-4 3 0,-3 4 275,-2 5-86,-1 10 1,-12 9 0,-2 11-1,-5 10 79,-6 11 1,4 5 0,-4 12-1,-1 5-35,-3 6 1,1 4-1,1 1 1,0 6-111,-1 4 0,1 5 0,9-32 0,0 1 0,2-1 0,0 0-13,0 0 0,1 0 0,0 3 0,1 0 0,2 0 0,1 0 0,1 0 0,1-1 92,1 0 1,1-2 0,0 39 0,2-15-1,2-5-261,3-2 0,3-5 0,8-3 0,1-8-81,2-4 1,5-3-1,-3 3 1,0-2-430,0 2 0,3-4 1,-4-4-1,1-7-226,0-6 1,5 1 0,-4-6 0,2-6 127,0-5 0,-5-3 1,5 0-1,2-1-156,1-4 1,2-10 0,-1-9 0,1-4-3277,0-6 4008,6-9 0,-19-2 0,-3-12 0,1-1 0,3-7 0,0 1 0,0 0 0</inkml:trace>
  <inkml:trace contextRef="#ctx0" brushRef="#br0" timeOffset="74">7682 15093 7814,'-8'7'1496,"-3"-4"-808,6 6 1,7-5-1,9 0 1,7-2 611,6-2 0,8 0 0,3 0 1,0-2-384,0-2 0,4 2 1,-4-4-1,2 1-534,2 0 0,1-5 0,-1 4 0,-4 0-419,0-1 1,-4-2-1,0 2 1,-5 1-618,-7-1 0,-3 3 1,-3 2-1,-2-1-1901,-1-2 0,-5 0 2554,4 5 0,-44 0 0,-7 0 0</inkml:trace>
  <inkml:trace contextRef="#ctx0" brushRef="#br0" timeOffset="75">8718 14561 7810,'-14'-7'453,"-1"6"1,1-4-1,0 3 825,-1 2 1,1 2-1,0 3-810,-1 4 1,-1 6 0,-1 4 0,-3 5-197,3 3 0,-6 8 0,1 4 1,-2 2-94,0 2 0,6 2 1,1 0-1,4 0 12,4-4 0,5-4 0,1-2 0,6-8-170,7-4 1,7-10 0,4-7 0,2-1-72,2 0 1,2-9 0,2-8-1,0-8 119,0-2 0,0-2 0,-1-6 0,1-2 34,0-2 0,0 1 1,-1 4-1,1 0 98,0 0 0,0 0 0,-1 1 0,0 1-74,-4 3 1,6-2-1,-4 7 1,-2 3-89,-2 5 0,2 4 1,-3 7-1,-1 0-68,1 0 1,-2 7 0,-4 2 0,-1 4 2,1 1 1,-1 1 0,0 1-1,-1 1 69,-3 3 0,-2 3 1,-5-2-1,2 2 6,-2 2 1,-1 1 0,-2-1 0,0-1 40,0 2 1,-2-4-1,-1 1 1,-4-1-2,-1 0-1,-1-4 1,-6 1 0,1-3-75,0-1 1,-1-6 0,1-1 0,-2-1-18,-3-4 0,1-3 0,-6-5 0,-1-5-192,-3-2 0,0-11 0,-1-6 1,-2-9-380,-2-8 1,-2-1-1,-5-4 1,3 0-251,2 0 1,-2 6-1,7 2 1,4 9-1288,4 9 2111,3 4 0,-34 13 0,-10 2 0</inkml:trace>
  <inkml:trace contextRef="#ctx0" brushRef="#br0" timeOffset="76">8085 14719 7827,'-14'8'406,"-1"5"1,3-3 0,4 2 407,8 3 0,6-1 1,10 0-1,2 1-221,1-1 0,6 2 0,-1 2 0,4 1-60,0-1 0,-4-1 0,0 1 0,2 1-201,1-1 1,2-2 0,1-2-1,2 0-227,2 1 1,-1-6-1,-2-1 1,1-1-186,1-4 1,-4-2 0,-7-1-471,-1 0 601,-2 0 1,-17 2 0,-9 3 0,-9 6 443,-7 7 0,-6 4 1,-5 8-1,-3 2-38,1 2 1,-11 11 0,4-2 0,-2 2-330,1-1 1,2 0 0,4-3 0,3-1-505,-1-2 1,14-7 0,3-2 0,12-10-3928,11-8 4303,10-11 0,30-46 0,11-25 0,-13 21 0,-1 0 0,1 0 0</inkml:trace>
  <inkml:trace contextRef="#ctx0" brushRef="#br0" timeOffset="77">10560 11885 7818,'-34'8'216,"1"-4"0,1 0 0,6 0 0,2 8 0,-3 5 0,-5 10 0,-6 9 1,-4 8 297,-1 6 1,-5 9 0,23-25 0,0 1 0,0 3-1,-1 1-280,-1 3 0,0 2 0,2 0 0,0 1 0,1 5 0,0 1 0,2 2 0,0 1-1675,-1 2 0,2 0 1594,3 1 1,0 1 0,-3 4 0,2 1 0,1 0-1,0 0 1,1 0 0,-1 1 0,1-1 0,-1 1-1,2 0 1,0 0 0,1 2 0,0 1 100,0 2 1,1 1-1,2-1 1,0 1-1,1 4 1,1 1-1,2-2 1,0-1-6,3 0 1,2 0 0,2 1 0,1 0 0,2 0 0,2-1 0,2 0 0,2 0-94,3-3 0,1 0 0,3-3 0,2 0 0,0-1 0,1 0 0,1 0 1,0-1-190,3 1 0,1 0 0,-2-5 0,1-2 0,2-1 0,0-2 0,-1-2 0,1-2-177,-1-3 1,2-2 0,-3-1-1,2 0 1,2-3 0,1-1-1,-1-2 1,2-1-924,0-4 0,0-1 1,26 27 1132,4-2 0,-5 0 0,-22-31 0,2 0 0,32 21 0,1-7 0</inkml:trace>
  <inkml:trace contextRef="#ctx0" brushRef="#br0" timeOffset="78">15595 12000 7854,'-14'-7'-25,"1"7"1,3 0-1,6 10 1,4 8 1121,4 6 1,6 4-1,8 6 1,2 6-48,3 6 1,2 12 0,7 9-1,3 6-127,-16-32 0,-1 0-816,-2-1 0,0 2 0,4 6 0,0 3 0,-2-3 0,-1 1 0,1 3 0,-1 0 0,2 4 1,-1 2-1,-1 2 0,0 1 0,-1 3 0,0 0 166,-2-1 0,-1 0 0,-3 1 1,-1 0-1,1-4 0,-1 0 1,0-1-1,-2 0-164,1 0 1,-1-1 0,-2-3 0,-1-1 0,0-1-1,0-1 1,0-1 0,-1-1-39,-1-2 0,-1 0 1,0 1-1,-1 1 0,0-2 1,-1 0-1,-1 1 0,-1 0-15,-1-2 1,-2 1-1,-2 2 1,-1 0-1,-1-2 1,-1-1-1,0 3 1,-2 0-100,-2 0 0,0 0 0,0-2 1,-1-1-1,-2-1 0,-2-1 1,0-1-1,0 0-153,0-1 1,-2 0 0,1-2 0,-1 0 0,1-2 0,-1 0 0,1-2 0,-1-1-356,-21 30 1,0-2 0,1-5 0,2-5-270,2-2 1,6-11 0,-2-9 0,5-6-2531,5-7 3350,4-10 0,7-7 0,3-7 0,4 0 0</inkml:trace>
  <inkml:trace contextRef="#ctx0" brushRef="#br0" timeOffset="79">16386 11626 7940,'-14'0'1910,"6"0"1,8 0 0,11 0-1174,7 0 0,-1 0 1,6 0-1,-1 0-175,1 0 0,1 0 0,6 1 1,3 2-52,6 2 1,-2 6-1,1-1 1,0 3-266,-1 1 0,3 1 0,-6-1 1,-2 2-93,-2 3 1,-12-1 0,-6 4 0,-4 2-68,-4 3 0,-11-1 1,-9 7-1,-9-1-178,-7 2 0,-8-4 0,3 4 1,-2-4-274,1-1 0,6-7 0,0-2 0,5-4-1303,3-2 1109,13-6 1,6 0 0,19-5-1,9 2 559,4-2 1,2 5 0,0 2-1,-1 3 238,1 1 1,-5 2 0,-2 3 0,-1 5 127,-3 3 0,-2 4 0,-3 1 1,-4 3 311,-4 2 0,-3-5 0,-4 3 0,-4-2-117,-9 1 0,1-1 1,-7-4-1,0-2-251,-3-3 0,2 2 0,-2-7 0,-2-1-196,-1-2 1,3-7 0,0-1-1,0-1-450,2-4 1,-4-1-1,7-2 1,1-2-1839,3-3 1,5-3 0,2-6-544,2-1 0,1 1 1,6 1 2715,4 4 0,29 47 0,12 18 0</inkml:trace>
  <inkml:trace contextRef="#ctx0" brushRef="#br0" timeOffset="80">16861 13108 7940,'-13'-7'0,"4"-2"1141,4-4 1,3-5 0,6-4 0,4-8 228,6-6 1,12-10 0,2-10 0,11-8-827,-17 29 1,2 0 0,-1 1 0,0-1 0,4-4 0,1 0 0,0 0 0,1 1-258,1-1 0,1 1 0,1 0 0,0-1 0,-2 4 0,-1 0 0,0 2 0,0 1-142,22-26 1,-6 8-1,-7 12 1,-4 6-344,-4 7 0,-8 1 1,-3 8-2600,-3 3 0,-8 10-645,-3 3 0,-10 14 3442,-4 15 0,-14 11 0,-5 6 0,-3 8 0,-1-1 0</inkml:trace>
  <inkml:trace contextRef="#ctx0" brushRef="#br0" timeOffset="81">17667 12503 7916,'-15'-9'0,"1"1"0,0 1 0,4 1 4081,0 1 1,6 4-3301,-6-4 1,2 10-1,-1 4 1,2 6-388,1 4 1,-1 3-1,-4 5 1,3-1-332,2-2 1,1 0-1,5 3 1,0-1-161,0-2 1,0-2 0,2 2-1,2-5-140,6-3 0,4-1 0,6-1 0,2-1 187,0-4 1,4 2-1,-5-4 1,-1-1 344,1 1 1,2 4-1,-7-3 1,-4 1 177,1 1 1,-6 0-1,-3 4-35,-2 0 0,-8 1 1,-6 1-1,-5 1-370,-7 3 0,-5 4 1,-3-5-1,-2 0-710,3 2 0,-1-5 0,0 3 0,-2-3-1081,2-2 1,3-6 0,5-3-1,5-5 1723,3-5 0,-7-40 0,0-20 0,-4-6 0,-1 0 0</inkml:trace>
  <inkml:trace contextRef="#ctx0" brushRef="#br0" timeOffset="82">17523 12460 7916,'2'-14'0,"1"-1"0,5 1 1003,5 0 0,4-1 0,14 1 0,2 1 389,5 3 1,4-1 0,3 5 0,1 0-301,2-1 1,5 2 0,-4 5-1,1 0-1119,-1 0 0,6 0 0,-4 0 0,0 0-733,-3 0 1,-3 5-1,-2 2 1,-1 0 759,-4 5 0,-22 20 0,-11 6 0</inkml:trace>
  <inkml:trace contextRef="#ctx0" brushRef="#br0" timeOffset="83">19134 14316 7823,'0'-14'790,"0"0"1,3 6-1,5 3 1,8 3-1,5 2 1,5 0 824,1 0 0,3 5 1,4 0-1,3-1-962,-1 3 1,6-4-1,-4 5 1,4 0-469,1 0 0,3-3 0,-1 3 1,-3-2-557,-1-3 0,-5 1 0,-3-1 0,-4 2-767,-5-2 0,-5 5 0,-9 1 1138,-6 4 0,-53 14 0,-15 4 0</inkml:trace>
  <inkml:trace contextRef="#ctx0" brushRef="#br0" timeOffset="84">19120 14892 7823,'-13'1'964,"4"4"0,4-3 0,13 3 101,11-4 1,5-2 0,16-4 0,3-5 221,3-3 0,9-1 0,-3 0 0,4-1-653,2 1 1,-2 1 0,-3 3 0,-5 6-1117,-4 2 0,-7 2 0,-2 0 1,-3 2 481,-3 2 0,-40 30 0,-16 11 0,-6 6 0,0 0 0</inkml:trace>
  <inkml:trace contextRef="#ctx0" brushRef="#br0" timeOffset="85">21781 14489 7811,'-20'6'477,"-4"4"0,5 3 0,4 1 0,9 0 1,4 1-1,4-1 0,3 1 0,6-3 1128,6-2 1,7-4 0,8-6-1,5 0-942,5 0 1,-1-1-1,10-6 1,0-5-214,1-6 0,-1-8 1,5 3-1,-2-6-247,0-5 0,-1 2 1,-11-5-1,-4 1-380,-4-1 0,-12 5 0,-8-2 0,-7 6-289,-6 4 0,-13 3 0,-9 6 0,-11 3-179,-11 2 0,-4 4 1,-10 7-1,-7 6 482,-5 7 1,-3 12 0,0 10 0,36-15 0,0 2 263,0 3 0,0 2 1,3 2-1,1 2 0,-1 5 1,2 1-1,0 2 0,1 0 144,1 3 0,1 1 1,2 0-1,4 1 1,5-1-1,3 0 1,3 0-1,2 0 271,2-1 1,4 0-1,2 1 1,2-1-1,9 27 1,12-9-229,13-10 0,10-14 0,16-7 0,4-8-359,7-6 0,-32-9 0,2-4 1,-1-4-1,1-3 0,1-1 1,2-1-325,0-2 1,1-2 0,1-1-1,0-2 1,-3-2 0,-2-2-1,-2 0 1,-1-1-2055,31-18 0,-12-3 2449,-10-4 0,-5 6 0,-5 4 0,-3 2 0</inkml:trace>
  <inkml:trace contextRef="#ctx0" brushRef="#br0" timeOffset="86">22558 13597 7819,'-6'-8'1377,"4"1"1,2 7 0,12 0 0,4 0-151,3 0 0,6 0 0,-1 0 1,3 2-265,2 3 0,6-4 1,4 4-1,2-3-424,2-2 0,1-2 0,0-3 1,3-4-373,1-4 0,0-1 0,-7-1 0,-4 3-853,-8 2 1,-2-3-872,-8 4 0,-8 2 1,-11 2-1983,-8 4 1,-4 6 3538,-3-1 0,-12 14 0,-3-2 0</inkml:trace>
  <inkml:trace contextRef="#ctx0" brushRef="#br0" timeOffset="87">23623 12993 7823,'0'-15'961,"0"1"0,0 7 0,0 9 0,0 9 648,0 7 1,5 12 0,0 1 0,-2 2-798,-2 2 1,-1 5 0,0-1-1,0 4-353,0 5 0,0-2 1,0 7-1,0 0-334,0-2 0,-6 5 1,-2-5-1,0 0-721,3-3 0,-1 2 0,1-4 1,2-5-1138,1-5 0,2-6 1733,0-1 0,0-13 0,0-3 0</inkml:trace>
  <inkml:trace contextRef="#ctx0" brushRef="#br0" timeOffset="88">21594 12791 7893,'-41'2'222,"3"3"0,4 6 1,4 8-1,1 10 1,-2 7-1,-2 9 384,-5 8 1,-4 3 0,20-21 0,-1 2 0,-1 2 0,0 2-263,-2 2 0,-1 2 0,-1 3 0,1 1 0,-2 6 0,0 1 0,0 3 0,0 1-226,0 3 0,1 1 0,2 3 0,1 2 0,0 1 0,2 0 0,1 3 0,1 0 155,1 1 1,1 0 0,4-2 0,1-1 0,5-4 0,1-2 0,2-1-1,2-1-168,3-3 1,2 0-1,5-2 1,3-1 0,3-2-1,4-2 1,3-1 0,2-3-183,4-2 1,2-1 0,1-2 0,3-2-1,4-1 1,3-2 0,1-1 0,1-2-435,2-1 0,2-2 0,-4-5 0,1-3 1,2 0-1,-1-2 0,-1-4 0,0-1-293,-2-2 1,2-2 0,-1-2-1,1-1 1,1-2 0,1-1 803,-2-2 0,-1-1 0,3 1 0,-1 0 0,36-2 0,-2 0 0,-6-3 0</inkml:trace>
  <inkml:trace contextRef="#ctx0" brushRef="#br0" timeOffset="89">23594 12676 7844,'0'11'703,"2"4"0,6 7 1730,11 8-1972,10 14 0,16 8 1,4 12-1,-21-29 1,0 1-1,2 2 1,1 0-1,-1 2 1,1 0-1,-1 2 1,0-1 1485,2 1 0,-1 1-1880,-5 0 1,0 0 0,5 3 0,-2 1-1,-7 1 1,-1 0 0,-3 1 0,-1 1-1,-3 2 1,-3 0 0,-2 2 0,-3 1 0,-2 3-1,-2 2 10,0 3 1,-2 0 0,-3-2 0,-2 0 0,-2 4 0,-2-1 0,-3 1-1,-3-2-295,-3 1 1,-1 0 0,-4 2-1,-2-1 1,-1 1 0,-1-1-1,0 0 1,-2 0-43,1-3 0,-1-1 0,-3-2 0,0 0 0,-1 0 0,0-1 0,-1 2 0,-1 0-398,-1 2 0,1 1 0,3-6 0,0-1 1,-3-3-1,-1-2 658,3-6 0,1 0 0,0-2 0,1 0 0,3-4 0,-1 0 0,0-1 0,0-1 0,0-1 0,1-1 0</inkml:trace>
  <inkml:trace contextRef="#ctx0" brushRef="#br0" timeOffset="90">24472 11295 7820,'-23'-7'487,"4"-2"0,5-4 1,6-1-1,9 1 1,12 3-1,10 4 834,4-1 0,2 1 0,1-4 1,4 4-418,4 0 1,0 4 0,2-3 0,2 4-363,-2 1 1,-2 0 0,2 0 0,-3 1-265,-2 4 1,-8 3-1,-8 6 1,-4 2-173,-6 4 0,-2-1 0,-10 8 0,-7 3-125,-9 1 1,-13 5 0,-7 3 0,-4 2-393,-5 3 0,-1-3 1,-6-1-1,4-3-150,2-2 0,7-3 0,10-8 1,7-5 62,5-3 1,12-6-1,10-2 1,11-2 196,9-3 0,10-1 0,3-2 0,2 2 288,3 2 0,2 0 0,-1 5 1,-2 2 370,-6 2 1,-4 2 0,-5-1-1,-5 2 303,-3 3 1,-8-1 0,-5 7 0,-6 4-3,-7 3 1,-4 3-1,-5-3 1,-4 2-212,1-2 1,-5-2 0,3-1 0,-5 0-366,-4-1 1,2 0-1,-2-3 1,2-2-696,3-3 1,-1-1 0,0-4 0,0-1-1566,0 1 1,7-3 0,3-2 243,3-5 0,8-2 1933,3 2 0,16 22 0,5 11 0</inkml:trace>
  <inkml:trace contextRef="#ctx0" brushRef="#br0" timeOffset="91">24227 13021 7829,'-21'0'358,"12"-8"0,1-6 770,9-8 1,22-14 0,15-8 0,13-12-421,-21 24 0,1-2 0,4-7 0,2-1 0,4-3 0,1-1 0,3-3 0,0-1-33,2-3 0,2 0 0,-2 5 1,0 0-1,0 1 0,0 0 0,0 3 1,-1 2-447,-1 0 1,-1 2 0,-1 2-1,-1 1 1,-1-1 0,0 1-1,-1 2 1,0 1-110,-3 2 1,-1 2 0,-4 3 0,0 1 0,29-20 0,-7 6-633,-6 6 1,-11 5 0,-8 7 0,-9 6-3233,-4 5 1,-8 9-1504,-8 15 5247,-1 9 0,-6 7 0</inkml:trace>
  <inkml:trace contextRef="#ctx0" brushRef="#br0" timeOffset="92">25508 12144 7829,'-12'-15'648,"-2"1"1,-2 4 0,5 2 2171,1 2 1,6-2-1894,-6 8 0,0 3 0,-2 13 1,0 3-411,3 5 0,-6 10 0,-4 3 1,2 1-62,1 0 1,0-4-1,0 4 1,0 1-372,3-3 0,7 0 1,-2-8-1,3 0-98,6-4 1,6-4 0,9-7 0,3-3-193,5-6 0,8-2 0,1-2 1,1 0 63,1 0 0,-4-5 0,0 0 0,-3 2 227,-4 2 1,-7 1 0,1 1 207,-7 4 1,-6 5 0,-10 7 0,-6 6 13,-7 4 0,-4-2 0,-9 9 0,-2-2-439,-5 2 0,1-3 0,0 5 1,2-4-334,3-5 0,1-8 0,4 0 0,3-4-2215,5-6 1,5-6 2678,4-12 0,10-71 0,4 25 0,0 1 0</inkml:trace>
  <inkml:trace contextRef="#ctx0" brushRef="#br0" timeOffset="93">25277 12230 7829,'7'-14'279,"2"-6"1,11 1 0,4 0 808,3-2 0,13 5 0,3-3 0,3 3-152,4 2 1,-4 1-1,5 3 1,1 6-911,-1 2 0,-3 4 0,3 2 0,-3 4-26,-7 0 0,-10 37 0,-11 3 0</inkml:trace>
  <inkml:trace contextRef="#ctx0" brushRef="#br0" timeOffset="94">26270 14546 7840,'-6'-22'90,"3"1"1,-5 7-1,1-2 712,4-3 1,3 8 0,5-4-51,4 2 0,11 5 1,5-1-1,7-1 1,6 2-1,6 3 1,4 4-1,4 1 1,4 1 3898,2 4-4465,-1 3 1,-4 7 0,-2-1 0,-1 0 0,-4 1 0,-3-1 0,-4 2-489,-6 3 0,-4-3 1,-5 4-1,-5-5-857,-3 0 0,-8 4 1,-3 0-1,-3 0-4661,-2 2 5820,-13 2 0,-32 9 0,-16 3 0,-9 3 0,0 0 0</inkml:trace>
  <inkml:trace contextRef="#ctx0" brushRef="#br0" timeOffset="95">26227 15223 7842,'-21'0'1206,"-3"0"1,11-7 0,10-4 986,14-6 0,17-1 1,12-4-1,6-1-846,7 1 1,4 4 0,4-1 0,1 3-1198,-1 2 0,3 6 0,-2 3 0,-1 3-1537,-2 2 0,-8 8 0,-3 8 1387,-3 11 0,-21 41 0,-14-27 0,-1 1 0</inkml:trace>
  <inkml:trace contextRef="#ctx0" brushRef="#br0" timeOffset="96">28874 15108 7840,'-11'-13'401,"-3"3"1,2 2 0,11 5-1,9-2 1,11 0 0,8 1-1,5-3 1469,2-1 1,6-1 0,0-6-1,3 1-1579,0 0 0,2-2 0,-12-2 1,-2-1-559,-6 1 282,-10 9 0,-9-4 1,-9 5-1,-7-2 1,-12 2-1,-13 2 1,-15 4-540,-9 5 1,-7 5 0,-7 8 0,-2 5 62,37-7 1,-1 1 352,-6 2 1,1 1-1,6 4 1,0 1 170,-2 1 0,-1 0 157,2 0 0,3 3 1,2 4-1,2 2 1,1 1-1,1 1 0,4 0 1,1 2 672,-13 35 0,16 3 1,20-8-1,12 2-287,14-2 1,16 0-1,12-11 1,7-10-503,9-9 0,0-13 1,-27-14-1,1-1 0,1-1 1,-1-1-481,0-2 1,1-1 0,1 0 0,0-1-1,33-5 1,-2-4-1388,-2-9 1,-4-7 0,-7-10 1762,-9-2 0,-5-7 0,-3-3 0,-2-7 0,-3-5 0</inkml:trace>
  <inkml:trace contextRef="#ctx0" brushRef="#br0" timeOffset="97">29407 13439 8413,'-15'0'0,"1"0"3370,-1 0-2483,7 0 1,8 0 0,12 0 0,4 0 0,4 0 0,4 0 0,5 1 0,5 2 635,2 2 0,1 0 0,3-5 1,-1 0-871,0 0 1,5 2 0,2 1 0,2 2-733,-2-2 0,-1-2 0,-3-1 0,-4 0-1359,-4 0 1,-6 2 0,-2 1-1,-4 4-406,-1 1 0,-2 1 1,-4 6 1843,-1-1 0,-38 13 0,-10 3 0</inkml:trace>
  <inkml:trace contextRef="#ctx0" brushRef="#br0" timeOffset="98">30975 12518 7998,'-23'-23'222,"4"7"1,8 8 2117,1 2-1626,7 1 0,-2 5 1,10 0-1,5 0 1,4 0-1,4 0 2733,1 0-2978,6 0 0,-2 7 0,6 1 0,-2 1 0,-2 1 0,-1-1 0,0 1 216,-1 0 1,-3-1 0,-5 6-1,-2-1-426,-4 0 0,-2 1 0,-7-1 1,0 2-143,0 3 1,-15-1 0,-9 6 0,-11 0-157,-6-2 1,-11 5 0,-4-3 0,-6 4-753,-3 0 0,4-1 0,-2-1 0,8-4-263,7-1 0,12-3 0,19-7 583,6-1 0,12-1 0,15 4 0,11-2 403,10-1 1,5-1 0,2 6 0,3-1 97,1 1 1,0 0 0,-5 3-1,-2 3 418,-2 1 0,-1 2 0,-9 5 0,-7 1 221,-4 4 0,-10-4 0,-5 4 0,-6-2-41,-7 1 1,-9-2-1,-5 2 1,-3-2-248,-2-2 1,0-1 0,-1-1 0,-2-1-236,-1-2 0,-3-6 0,4 2 0,-1 0-425,1-1 0,1-2 0,4-5 0,2-3-1205,1 2 1,6-3 0,-1 0 0,3 0 117,2 0 0,-6 2 0,1 4 1,0 2 1365,-2 3 0,-20 23 0,-10 9 0,12-12 0,0 0 0,0 0 0</inkml:trace>
  <inkml:trace contextRef="#ctx0" brushRef="#br0" timeOffset="99">30356 14446 7998,'5'-42'347,"0"4"0,14-9 1,5 3-1,13-6 476,9-4 0,11-2 0,-23 26 1,0 1-1,1-2 0,0 1-51,1-1 0,0 0 0,0-1 0,1 1 0,1 2 0,0 1 1,0-1-1,2 2-328,0 1 0,0-1 0,-1-3 0,0 1 0,0 2 0,-1 1 1,-3 1-1,-1 1-193,31-23 0,-7 9 1,1 1-1,-6 2-681,-4 3 0,-3 8 0,-7 6 0,-7 7-1160,-7 6 0,-4 4 1,-8 2-1,-3 4-4143,-6 5 5733,-2 2 0,-40 35 0,-10 7 0</inkml:trace>
  <inkml:trace contextRef="#ctx0" brushRef="#br0" timeOffset="100">31852 13626 7998,'-5'-20'251,"-1"1"0,-2 3 1085,-3 5 0,5-2 0,-1 5 394,1 0 1,-2 2-1,-7 8-969,1 2 0,0 4 1,-1 8-1,-1 3-392,-3 5 1,3 2 0,-5 0 0,2-2-161,0 1 1,1 2-1,7 2 1,2-2-145,-3-3 1,1 3-1,2-4 1,4 1-82,3 0 1,2-7 0,0 3 0,0-4-74,0-2 0,7-4 0,2-2 0,6 0 250,4 0 1,-2-5-1,6 2 1,-1-4 28,0-1 1,2 0-1,5 0 1,-2 0 78,-3 0 0,4 5 0,-6 0 0,0-2-14,-3-1 1,-3-1 0,-1 2-1,-2 4 47,-4 1 1,2-4-1,-6 6-27,-2 1 1,-7 2 0,-8 1-1,-5 1-213,-7-1 1,-5 1-1,-4 1 1,-6 1-63,-2 2 0,-3 5 0,1-4 0,-2-1-377,-2 2 1,0-1 0,-4 6-1,1-2-810,4 1 1,8-4 0,4-2 0,5-4-4119,5-6 5305,10 4 0,36-63 0,20-33 0,-13 30 0,1-1 0,-1 0 0</inkml:trace>
  <inkml:trace contextRef="#ctx0" brushRef="#br0" timeOffset="101">31723 13597 7998,'14'-27'457,"1"3"1,7 3 0,7 5 0,7-2 1520,6-1 1,6 0 0,0 5 0,-3 1-232,-5 3 0,-4 4 0,-4 6 0,0 0-1405,-4 0 0,-6 1 0,-9 4 1,-2 5-983,-1 3 1,-2 7 0,1 3 639,-4-1 0,-16 18 0,-5-2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0.9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7078 9137 7951,'-14'-15'171,"4"2"0,2 2 0,0 2 571,0-3 1,3 4 0,-4-1 104,-2-2 0,3 4-207,-2 2 0,5 4 0,-4 1 0,-3 1 1,0 6 275,-3 7 1,1 7 0,-2 8-1,-2 1-190,-1 4 1,-5 2 0,3 9-1,-1 3-78,-4 5 0,-1 4 0,-2 6 0,1 4-395,-1 3 0,14-30 1,1 0-1,0 2 0,-1 1 1,1 2-1,1 0 15,1-1 0,0 1 1,1-1-1,1 0 0,3-1 1,2 0-1,-1 0 1,0 1-269,1-1 0,1 0 0,1 35 0,-2-4 0,5-5 0,5-1 0,3-2 0,4-1 0,0-1 0,-3-3 0,-4-2 0,3-1 0,0 1 0,0 3 0,-5-4 0,4-1 0,-3-7 0,1-5 0,6-2 0,-1-2 0,3-2-959,1-6 0,7-4 1,1-5-1,4-5-1701,3-3 1,-4-8-1,9-3 2660,-4-3 0,12-47 0,2-11 0</inkml:trace>
  <inkml:trace contextRef="#ctx0" brushRef="#br0" timeOffset="1">7467 9554 7862,'-10'0'473,"2"3"506,2 7 1,1 2-433,5 17 0,0-2 0,1 13 0,3 5 1,0 6-1,0 7 0,-3 4 0,-1 7 1,0 3-1,-1 3 736,-4 0 0,-3-5 1,-7 6-1,1-5-910,0 1 0,-1-9 1,2 2-1,2-7-229,2-5 0,1-7 0,-2 0 0,5-4-447,4-4 1,1-11 0,0 1 0,0-6-1621,0-4 0,1-4 0,4-4-388,5-6 1,2-2 0,3-5 2310,-1-7 0,-38-29 0,-21-15 0,1-8 0,-1 0 0</inkml:trace>
  <inkml:trace contextRef="#ctx0" brushRef="#br0" timeOffset="2">8502 10316 7843,'-19'2'164,"0"3"1,0-4 0,4 6 0,1-2 1045,0-1 1,7 6 0,7-5 0,10-2-38,7-1 0,6-2 0,7 0 0,4 0 2232,4 0-2626,4 0 0,6 0 0,0 0 1,0 0-1,0 0 0,1 0 1,2 0-337,4 0 1,-4-5-1,0 0 1,-2 2-444,-2 1 0,-1 1 0,-1-3 0,-2 0 0,-6 0 0,-5 3 0,-3 1 0,-2 0 0,-3 0 0,-3-5 0,-7 0 0,0 2 0,-4-3 0,-2-1-1506,-2-1 0,-1 3-698,-5-4 0,0-1 0,-1-4 2204,-4-1 0,-16-18 0,-9-6 0</inkml:trace>
  <inkml:trace contextRef="#ctx0" brushRef="#br0" timeOffset="3">10761 9093 7860,'7'-14'-79,"2"0"0,-2-1 0,-1 1 428,0-1 0,-4 6 745,3-1 1,-4 5-1,1-3 628,3 2 0,-2 9 0,6 12 0,3 7-547,0 5 0,4 4 1,4 2-1,4 4-473,3 0 0,0 4 0,-1-2 1,-1 2-277,5 2 0,-2-6 0,2-2 0,-4-1-220,-1-1 1,-2 1-1,-1-7 1,-1-3-173,-4-5 1,-2-3 0,-4-1 0,-3-1-366,-2 0 0,4 1 0,-4-2-4853,2-4 360,-5-2 2242,4-7 0,-9 0 2582,-3 0 0,-60 0 0,22 0 0,0 0 0</inkml:trace>
  <inkml:trace contextRef="#ctx0" brushRef="#br0" timeOffset="4">11236 9410 7860,'-14'0'0,"-1"0"368,1 0 0,-1 0 1,1 1 1565,0 4 0,-1-2-1388,1 7 1,-1 0 0,1 4 0,0 2-1,-2 2 1,-4 4 0,-3 4 0,-5 6 0,-2 1 483,-4 2 1,-2 7 0,-8-1 0,1 6-667,0-1 1,2-6 0,1-3 0,3-2-516,2-3 0,8-8 1,7-6-980,4-7 1,10-5 0,6-6-1,8-1-449,5-4 1,8-3 0,2-7 0,5 1 1578,0 0 0,-18-7 0,-5-2 0</inkml:trace>
  <inkml:trace contextRef="#ctx0" brushRef="#br0" timeOffset="5">10416 10158 7860,'-23'0'0,"4"0"1064,3 0 1,7 0-60,-1 0 0,9 0 1,2 0-1,12 2 2840,9 2-3228,12-2 0,3 4 0,7-6 1,4 0-1,5 0 0,5 0 0,4-1 881,5-4 1,3 2-1,4-7 1,3-1-1428,-37 5 1,1-1 0,1 1-1,-1 0 1,0 0 0,0 0 0,36-3-72,-4-2 0,-2-2 0,-4-2 0,-7 3 0,-5 2 0,-9-1 0,-11 6 0,-8 2-1280,-4 1 1,-4 2-1008,-5 0 0,-6 2 1,-3 3 126,-3 4 2160,-15-2 0,-30 13 0,-13 4 0,-10 0 0,-1 0 0</inkml:trace>
  <inkml:trace contextRef="#ctx0" brushRef="#br0" timeOffset="6">10977 10705 7834,'-16'0'0,"0"1"708,2 4 0,-4 3 1,10 7-1,-2 1 211,1 3 1,1-2 0,-2 7 0,4 2 667,-1 1-1340,-1 2 0,-1 4 1,1-1-1,0-3 0,1-5 1,0-3 483,-1-3 0,4-10 1,0-10-403,2-11 1,10-11 0,6-14 0,9-10-56,4-7 1,3-4 0,4-1 0,4-3 96,4 2 1,2-2-1,3 0 1,2 4 80,3 5 0,-6 12 0,3 13 0,-2 10-5,-4 8 0,-8 14 0,-14 15 0,-3 11-92,-6 6 1,-7 8 0,0 6 0,-4 1-322,-1 0 0,-6 2 0,-2-2 1,-1-1-35,-1 1 0,5-2 0,-3-3 0,2 1-1078,3 2 0,-4-2 0,2-6 0,2-4-4495,2-6 5573,7 2 0,-24-35 0,1-1 0</inkml:trace>
  <inkml:trace contextRef="#ctx0" brushRef="#br0" timeOffset="7">11941 8417 7776,'0'-14'0,"3"1"0,7 3 0,2 12 936,17 12 0,-2 9 0,12 10 0,1 7 0,3 8 0,5 10 967,-22-26 0,1 1 1,0 5-1,0 1-1593,0 1 1,-1 2 0,1 2 0,0 3 0,-2 1 0,-2 1 0,0 1 0,-1 1 0,-2 0 0,-2 0 0,-3-1 0,-3 1-146,-3 1 1,-2 0 0,-2-1 0,-2 0 0,-2 4 0,-2 1 0,1-1 0,-1 0-135,-1-1 0,-1 1 1,-1 1-1,-2-1 0,-2-2 1,-3 0-1,0 0 0,-2-1-271,0 2 1,-1 0-1,0-1 1,-1 1 0,1 0-1,-1 0 1,1-2 0,-2-1-91,0-2 0,-2-1 0,1-3 1,-2 0-1,-3 1 0,1 0 1,-1-1-1,0 0-10,1-2 0,-1 0 0,1 0 0,-1-3 0,0-4 0,-1-1 0,0-1 0,0-1-497,-25 29 0,0-6 0,6-9 0,3-14 837,0-10 0,7-14 0,-1-4 0,2-3 0,2-2 0</inkml:trace>
  <inkml:trace contextRef="#ctx0" brushRef="#br0" timeOffset="8">13236 8446 7799,'0'-15'239,"0"1"1,0 0 0,0-1 0,0 1 946,0 0 0,-7 1-635,-2 3 1,-4 4-1,-3 7 1,-2 4 1000,-1 5-1148,0 3 1,-2 3-1,-3 3 1,-3 5-1,-2 4 1,-1 4 0,-2 5 200,-2 5 0,2-1 0,7 12 1,1 1-425,-2 2 1,12 0-1,4-3 1,7-5-172,3-3 0,8-8 0,6-7 0,10-8-146,8-7 1,0-10-1,7-2 1,-1-6 93,-1-7 1,3-9-1,-5-5 1,0-5 238,0-5 1,-3 2 0,-6-6 0,-4-2 26,-1-1 1,-2-3-1,-4 1 1,-1-2-73,0-2 0,-4 2 1,-2-3-1,-2 3-114,-2 2 0,-3 6 239,-1 4 0,-6 17 0,-2 12 94,0 16 0,1 15 0,6 11 1,-2 4-41,-2 1 0,0 2 0,5 1 0,0 2-181,0-2 1,0-1 0,0-2 0,0 2-274,0 3 1,6-10-1,4 1 1,3-7-901,1-4 0,1 0 1,-1-4-1,2-5-838,3-3 1,-1-8 0,4-3 0,0-4-442,1-1 1,-6 0 2301,3 0 0,-17-25 0,-5-7 0</inkml:trace>
  <inkml:trace contextRef="#ctx0" brushRef="#br0" timeOffset="9">13869 8762 7804,'-10'-4'2379,"1"-1"-1405,5 0 1,-2 7-671,6 2 1,0 4 0,0 7 0,0-1 0,0 1 0,2-3 0,1 0-1,2-3 2383,-2 2-2206,5-4 1,-2-2-1,5-10 1,-1-6-57,1-7 0,2-4 1,3-9-1,1-2-75,3-6 1,5-7-1,1-2 1,4 0 109,4-2 0,1 10 0,-3-1 0,1 6 140,-1 8 0,-3 6 1,-3 11-1,-4 9-178,-1 9 0,-2 3 0,-6 14 0,-2 4-308,-1 3 0,-7 8 0,2-2 0,-4 4-114,-1 1 0,0-1 0,-1-2 0,-3-4-314,0 0 1,-1 2 0,5-4-1,1-2-3322,4-2 1,8-8 3635,6-3 0,0-3 0,-4-1 0</inkml:trace>
  <inkml:trace contextRef="#ctx0" brushRef="#br0" timeOffset="10">13739 8633 7933,'0'-14'542,"0"-1"0,-1 1 0,-3-1 0,0 1 0,0 0 4327,3-1-2700,1 7-1887,0 2 0,0 19 1,-2 4-1,-1 4 0,-2 0-961,2 0 1,0-5 0,0 3-1813,-2-3 2491,0-2 0,43-70 0,-14 19 0,0 1 0</inkml:trace>
  <inkml:trace contextRef="#ctx0" brushRef="#br0" timeOffset="11">15538 10302 7846,'-29'0'189,"0"0"1,2 2 1017,3 2 1,9 0 0,12 4-29,6-2 0,12-1 0,10-4-511,7 4 0,12-3 0,10 3 0,7-4 0,6-1 0,3 0 0,4 0 0,2-1 0,-35-1 0,0 0-14,1 0 0,1 0 0,-1-3 0,0 0 1,0 2-1,0 0 0,-2-1 0,1 1-410,1 0 0,-1 0 1,31-7-1,-5 5 0,-9 1-327,-10-3 0,-7 6 1,-14-4-1082,-3 3 1,-11 9-1,-13 2-124,-8 4 0,-6 1 1,-5 2-1,-7 4 1288,-6 4 0,-17-3 0,-17 4 0,-3 0 0,-6 4 0,-1-1 0,0 0 0</inkml:trace>
  <inkml:trace contextRef="#ctx0" brushRef="#br0" timeOffset="12">15552 11065 7854,'-6'0'2201,"7"0"247,12 0 1,14 0 0,13 0-1,8 0 1997,10 0-4194,6-7 0,14 1 1,-38 1-1,1 0 0,2 2 1,1 0-1,0 0 1,1 1-1,1-1 0,-1 0 1,0-1-1,0 1 21,-1 0 0,0 0 0,28-2 0,-8 5 1,-12 0-546,-7 0 1,-3 2-1,-12 1 1,0 3-2801,-2 2 0,-9-5 3073,0 2 0,-54-3 0,-15-2 0</inkml:trace>
  <inkml:trace contextRef="#ctx0" brushRef="#br0" timeOffset="13">5309 13007 7794,'-5'-14'148,"0"-1"1,-6 1-1,1 1 2367,-3 3-806,-1-2 0,1 12-1147,4 0 0,2 8 1,7 11-1,2 6 0,1 7 1,3 8 1469,2 7 0,0-1-1519,2 7 0,1 1 0,-6 10 0,0 6 0,0 6 0,-1 0 31,0 3 1,-3 1 0,-1-37 0,0 2 0,0-1 0,-1-1-426,-1 1 0,-1-1 0,-1-1 0,0-1 0,-11 31 0,3-2-119,2-3 0,-1-4 0,4-12 0,1-6-142,0-5 1,1-10 0,6 0 0,3-6-1170,0-3 1,9-7 0,0-6 0,6-1-1200,4-4 1,-1-8 0,4-6 2509,-3-7 0,4-9 0,2-6 0,6-6 0,-1 1 0</inkml:trace>
  <inkml:trace contextRef="#ctx0" brushRef="#br0" timeOffset="14">5927 14014 7821,'-21'29'503,"5"4"0,-3 1 0,5-2 624,4-2 0,-1-1 0,5 0 0,-1 0 8,1-1 0,-1-5 0,4-4-1337,-2-3 1,2-8 0,8-3-1,5-4-2676,2-1 2878,3-12 0,-6-36 0,-4-16 0,2-11 0,1 1 0</inkml:trace>
  <inkml:trace contextRef="#ctx0" brushRef="#br0" timeOffset="15">6028 13496 7821,'-23'21'285,"3"-3"1,7 5 0,3 3 153,6 1 1,2-3 0,4 0-1,2 0-124,6-1 1,3-3 0,3-5 0,3-1-1312,5 1 1,1-1 0,1 0 995,-2 1 0,32 44 0,-22-24 0,1 0 0</inkml:trace>
  <inkml:trace contextRef="#ctx0" brushRef="#br0" timeOffset="16">6244 14057 7821,'-2'27'308,"-3"-3"0,4-3 0,-6-6 1,2-1 1438,1 0 1,-3-6-1042,3-3 1,2-10-1,-3-4 1,4-4 31,1-1 0,4-7 1,3-3-1,1-3 1,3-2 0,0 0 1,2 0-1,0-1-283,3-4 0,1 4 1,-1-4-1,2 6-376,1 4 1,5-2 0,-3 9 0,1 2-14,4 4 0,-4 9 0,0 2 1,-1 10-80,-3 8 1,-4 6-1,-3 9 1,-3 5 182,-1 4 0,-2-4 0,-5-1 1,0 0 107,0 0 0,-2-7 0,-1 0 39,-2-4-404,-6-8 1,11-6-1,0-13 1,6-12 18,2-9 0,10-7 1,-4-5-1,4-4 88,3-4 0,-4-1 1,9-2-1,2-1 160,4-2 0,2 7 0,-5 9 0,1 6 327,4 7 0,-4 9 0,2 7 0,-5 8-273,-3 9 1,-6 13 0,1 12 0,-5 2-236,-4 2 0,-4 7 0,-6 1 0,0 2 0,0 0 0,0-2 0,0 0 0,0-6-498,0-5 0,0-7 1,0 4-1,0-2-1960,0-3 0,0-3 1,0-3-1,-1-2 2161,-4 1 0,-22-4 0,-12 0 0</inkml:trace>
  <inkml:trace contextRef="#ctx0" brushRef="#br0" timeOffset="17">5481 15496 7821,'-14'-6'1058,"1"3"1,2-5 0,3 0-259,1 0 1,4 6 0,6 2-1,4 8-227,1 5 1,-3 6 0,3 2 0,-2-1-69,-3 1 1,4 5 0,-3-4 0,0 2-75,-3 0 0,-1-6 1,0 1-92,0-3 1,2-8-1,1-5-96,2-6 0,4-11 0,-2-12 0,-1-6 51,1-6 0,4-10 0,0-5 0,5-3 111,3-2 0,5-2 0,-3 2 0,1 7 51,4 5 0,6 10 0,1 8 0,-1 8-60,-1 9 0,-3 8 0,0 13 0,-3 10-237,-1 11 1,-6 6 0,-1 6 0,-4 1-161,-3 4 0,-7-3 0,2 5 0,-4-2 0,-1 0 0,0-5 0,0-5 0,0 2-133,0 2 1,0-2 0,0-5 0,2-6-1905,3-2 1,3-8 0,8-3 0,1-6-3741,2-4 5777,7-1 0,-16-63 0,2-14 0</inkml:trace>
  <inkml:trace contextRef="#ctx0" brushRef="#br0" timeOffset="18">6330 15395 7821,'-5'10'1420,"0"0"1,2-7 1013,8 2 1,9-4 0,10-1 0,5 0-915,5 0 1,-2 0-1,6 0 1,4-1-974,4-4 0,0 3 0,7-3 0,0 2-547,-2-2 0,3 4 0,-6-4 0,-1 3 0,-3 2 0,3-4 0,-2-1 0,-6 2 0,-2 1 0,-10 0 0,-6-1-4338,0-2-2886,-11 1 7224,2 4 0,-31-13 0,-5-3 0</inkml:trace>
  <inkml:trace contextRef="#ctx0" brushRef="#br0" timeOffset="19">7006 14791 7792,'-5'10'856,"1"-1"0,2 2 324,5 2 0,7 2 0,9-1 0,7 0-300,6 1 1,3 1 0,6 1 0,1 3-63,3-3 0,1 4 1,-3-2-1,0 0-346,0 2 0,-4 0 1,-4 4-1,-5-1-167,-7 2 0,-6-4 0,-2 4 1,-3 3-110,-2 3 0,-4 1 0,-6-4 0,-1 1 74,-4 4 1,-3 1 0,-8 5 0,-3-1-75,-5 0 1,-8 3 0,-3 3 0,-2 1-178,-3 2 1,3 0 0,0-6 0,2-4-1033,3-4 0,8-12 0,5-8-882,3-7 1,8-14 0,3-7 1894,4-8 0,1-57 0,0 33 0,0 0 0</inkml:trace>
  <inkml:trace contextRef="#ctx0" brushRef="#br0" timeOffset="20">8344 14935 7716,'-24'0'754,"0"0"0,-6 2 1,7 1-1,-1 2 340,0-2 1,2 5 0,-3 1 0,1 6-275,-2 4 0,0 3 1,1 7-1,2 0-477,3 0 1,0 4-1,8 1 1,2-2 142,5-2 0,4 2 0,1-2 0,0-2-242,0-1 0,6-6 0,4-2 0,4-5-94,5-4 0,4-4 1,5-6-1,1 0-108,0 0 0,6-6 0,3-4 0,4-4-67,1-5 0,5-2 1,2-5-1,-1 2-55,1-1 0,3-1 0,-5 2 1,-2 5 108,-1 3 0,1 3 1,-1 4-1,-5 4 49,-3 3 0,-6 9 1,-7 4-1,-3 5-133,0 3 1,-7 7-1,1-3 1,-7 5 100,-2 0 0,-4 1 0,3 0 0,-4 0-56,-1 0 1,-1-1 0,-4 1-1,-6 1-33,-7 4 0,-4-4 1,-7 2-1,0-4 140,0-4 0,-1-7 0,-4 2 0,-4-4 221,-4-6 0,1-4 0,1-10 1,2-6-183,-2-6 1,-2-14 0,-1-14-1,0-11-458,0-9 0,23 27 0,1-1 0,1-1 0,-1 0 0,2 0 0,-1 0-577,2 2 0,0 0 0,-6-31 0,8 5 0,7 5 899,6 8 0,13 23 0,4 9 0</inkml:trace>
  <inkml:trace contextRef="#ctx0" brushRef="#br0" timeOffset="21">10186 14503 7908,'0'-9'0,"-2"1"480,-3 1 0,5 3 0,2 4 0,9 0 1096,7 0 1,9 6 0,0 4 0,7 2-493,2 3 1,3-2-1,5-2 1,3-2-423,1 2 1,6-4 0,-3-1 0,0-1-354,-3 0 0,-3 0 0,-3-7 0,-2-1-632,-2-2 0,-11-1-1189,2 1 0,-13-2-251,-6-2 1,-10 2 0,-16 7 0,-4 0 1762,-4 0 0,-39 26 0,-16 12 0,22-11 0,-1 0 0,1-1 0</inkml:trace>
  <inkml:trace contextRef="#ctx0" brushRef="#br0" timeOffset="22">10704 14446 7908,'-20'0'230,"1"0"0,0 5 1,5-1-152,-1 0 1,6 4 416,-1 1 0,7 4 0,-2 1 0,4 2 0,2 2 0,4 1 1772,4-1 0,6 2-1639,4 0 0,3-6 0,7-4 0,2-1 0,1-1 0,3-3 13,1-3 1,-2-9-1,4-2 1,2-4-279,2-2 0,1-5 0,-1-4 0,-2-5-60,-2-5 1,-6 4 0,0-4 0,-5 2-230,-3-1 1,-8 2 0,0-2 0,-6 1-229,-4-2 0,-3 4 0,-8-4 0,-4 4-284,-4 1 0,-8 0 0,-3 2 1,-3 2 58,-2 1 1,-6 6-1,-5-1 1,-5 3-46,-2 2 1,-8 7-1,1 7 1,-5 10 343,-4 7 0,-5 17 0,2 11 0,32-21 1,1 1 160,-1 2 0,1 1 0,1 3 1,1 2-1,-2 2 0,-1 1 1,0 4-1,1 0 51,0 2 0,1 1 0,2 3 1,2 1-1,4 1 0,2 1 1,1 2-1,2-1 171,1 0 0,2 1 0,4 2 0,2-1 0,2-5 0,3-3 0,3-2 0,2 0 558,8 34 0,18-10 0,9-4 0,10-4-676,8-5 1,9-9 0,5-9 0,5-3-187,5-4 0,1-6 0,-36-11 0,-1-1 0,39 3-46,-1-5 1,-38-5 0,1-2 0,39-1 0,1 0-943,-6 0 0,-5-4 1,-15-3-1,-5 1-1432,-8-1 0,-3-2 2420,-11 4 0,4-5 0,-13 6 0,-5-1 0</inkml:trace>
  <inkml:trace contextRef="#ctx0" brushRef="#br0" timeOffset="23">8747 14388 7823,'-14'-9'803,"-1"-1"0,1 7 1292,-1-2 1,11 3-1429,8 2 1,4 0 0,13 2 0,2 1 0,4 2-1,6 0 1,4 0 0,3-1 0,2 0 739,1-3 1,2 4-1,1 0 1,2-2-994,-2-1 1,4-2 0,-4 0 0,-3 0-375,-3 0 0,-8 0 1,2 0-1,-5 1-562,-5 4 1,-8-3-1,-8 4-1050,-2 0 1,-3 1 0,-8 4-374,-4-1 1,-4-6 0,-3 4-1,-2 0 1945,-1 0 0,-34 8 0,-15 4 0,-3 3 0,-1 0 0</inkml:trace>
  <inkml:trace contextRef="#ctx0" brushRef="#br0" timeOffset="24">8805 14805 7840,'-15'0'931,"9"0"1,6-1 551,8-4 1,9 2 0,6-5 0,2 1 475,6 4 1,2 0-1,1 0 1,3-2-1210,-1 2 1,6 1-1,-5 2 1,1 0-462,0 0 0,-4 0 1,1 2-1,-3 1-927,-5 2 1,-1 4-1,3-2 1,-2 1-1550,-3 3 1,1-3 0,-5 2 2186,-3 1 0,-20 14 0,-7 6 0</inkml:trace>
  <inkml:trace contextRef="#ctx0" brushRef="#br0" timeOffset="25">11696 13367 7851,'0'-10'443,"0"0"0,2 1 1,3 1-1,4 3 1316,4 3 0,8 4 0,3 1 0,5 2 642,4-2-1847,-2 5 0,10-5 0,-3 5 0,4-1 0,1-2 0,0-1 0,-1 1 229,-4-2 0,7 1 1,-7-1-1,-1 2-959,0-2 1,-11-2-1,2-1 1,-2 0 10,-4 0 1,-1 0 92,-7 0 1,-1 2-1,-2 1 72,-1 2 0,-64 19 0,-12 0 0</inkml:trace>
  <inkml:trace contextRef="#ctx0" brushRef="#br0" timeOffset="26">13279 13065 7961,'-13'-23'0,"-5"4"463,-2 3 0,-3 3 0,4 2 0,-5 3 789,-3 2 1,-2 1-884,0 5 1,1 6 0,-1 4 0,-1 4-1,-1 4 1,1 4 372,3 5 1,-4 0-1,-2 12-388,1 1 0,3 6 0,3 4 0,4 1 1,3 3 469,6 2-751,5 2 1,8-4-1,2-6 1,2-10 0,8-9-1,7-10 1,10-9-49,7-7 1,1-4 0,1-6 0,2-9-142,2-11 0,-4-3 1,-1-9-1,-2-1 202,-3-1 0,-1-7 0,-3-2 1,1-1 50,0-3 0,-7 4 0,-3 2 0,-4 3 99,-6 2 1,-1 7 0,-4 4 68,0 6 0,-4 15 1,-4 16-1,-1 12 119,-2 9 1,4 9-1,-5 3 1,0 5-163,0 5 0,3-1 1,-3 4-1,2-2-412,3-2 0,1-2 1,2-2-1,0 0-1003,0 0 1,2-6 0,3-4 0,4-4-440,4-5 1,8-1-1,3-7 1,1-2 1591,-1-6 0,4-50 0,-6-14 0</inkml:trace>
  <inkml:trace contextRef="#ctx0" brushRef="#br0" timeOffset="27">13768 12129 7819,'-2'-14'-799,"-2"-1"0,2 6 1741,-3-1 0,5 7 0,3 0 552,2 6 0,2 7 1,-4 7-836,2 2 1,-1 2-1,-4-3 1,0 3 232,0 1 1,5 4 0,2 6 0,1 1-255,3-1 1,2 5 0,3 0-1,3 3-186,5 3 1,0-8 0,3 8 0,3-1-160,1-1 0,1 4 1,0 0-1,1 0-33,-1-4 0,-2 1 0,-2 4 0,-3 2-30,-1-2 0,-6 1 1,3-1-1,-2 2-218,0-2 0,2 1 1,-4-2-1,2-2-151,-1-7 1,0 1 0,-1-3-1,2-2-122,-1-2 1,-7-3 0,-1-1 0,-1-4-588,-1-1 1,4 0-1,-8-4-3531,0 3 3456,-3-8 1,-1-7 0,-1-10-2480,-4-4 3402,-10-4 0,-20-6 0,-10-2 0,-5-2 0,0 0 0</inkml:trace>
  <inkml:trace contextRef="#ctx0" brushRef="#br0" timeOffset="28">14142 13208 7819,'0'-14'0,"0"0"0,0-1 310,0 1 0,0-1 0,0 1 1,0 0 682,0-1 1,6 2-1,2 2 440,0 2 0,4 7-613,-8 2 1,1 7 0,-6 8 0,-4 6-77,-5 8 0,-9 1 1,-5 9-1,-3 2-99,-2 6 0,-4-1 1,-3 5-1,1-1-257,0-4 1,1-3-1,6-3 1,-1-3-308,0-2 1,12-8-976,2-7 0,10-12 0,2-8-381,6-8 1,5-5 0,5-2 0,-2 1 527,-1 0 1,-5-2 0,3-2-1,-2-1 455,-3 1 0,4 2 0,-1 2 0,1 0 154,-1-1 0,4 1 1,-4-1-1,2-1 401,3-3 1,2 3-1,1-5 1,1 1 318,-1-4 0,7-4 0,3 0 0,5-3 76,4-2 1,4-2 0,6-5-1,0 1-304,0-1 1,-6 5-1,-5 3 1,-6 7 272,-7 5-465,-3 11 1,-15 9-1,-5 11 1,-8 5-49,-2 3 0,0 5 0,-1-5 0,1 1 106,0 0 1,-1-4 0,-1 5 0,-1-2-65,-3 0 0,1 1 0,5-6 0,-2 2-229,-3 3 0,3-3 1,-4 3-1,5-3-1488,0-1 0,6-6 1,1 1-1126,1 1 0,4-5 2686,8-1 0,-4-10 0,6-3 0</inkml:trace>
  <inkml:trace contextRef="#ctx0" brushRef="#br0" timeOffset="29">15811 10360 7831,'-14'20'375,"-1"-4"0,1 3 0,-1-4 0,3-4 0,0-1 0,3 2 622,-2 6 0,-1 0 1,1 7-1,2 7-4,-3 10 0,3 4 0,-4 12 1,-3 4-387,0 2 0,0 0 0,2-7 0,-1-1-243,1-3 0,6-11 1,6-15-250,10-11 0,10-11 0,16-17 0,5-12-182,8-11 0,4-13 0,8-6 0,-28 24 0,0-2-92,3-4 0,0 0 0,-2 0 1,0 0-1,-1-2 0,0 1 0,-1 2 1,-1 1 6,0 2 1,0 2 0,23-30 0,-2 4 0,-7 7 334,-11 11 1,-14 14 47,-14 24 0,-4 17 0,-6 26 1,-8 10 47,-9 8 1,-4 6 0,-2 8 0,15-37-1,0 1 161,-15 36 0,5-3 0,1-5 0,1-5-154,0-2 1,10-13 0,3-8 0,6-14-396,3-7 0,12-10 0,11-8 0,10-13-8,11-16 1,15-17 0,-28 18-1,0-3 1,4-3 0,0-2-104,4-4 0,-1 0 0,1-2 0,0 1 0,2-1 0,0 0 0,-2 3 1,-1 0 32,-1 2 1,-1 1-1,-3-2 1,0 2-1,-3 5 1,1 1-1,21-23 641,-9 14 0,-12 11 0,-14 20 266,-5 8 0,-6 16 1,-8 18-1,-1 12 121,-2 9 1,-11 15 0,2 5 0,-2 3-842,0-1 0,2-3 0,1-4 0,2-1 0,1-2 0,7-13 0,1-3 0,9-9 0,7-8 0,10-10 0,0-5 0,5-5-2687,4-4 1,4-5 0,6-10 2686,0-5 0,-5-36 0,0-17 0,3-4 0,1 0 0</inkml:trace>
  <inkml:trace contextRef="#ctx0" brushRef="#br0" timeOffset="30">10704 17280 7760,'0'-14'1145,"0"-1"1,4 6 0,3-1 37,1-1 0,-3 5 1,3 3 105,-2 6-1088,-1 5 1,-5 17 0,0 6-1,0 5 1,0 9 0,0 8-1,0 6 35,0 3 1,-5 9 0,-1 1 0,-1 6-204,1 2 0,-1-2 1,4-6-1,-2-1-125,2-4 1,2 0 0,1-10-1,0-7-73,0-8 1,0-7 0,0-6 0,0-2 173,0-3 1,0-4 0,-2-5 159,-3-1-350,4 1 0,-6-9 0,7-6-795,0-8 1,0-11-1,0-5 1,2-5-1072,3-4 0,7-9 2047,8-6 0,4-21 0,3-12 0,-9 24 0,0 0 0,0 0 0</inkml:trace>
  <inkml:trace contextRef="#ctx0" brushRef="#br0" timeOffset="31">10819 17309 7762,'-27'-14'1,"3"-1"0,3 1 0,6-1 0,3 1 432,2 0 1,4-2 0,6-2 0,0-1 259,0 1 1,1-4 0,4-2-1,5-3 14,2-2 1,4 2 0,2 1 0,1 2-82,-1-1 0,4-1 0,2 1 0,2 2-257,-2 2 0,3 7 0,-2 6 0,6 0-262,2 0 1,2 6 0,-3 2 0,4 8-248,0 5 0,1 8 1,3 3-1,-3 5-175,-2 4 1,3-1-1,-4 5 1,-2-2 195,-2-3 0,-7-1 0,-6-3 1,-6 1 251,-6 0 1,-3 0 0,-5-1 0,-9 1 190,-11 0 0,-11 0 0,-11 0 0,-3-1-686,-5 1 0,-1-6 0,0-4 0,3-3-3890,1-2 4252,-4 0 0,11-27 0,-4-10 0,-6-2 0,1 0 0</inkml:trace>
  <inkml:trace contextRef="#ctx0" brushRef="#br0" timeOffset="32">12919 16158 7769,'0'-22'77,"0"2"1,0 0 0,0 0 0,0 1 0,0 0 0,-1 1 0,-3 4 0,-2 5 758,-2 2 0,-6 2 0,-7 5 0,-2 2 72,-2 3-628,-2 3 1,-4 12-1,-1 4 1,-3 4-1,0 0 1,-2 1-1,2 2 178,0 2 1,-5 4 0,3 6-1,-1 2-230,-1 3 1,3 5 0,-4 11 0,1 7-22,19-31 1,0 0 0,2 5 0,1 0 0,0 1 0,1 1-1,1 0 1,1 0-21,2 2 0,0-1 1,-1 2-1,2 0 1,3-2-1,2 1 1,1-2-1,2-1 48,0-2 1,2-2 0,1 30 0,4 0 0,4-3-101,6-4 1,5-2 0,0-11 0,5-4-461,3-3 1,4-2 0,1 0 0,1-1-1628,-1-4 0,3-2 0,1-8 1952,0 1 0,0 0 0,4 0 0,0-1 0,-5 1 0,-3 0 0</inkml:trace>
  <inkml:trace contextRef="#ctx0" brushRef="#br0" timeOffset="33">12890 16906 7727,'0'-14'611,"0"4"0,0 4 1,2 4 291,3 9 1,-4 7-1,4 8 1,-3 9 111,-2 4-883,0 3 0,0 10 0,0 2 1,-2 1-1,-1 3 0,-3 1 1,-2-1 164,-4-1 0,0-7 0,-3 2 1,1-5-186,-1-4 1,3-4 0,0-8-128,3-3 1,4-5 129,-4-9 0,5-12 1,0-11-1,4-7-16,4-8 1,3-4 0,5-11-1,1-2-211,3-2 1,3-11-1,1-9 1,2-4-264,0 0 0,6-5 0,-16 37 0,1-2 1,3-3-1,0-1 167,3-4 0,0 0 0,1 4 0,0 1 0,0-2 1,0 1-1,-1 5 0,1 3 183,20-27 1,-3 11-1,-1 21 1,-2 13 389,-7 11 1,-5 15-1,-9 9 1,-2 11-40,-1 9 0,-7 14 1,2 8-1,-5 7-87,-5 5 0,-4 10 0,0-38 1,-2 0-1,0 0 0,0 0-183,0-1 1,0-2 0,-17 36 0,4-4 0,-1-4-98,1-5 1,-2-12 0,9-12 0,4-12 81,7-9 0,4-10 0,2-7-41,0-8 1,6-13 0,6-8-1,5-9-61,7-9 0,5-5 0,3-11 0,3-5-134,-17 30 0,1 0 0,2-1 0,1-2 1,2-2-1,2 0 0,-2 1 0,1-1 18,0 2 0,0 1 0,-1 4 0,0 3 0,19-20 0,0 15 558,0 11 1,-6 14-1,-5 15 1,-7 14 146,-5 16 0,0 11 0,-2 16 0,-5 5-49,-7 8 0,-4 1 0,-4 9 0,0-40 0,-1 1-471,-1 1 0,-1 1 0,-3-1 0,-2 0 0,0 1 0,-1 0 0,1-3 0,0-1-697,-11 35 0,2-2 1,6-4-1,3-4-1007,5-9 1,4-7 0,2-13 0,4-8 1695,5-9 0,13-63 0,5-32 0,-7 24 0,0 0 0,-1 0 0</inkml:trace>
  <inkml:trace contextRef="#ctx0" brushRef="#br0" timeOffset="34">14142 17928 7729,'-8'0'3571,"2"-2"-3034,6-3 1,0-3 0,0-6 0,0 0-101,0-1 0,6 1 0,4-1 0,2 1 34,3 0 1,-1-2 0,2-2 0,2-1-198,1 1 1,5 7 0,-3 3 0,1 0-203,4 0 0,-4 7 1,0 1-1,-1 9-38,-3 9 0,-2 4 0,-2 8 0,-1 2-81,-3 2 1,-2 6 0,-5-2 0,2 4-661,-2 1 1,-2-6 0,-1-4 0,0-2-3096,0-2 3802,0-7 0,0-46 0,0-18 0</inkml:trace>
  <inkml:trace contextRef="#ctx0" brushRef="#br0" timeOffset="35">15336 16618 7729,'15'0'613,"-6"2"0,1 4 0,3 9 971,4 7 0,-1 17 0,5 7-1235,0 8 1,-5 5 0,4 10 0,1-2-1,2 0 1,-1-1 0,-1-5 0,-2-7-1,2-8 131,1-6 0,-3-4 1,4-9-1,-3-2-304,-2-1 1,3-6 0,-2 1 0,-1-3-105,-2-2 0,-4-4 0,0 0 0,-4 1 17,-2 2 0,-1-4 0,-4-1 0,3 0-3,0 0 0,1-3 1,-7 5-111,-2 1 1,1-3 0,-7 1 0,-1 3 12,-2 0 0,-3 3 0,-2-1 0,-2 1-123,-3-1 0,-6 2 0,-6 3 0,-2 5-16,-2 3 0,-5-1 1,-2 1-1,-4 3-162,-1 1 0,-1 4 0,-4-3 1,3-3-107,5-4 1,5-6 0,3 4 0,5-2-1320,4-4 1,6-7 1736,10-5 0,26-23 0,7-6 0</inkml:trace>
  <inkml:trace contextRef="#ctx0" brushRef="#br0" timeOffset="36">17005 17093 7701,'-8'-6'581,"2"3"544,6-7-338,0 7 0,-2-4-461,-3 7 1,2 0-1,-5 2-219,2 3 1,-1-2 20,2 7 1,-1-6-1,-5 4 37,1-1 1,6 2 0,-6-4-74,-1-2 1,-2 4 0,-1-1-55,-1 2 0,1-3 0,-2 5 1,-2 1 21,-1 2 0,-5 1 0,3 2 0,-1 3 77,-4 5 0,-6 3 1,-1 2-1,1 1-17,1 4 1,3-2-1,0 6 1,3 2 36,1 2 1,8 1 0,0 0-1,6-1 1,4-4 0,1 2 0,7-8 0,3-5-139,4-6 0,9-7 0,3-4 0,1-5-77,3-4 1,7-2 0,2-4-1,0-5 8,1-2 0,-5-8 1,4 0-1,-4-3-40,-1-2 0,-2-2 0,-1-2 0,-4 0-2,-1 0 0,-2 0 0,-6 1 1,-2-1-129,-1 0 0,-2-6 0,1-2 0,-4 0 110,-4 4 0,-1-2 0,0 1 0,0 2-11,0 2 1,0 7 162,0 4 1,0 11 0,-1 8 211,-4 8 1,4 10-1,-4 4 1,3 4 31,2 4 1,0 4 0,0-1 0,0 4-59,0 0 0,0 4 1,0-4-1,0 1-163,0 1 1,2-6 0,1 6 0,3-1-70,2-1 1,0-4 0,3-7 0,-1-4-423,1-1 1,2 3 0,1-5-825,1-1 0,-1-4 0,-1-2-1266,-3-3 2516,2-6 0,-16-22 0,2-13 0</inkml:trace>
  <inkml:trace contextRef="#ctx0" brushRef="#br0" timeOffset="37">17091 16201 7691,'15'0'396,"-1"0"1,7 5 0,4 1 0,7 4-1,7 6 1,2 6 0,3 7 0,-1 6 708,0 8 0,-2 7 1,-2 9-1,-7 2-620,-7 1 1,1 5 0,-5-3-1,-1 0-147,1 0 1,-2 0-244,-4-2 1,-6-2-1,-1 4 1,-1-2-1,-4 0 1,-1-1 182,-2-2 1,-2 4 0,-3 0 0,-4 1-111,-4 0 0,-8-1 0,-3-6 1,-5 2-155,-4 4 1,-4-4 0,-6 3 0,0-4-551,-1-5 1,6-4-1,0-6 1,-1-3 535,3-6 0,-6-20 0,5-15 0</inkml:trace>
  <inkml:trace contextRef="#ctx0" brushRef="#br0" timeOffset="38">9826 15136 7742,'-2'-9'524,"-1"-1"1,-3 1-132,-2 1 0,-2 9 0,-6 12-46,-3 5-214,3 7 0,-11-1 0,3 10 1,-3 4-1,-4 5 0,-1 4 0,-1 2 108,1 2 1,3-1 0,5 4 0,7 1-188,5-6 0,1 2 0,6-3 0,4-1-103,4-3 0,5-8 0,8-8 0,3-7 66,5-5 0,5-3 1,4-3-1,6-6 150,2-2 1,3-10 0,-1-6 0,3-9-2,7-4 1,-4-8 0,12-4-1,0-2-148,-2-2 1,2-5 0,-1 0 0,1 1-138,-5 3 0,-1 7 1,-12 7-1,-5 7 302,-1 9 1,-13 11 0,-2 4 1,-9 12 1,-7 8 0,-6 9 0,0 2-64,0 2 1,-6 10 0,-4-2 0,-4 1-45,-5 2 0,4-12 1,-1 6-1,5-7-192,0-3 1,5-7 0,1-3-78,3-3 1,9-8 0,4-5-1,8-6 105,10-6 1,6-6 0,10-4-1,3-7 46,4-6 0,4 2 0,2-2 0,-2 6 81,-3 7 0,-4 5 0,-7 4 0,-4 7 99,-4 6 1,-6 12 0,-5 9-1,-7 4 34,-5 6 0,-6-4 0,4 4 0,3-5 133,0-5 1,8-3-1,0-7 1,4-1 42,7-4 1,4-2 0,8-7 0,2-3-112,3-7 1,3-1 0,8-13 0,2-2-239,1-1 0,7-3 0,-4-2 1,4-4-575,3 0 0,-11 4 1,3-2-1,-10 5-300,-4 5 0,-2 4 0,-5 7 1,-2 2 872,-2 1 0,2 13 0,-4-1 0</inkml:trace>
  <inkml:trace contextRef="#ctx0" brushRef="#br0" timeOffset="39">16933 1856 7945,'-1'-10'-422,"-4"1"0,3 4 0,-4-3 580,-1 2 0,-1-1 0,-6 4 0,0-2 17,-1 2 0,1 2-40,-1 1 0,1 0 0,0 0 0,-2 0 0,-2 0 0,-1 0 119,1 0 1,1 0-143,-2 0 0,1 1 1,-6 2-1,0 4 1,0 1-1,0 3 55,-2 2 1,-6 1 0,-3 2 0,0 2-58,0 1 1,-3 8 0,2 0-1,0 7-13,-4 3 1,0-4 0,1 7 0,6 3-132,2 4 0,3 2 1,-1-1-1,2 3 8,3 0 0,5 4 0,9-7 1,5 0-32,4 1 1,1-6 0,3 2 0,5-6-59,6-4 1,10-2 0,0-4 0,3-2 133,2-3 0,6-1 0,4-7 0,4 0 137,5-4 1,-2-7 0,7 0 0,3-3-84,5-2 1,7-8-1,11-5 1,-38 3-1,1-1-82,-1-2 1,1-1-1,-3 1 1,0-1 0,1-5-1,0-1 1,0 0 0,0-1-3,1-2 0,-2-1 0,28-20 0,-3-4 0,-10 3-77,-4 2 0,-2 0 0,-7-1 1,-5 1 74,-12 0 1,-5 5 0,-16 1 0,-8 0 27,-12 0 1,-9 1 0,-16-4 0,-4 1-30,-3-1 0,-4-1 0,-5-1 1,2 4-36,4 4 1,-4 4-1,4 3 1,0 1-214,-1 2 1,7 8-1,-1 2 1,6 7-434,2 6 0,1 7 0,-4 4 695,4 3 0,-4 7 0,6 3 0</inkml:trace>
  <inkml:trace contextRef="#ctx0" brushRef="#br0" timeOffset="40">17897 1453 7951,'0'-14'-819,"0"-1"1862,0 7-380,0 2-412,0 6-185,0 0 1,0 6 0,0 4 0,-2 3-1,-2 1 1,-6 1-22,-3-1 0,-1 2 0,-2 3 0,-3 5-54,-5 3 1,1 2-1,-1 1 1,-1 4-50,-2 4 0,-2 4 0,0 3 0,-1 1 47,-4 2 1,4 5 0,-5-4-1,1 1 10,0-1 1,2-1 0,7-4 0,3-1 53,1 0 0,2-5 0,6-1 0,3-2-5,5-3 1,10-1 0,5-4 0,4-2-6,5-1 1,12-6 0,13 0 0,12-7 7,10-6 0,12-4 0,-35-2 0,1-1 0,2-1 0,2-2-28,1-1 1,1-2 0,3-4 0,0 0-1,-1-1 1,-1 0 0,0-2 0,-1 0 20,0-1 0,-2-2 0,-9-2 0,-2 0 0,34-17 0,-15-1 110,-13 0 1,-13 4-1,-12-3 1,-7 2-73,-6 3 1,-12 6 0,-7 2 0,-10-3-32,-8-5 1,0 2 0,-6-4 0,-1 2-218,3-1 1,-6 1-1,5-5 1,0 2-231,4 3 0,1 6 0,0 6 0,-2 2-39,2 5 1,-3 8 0,2 2 0,2 6-1079,6 7 1513,-2 3 0,4 14 0,-6 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1.0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24127 3727 7904,'-2'14'687,"-3"0"1,4-4 0,-4 0-214,3 1 1,2 1-1,0 3 1,0 1 121,0 3 0,0-3-412,0 3 1,5-1-1,0 1 1,0 5-1,-1 3 1,3 2 686,1 0-802,-5-1 0,8 6 1,-4 1-1,-1 2 0,2 3 1,-2 2-1,1 1 29,-4 0 1,-2 6-1,-1 3 1,0-1-135,0-3 0,0-4 1,0 0-1,-1 0 48,-4 4 0,2-9 1,-5-1-1,0-8 56,0-6 1,3 2-74,-4-7 1,4-8-35,-5-11 0,7-8 1,-2-11-1,4-5 13,1-3 1,0-10 0,0-4 0,0-7-23,0-3 1,0-2-1,0-5 1,0-2 2,0-8 0,0 8 1,0-9-1,0 3 13,0-1 1,6-3 0,4-4-1,4 1 33,5 1 0,2-3 0,6 9 0,0-1 71,4 0 1,-1 14 0,-4 7-1,-4 14 60,-1 11 1,-2 11-1,-5 6-112,1 2 0,-7 10 1,-4 6-1,-2 9 122,-2 4 0,-2 8 0,-1 3 0,-3 2-126,-2-1 0,-2 2 1,-4-4-1,0 0-79,-1-3 1,1 1 0,-1-2-1,-1-1-204,-3-1 0,3-4 1,-3-3-1,3-5-400,2-3 0,-6-8 1,1-3-1,2-5-1606,1-5 2273,1-3 0,-7-28 0,-2-13 0,-3-2 0,0 0 0</inkml:trace>
  <inkml:trace contextRef="#ctx0" brushRef="#br0" timeOffset="1">25378 3194 8288,'-14'-6'972,"4"4"1,2-4-617,2-1 0,-4 4 1,4-5-1,-2 2 1,-3 3-1,-2 1 1,-2 4 237,1 2 1,-2 6 0,-1 9-1,-6 7-327,-4 6 1,1 6-1,-9 10 1,0 5-76,-3 3 0,-5 8 1,20-31-1,-1 1 1,0 1-1,0 0 35,0 1 1,2 0 0,-16 36 0,4 0-1,5 0 111,5 0 0,5-8 1,9-5-1,7-6-170,6-4 0,12 1 1,9-5-1,3-1-229,2-2 1,4-8-1,2-2 1,1-5-381,-1-3 1,3-2 0,-4 2 0,-2-5-488,-2-3 0,-1 0 0,-2 0 0,-3 0-127,-5-3 0,-3-2 0,-1 2-1469,-1-3 2524,0 2 0,7-36 0,1-1 0</inkml:trace>
  <inkml:trace contextRef="#ctx0" brushRef="#br0" timeOffset="2">25752 4662 8030,'-14'0'833,"4"0"-165,1 0-333,5 0 1,-2-2 0,8-3 0,2-4 568,6-4 1,-2-3-661,2-3 0,-1-4 0,4-5 1,-2-1-1,-1 0 0,1-1 20,2-4 1,-4-3 0,-1-4-1,-1 1-82,-4 2 1,0-2 0,0-7-1,2-1-43,-2 2 1,-1 6 0,-2 2 0,0-2-102,0-2 1,0 5-1,0 4 1,0 2 47,0 2 1,2 4-1,2-1 1,4-1-16,0 2 0,5 5 1,-3 0-1,3-1-84,1-3 0,-5 3 1,1 2-1,0 3-80,-2 2 0,3 4 1,-6 0-1,-1 1-488,3 1 0,-4 1 234,7 7 0,-6-1 0,6-2 0,1-2 74,2 2 0,3-5 1,3-2-1,4-3 139,-1-1 0,5-1 0,-3-1 0,3-3-103,2-5 1,-5 3 0,-2 1 0,-1 0-479,-3 1 1,-2 0 0,-3 5-1015,-4-1 1729,-2 7 0,-65 60 0,22-17 0,0 1 0</inkml:trace>
  <inkml:trace contextRef="#ctx0" brushRef="#br0" timeOffset="3">25867 3741 7856,'-28'0'0,"0"0"0,3 0 0,2-2 230,3-2 0,0-4 0,8-8 2292,2-4-2228,-3-2 0,4-7 1,-9 0-1,-3 1-210,-1-1 0,-2-5 0,-6 1 0,-2-1-320,-2-1 0,-4 9 1,4 1-1,2 6-373,2 6 1,1 8 0,2 0 0,3 4-1848,5 1 2456,9 0 0,10-13 0,8-3 0</inkml:trace>
  <inkml:trace contextRef="#ctx0" brushRef="#br0" timeOffset="4">26918 3439 7831,'-2'14'0,"-3"1"356,-4-1 1,2-4 0,1-1 0,1 2 183,0 2 1,0 2 0,7-1-283,3 0 1,1 1-1,5 1 1,-1 0-1,1 0 1,2-4-1,1 1 1,2 0-1,2 1 178,1 1 0,2-1 0,-4 1 1,4-1-294,2 0 0,-1 1 0,4-2 0,-4-2-78,-1-2 1,3-1 0,-5 3-1,0-3-39,2-1 1,-5 4 0,3-3 210,-3 0-23,-2 5 1,-6-10-8,-3 7 0,-5-6 1,-5 4-1,-4 0-89,-4 0 1,-8 4 0,-1 5 0,-2 4 28,0 1 1,-2-2-1,-6 5 1,-3 4-7,-2 3 1,-1 3-1,-7-1 1,-1 4-17,-2 4 1,-11 7 0,1 2 0,-1 2-64,0 0 1,28-27-1,0 1 1,-1 1-1,1 1 1,-28 27-32,5-3 1,12-10 0,13-11-1,9-8-1087,4-10 0,9-3-813,7-11 0,7-3 0,9-13 1869,3-3 0,16-42 0,-13 23 0,1 0 0</inkml:trace>
  <inkml:trace contextRef="#ctx0" brushRef="#br0" timeOffset="5">27838 4230 7796,'-19'10'0,"0"-2"372,1-2 1,7 4 643,2-5 0,7-1-668,2-4 1,6 0 0,10 0-1,2 0 1,3 0 0,0 0 0,1 0-1,0 0 1,2 0 311,-1 0 0,4 0 1,-5 0-1,2 0-497,0 0 1,-5 0 0,4 0 0,-1 0-83,0 0 0,1 5 0,2 0 0,-2-2-188,-2-1 0,4-1 0,-2 2 1,-1 2-234,-3-2 0,2-1 0,-2-2 0,-1 0-98,-2 0 1,-2 0 0,0-2-1,-1-2 98,-3-6 0,1 2 0,-5-1 0,1-3-2563,-1 0 2903,-1-3 0,-37-50 0,12 25 0,0 1 0</inkml:trace>
  <inkml:trace contextRef="#ctx0" brushRef="#br0" timeOffset="6">29464 3036 7796,'-2'8'0,"-1"-2"445,-2 1 1,1 1 0,4 6 0,0 0 15,0 1 1,0 6 0,0 3 0,1 4 20,4 6 0,-2 3 1,5 8-1,-1 1-32,-4 2 0,-2 6 0,-1-1 0,0 4-200,0 6 1,0 1 0,-1 5 0,-2-4-135,-2-1 0,-6-2 1,1-2-1,-3-1-124,-1-2 0,4 2 0,1-11 0,-1-1-353,2-3 0,-3 3 0,5-4 0,-1-6-945,1-5 1,1-10-1,3-1-1293,-2 0 2599,2-12 0,-11-28 0,5-21 0</inkml:trace>
  <inkml:trace contextRef="#ctx0" brushRef="#br0" timeOffset="7">29723 2719 9240,'14'-4'392,"1"-1"1,-1 0 0,1 5-1,1 0-89,3 0 0,2 0 0,4 2 0,-1 2 0,2 8 0,1 5 0,2 7 0,-1 5 56,1 4 0,-2 4 0,-1 6 0,-4 2-273,-1 3 1,3 3 0,-5 7 0,-1-1-26,-2 1 0,0 3 0,1 3 0,3 3-161,-3-3 0,-1-3 0,-1-4 0,0 2 67,5 4 0,-4-4 0,1 1 0,-4-4 40,-3-3 1,-6 0 0,4 3-1,-1-2 47,-4-1 0,-1-2 1,-4 4-1,-3-1 21,-4 5 0,-6-6 0,-4 4 0,-5-1-168,-3 0 0,-3 2 0,-4-1 0,-3 1-220,0-1 0,-6 1 1,2 0-1,-7-1-242,-3 1 1,3-7 0,-4-3 0,3-5 554,3-5 0,-24-18 0,-14-5 0,24-5 0,1 0 0,-1-1 0</inkml:trace>
  <inkml:trace contextRef="#ctx0" brushRef="#br0" timeOffset="8">28025 4187 7796,'-6'8'326,"4"-2"0,-2-6 0,8 0-2,6 0 1,9 0 0,4 0 0,1-1 611,-1-4-802,1 3 0,10-10 1,1 2-1,0-1 1,1 0-1,-4 3 1,-2 0 43,-1 0 0,-1 4 0,0 0 0,-3 2-166,-1 2 0,-6 2 1,1 1-206,-3 2 1,-8 6-1,-3-2 51,-4 4 1,-1 2-1,0-1 113,0 0 0,0-4 13,0 0 1,2-7 13,3 2 0,-4-5 0,6-4-2,-1 0 1,-4-3 52,2 2 1,-2 2 33,-2-6 1,-2 5-58,-2 0 0,-4 2 0,-7 2 0,-1 0-18,-3 0 1,2 0-1,-7 0 1,-2 0-35,-1 0 0,-7 2 1,-1 1-1,-2 3-44,-3 2 0,4-3 0,-3 5 0,-1 1 19,-1 2 1,-1 1 0,4 0 0,3 2 24,-1 3 0,6-3 1,-4 4-1,6-4 97,4-2 1,-2 0-1,7 1 430,1-1-328,9-6 1,2-3-1,7-10-116,0-4 0,5 1 0,2-2-48,1-1 0,-5 3 0,3 0 0,1 0-16,2 0 1,1 5 0,3-2 0,3 3 78,0 2 1,1-5 0,2 1 0,5 0 137,3 3 0,2 1 0,0 0 0,0 0-99,0 0 0,4-2 1,2-1-1,0-2-41,1 2 0,2-3 1,-4-1-1,-1-1-79,2-3 0,-4 0 1,2 0-1,-4 1-90,-5-1 0,2 0 0,-7 0-199,-2 1 232,-7 0 0,-5 2 67,-10 4 0,2 2 1,-7 2-1,-1 0-11,-2 0 0,-6 0 0,-2 0 0,0 2-11,1 2 0,-6-2 0,2 4 1,-3-1 2,-2 0 0,-1 0 1,-2-5-1,-3 0-16,-2 0 1,-2 0 0,-4 0 0,-1 0 21,-4 0 0,3 0 0,-2 1 0,8 4 111,5 5 0,4 3 0,4 1 0,5 0-69,7 1 0,9-1 0,2 0 1,8 1-11,9-1 0,7-4 0,9-2 0,2-2 41,2-3 1,7-1 0,1-2 0,4 0 15,1 0 0,-3-5 0,-1-1 0,1-2-81,-1-3 1,-2-2 0,-1 0 0,-3 2-165,-2 1 1,-1 1 0,-7-4 0,-5 2-2276,-7 1-127,-1 7 2570,-12-10 0,-47-14 0,-19-11 0</inkml:trace>
  <inkml:trace contextRef="#ctx0" brushRef="#br0" timeOffset="9">30629 3813 7695,'20'0'0,"-1"0"202,-2 0 0,-1 0 0,-1 0 0,-1 0 0,0 0 0,1 0 0,-1 1 614,1 4 0,-1-2 0,2 5 1,2-1-177,1-4 0,2 3-380,-2-1 0,-2 2 0,7-4 1,2 2-1,1-2 0,2-2 127,0-1 1,6 5 0,3 0-1,4-2-154,1-1 1,-2-2-1,-2 0 1,-4 0-165,0 0 0,-9 0 0,1 0 1,-5 0 52,-4 0 1,-7 0 0,-3-2-2952,-2-3 1105,-1 4 0,-6-7 0,-4 5-856,-5-2 2580,4 0 0,-33-1 0,0-2 0</inkml:trace>
  <inkml:trace contextRef="#ctx0" brushRef="#br0" timeOffset="10">30716 4245 7695,'-10'4'158,"2"3"1081,2 1 1,-4 1 1128,5 6-2063,7-7 1,6 0-1,8-5 1,3 2-1,5-2 1,3-2-1,2 1 359,0 3 0,6-4 0,2 4 0,1-3-525,0-2 0,6 1 0,4 3 0,-2 0-356,-1 0 1,-2-3 0,-2-1 0,-2 0-681,-6 0 1,3 0 0,-3 0 0,-3-1-14,-4-4 1,0-2 0,-6-4 0,1 2-1118,0-3 2027,-2 0 0,2-54 0,1-12 0</inkml:trace>
  <inkml:trace contextRef="#ctx0" brushRef="#br0" timeOffset="11">32068 3640 7695,'2'8'1236,"2"-3"1,0-3 0,5-2 0,2 0-841,2 0 0,8-5 0,3-3 0,3-3-206,2-5 0,6-4 0,3 3 0,4-2 5,1 1 1,-4-3-97,-1 2 1,0-2 0,5 4 0,-1-2-1,-2 1 1,-5 4 11,-4 4 1,-1-1 0,-9 4 321,1-1-417,-4 5 0,-4 3-115,-9 10 0,-4 3 1,-2 3-1,-2 1 119,-2 2 0,-5 7 0,4-2 0,-2 3 60,-3 2 1,3 0 0,-2 1 0,0 2 5,2 2 1,-4 6 0,1-2-1,-5 3-49,-4 3 1,1-1-1,5 0 1,-1 0-66,1 0 1,0-1 0,1-2 0,2-3-71,1-2 0,7-2 0,-4-4 0,3-2-216,-1-3 0,0-1 0,3-6 0,-1 2-492,-2-1 1,-1-2 0,3-2 173,-2 1 1,-1-6 0,3 1-1,-4 0-194,-1-2 0,3 4 0,-3-2 826,2 3 0,-37 14 0,-5 3 0</inkml:trace>
  <inkml:trace contextRef="#ctx0" brushRef="#br0" timeOffset="12">31939 4691 7704,'-10'4'786,"0"1"-76,7 0 1,5-10 0,11-1 0,6-1-94,3 1 0,2-5 1,7 3-1,0-2-74,3 1 0,6 4 1,-2-3-1,2 1-182,-1 4 0,1 0 0,-5 0 0,0-2-232,0 2 1,-1 1 0,-7 2 0,-1 2-66,-3 3 1,-5-4-1,1 4 1,-3-2-222,-1 2 0,-1-3 0,0 4 0,1-1-142,-1 0 0,-4-1 0,-1-4 0,3 0-219,0 0 0,3 0-550,-1 0-403,-6 0 746,-2 0 1,-7 0 0,-2-1-1236,-2-4 1960,0 3 0,-14-36 0,-5-2 0</inkml:trace>
  <inkml:trace contextRef="#ctx0" brushRef="#br0" timeOffset="13">20415 10590 13288,'0'9'802,"-2"1"0,-1 1-735,-2 2 1,-1 3 0,3 3 0,-4 5 25,-1 3 1,-1 4-38,-6 2 1,1 1 0,-1 6 0,1 1 0,-2-1 0,-2 2 87,-1-1 1,-5-2-14,5-1 0,2-11 1,5-1-1,4-7 108,2-6 0,1-10 0,7-1 0,3-9-150,4-6 0,10 1 1,5-12-1,5-3-57,5-5 0,2 0 0,9-7 1,3-1-187,5-1 1,3-7 0,1 0-1,1 1 30,-1 3 1,-5 8 0,-8 8 0,-8 8 148,-12 9 0,-13 6 0,-10 10-49,-9 5 0,-4 11 0,-16 6 1,-4 6 18,-3 4 0,-5 2 0,-5 4 1,1-2 96,2-2 1,7-3 0,-2-4 0,2 2 25,3-2 1,8-8-1,7-5 1,5-3 18,8-2 1,4-6 0,6-3-1,8-5-65,9-5 1,5-4-1,6-9 1,4-2-29,4-3 1,1-1 0,2-5 0,1 1-101,2-1 0,0 0 1,-6 0-1,-4 2-11,-4 3 0,-10 3 0,-5 9 34,-3 2 1,-8 7 0,-7 11 67,-9 6 1,-8 17 0,-12 0 0,-1 6 62,0 2 0,-6-1 0,-2 5 0,-1 0 26,-1 0 1,3-1 0,-3-4 0,6-4-60,2-4 1,7-6-1,4-1-170,4-2 1,6-9-1,15-9 33,4-6 1,11-5 0,4-8 0,4-3 80,6-5 1,-1-3 0,7-2-1,2 0 75,-2 1 0,0-1 0,3 0 0,0 0 34,0 1 0,-1 5 0,-4 4 0,-6 5-35,-6 4 1,-5 5 0,-9 10 0,-2 6 50,-5 7 1,-10 4 0,-5 7 0,-4 1-91,-5 4 1,-2-5-1,-3 1 1,3-4-233,1-1 1,4-4 0,-4-2 0,6-3-3425,4-1 849,-2-7 0,12-2 2763,0-6 0,32-32 0,14-8 0</inkml:trace>
  <inkml:trace contextRef="#ctx0" brushRef="#br0" timeOffset="14">20487 11698 7728,'-7'-8'207,"-1"0"1,-5 3 0,2-5 527,2-3 1,6 4-36,-2-1 328,3 7 0,2-5 77,0 3 0,0 10 0,2 0-606,3 6 0,1-1 1,5-1-1,-1 4-225,1 5 0,2-2 0,-1 3 1,0-3-126,-3-2 1,4 1 0,3-1 0,-3 0-53,0 1 0,-1-1 0,4 1 0,0-1-52,-1 0 0,2 1 0,-7-1 0,3 0-167,1 1 0,-4-2 1,-2-2-1,-2-2-163,-3 3 0,4-4 0,-3 1-486,0 2 0,-3-3-2598,-1 2 824,0-7 2545,0 4 0,13-52 0,3-11 0</inkml:trace>
  <inkml:trace contextRef="#ctx0" brushRef="#br0" timeOffset="15">21264 11583 7762,'12'-15'412,"0"2"860,-3 4 0,-6-4-197,2 3 0,-6 4-716,-9 1 1,0 10 0,-10 5-1,-1 2-54,-3 3 1,-3 4 0,-4 2 0,-1-1-180,-1 1 0,-2 5 1,3-2-1,-4 3-143,0 2 0,2-2 0,-3-1 0,2-2-37,3 1 1,2 1-1,1-2 1,2-5-128,3-3 0,3-2 144,7 1 88,6-7 0,8-2 200,9-6 0,4 0-196,1 0 0,1 0-72,-1 0 1,-6 2 0,-1 1 0,-3 3 26,1 2 1,0 2-1,-5 4 1,0 1 76,0-1 0,0 0 1,0 1-1,0-1-1,0 0 0,0 1 0,0 1 0,0 1-94,0 3 0,0-1 0,-2-5 0,-1 1-326,-2-1 0,1 0 0,2 1 65,-3-1 1,-1 1 0,-4-1 0,4 0-618,-1 1 1,6-6-1,-4 1-1713,3 1 2599,-4-5 0,4 7 0,-4-5 0</inkml:trace>
  <inkml:trace contextRef="#ctx0" brushRef="#br0" timeOffset="16">20803 12000 7528,'0'-8'-1349,"0"0"1457,0 3 0,-1 3 157,-4-2 1,2 2 69,-7 2 507,7 0-468,-4 0 1,7-2-1,-1-1 626,-4-2-513,3 1-214,-4 4 1,6 1-123,0 4 1,0-2 0,0 7-56,0 1 0,0-3 0,0 2 0,0 2-34,0 6 1,0-2 0,0 5 0,0-2-131,0 0 1,0 5 0,0-3 0,0 0-60,0-1 1,0 6 0,0-4-1,0 1 93,0-4 1,-5 3-1,-1 1 1,-1-1 37,1-3 0,0-3 1,2-1-1,0-1 21,0 0 0,1-1 0,0-2 131,-2-1 0,-1-2 0,3 3 169,-2-1-300,0-7 1,5 5-187,0-3-285,0-4 0,2 6-2760,2-7 3206,-2 0 0,4 6 0,-6 2 0</inkml:trace>
  <inkml:trace contextRef="#ctx0" brushRef="#br0" timeOffset="17">9049 6244 8662,'0'-8'3208,"-1"2"-3023,-4 6 1,2 6 0,-7 6 0,0 4 0,1 3 0,-1 0 0,1 2-1,-1 3 92,0 3 0,6 2 1,-4 0-1,1-1 33,4 1-276,1 0 0,2 0 0,0-1 0,0 1 1,0-2-1,0-1 0,0-4-104,0-1 1,0 3-1,2-5 1,4-1 30,9-2 1,1-8-1,8-2 1,3-1 102,5 0 0,0 0 1,6-5-1,4 0 87,4 0 0,4 0 0,4 0 0,-1 0 82,1 0 1,2 0-1,3 0 1,2 0-136,1 0 1,1 0 0,-6 0-1,1 0-189,-1 0 0,4 0 0,-2 0 0,-3-2-20,0-3 1,-5 4-1,2-4 1,1 3 11,2 2 1,0 0 0,-1 0 0,-3 0 20,3 0 0,1 0 0,1 0 0,1 0 54,-1 0 0,1 0 0,-1 0 1,1 0-7,-1 0 0,-5 0 0,-4 0 0,-2 0-1,2 0 0,-3 0 0,1 0 1,-4 0 21,-4 0 1,-1 0 0,3 0 0,-2 0-6,2 0 1,-3 0 0,0 2 0,-1 1-34,1 2 1,0 0-1,3-4 1,-2 2-20,2 2 0,-3 0 0,1-5 0,1 0 167,-3 0 0,1 2 1,-5 1-1,3 2 38,2-2 1,0-2 0,3-1 0,-2 0-10,2 0 1,2-4-1,1-3 1,0-1-36,0-3 1,0-2 0,1-1 0,-1-2-143,0-3 1,-2 3 0,-2-3 0,-7 3 27,-7 1 0,1 1 0,-7-1 0,-1 3 129,-2 2 1,-2 4 0,-1 4 0,-2-1 167,-1-2 0,-6 0-178,6 5-58,-7 0 322,4 0-193,-7 0 1,0-1 0,0-4-16,0-5 1,0-7 0,0-3 0,-2 1-80,-3-2 0,4 1 0,-4-6 1,2 2-168,-2-1 1,2 2 0,-5 1 0,1-1-461,4 1 1,-3 4 0,-1-1-1062,-1 3 1,5 2 482,-2-1 0,-1 6 1128,1-1 0,-13 20 0,2-1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1.0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8330 8532 7800,'14'-13'8,"1"4"0,-1-4 0,2 2 1,3-5 189,5-3 0,3-2 0,2 3 0,0-1 933,0 2-888,-1 1 0,-4 1 0,-1 2 0,-3 2 0,-2 3 602,-2 2 0,-8 3-595,-3 7 0,-5 0 1,-5 7-1,-5 3 40,-2 4 1,-3 3 0,1-4 0,0 4-62,-1 1 0,-4 2 1,0 5-1,1-2-137,2-3 0,2 3 1,-2-3-1,-2 4-48,-1 0 1,5-4 0,4 0 0,-1 0-35,-2-1 0,3 2 0,3-4 0,0 0-59,4 0 1,1-2 0,2-5 0,0 1 65,0-1 0,0 0 16,0 1 1,0-1 0,2-1-40,3-4 1,-4-1 43,4-3 1,-2 2 0,0 4-5,2-2 0,2-4 67,-3 5 0,4-7 0,7 3 0,1-1 59,3 0 0,-1 1 1,6-2-1,3 0-45,5 0 1,5-3 0,7-1-1,4 0 4,5 0 0,3 0 1,3 0-1,3 0 10,6 0 0,0-5 0,1-1 0,-2 0-62,2-1 0,0-2 0,-2 4 1,-5 0-60,-3-1 0,-1 2 0,-1-4 0,-1 2-15,-3 3 1,-2-4 0,-4 3 0,1-1 14,-2-2 0,5 6 1,0-4-1,2 2-39,0-2 0,-7 3 0,4-4 1,-2 1 115,0 0 0,1 1 1,-3 4-1,2 0-72,-1 0 0,2 0 0,-1 0 0,-1 0-39,-3 0 0,-2 0 0,-2 0 0,-3 1-49,-2 4 1,3-3 0,-4 4-1,-2-1 35,-2 0 0,-1 1 0,0-3 0,-1 4 65,1 1 1,0-5 0,0 2 0,0-4 24,-1-1 1,1 5-1,0 0 1,0-2-124,-1-1 0,0 2 0,-3 1 1,-1-2-2,2-1 0,-4-2 0,2 0 0,0 0 44,-2 0 1,-1 5 0,-6 0 0,-1-2 201,0-2 0,-4-1 1,0 0-138,1 0 1,-3-4 0,1-3 0,3 1 6,0-1 1,3-2 0,-1 2 18,0-1 0,1-1 1,-1-6-1,-1 1 68,-3 0 0,2-1 0,-4 1 0,2-2-33,0-3 0,-1-4 0,6-5 1,-1-3-273,0-2 0,1 1 1,-3-5-1,0 2-415,-3 3 0,-1 1 0,2 3 1,-4-1-96,1 0 1,-6 7 0,4 2-1,-5 6-2306,-5 5 2992,-3-4 0,-44-14 0,-11-12 0</inkml:trace>
  <inkml:trace contextRef="#ctx0" brushRef="#br0" timeOffset="1">2575 8518 7758,'10'8'362,"-1"-3"139,-6-4 68,4 6 0,-7-4-321,0 6 1,0-4 0,0 5 0,0 1 0,-2 0-1,-1 0 1,-2-1 0,2 3 0,0 3 271,-2 3 1,2 2 0,-5-4-1,1 4-459,4 1 0,-5 2 1,0 5-1,-1 0 76,-1 0 0,0-2 0,-2-1 1,0-3-72,3 3 1,1 1 0,-3 0-1,3-1-9,1-2 0,3-6 0,4 2 0,0 0-87,0-1 0,0-5 0,1-4 1,4 1 9,5 2 1,2-4 0,4-1 0,3 0 1,5 0 0,4-5 1,2 4-1,4-2 57,4-1 0,11 1 0,9-5 1,9 0-38,8 0 0,7 0 1,-38 0-1,1 0 1,2 0-1,1 0 4,1 0 1,1 0 0,0 0 0,0 0 0,6 0-1,0 0 1,1 0 0,0-1-65,-1-2 1,0 1 0,-3 1 0,1-1 0,1-3 0,0 0-1,2 0 1,0-1 96,2 0 1,0-1-1,-4 0 1,-1 0-1,0-1 1,-1 1-1,-4 1 1,-1 0 30,-1 1 1,-1 0 0,0-1 0,-1 1 0,-3 2 0,-1 1 0,38-1-62,-7 1 0,-9 2 1,3 0-1,-2 0-125,-3 0 1,-4 5 0,-4 0 0,-7 0 13,-6 1 1,-5-4-1,-7 2 1,-4 0 37,-5 0 0,-3-2 1,-2 3-1,1-4 96,-1-1 1,-4 0-1,-2 2 1,0 1 43,0 2 1,-4 0 77,6-5-331,-7 0 1,5 0 115,-3 0 0,-2 0 90,7 0 0,-1 0 0,6-2 54,-1-3 1,0 2 0,-1-7-1,-2 1-32,-1 1 0,0-5 0,4 4 0,0-4-16,1-2 1,-6-1 0,1-1-1,0-4 86,-2-1 0,3-4 1,-5-6-1,0-3-8,1-2 1,2-1-1,-4-4 1,0 4-214,1 4 1,-4 9 0,3 2 0,-4 3-413,-1 2 0,0 2-73,0 2 0,-6 6 1,-4 3-295,-2 3 1,4 4-1,1 1-1139,1 2 2018,4 0 0,-10-12 0,4-1 0</inkml:trace>
  <inkml:trace contextRef="#ctx0" brushRef="#br0" timeOffset="2">22760 3597 8019,'8'6'88,"-2"-2"419,-6 5 1,-1-4-123,-4 5 1,-2-6-86,-2 6 1,1-7 0,3 2 0,-3-2 53,0 2 1,8-3 0,10 1 0,4-5 11,5-3 0,5-6 1,10 0-1,6-5 22,6-3 0,5-7 0,8 2 0,2-3-212,1-2 1,6 1-1,-4-1 1,-1 2-137,1 3 0,-3-2 0,-7 7 1,-2 0-116,-3-2 0,-6 8 1,-7-3-1,-6 2-356,-8 3 1,-6 4-1,-5-2-394,-1-3 0,-7 4 0,2-1-105,-3-2 0,-7 3 0,0-2 1,2-1-1050,1-2 1979,2-1 0,-13-39 0,-3-9 0</inkml:trace>
  <inkml:trace contextRef="#ctx0" brushRef="#br0" timeOffset="3">23364 2950 6589,'-13'1'289,"4"4"0,-4-2 0,2 5 0,-5 0 318,-3 0 1,-7 2-485,2 4 0,-5 2 0,-4 2 0,-6 2 0,-4 4 0,-5 5 0,-5 5 0,-4 3 0,-4 1 0,-1 0-8,1 1 1,3-1 0,6 4 0,4-2-7,3-2 1,10-11 0,6 0-1,8-4 124,5-6 0,8-1 1,5-3-195,6-3 1,7 1-1,9-6 1,7-2 153,6-2 0,0-1 1,4 0-1,1 0-73,0 0 0,0 5 1,3 2-1,-4-1 205,0 0 0,-1 6 0,-3-3 1,1 2-94,-1-1 1,-3 8-1,-5-4 1,-3 2-297,0 0 0,-10 3 0,3 0 0,-3-1-460,-3-2 1,-1-2 0,-7 1-2789,0-1 1025,0-6 2287,0-8 0,25-97 0,-9 33 0,0 1 0</inkml:trace>
  <inkml:trace contextRef="#ctx0" brushRef="#br0" timeOffset="4">19566 8949 7746,'9'0'-41,"1"0"1,1 0 461,2 0 0,-3 0 128,-1 0-338,-6 0 1,4 2-1,-9 1 1,-1 4 0,-3-1 126,-2 0 0,3 6 0,-5-4 0,-1 1-153,-2 1 1,-1 1 0,-2 7-1,-2 2-107,-1 3 1,-6 1 0,1 5 0,-5-1-71,-5 1 1,-3 5 0,-6 1-1,0 2-58,0 3 0,-2 0 0,-1-1 0,-2-2-199,2-2 0,7-1 0,6-7 0,2-1 122,2-2 0,7-7 0,5 3 318,5-5-152,6-7 1,12-1 0,4-7 0,4 0 56,6 0 1,-5 0-1,6-2 1,-2-1 104,1-2 1,4-4 0,-4 2-1,3 1-81,2 0 0,-2-4 0,-1 5 0,0 0-151,1-1 0,-1 3 0,2-5 0,-3 1-88,0 4 1,-5-3 0,3 1-1782,-3 2 437,-2 1 1,-7 4 59,-7 3 1403,-7-4 0,-26 15 0,-12 7 0,-2-3 0,0-1 0</inkml:trace>
  <inkml:trace contextRef="#ctx0" brushRef="#br0" timeOffset="5">19062 9726 7882,'-6'-14'1246,"-4"1"-1079,-2 4 0,-3-4 0,-1 3 0,-1-3-133,-3-1 1,-4 0 0,4-2 0,-3 0-428,-2 1 1,2-2 0,1 7 392,1-3 0,-4-14 0,2-3 0</inkml:trace>
  <inkml:trace contextRef="#ctx0" brushRef="#br0" timeOffset="6">16372 4791 6874,'10'-5'-23,"-1"1"1,-6-3 0,4 4 608,-1-2 1,-4-1 552,3 1 484,-4 4-243,-1-12-1052,0 11 0,-1-4 1,-4 6-1,-3 1-92,0 4 0,-5 3 0,3 7 0,-2-1-200,-3 0 0,1 2 1,-1 2-1,1 3-3,0 1 0,-1-4 0,3 1 1,0-3-491,3-2 0,6 1 0,-1-3 278,8-2 0,4-4 1,8-6-1,3-1 208,5-4 0,4-5 0,4-7 0,2-4 128,-2-1 1,3-4 0,-1-6 0,-2-2 76,-2 2 0,-1 2 1,-2 1-1,-3 2 141,-5 3 0,-9 8-215,-5 7 0,-7 7 1,-6 4-1,-8 9-150,-5 6 1,-3 9 0,-5-4-1,1 2-155,-1 0 0,2-1 0,1 2 0,2-2-41,-1-3 0,4 0 0,2-6 0,3-1-655,1-4 687,7 4 0,3-11 1,10 1-1,5-6 139,3-7 0,1-4 0,2-4 0,2-3 111,1-1 0,5-2 0,-3-5 0,1 1 15,3-1 1,-2 0-1,1 0 1,0 2 28,-2 3 1,-1 3 0,-7 7 27,1-1 1,-7 9 0,-7 6 0,-7 10-125,-8 7 1,-4 7-1,2 8 1,-2 3-113,-1 2 1,-2-5 0,4 2 0,-2-4 30,1-1 1,2 0 0,2-1 0,-1 1 98,1 0 1,4-7-1,1-2-152,-2-5 1,4-3 19,2-8 0,10 0 1,5-14-1,3-3 67,1-4 0,5-1 0,0-6 0,1-1 32,0-3 1,-4 4 0,3-1 0,-3-4 41,-1-3 1,-1-1 0,1 5 0,-3 4 152,-2 5 1,-4 3-59,-6 2 0,-6 7 1,-4 7-1,-2 10-213,-3 8 0,-4 2 1,-2 6-1,0-4-103,1-1 1,-4 3-1,5-3 1,-1 0-72,0-1 1,4 0 0,-4-6-1,4 0 31,2 1 1,0-1-1,-1-1 65,1-3 1,4-6 0,2-8 36,2-6 1,1-4 0,5-6 0,0-4 55,0-3 1,5-2 0,1-1 0,1-4 41,-1-4 1,5-5-1,0-5 1,5-5 5,4-3 0,0 0 0,-2 4 1,1 5 105,-1 7 0,-7 13 0,-3 14 178,-2 12 1,-2 15-1,-9 15 1,-5 9-104,-3 9 0,-1-3 1,0 4-1,-1-3-157,1-2 0,-1-4 0,1-1 1,0 0-69,-1-1 0,6-2 1,-1-6-1,0 0-17,2 0 0,-4-2 0,4-3 1,0-5-75,3-3 1,3-6-90,2-1 1,2-7 0,3-2-1,4-8 113,4-5 1,3-3-1,2-3 1,1-4 88,-2 1 0,-1-5 0,-1 3 0,-1-3 20,1-2 0,-1 5 0,0 2 0,-1 1 365,-3 3 0,1 5-123,-6 9 1,-2 7 0,-8 16 0,-4 5-172,-4 3 1,-2 7 0,1 1 0,-2 2-200,-3 3 1,3-5 0,-2-2 0,5-2 35,4-3 0,4-4 0,-3-1 0,2-2-110,2-4 1,4-2-1,5-6 39,5-4 1,4-3 0,4-4 0,1-3 253,-1-4 0,2-4 1,1-2-1,0-1 113,0-3 1,-1-3 0,-2-7 0,3 0-26,1 1 1,-4-1-1,1 0 1,-3 0-77,-2 0 1,1 7-1,-2 3 1,-2 4 201,-2 6 0,-7-1-138,-2 10 0,-6 5 0,-9 14 0,-1 4-168,-3-1 1,3 5 0,-5-3 0,2 3 57,0 2 1,0-5 0,3-1 0,-2-1-435,-1 0 0,0-4 0,4 1-1617,1-3 935,6-2 0,2-7 0,6-7-73,0-8 1,0-5 0,0-1 1117,0-1 0,0-33 0,0-14 0,0-5 0,0 0 0</inkml:trace>
  <inkml:trace contextRef="#ctx0" brushRef="#br0" timeOffset="7">15523 4547 7557,'-8'6'-1312,"2"-3"1743,6 7 287,-7-7 0,6 5 783,-4-3-189,3-4-769,2 6 0,2-2 21,3-1 1,-2 1-161,7-5 1,-1-1 0,6-3-153,-1 0 0,0-6 0,1 4 0,1-2-46,3-4 1,-3 4 0,5-1 0,-2-2-55,0-2 1,7-1 0,-4 1 0,2 2-81,0 1 0,-6 2 0,2-3 0,0 3-186,-1 1 1,-2 1 0,-6 3-1,-1-2-125,1 2 1,-3 1 54,2 2 57,-7 0 179,3 7 0,-6 1-35,0 6 0,-4 0 0,-1 1 0,0-1-14,-1 1 0,2-1 1,-4 2-1,0 1-17,0 3 1,4 5-1,-4-1 1,0 3-70,0 2 1,0 0 0,-3 0 0,3 0-13,1-1 1,-2-1 0,2-1 0,1-4-31,-1-1 0,1 0 1,3-3-1,-2 1-195,2-2 1,1-5-1,1-3-464,-4 2 1,3-3-235,-3 2 1,2-7 92,-2 2 0,2-4 62,-6-1 1,-1 0 862,-4 0 0,-1 0 0,-18-6 0,-6-2 0</inkml:trace>
  <inkml:trace contextRef="#ctx0" brushRef="#br0" timeOffset="8">15538 5007 7818,'-8'-1'425,"3"-4"1058,-3 3-595,6-4 0,-3 6-599,10 0 0,3 1 0,7 3 1,-1 0 87,0 0 0,2-3 1,2-1-1,3 0-222,1 0 0,-3 0 0,5 0 0,2 0-46,1 0 0,7 0 0,-1 0 0,1 0-157,1 0 0,-3 0 0,3-1 0,-3-3-93,-5 0 1,-3-1 0,0 5-109,-5 0-41,-3 0 195,-8 0 0,-8 0 0,-9 0 83,-4 0 0,-1 0 1,-1 0-1,-1 0 21,-3 0 0,-3 5 0,-7-1 1,0 1-62,0 1 1,-1-4-1,-2 3 1,-2-4-113,2-1 1,-3 0-1,2 0 1,-1 0 39,-1 0 1,5 0 0,-4 0-1,5 0 64,5 0 1,2 0 185,3 0 1,11 0-25,3 0 0,10 0 0,9 0 1,2-1 169,3-4 1,-1 2-1,4-5 1,1 2-18,-1 2 1,-3-2 0,3 1 0,1 2 28,-1 1 0,-3 1 0,4-2 0,-1-2-195,1 2 0,-6 1 0,4 2 0,-2 0-122,0 0 0,0 0 1,-3 0-1,2 0 21,1 0 0,0 0 1,-4 0-301,-1 0 1,-6 2 0,-1 1-463,-1 2 446,-4-1 1,2-4-360,-8 0 1,0 0-624,-5 0 0,4 0-644,-5 0 1954,7 0 0,-10-32 0,5-8 0</inkml:trace>
  <inkml:trace contextRef="#ctx0" brushRef="#br0" timeOffset="9">9020 13784 7664,'0'-10'379,"-1"2"700,-4 2 0,3 0-19,-2 1 735,2 3-767,2-4 0,2 6 1,2 0-718,6 0 1,3 1-1,1 3 1,0 0 124,1 0 0,-1 2 0,1 0 1,-1 1-31,0-1 0,2 4 0,2-5 0,3-1-178,1 3 1,-3-4-1,4 5 1,-1-2-41,0-3 0,1 1 0,2-1 0,-2 2-157,-2-2 1,3-2 0,-5-1-1,-2 0-145,-1 0 0,-1 0 1,-1 0-1,0 0-332,1 0 0,-6 0 1,1 0-493,1 0 1,-3 0-887,2 0 1,-5 0 430,4 0 0,-6-6 913,2-4 0,-5 4-3,-5 1 483,4-3 0,-57 26 0,-6-1 0</inkml:trace>
  <inkml:trace contextRef="#ctx0" brushRef="#br0" timeOffset="10">9107 14115 7660,'-13'9'240,"3"1"1,-1-5 0,6 4 763,2 3 0,-3-4-424,1 1 0,2-4 0,8 3 1,4-2 169,4-2 0,1-3 0,2-1 0,2 0-46,1 0 1,5 0-1,-3 0 1,0 0-203,-1 0 1,1 0-1,-3 0 1,2 0-266,3 0 0,-4 0 1,3 0-1,-1 0-175,-3 0 0,3 0 1,-2 0-1,-2 2-43,-1 3 0,4-4 0,-1 4 1,-2-3-890,-1-2 1,-1 0 0,-1 0-971,0 0 1,1 0 0,-1 0-1258,1 0 3097,-7 0 0,-15-7 0,-9-1 0</inkml:trace>
  <inkml:trace contextRef="#ctx0" brushRef="#br0" timeOffset="11">11596 13741 7612,'0'-15'341,"0"1"0,0 0 1,0-1 380,0 1 0,0-1 1,-2 1-465,-3 0 0,-1 4 1,-5 2-1,1 2 728,-1 2-788,-2 3 0,-1 1 1,-1 0-1,1 0 1,-1 0-1,0 1 1,-3 3 25,-1 0 0,-2 8 0,3-3 0,-1 4-96,2 1 0,-4 1 1,2-1-1,1 2-122,2 3 0,6 2 1,2 5-1,2-4-74,3-1 1,1 4-1,2-2 1,2 1 38,3 0 1,3-7 0,8 3 0,1-4 38,2-2 0,7-1 0,-2-4 0,3-4 45,2-3 1,0-2-1,-1 0 1,0-2 72,-4-3 0,3-3 0,-3-8 0,3-3 20,2-5 1,-7-3 0,-1-2 0,-2 0 105,0 1 1,0-3-1,-6-1 1,-2-3 50,-1-2 0,-7 4 0,2-6 0,-3-1-86,-2-1 1,0-2 0,0 0 0,0-1-124,0 1 0,-5-1 0,0-3 0,0-1 31,-1 2 0,4 1 0,-3 2 1,4 0-87,1 0 1,0 4 0,0 2-1,0 2-242,0 3 0,0 0 0,1 0 0,3 0-307,0 5 0,3 0 0,-4 6 1,2 0-528,-2 1 1,-1 5-1,-1 7-1486,4 2 1,-2 3 2520,7 7 0,-26 39 0,-16 18 0,3 7 0,0-1 0</inkml:trace>
  <inkml:trace contextRef="#ctx0" brushRef="#br0" timeOffset="12">12660 13194 7613,'-6'-8'96,"3"0"0,-7 5 0,-1-2 0,-2 2 0,-1 1 453,-1 2 1,1 0 0,0 0 0,-2 0-205,-4 0 1,3 2-1,-7 3 1,0 4-18,1 4 0,-4 3 1,3 2-1,-3 2-28,-2 3 0,2 1 0,2 6 0,2 2 6,2 2 0,-3 4 0,7-3 0,4 0-39,7 1 1,4 2 0,2-5 0,0 1-57,0 1 1,11-6 0,4 1 0,1-6-124,0-3 0,3 0 0,2-5 0,-1 0-137,1-3 0,3-4 0,-3 2 0,1-3-322,4-1 0,-4-2 1,1-5-1,-1 0-454,0 0 1,2 0-1,5-2 1,-2-3-659,-3-4 1,2-11 1482,-7-4 0,-8-14 0,-3-8 0,-1-5 0,1 1 0</inkml:trace>
  <inkml:trace contextRef="#ctx0" brushRef="#br0" timeOffset="13">12948 13180 7613,'10'-5'464,"-1"0"202,2 2 0,2 1 1,1 2-93,1 0 0,-6 0 0,-1 2 0,-1 4-97,-4 9 1,-1 5 0,-2 11 0,0 2-232,0 6 0,-7 4 1,-2 5-1,-4 6-182,-2 7 1,0-2 0,-3 2-1,-1-5-511,1-3 1,7-7 0,1 0 0,1-6-1493,1-6 1,1-10 1145,7-5 0,5-16 1,2-9-1,1-10 793,3-8 0,2-10 0,-3-23 0,0-12 0,2-9 0,-1 1 0</inkml:trace>
  <inkml:trace contextRef="#ctx0" brushRef="#br0" timeOffset="14">12919 13280 7613,'0'-14'824,"0"0"1,2 4 0,3 2-288,4 2 1,1-4-1,3 4 1,3-1-23,0 1 0,4 1 1,1 5-1,1 0-131,4 0 1,1 0 0,2 2 0,-2 2 88,-3 6 0,3 8 1,-4 2-1,-1 3-397,-3 2 0,0-2 0,-3 1 1,-3 1-120,0 2 0,-2 4 0,-1 1 0,-5 1-32,-4-1 1,-1-1 0,-1-3 0,-6 1-88,-7 0 1,-2 0 0,-8 0 0,-2-1-203,-1 1 1,-6 2 0,-3 0 0,0 3-125,-4-2 1,3-2-1,-2-1 1,0 0-224,-3 0 1,5-2 0,4-5-1,4-6-358,5-5 0,5-9 1069,9-2 0,10-70 0,4 23 0,0-1 0</inkml:trace>
  <inkml:trace contextRef="#ctx0" brushRef="#br0" timeOffset="15">13466 13252 7613,'14'0'351,"-4"0"0,-1 0 0,3 0 1114,0 0-1249,3 0 0,-1 0 1,-1 1-1,-3 4 1,-6 5-1,-2 4 691,-2 5-812,0 3 0,-6 14 1,-4 4-1,-4 6 1,-4 7-1,-3 3 1,0 1-154,1 1 0,-4 3 1,5-2-1,3-5-299,4-3 1,1-4-1,6-9 1,2-4-903,2-4 1,2-9-422,4-7 1680,-3-6 0,10-78 0,-8 26 0,0 0 0</inkml:trace>
  <inkml:trace contextRef="#ctx0" brushRef="#br0" timeOffset="16">13408 13352 7613,'15'-6'385,"-1"4"0,2-4 1,2 1 443,1 0 1,6-6-1,-2 2 1,1-4-361,0-2 0,3-4 1,3 0-1,-3 1-37,1 2 0,-1 2 0,2 0 0,-2 1-228,-3 3 0,1 4 0,-5 6 1,-3 0-416,-1 0 0,-3 1 0,-2 4-270,-1 5 1,-7-2-1,2 1 1,-5 3-785,-5 0 0,-3 8 0,-7 0 1,1 1-1301,0 0 2565,-1 4 0,-17-1 0,-8 0 0,-3 7 0,0-1 0</inkml:trace>
  <inkml:trace contextRef="#ctx0" brushRef="#br0" timeOffset="17">13437 13582 7613,'19'0'0,"0"0"0,1 0 981,0 0 1,-2 0 0,8 0-1,2 0-362,4 0 1,4 0 0,-5-1-1,3-2-318,-2-2 0,-2 0 0,-2 5 1,-4 0-238,-5 0 0,-5 2 0,-3 1-1970,-1 2-1968,-7 6 3874,3-10 0,-6 6 0,0-7 0</inkml:trace>
  <inkml:trace contextRef="#ctx0" brushRef="#br0" timeOffset="18">11106 14115 7632,'-11'0'2728,"8"0"-1931,13 0 1,10-5 0,14 0 0,6 2 632,6 1-1281,12 2 0,9-1 0,11-2 0,-35 0 1,1 1-1,3-1 0,2 1 0,2 0 1,1-1-1,3 1 0,1-1 149,1 2 0,-1-1 0,0 1 0,-1 1 1,-1-1-1,0 2 0,1-1 0,-1 1-192,0 2 0,1-1 1,-3-1-1,0 1 1,0 3-1,-1 0 1,-1 0-1,0-1-17,-2 0 0,-1 0 0,-2 3 1,0-1-1,1-2 0,1 0 0,-2 1 1,1 0 35,-1 0 0,1-1 0,0-1 0,-1-1 0,-2 2 0,0 0 1,0 0-1,-1-1-35,-1-2 0,0 1 0,40-1 0,-7-1 1,-6 0-185,-2 0 1,-5 0 0,-9 0 0,-5 0-564,-7 0 0,-7 5 0,-9 0-3861,-4-2 3201,-11-1 0,-4-2 0,-19 0 1317,1 0 0,-2 0 0</inkml:trace>
  <inkml:trace contextRef="#ctx0" brushRef="#br0" timeOffset="19">12660 14719 7331,'7'-8'2151,"-6"0"-960,4 3-1077,-3 4 1,-4-6 0,-3 7 0,-4 0-1,-6 0 1,-2 0 0,-4 2 0,0 1-1,-1 4 72,-1 1 0,-1 3 0,-4 6 1,-1 3-341,0-3 0,2 4 0,1 0 0,4 1-8,1 4 0,4-1 0,5 1 1,4-2 157,2 1 1,3-2 0,8-1-1,6 0 123,6 1 0,6-7 1,5 0-1,3-7 35,2-2 0,3-2 1,2-5-1,-3 0 87,0 0 1,-3-7-1,5-2 1,-2-6 114,-3-4 1,-8 1 0,-5-4 0,-3 0-63,-1-1 1,-3-1 0,-2-3 0,-5 2-141,-4 1 1,-1 0 0,-1-5 0,-4 2-87,-5 3 0,-2-3 1,-1 3-1,0-4-137,-1 0 1,7-1 0,-7-2 0,3-1-80,3-1 1,0-2 0,5 3-1,-2-2-187,2 2 0,3 7 1,3 2-1,3 1-300,2-1 1,-3 6-1,5-1 1,-1 6-381,-1 2 1,5 5 1014,-3-4 0,-10 25 0,-2 1 0</inkml:trace>
  <inkml:trace contextRef="#ctx0" brushRef="#br0" timeOffset="20">13567 14618 7598,'-15'0'767,"6"0"0,-1 2-434,-1 3 0,-2 1-208,-1 4 0,-1 3 0,1-2 0,-1 5 1,0 5-1,-3 3 0,-3 4 0,-1 6 0,-2 1 1,1 2 170,4 0 0,3-5 1,3 1-1,2-2-317,2-3 1,7-2 0,2-7-48,8-9 1,11-7-1,5-3 1,2-3 99,-2-7 0,3-4 1,-1-12-1,4 2 39,3-1 0,-1-4 0,-6-3 0,-4-2 25,-1 2 1,3 0 0,-5 0 0,-1 0 31,-2 5 0,-8 0 1,-2 9-1,-1 4-56,0 3 0,-2 8 0,-8 1-17,-4 10 1,1 3 0,-2 15 0,-1 3-61,-2 3 0,0 6 0,2-3 1,3 2-105,2 3 0,-4 0 0,5 0 0,2-4-413,2 0 1,1-1 0,0-5 0,0 1-1177,0-4 0,1-8 1698,4 0 0,3-9 0,6-4 0</inkml:trace>
  <inkml:trace contextRef="#ctx0" brushRef="#br0" timeOffset="21">14991 13957 7600,'13'-2'133,"-2"-1"1,-3-4 0,0 1 0,0-2 0,3 0 0,2-2 995,1 2 1,5-4 0,2 4-1,2-2-783,2 0 0,2 1 0,2-6 0,0 3 403,0 2-609,6-3 1,-5 10 0,4-5 0,-4 2-1,-1 3 1,-2 1 0,-1 2-243,-2 0 1,-7 0 0,2 0 0,-3 2-811,-1 2 1,-6 0 0,-1 5 135,-1 2 1,-4-3 0,-8 2 0,-4 1-625,-4 2 1,-8 1 1399,-3 1 0,3-7 0,0-2 0</inkml:trace>
  <inkml:trace contextRef="#ctx0" brushRef="#br0" timeOffset="22">15005 14288 7608,'8'6'380,"0"-5"0,-3 4 0,5-3 418,2-2 1,9 0 0,3 0 0,5 0-306,5 0 0,2 0 0,7-2 1,1-1-111,-1-2 0,-5-4 0,1 4 0,-3 2-199,-4 1 0,2 2 1,-12 0-1,2 0-427,0 0 0,-6 0 0,1 0 1,-1 0-513,1 0 1,-2 0 0,7 0 0,2-1-605,1-4 0,3-8 1,2-8 1358,2-1 0,-2-4 0,1-4 0,2-5 0,-1 1 0</inkml:trace>
  <inkml:trace contextRef="#ctx0" brushRef="#br0" timeOffset="23">17379 14417 7697,'-9'0'2272,"-1"0"-1057,7 6-384,-4-4-101,7 11-440,0-12 0,2 6 1,3-7-89,4 0 0,4 0 0,1 0 0,1 0-89,-1 0 0,1-5 0,1 0 0,1 0-6,2-1 0,2 4 1,-3-4-1,1 1-93,-1 0 1,2-4 0,-1 2 0,-1 1-44,-2 0 1,-2-4-1,1 4-53,-1-2 1,-4 3 39,-1-5 0,-5 5 0,-1-3-37,-6 2 1,-4 0-1,-4 2 1,1 0-57,-1 0 1,-2 1 0,-1 0 0,1-3 30,4-2 0,-4 5 1,3-4-1,-2 2-20,-3 1 0,6-6 0,-1 4 108,-1-2 0,-2 4 0,-1 0 68,-1 2 0,6 2 1,-1 0-1,-1 2 40,-2 2 1,-1 4-1,-1 7 1,1 1 14,-1 3 1,1-2-1,0 7 1,-1 2 21,1 1 1,1 2-1,2 0 1,1 1 24,-1 4 0,5-4 0,1 4 0,3-4 24,2-1 0,7 0 0,2-1 0,4 0-20,2-4 1,1 1 0,1-6 0,4-1-50,1-2 1,1-2-1,2 1 1,-2-1-78,-3 0 1,6-4 0,-4-2 0,1 0-366,-4 0 1,-3-5 0,0 2 0,1-3-544,3-2 0,-1-2 1,-5-3 77,1-4 1,-3-4-1,0-2 798,-3 1 0,-19-23 0,-9-11 0,3-3 0,-1 0 0</inkml:trace>
  <inkml:trace contextRef="#ctx0" brushRef="#br0" timeOffset="24">16732 13942 7695,'0'-14'778,"0"-1"1,0 1 705,0 0 0,0 2-956,0 8 1,0 2-1,0 15 1,0 4-90,0 4 1,1 5 0,4 6-1,3 3-214,0 2 1,5-4-1,-4 6 1,4-1-75,2-1 0,-1 3 0,0-5 0,2 2-31,4 3 1,-4-5 0,3-2 0,-2-2-180,3-2 0,-5-1 0,3 0 0,-5-3-156,-4-1 0,-1-6 0,4 1 1,-4-2-37,-2 3 0,0-9 1,-2 3-1,0-1-663,0 0 1,-3-4-989,-1 1 420,0 0 1,-6-2 1481,-4-4 0,-15-34 0,-6-10 0</inkml:trace>
  <inkml:trace contextRef="#ctx0" brushRef="#br0" timeOffset="25">16876 14446 7970,'-10'0'2500,"0"0"-1783,-1 0 0,3 0 1,-1 1-407,-3 4 0,-2 3 1,-4 8-1,-2 2-62,-3 1 1,-1 6 0,-4 1 0,-3 4-198,-2 4 1,1 6 0,-7-3-1,-1 1-276,-1 0 0,2 1 1,3 2-1,0-2-662,4-6 0,4-9 0,5-4-597,9-4 0,8-10 1483,10-6 0,19-40 0,7-22 0,5-6 0,0 1 0</inkml:trace>
  <inkml:trace contextRef="#ctx0" brushRef="#br0" timeOffset="26">17911 13856 15576,'10'0'335,"0"0"1,1 0-1,2 0 1,1 0-1,2 0 1,3-2 83,5-3 1,3 4 0,4-6 0,1 3-140,1-1 0,7-5 0,-3 4 1,1-1-81,1 1 0,-7-3 1,1 4-1,-2 0-147,-3-1 1,0 4 0,-5-3-489,-3 4 0,-4 1-408,-2 0 0,-6 1-3448,-3 4-879,-4-3 5170,-1 4 0,-38-25 0,-10-5 0</inkml:trace>
  <inkml:trace contextRef="#ctx0" brushRef="#br0" timeOffset="27">19321 13611 7673,'10'0'116,"-2"-1"778,-2-4 1,-2 3-1,-9-3-599,-5 4 1,-3 1 0,-3 0 0,-1 0-20,-2 0 0,-7 0 0,4 1 0,-2 4-66,0 5 1,0-2 0,-5 1 0,2 3-167,3 0 0,-3 8 1,3 0-1,-2 1-58,2 0 1,3 3-1,7-3 1,-1 1 25,1 4 1,6-4 0,3 0-40,4-1 1,7-3-1,4-7 1,2-3 28,3-2 1,6-2-1,3-8 1,1-4 85,-1-4 1,8 0 0,-5-8 0,1-1-89,-3-3 0,-1 1 0,5 0 0,-2-3-12,-3-1 0,2-2 1,-7 0-1,-3 2 45,-5 3 0,0-2 0,-4 7 143,1 2 1,-7 7 0,-1 7-33,-8 6 0,-5 7 1,-1 9-1,0 6-163,-1 7 0,1 5 0,-2 6 0,0 1-263,1-1 0,-2 0 0,7 0 0,-1 0-446,1 0 0,4-6 1,6-3-1,0-4-67,0-1 0,2-4 0,2-4 1,6-8-72,3-5 0,0-5 866,-4-8 0,4-3 0,-5-6 0</inkml:trace>
  <inkml:trace contextRef="#ctx0" brushRef="#br0" timeOffset="28">19623 13036 7673,'7'-15'164,"-6"1"1,4 0 0,-2-1-1,1 1 1,2 1 1152,2 3 1,-3 2-861,4 4 0,-5 8 1,2 3-114,0 9 1,-4 1-1,4 9 1,-1 3 214,0 3 0,5 8 0,-4-2 0,2 5-162,3 5 0,-3-3 0,2 4 0,1 1-159,2 3 1,1-2 0,0 0 0,2-1-96,4-4 0,-4 2 0,3-3 1,-5-7-334,-4-6 0,3 0 1,-4-10-1,2 1-415,-1-4 1,1-3 0,-6-2-2251,-2 1 149,5-7-88,0-2 2794,0-6 0,-1 0 0,-7 0 0</inkml:trace>
  <inkml:trace contextRef="#ctx0" brushRef="#br0" timeOffset="29">19839 13611 7679,'-9'13'100,"1"-2"1,0-3 276,0-1 1,3 2-1,-3-2 1,0-1 1701,0 0-1864,5 6 0,-8-9 0,4 6 1,-1 1-1,-3 0 0,-3-1 0,-4 2 243,-1 2 1,-2 6 0,2 1-1,-4-1-265,1 1 0,-4-2 0,6 4 0,-1 1-226,0-1 1,2-4 0,5 1 0,-1-3-733,1-2 1,4-1-1,2-2-3298,2-1 4063,1-7 0,-1-73 0,2 22 0,0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1.0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2920 12302 7830,'-27'-14'1873,"3"-1"1206,5 1-2791,16 6 1,4 3 0,14 8-1,-1 4 1,1 2 0,1 6-1,1 2 616,2 1 0,7-2-653,-2-2 1,5 0 0,4 1 0,6-1 0,2 1 0,4-1 123,3 0 0,9-1 0,12-2 0,5-3-250,2-1 1,-32-4 0,0-1 0,-1-3 0,1 0 0,0-1 0,0-1-123,0-1 0,-1-1 0,0 1 0,-1 1 0,38-2 0,-10 5-13,-10 5 0,-12 5 0,-13 7 0,-8 4-35,-5 2 1,-3-1-1,-4 4 1,-1-4 55,1-1 1,1-2-1,1-5 1,4-1-45,1-3 0,7-4 0,6-6 1,2 0 66,3 0 1,6 0-1,4 0 1,1 0 140,3 0 0,2 0 0,2 0 0,-1 2-76,1 2 1,0 0-1,1 4 1,3 0-65,5 0 1,-3-4 0,0 6 0,-2 1 114,1 2 0,4 6 0,-3 2 1,0 1 207,0 4 1,9-4 0,4 1 0,-35-13-1,2-1-157,4-2 0,2-1 0,5-1 1,2-2-1,2-4 0,2-2 1,5-1-1,2-3-240,4-3 1,1-4-1,-19 2 1,1-1 0,-1-2-1,4-1 1,-1-2 0,1 0-1,0-1 1,0 0-1,0-1 7,1 0 0,-1-1 1,0 0-1,-1-1 0,0 1 1,0-2-1,0-1 0,0-1 1,0 1-1,-2-1 0,1 1 1,-1-1-630,-1 1 1,-1 0-1,0 0 1,-2 2 0,-1 1-1,-1 0 661,14-6 0,-1 1 0,-1 2 0,-1 0 0,-2-2 0,-1 0 0,1-1 0</inkml:trace>
  <inkml:trace contextRef="#ctx0" brushRef="#br0" timeOffset="1">4417 14993 7800,'0'-21'-216,"1"5"1,2-5 0,2 2 757,-2 0 1,-1 4 100,-2 6 0,0 7 0,0 4 1,2 10-1,1 11 0,3 4 1,1 2 607,-1 0 0,5 1 0,-1 3 0,1 4-671,-2 0 0,4 9 0,-5-2 0,0 0-60,-3 1 1,1 0-1,-1 3 1,-2 3-165,-1 0 1,-2 3-1,0-4 1,0 0-169,0-1 1,-5 5-1,-1-2 1,-1-1-257,1-3 0,-5-3 1,3-2-1,-2-2-348,1-2 1,5-4 0,0-8 0,2-3-1961,2-5 1,0-3 960,0-1 0,2-14 0,1-7 0,2-10-2269,-2-8 3684,-2-10 0,-8-18 0,-5-9 0,0-9 0,0 1 0</inkml:trace>
  <inkml:trace contextRef="#ctx0" brushRef="#br0" timeOffset="2">4359 14892 7818,'-6'-8'206,"-2"-3"0,-5 4 1,2 1 1017,1-1 0,7 1-350,-2 1 0,5-1 1,5-4-241,4 5 0,6 4 0,4-1 1,5-1 273,3-2 0,2 0 0,1 5 0,2 0-92,2 0 0,6 0 1,-2 0-1,2-1-429,-2-4 1,9 3 0,-4-2 0,2 2-350,0 2 0,-7 0 1,0 0-1,1-2-791,-3-2 0,-5 2 0,-9-3-1608,-1 4 1,-3 7 0,-9 4 852,-4 2 1,-10 8-1,-6 0 1,-7 1 1507,-6 0 0,-41 9 0,-18 4 0,22-11 0,1 1 0,0-1 0</inkml:trace>
  <inkml:trace contextRef="#ctx0" brushRef="#br0" timeOffset="3">4388 15323 9266,'16'0'1498,"3"0"1,5-1-521,3-4 0,3 3 1,4-4-1,4 1-58,4 0 0,6-4 0,0 4 0,-3 2-504,-5 1 1,0 2 0,-7 0 0,-1 0-716,-2 0 1,-2 2 0,-4 1 0,-5 2-1064,-3-2 1,3 3 0,0-1-4007,-1-2 5368,-9-1 0,-34 4 0,-15 2 0</inkml:trace>
  <inkml:trace contextRef="#ctx0" brushRef="#br0" timeOffset="4">5165 16100 7822,'8'-14'-317,"-4"0"1536,-2-1 1,4 7 0,4 5 0,4 6-304,6 7 1,2 7 0,5 4 0,0 2-386,2 2 0,-8 2 0,8 2 1,-2 0-250,0 0 1,-3-1 0,-2 0 0,-2-3-175,-8-1 0,3-1 1,-6 2-1,3-2-1491,-3-3 1,2 0-727,-6-6 1,5-9-1,-6-9 2109,0-8 0,0-32 0,0-13 0,0-2 0,0 0 0</inkml:trace>
  <inkml:trace contextRef="#ctx0" brushRef="#br0" timeOffset="5">5740 16057 7822,'-9'2'2649,"-1"3"-1636,-1 4 0,4 6 1,1 2-1,0 4-381,-4 1 1,2 4-1,-2 6 1,-1 3-109,-2 2 0,-1 1 1,-2 5-1,-2 1-366,-1-1 0,-1 0 0,2 0 0,-1-1-648,1-4 1,4-4 0,4-10-4049,5-5 4538,4-10 0,-6-47 0,-1-18 0</inkml:trace>
  <inkml:trace contextRef="#ctx0" brushRef="#br0" timeOffset="6">6661 14705 7689,'-8'-15'241,"-5"6"1,5-1-1,-1 1 1,-1 1-1,-1 3 796,-2 3 0,-1 9 0,-2 4 0,-2 6-509,-1 7 0,-8 12 0,-1 7 0,-4 9 906,1 9-1284,-6 11 0,19-32 0,1 2 0,-4 3 0,2 2 1,0 2-1,2 2 0,1 1 0,0 1 0,3 0 0,1 0 1,1-1-1,1-1 292,3 0 1,1-2 0,2-6-1,0 0 1,4 38 0,4-10-381,5-15 1,7-10 0,14-8 0,4-6-515,4-6 0,-1-5 1,0-7-1,0-1-532,-1-3 0,-2-4 0,3-6 0,-2-2-231,-3-2 0,-6-4 0,-6-7 1215,-4 1 0,-36-58 0,0 29 0,0 0 0</inkml:trace>
  <inkml:trace contextRef="#ctx0" brushRef="#br0" timeOffset="7">6834 14978 9375,'-7'-8'560,"6"3"0,-4 10 0,3 5 401,2 3 0,0 9 0,0 7 0,0 7-256,0 6 0,0 8 0,0 2 1,0 6-398,0 4 0,-1-3 0,-4 4 0,-5-4-342,-3-2 1,4-5-1,-1-6 1,1-6-1,1-6 0,1-6 1,7-4-1,0-5-554,0-3 0,2-8 0,3-3 588,4-3 0,9-32 0,3-17 0,2-1 0,0 0 0</inkml:trace>
  <inkml:trace contextRef="#ctx0" brushRef="#br0" timeOffset="8">7164 15252 8805,'-14'0'872,"0"0"0,-1 6 1,1 3-1,-1 6-135,1 4 1,0 10 0,-1 9 0,1 5-184,0 5 1,4 4 0,2 3-1,2 0-123,2-2 1,3-9 0,2-1 0,6-7-325,7-6 1,2-8-1,8-4 1,2-7-128,1-6 0,2-5 0,1-6 0,2-7 6,2-5 0,-1-9 0,-4 0 0,-2-5-84,-3 0 0,-3-3 0,-7 0 0,-1-1 138,-3 1 1,-4 0-1,-6 3 1,-2-3-404,-2-2 0,-11 5 1,-9-1-1,-5 2-336,-4 2 0,3 12 0,-2 4 0,4 5-90,4 5 1,7 3 0,-2 5-1,4 6-536,6 6 1,2 6 1324,7 6 0,26 31 0,6 9 0</inkml:trace>
  <inkml:trace contextRef="#ctx0" brushRef="#br0" timeOffset="9">7668 15323 8563,'0'-14'2756,"0"0"-1882,0 6 1,0 3 0,-2 10 0,-2 4-63,-6 4 0,2 9 0,-2 6 0,1 7-324,1 6 0,-3-1 1,6 8-1,2-3-296,1-2 1,2 0 0,2 1 0,4-3-102,8-3 1,2-4-1,10-10 1,3-5-58,3-3 1,8-8 0,-2-5-1,4-7-78,1-11 1,-5-1 0,-3-8 0,-3-1 155,-5-3 1,-7 0 0,-3-1 0,-6 0 42,-6 0 1,-3 1-1,-4 0 1,-3 3-447,-4 1 1,-9 5 0,-3-4-1,-1 3-945,-4 2 1,-1 7-1,0 3 1,2 1-432,1 4 1,6 2 0,-1 1-1,3 0 1667,1 0 0,-18-7 0,-5-1 0</inkml:trace>
  <inkml:trace contextRef="#ctx0" brushRef="#br0" timeOffset="10">8085 14546 7689,'0'-9'811,"0"-1"0,2 7 0,3-2 0,4 4 198,4 1 0,3 13 0,3 7 0,5 11 133,3 7 1,4 10 0,1 5 0,1 6-707,-1 8 1,3 2-1,-17-30 1,-2 2-1,0-1 1,-2 0-70,-1 0 0,0 0 1,11 35-1,-10 0 1,-4-5-113,-2-3 1,-7-4 0,3 2-1,-9-1-250,-10-3 0,1-7 0,-7-3 0,2 1-438,0-1 1,-5-5 0,5 2 0,0-5-1107,-2-4 0,-2 2 1,-5-4-1,-1 0-3510,0-4 5049,-6-2 0,-30-7 0,-16 0 0,22-7 0,-1 1 0,0-1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1.0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28515 11036 7713,'0'-15'0,"0"1"1032,0 0 0,0-1 1368,0 1-1567,0 6 0,0 3 1,0 10 303,0 4 1,0 6-838,0 4 0,-2 2 0,-3 4 0,-4 1 0,-6 3 1,-2 4-59,-3 4 0,-7 1 0,0 6 0,-7 0-251,-2 4 0,-3-1 0,-4 4 0,-2 0-86,-3 0 1,9-4 0,-3 0 0,5-3-60,5-6 1,3-3 0,7-8 0,8-3-26,7-4 0,7-9 0,5-3 178,5-2 0,2-1 0,4-5 0,4 0 115,4 0 1,3-7-1,2-2 1,-1-4 109,1-1 0,0-1-1,0 1 1,-1 0-209,1-1 1,-2 1-1,-3-1 1,-4 1-967,-5 0 0,-2 4 0,-5 2-493,-8 2 0,-8 2 0,-12 9 0,-9 6-521,-8 7 1,-6 0 1964,-5 6 0,2 2 0,-4 4 0,-7 4 0,0 0 0</inkml:trace>
  <inkml:trace contextRef="#ctx0" brushRef="#br0" timeOffset="1">27925 11870 7713,'-23'0'0,"3"0"652,-1 0 1,5 0 0,-3-1-1,3-3 581,1 0 0,1-8 0,1 3-632,3-4 0,-1-1 1,6-1-1,2-1-783,2-3 1,1 3 0,0-3 0,0 1-365,0-1 0,4 3 546,1-3 0,-19-23 0,-10-4 0</inkml:trace>
  <inkml:trace contextRef="#ctx0" brushRef="#br0" timeOffset="2">29306 10201 7637,'-2'-27'505,"-3"3"0,2-1 0,-5 5 0,2 3 0,4 2 678,5 6 1,4 6 0,4 11-825,-1 6 1,-7 15 0,2 1 0,-4 5 192,-1 5 1,0 7-1,-1 2 1,-4 1 46,-5-1 0,-3-1 1,-1-3-1,0 1-228,-1 2 1,-1 0 0,-1-6 0,-2-4-15,1-4 1,-1-5 0,3-5-65,3-5 0,8-11 0,2-8-237,6-8 1,12-7-1,9-2 1,3-4-12,1-1 0,1-1 0,0-2 0,0 2-28,0 2 1,-1 2-1,1 6 1,0 2 321,0 2 0,-2 6 0,-3-1 0,-5 8 35,-3 5 0,-3 5 1,-2 6-1,-3 4-185,-2 3 0,-1 2 0,-5-1 0,-1 1-486,-4 0 1,2 0-1,-7-1 1,-1 1-914,-2 0 1,3-5-1,1-2 1,-1-1-3078,2-3 1,0-4 4286,3-4 0,4-29 0,-6-13 0</inkml:trace>
  <inkml:trace contextRef="#ctx0" brushRef="#br0" timeOffset="3">29838 10633 7637,'0'-10'2592,"0"1"0,2 6 0,3-2-1706,4 3 0,5 2 0,6 0 0,2 0-306,0 0 1,10 2 0,-1 1 0,2 2-388,3-2 0,2-1 0,-3-2 0,0-2-195,0-3 0,-6 2 0,-8-7 0,-3-1-464,-6-2 0,-7-1 0,-3 0 0,-10-1-85,-11 1 1,-13 4 0,-7 2 0,-4 2 385,-5 3 0,-1 3 0,-6 4 0,2 6 675,-1 3 0,5 8 0,1 3 0,4 3 49,6 2 1,9-1 0,10 3 0,5 1-219,4 1 0,12 1 0,12-5 0,8-1-519,6 1 1,7-7-1,3-2 1,4-6-1076,1-4 1,-2-4 0,-1-6 0,-3 0-472,-2 0 1,-1-2 0,-7-2 0,-3-6 1723,-5-3 0,-9-27 0,-4-6 0</inkml:trace>
  <inkml:trace contextRef="#ctx0" brushRef="#br0" timeOffset="4">30313 10604 7637,'9'-13'431,"1"2"849,1 2 0,-3 5-260,2 0 1,-7 8-1,3 6 1,-1 4-86,0 6 1,0-3 0,-5 7 0,0 2-396,0 1 1,0 2 0,1-1 0,3 1-1059,0 0 1,1-5 0,-3-2-1,1 1-719,2-1 1,4-4-1,-2-1 1,2-6-1066,7-6 0,0-5 2302,8-5 0,9-25 0,3-12 0,6-5 0,1 0 0</inkml:trace>
  <inkml:trace contextRef="#ctx0" brushRef="#br0" timeOffset="5">30831 10647 9312,'-15'2'1303,"1"3"1,-7 3 0,-3 9-1,-6 7-721,-8 10 0,-7 7 1,-14 7-1,28-22 1,-1 1-106,-1 1 1,-1 0-1,2 0 1,0 0-1,-29 26 1,7-4-176,6-5 1,11-1-1,9-10 1,8-4-1574,9-4 1,5-5-1,6-7 1271,0 1 0,0-14 0,0-2 0</inkml:trace>
  <inkml:trace contextRef="#ctx0" brushRef="#br0" timeOffset="6">31003 11338 7613,'-43'14'486,"5"2"0,0 2 0,-1 3 0,1-1 0,1 3 1,0-1-1,2 4 853,0 1 1,-5 0 0,3-1 0,0-4-2148,4-1 1,7-2 807,2-5 0,13-6 0,-2-1 0</inkml:trace>
  <inkml:trace contextRef="#ctx0" brushRef="#br0" timeOffset="7">28932 11842 7598,'0'-8'1148,"-7"9"1,-2 13 0,-6 9-550,-4 4 0,-3 8 1,-7 4-1,0 2-544,0 2 0,1 0 0,-1-1 0,2-4-911,3-4-1383,9-4 2239,3-7 0,20-56 0,8-22 0,-4-6 0,1 0 0</inkml:trace>
  <inkml:trace contextRef="#ctx0" brushRef="#br0" timeOffset="8">29148 11381 7598,'0'-8'949,"0"3"0,0 10 0,0 5-1144,0 2 1,-2 8 0,-1 0 194,-2 3 0,-16 9 0,-8 5 0,1 5 0,0 0 0</inkml:trace>
  <inkml:trace contextRef="#ctx0" brushRef="#br0" timeOffset="9">29219 11640 7598,'-1'14'418,"-2"1"0,-4-1 230,-1 1 0,5 1 1,-2 3-1,2 5-28,-2 3 1,2 8-1,-5 3 1,0 4-74,0 1 1,-1 7-1,-4 3 1,2 1-505,1-1 0,0 1 0,-6-6 0,-1-2-655,-2-1 1,-1-8 0,6-5-1,0-5-2922,-1-3 3534,-5-13 0,-48-36 0,26 1 0,0 0 0</inkml:trace>
  <inkml:trace contextRef="#ctx0" brushRef="#br0" timeOffset="10">28860 12115 7598,'14'-8'632,"1"0"1,-1 5 0,0-2 878,1 2 1,6 1 0,3 2-1,3 0-845,1 0 0,6 2 0,1 2 1,2 6-759,3 3 0,0 1 0,0 1 0,-2-1-1450,2 0 0,2 1 1542,1-1 0,19 1 0,5-1 0</inkml:trace>
  <inkml:trace contextRef="#ctx0" brushRef="#br0" timeOffset="11">29809 12100 7598,'-1'-8'0,"-4"4"148,-5 2 1,-2-3 0,-4 1-1,-2 0 652,-1 3 1,-2 6 0,2 3-1,-4 3-321,1 5 0,1 3 1,7-2-1,1 4-197,4 2 1,2 1 0,7 3 0,0-2-196,0-1 0,0 0 0,2 3 0,1-1 211,2-2 0,0 0 1,-5 3-1,-2-1 80,-3-2 0,-3-5 1,-8 3-1,-1-1-362,-3-3 0,-5-4 0,1-3 0,-3-3 12,-2-1 1,5-3-1,0-5 1,0-6-786,2-7 757,1-7 0,8-39 0,5-17 0,1 22 0,-1 0 0,1 0 0</inkml:trace>
  <inkml:trace contextRef="#ctx0" brushRef="#br0" timeOffset="12">29781 11525 7598,'-7'8'807,"-1"3"0,-6-4 0,-1 1 278,1 3 1,-2 3 0,-2 5 0,-2 5-579,-3 3 1,4 9 0,-5 0 0,0 3-750,2-1 1,-4-4 0,7 2 0,0 1 241,-2 0 0,-25 3 0,-13 3 0,14-10 0,1 0 0,0 0 0</inkml:trace>
  <inkml:trace contextRef="#ctx0" brushRef="#br0" timeOffset="13">28745 13280 7598,'-15'2'583,"1"3"0,0-4 941,-1 4 0,9-3-964,6-2 1,6-5 0,10-1 0,3-2 0,7-4 0,6 0 0,5-3 0,3-1 0,1-1 353,4-3 1,1-4-1,-1 4 1,1-1-568,2 0 0,0 2 1,-6 5-1,-4-1-143,-4 1 1,-10 6-116,-5 3 0,-9 5 0,-6 5 0,-4 4-49,-4 4 0,-4 8 0,-7 3 1,1 1-115,-1-1 0,1 4 0,0-4 0,-1 4-65,1 6 0,-1-4 1,1 4-1,0-2-300,-1 1 1,1-2-1,0 2 1,-1-2-68,1-2 0,-1-1 0,1 1 0,0 0-360,-1 0 0,6-7 0,1-3-513,1-3 0,-2-6 0,2-2 553,-1-2 1,-1-1-1,-6-5 826,1 0 0,-45 0 0,-12 0 0</inkml:trace>
  <inkml:trace contextRef="#ctx0" brushRef="#br0" timeOffset="14">28630 13741 7598,'9'0'1384,"1"0"1,-1 0 0,7 0-1,5 0-285,8 0 0,6 0 0,10 0 0,1 0-944,2 0 0,5 0 0,-5 0 0,-2 0-572,-1 0 0,-3 5 0,-4 1 0,-6 2-1477,-7 3 0,1 7 1,-8 1 1893,-6-2 0,-23 19 0,-13 2 0</inkml:trace>
  <inkml:trace contextRef="#ctx0" brushRef="#br0" timeOffset="15">29378 13928 7598,'0'14'1845,"1"-4"-322,4-1 1,-2-5-415,7 0 1,0-2-1458,4-2 0,-5-5 348,1 0 0,-58-44 0,-9-7 0</inkml:trace>
  <inkml:trace contextRef="#ctx0" brushRef="#br0" timeOffset="16">29349 15208 7608,'-14'0'1239,"-1"-1"1,1-2-589,-1-2 1,3-6-486,2 1 0,-1 2 0,6-2 0,3 1 38,6 1 1,4-3 295,6 6 0,0 0 0,2 3 1,2-1-1,1-2 0,-1 2-3,-2 2 0,-2 5 1,1 3-248,-1 1 0,-6 1 0,-3 6-108,-4-1 1,-2 1 0,-4-1 0,-6 0-93,-7 1 0,-3-6 1,-4 1-1,1 0-169,-2-2 0,4-2 0,-1-6 1,3 0-169,2 0 0,4-2 1,4-2-1,5-6 51,4-3 0,9-1 0,4-2 0,8-2 34,2-1 1,0 0 0,4 4 0,-2 1 245,2 0 0,-1 6 1,1 3-1,-4 3 646,-1 2 0,-2 0 0,-6 2 1,-4 3-235,-4 4 0,-3 9 0,-2 1 0,0 0-184,0 2 0,-7-3 0,-2 4 0,-4-1-80,-1-4 1,-6-1 0,0-1 0,-1-1-204,0 0 0,-3-4 0,5-2 1,0-2-395,-2-2 1,10-3 0,-4-1 0,4-1-1525,3-4 1,-3-3 0,6-7-155,2 1 1,3 0 2082,5-1 0,54-18 0,-20 14 0,0-1 0</inkml:trace>
  <inkml:trace contextRef="#ctx0" brushRef="#br0" timeOffset="17">29939 15295 7608,'-2'12'296,"-3"-2"1,-3 3 0,-6-5 0,1 1 3337,4 1-2143,-4-7 1,11 2-1053,-3-10 1,5-3-1,5-6 1,5-2-262,3-3 1,1 3-1,0-4 1,1 5-171,-1 0 0,5 2 0,1 2 0,-4 2 69,-5-3 1,2 6 0,-5 0 0,1 1 196,1 0 0,-7 2-198,2 8 1,-10 3-1,-6 8 1,-5 1-124,-3 2 1,-5 2-1,3-3 1,0 1-142,0-2 1,2-5 0,6-3 0,2 1-1227,1-2 1072,7-2 1,-3-12-1,7-4 1,4-3 104,5-1 0,3 0 0,1-1 471,0 1 0,1 6 0,-1 3 441,1 4 0,-6 1 1,-1 1-279,-1 4 0,-3 3 1,-4 6-1,0 1-595,0-1 1,0 5 0,0 0-1446,0-1 1,0-7-2688,0-1 4330,-6-7 0,-66-16 0,25 1 0,0 0 0</inkml:trace>
  <inkml:trace contextRef="#ctx0" brushRef="#br0" timeOffset="18">28702 16057 7608,'-15'8'1281,"1"5"0,7-7 0,7 4 0,10-4-543,8 1 1,9-4 0,8 5 0,0 0 227,0 0 1,5 2 0,-1 6 0,2 1-348,2 2 0,2 5 0,1-3 0,2 1-222,-1 4 1,-3-5-1,0-2 1,-1-3-114,0-2 0,5-1 1,1-3-1,1-5-146,0-4 0,4-7 1,-1-5-1,3-5-192,1-4 0,-1-5 0,-3 1 0,-5-3-343,-3-2 0,1 2 0,-4 3 0,-11 5-1793,-8 3 1,-9 1 1302,-4 1 1,-10 6 0,-10 5-1,-4 4-875,-5 4 1,-4 5 0,-7-4 1761,-4 2 0,-4-3 0,-5 0 0,-7 2 0,1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1.0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9265 12000 7793,'-14'0'907,"-1"0"-334,7 0 1,2 1 0,6 4-92,0 5 0,1 3 0,4 1-263,5 0 1,3 1-1,1-2 1,0-2-1,2-2 1,2 1-1,3-2 1,1-3-1,2-4 173,-2-1 0,6 0 0,-4 0 1,3 0-291,1 0 0,-4-5 0,-1-1 0,-1 0-95,1-1 0,-1-2 0,2 4 0,-5 2 28,-3 1 0,-1 2 0,-1 0 0,0 0 34,1 0 1,-1 0 0,0 0 2,1 0 0,-1 0 1,1 0-1,-1 0 56,0 0 0,1 0 0,1 0 0,1 0-60,3 0 1,0 0 0,-2 0 0,3 0-23,1 0 0,0 0 0,4-1 1,-4-3 16,-1 0 0,3-1 1,-5 5-1,1 0-23,0 0 0,-4 0 0,3 0 0,-1 0-3,1 0 1,-3 5-1,5-1 1,-2 0 2,0-3 0,7-1 0,-2 0 0,3-1 74,2-4 1,1-5 0,2-7 0,3-4-72,2-2 1,2-1 0,2-3-1,-1 3-44,-2 5 0,-4-2 0,3 4 1,-1 4-123,1 6 0,-5 1 1,2 1-1,-4 2-79,-1 2 0,0 5 0,-1 1 0,0-2-72,-4-1 0,3-2 0,-5 0 0,1 0-389,-4 0 0,-3-5 0,-2-3 0,2-3-226,3-5 0,-3-8 0,3 0 0,-3-5 889,-1-4 0,-9-25 0,-4-11 0,1-8 0,0-1 0</inkml:trace>
  <inkml:trace contextRef="#ctx0" brushRef="#br0" timeOffset="1">10258 4316 7701,'14'0'148,"0"0"1,-4 0-1,0 0 1,1-1 3253,2-4-2138,1 3 0,-6 2 1,-3 10-1,-4 3-731,-1 1 1,-1 7-1,-2 5 1,-4 4-145,-1 4 1,-1 6 0,-6-2 0,1 3-67,-1 3 0,6-6 1,-1-1-1,-1-2 13,-2-3 0,5-8-503,3-5 0,5-13 1,5-10-1,6-17-149,7-14 1,4-12 0,9-15-1,2-7 112,-14 32 0,1-1 1,-2-1-1,0 0 0,2-2 1,-1 0-1,0 3 1,0 0-1,0 0 1,-1 2-1,16-26 1,-11 10 496,-3 17 0,-12 21 0,-8 19 0,-10 15 385,-8 16 1,-4 10 0,-8 16 0,-4 6-390,-4 2 0,17-31 1,-1 0-1,-1 1 1,-1 0-1,0 0 1,0 0-105,1-1 1,0-1 0,0-2 0,1 0 0,-19 31 0,1-5 314,1-3 0,15-15-555,5-11 1,22-18 0,18-20 0,10-16-507,7-14 1,5-12 0,7-15 0,-23 28 0,2-1 284,1-2 0,0-1 0,2-1 0,-1 0 0,-2-2 0,-1 0 0,0 3 1,0 0-63,-1 0 1,-1 2 0,17-28 0,-13 8 422,-9 11 0,-16 23 0,-21 19 1,-11 16 545,-10 14 0,-9 8 0,-4 10 1,1 1-1142,-1 2 1,2 0 0,8-6 0,7-4 509,9-5 0,57-41 0,17-11 0</inkml:trace>
  <inkml:trace contextRef="#ctx0" brushRef="#br0" timeOffset="2">27666 10230 7905,'-10'-27'556,"-1"3"1,1 5 677,2 3 1,2 9-1,3 7-566,-2 8 0,-6 10 0,3 3 0,-2 3 1132,1 6-1538,-1-1 1,-6 12 0,-2-1 0,-2 7 0,-1 5 0,-2 6 0,1 4 78,-3 5 1,-7 5-1,14-34 1,0 0 0,1 1-1,-1 2-244,1 1 1,-1 0 0,-16 30 0,6 3 0,1-8-95,3-6 0,-2-2 0,7-3 1,1-3-322,2-5 1,7-2 0,-1 1 0,-1 2 140,-2 2 1,-6-3 0,0 4 0,0-3-130,-2-2 0,3-1 0,-4 0 0,-1 1-54,1-6 1,3-4 0,-4-8 0,1-1 490,0 1 0,3-6 0,-4-4 0,2-3 88,4-2 1,6-1 0,1-2-7,-1-1 1,3-7-73,-2 2-120,7-4 0,-2-1-250,10 0 1,-2 0 347,7 0 1,-1 0 0,6 0-1,-1 0 0,1-4 0,1-3 0,1-1 35,2-3 0,2-2 1,-2-1-1,7-1-139,6 1 1,0-7 0,5-1 0,-1-2-737,1 0 1,-3 0 0,2-3 0,-2 3-1854,-7 5 0,0 7 1601,-7 3 0,-9 12 0,-11 3 0,-10 10 573,-7 8 0,-6-1 0,-6-1 1,1 1 318,-1-1 0,3-5 0,-1 1 0,-3-5 459,-1-4 0,-1-1 0,0 2 1,-1-5 813,1-4 0,-3-2 1,1-4-1,2-6-273,2-7 0,1 1 0,2-9 0,1-3-675,2-3 0,7-3 0,-2 2 0,4-4-825,6 0 0,2-5 0,7 6 1,0-3 580,0 1 0,-45-20 0,17 25 0,0-1 0</inkml:trace>
  <inkml:trace contextRef="#ctx0" brushRef="#br0" timeOffset="3">24803 12201 7864,'-15'-14'277,"1"-1"0,0 1 0,1 0 343,3-1 1,4 6 0,6-1 0,1 0-81,4 2 0,3 2 0,7 6 0,-1 0-107,0 0 0,6 0 0,-1 2 0,-2 2-101,-1 6 0,-1 8 1,-3 1-1,0 0-49,-3 2 0,-6-4 1,2 6-1,-3-2-106,-2-4 0,-2 4 0,-3-3 0,-4-4-110,-4-3 0,3-8 0,1 2 1,-4-3-179,-5-2 0,3-3 0,-5-5 1,4-8-66,2-5 0,1-8 1,4-6-1,2 0 60,1-1 1,4 3 0,-3 6 0,5 3 127,5 5 0,-2 4 0,7 6 0,1 4 226,2 3 0,-3 10 0,-1 8 0,1 10 169,-2 6 0,3 6 0,-6-3 0,-2 0-77,-2 1 0,-1-1 0,0-5 0,0 0-143,0-2 0,-4-8 0,-3 3 0,-1-4-203,-3-6 1,3-5-1,-1-8-191,-3 0 1,1-8 0,2-5-1,2-6-146,1-4 1,4-1 0,-3-4 0,4-1 29,1 0 0,0 5 0,0 2 1,0 1 98,0 3 0,5 2 0,1 2 262,2 0 1,2 1 420,4 3 0,-1 5 46,-4 10 1,3-2 0,-8 7-1,0 1 13,-3 2 0,-2 1 0,-3 1-162,0-1 0,-3-4-2418,2-1-806,4 1 0,-6-4 2868,7-6 0,-38-64 0,14 21 0,0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1.0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14574 6777 7937,'-24'-8'139,"-2"1"1,1 3 421,-3-1 1,8 2 0,2 7 0,5 4 268,4 0 0,5 5-526,0-3 0,2 3 0,2 3 1,0 1-1,0 4 0,0 1 700,0 4 0,0 1-688,0 2 0,0 0 1,2-1-1,1 1 0,3 0 1,1 0 228,-1 0 0,4-1 0,-4 1 0,2 0-186,3 0 1,0-5 0,1-2 0,-3-1-103,2-4 0,7 3 1,1-4-1,-1-4-37,-2 1 0,3-5 0,2 0 0,1-1 39,4-4 0,1-2 1,2-1-1,-1 0-57,1 0 1,0 0 0,1 0-1,2-1-39,2-4 1,4 2-1,-1-7 1,3 1 84,5 1 1,3-5 0,-2 5-1,3-2 1,3 1 0,10-1 1,7-3-1,-1 2-117,3 1 1,6 1 0,-36 2 0,1-1 0,2 2 0,1 0-133,3 1 0,0 0 0,-1-1 0,0-1 0,2 3 0,0 0 0,1 0 0,1-1-53,0 0 0,2 0 0,2 3 0,1-1 0,-1-1 0,-1 0 1,1 0-1,-1 0 53,-1 0 0,-1 0 0,2 2 0,1 0 0,1-2 0,0 0 0,2 0 0,1 0 0,1 0 0,0 0 0,-3 0 0,1 0 0,-3-2 0,0 0 0,1 2 0,1-1 0,2-1 0,1 1 0,0-2 0,0 1 0,1-1 0,-1-1 0,-3 2 0,0 0 0,-3 1 0,0 0 0,2-1 0,0-1 0,0 3 0,0 0 0,2 0 0,-1-1 0,1-1 0,-1 2 0,0 2 0,-2 1 0,-3-2 0,-2-1 0,2 2 0,-1 0 0,-1-1 0,0 1 0,4-1 0,0 1 0,-5 1 0,-1 0 0,0 0 0,0-1 0,-1 0 0,0-1 0,0 1 0,-1 0 0,0 1 0,-1 2 0,2-1 0,-1 0-28,-1 0 1,-1 0 0,2-2-1,-2-1 1,33-2 0,-1 2 27,3 1 0,-7 1 0,1-3 0,-6 0 0,-3 0 0,-3 3 0,-7-1 0,-4-1-53,-5-2 1,-2 1-1,-13 4 1,-3 0-93,1 0 0,-8 0 0,-1 0 22,-3 0 222,-1 0 424,-1 0-259,-6 0-128,-1 0-341,-7 0-5,0 0 1,0-7 0,0-2 250,0-4 1,4-2 0,3-1-1,-1-1 91,1-2 1,4-12 0,-2 1 0,4-5-16,2-5 0,1-2 0,1-3 1,2-3-118,-1-4 0,-2-4 0,-2-2 0,1 1 0,-1-1 0,-1 2 0,-2 2 0,-3 3-93,-2 1 0,-1 2 0,-5 6 1,0 6-1065,0 7 1,-1 3-388,-4 12 1,-3 4 0,-7 17-1945,1 7 3488,0 7 0,-21 23 0,-9 11 0,-3 3 0,0 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1.10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15307 9367 7728,'7'-15'-52,"-6"1"1,6 1-1,-2 2 1852,-1 1 0,3 7-46,-2-2-1378,-4 4 1,12 1 0,-5 1 0,2 4 0,-2 5 0,0 3 504,0 1 0,1 5 1,5 2-1,-1 1-368,-3 4 1,3-1 0,-4 1 0,4-2-147,1 2 1,1 1 0,-1 2-1,1-2-139,-1-3 1,0 1 0,1-4 0,-1 0 13,1 0 0,-1-2 0,0-5-276,1 1 1,-1-1 0,0-1-682,1-4 0,-6-2-2170,1-7 501,0 0 1,-2-2 1299,-4-3 0,-2 2 0,-4-5 1,-2 2 1083,-6 3 0,-22-5 0,-6 0 0</inkml:trace>
  <inkml:trace contextRef="#ctx0" brushRef="#br0" timeOffset="1">15221 9957 7728,'-14'-8'1070,"-1"1"0,7 6 0,5-4 0,8-3-250,9 0 0,2-10 0,10 2 1,3-4 48,3-6 0,8-3 1,-4-3-1,3-3 303,-1-2 1,0-6 0,6-5 0,-3 2-313,-2 1 0,-4 2 0,-5 0 0,0 0-476,-1-1 1,-3 12 0,-12 5 0,-1 5-922,-3 4 1,-4 7-3509,-6 1 362,0 7 1,2-3 3682,2 6 0,-40-13 0,-6-3 0</inkml:trace>
  <inkml:trace contextRef="#ctx0" brushRef="#br1" timeOffset="2">431 17036 7869,'-6'-15'784,"-2"6"0,-6 1 1246,-1 1 0,7 4-1318,3 8 1,4 3 0,1 6 0,1 1-154,4-1 0,-2 2 1,5 3-1,0 5-143,0 3 1,-4 2 0,2 0 0,-1 1-121,0 4 1,-1 3-1,-2 6 1,1 0-112,2 0 0,1-4 1,-2-1-1,0 0 28,0-1 1,-1-2-1,0-6 1,2-2 205,-2-3 0,5-5-178,2-9 0,-2-5 0,0-12 0,0-7 311,-1-8 0,3-7 0,3-6 0,-2-7-145,-1-4 0,1-9 0,6 4 0,3-2-407,-3 1 0,-1 4 0,0-5 0,2-1 0,1-2 0,0 4 0,-4 6 0,-1 6 0,0 7 0,-1 4 0,-3 5 0,-2 9-1464,-4 11 0,-2 4 0,4 3 0,-1 3-279,0 2 1,1-3-1,-2 5 1,0 1-488,0 2 0,2-4 2230,-1 1 0,6-7 0,-3 3 0</inkml:trace>
  <inkml:trace contextRef="#ctx0" brushRef="#br1" timeOffset="3">1223 16849 7784,'0'-15'501,"0"1"1,-2 1-1,-3 2 1467,-4 1-1269,2 7 0,-1-3 0,3 6 1,-4 0 221,-4 0 0,-1 0 1,-1 0-1,3 1-438,2 4 1,-8 3 0,4 6 0,-2 2 21,0 4 0,0-3 1,-2 9-1,-1 3-70,2 3 0,1 6 0,1-3 1,1 2-138,0 3 0,1 3 1,3 3-1,5 2-116,4-1 0,1-3 0,1-2 0,4-2-35,5-2 0,7-6 1,4 2-1,0-5-168,0-5 1,3 3 0,-4-5 0,1 1-307,0-4 0,-2-3 1,-4 0-1,-1 1-511,0 2 1,1-1 0,-2-7 0,-2-1-349,-2 1 1,-4-3-1,3 2 1,0-1-2918,0-1 4103,-5-1 0,-3-20 0,-8-3 0</inkml:trace>
  <inkml:trace contextRef="#ctx0" brushRef="#br1" timeOffset="4">1295 17136 7784,'0'-14'0,"0"0"826,0-1 1,0 6 3308,0-1-3005,0 7 1,1 8-1,2 9-243,2 2 1,6 2-1,-3 1 1,2 5-113,0 3 0,-6 2 1,6-2-1,1-2-286,2-1 0,-3 0 0,-1 5 1,2 0-314,2 0 1,1-2 0,1-1 0,-1-4-354,1-1 0,-4 3 1,0-5-1,2-2-854,-2-1 1,-1-1 0,1-2-6080,-2-4 4553,-5-2 0,0-7 2557,-8 0 0,-29-11 0,-13-4 0,-5-1 0,0 0 0</inkml:trace>
  <inkml:trace contextRef="#ctx0" brushRef="#br1" timeOffset="5">1179 17568 7784,'-9'0'5269,"-1"0"-4332,7 0 0,8-6 0,9-6-56,2-5 1,7-6 0,1-7 0,3-3 91,2-6 1,-1-2-1,1-3 1,0 1-565,0 0 1,-5 6 0,-2 4 0,-1 4-1498,-4 5 1,-5 5-387,-3 9 0,-4 4 0,3 7-728,-2 4 0,4-2 0,-4 5-786,2-1 2988,-4-2 0,2-25 0,-6-4 0</inkml:trace>
  <inkml:trace contextRef="#ctx0" brushRef="#br1" timeOffset="6">1697 16777 11360,'7'9'885,"2"1"1,6 3-661,4 4 0,-3 4 0,5 5 0,-2-1 1178,0 6 0,0-1 0,-4 8 0,-1 4-435,0 4 0,-6 5 1,-3 7-1,-3-1-495,-2 1 0,-7 1 0,-2 0 0,-6 0-678,-4-3 0,3-8 0,-3 0 1,3-3-1709,2-2 0,-4-11 0,2-5 1913,3-4 0,-48-5 0,-23-4 0,23-4 0,0 0 0,1 0 0</inkml:trace>
  <inkml:trace contextRef="#ctx0" brushRef="#br1" timeOffset="7">2676 17251 7748,'-15'0'-238,"1"5"0,0 0 0,-1 0 1,1 0-1,-1-1 0,1 1 219,0 2 1,-1-1-1,1 4 1,1-4 93,3 0 95,-2-4 1,8 4-1,-3-4 983,0 3 444,2-4-507,5 6 1,0-6-186,0 4 1,0-2 0,2 5 65,3-1 0,-2 2 0,6-4-449,3-2 1,-4-1 0,1-2-1,2 0-144,2 0 0,6 0 0,1 0 0,-1 0-136,2 0 0,-4 0 0,6 0 0,-3-2-183,-2-2 0,3 2 1,-2-3-1,-2 4-488,-1 1 0,-1-5 0,-1 0 0,1 2-797,-1 1 1,-4 2-1,-1 0-755,2 0 1,-4 2 649,-2 3 0,-4 3 1,-2 4-819,-4-2 2149,-3 3 0,-26 3 0,-11 1 0,-2 7 0,0-1 0</inkml:trace>
  <inkml:trace contextRef="#ctx0" brushRef="#br1" timeOffset="8">2575 17626 7804,'-6'-8'2032,"-2"1"363,-7 7-1472,7 0 0,8 2 1,10 1-287,3 2 0,1 4 1,0-4-1,1 0-130,-1 1 1,1-4 0,-1 4 0,0-1-234,1 0 1,4 0 0,0-5-1,-1 0-162,-2 0 0,-2 0 0,0 0 0,1 0-349,-1 0 0,1-2 0,-1-1-863,0-2 0,1-4 1,-1 2-948,1-1 1,-6 5 0,1-3 2046,1-1 0,-24 6 0,-4-6 0</inkml:trace>
  <inkml:trace contextRef="#ctx0" brushRef="#br1" timeOffset="9">3798 17410 7877,'-5'-10'764,"-1"2"433,-2 2 0,3 1 0,-3 3 2979,2-2-3429,1 2 0,5-3 1,1 8 190,4 2 1,3 6 0,7-3-272,-1 0 1,0 0 0,1-4 0,-1 0-193,0 0 0,1 2 0,1-1 1,1-2-201,3-1 0,-1-1 0,-3 2 0,1 2-169,3-2 1,0-1-1,-2-2 1,1 0-379,-1 0 1,-2 0 0,-2 0-981,0 0 0,1 0-895,-1 0 0,-4 0-2263,-1 0 2223,-5 0 2187,2 0 0,-44 6 0,-10 2 0</inkml:trace>
  <inkml:trace contextRef="#ctx0" brushRef="#br1" timeOffset="10">4647 17395 7771,'-7'-8'3939,"6"2"-3040,-6 6 0,14 0 0,2 2-305,4 2 1,2-2 0,-1 3 0,0-4 32,1-1 1,-1 0 0,2 0-1,2 0-137,1 0 0,0-1 1,-5-2-1,1-4-246,-1-1 1,1 3 0,-1-4 0,0-1-274,1 2 1,-3-5 0,0 4 0,-4-4-116,-2-1 0,4 4 1,-6 0-173,0-1 1,-3-2 0,-2 1 0,-4 0-281,-5 3 1,-4 1-1,-4-3 1,-1 3 295,2 1 0,-4 1 0,0 3 0,0-2 188,0 2 1,-3 3 0,5 6 0,0 7 409,-2 5 1,5 7 0,-3 1-1,3 4 269,2 4 1,1 4 0,3-3 0,6 2-62,2 3 0,2 0 0,0 0 0,0-3-222,0-2 0,8-3 0,5-7 0,4-2-257,1-3 1,3-2-1,-1-7 1,1-3-200,0-1 0,3-3 0,-3-4 1,0 0-785,-1 0 0,4 0 0,-4 0 1,-3-1-779,-1-4 1,-2 2-1,1-5 1734,-1 1 0,-19-10 0,-4 1 0</inkml:trace>
  <inkml:trace contextRef="#ctx0" brushRef="#br1" timeOffset="11">4978 16489 13418,'6'8'2299,"2"3"1,6-5-1370,1 2 1,-1-3 0,2 5 0,2-1-400,1-1 1,5 0 0,-3-4 0,3 0 496,6 0-883,-1-3 0,6-1 1,-6 0-1,0 0 1,-1 0-1,-1-1 1,-1-3-136,-2 0 1,-11-6 0,1 5 0,-3 0-786,-3-1-2179,5 4 948,-11-10 0,4 12 1,-6 0-3721,0 8 5726,0 4 0,-19 16 0,-5 2 0</inkml:trace>
  <inkml:trace contextRef="#ctx0" brushRef="#br1" timeOffset="12">5783 15942 8056,'0'-14'1401,"-6"-1"0,4 14 0,-1 6 0,5 7-621,2 8 0,8-3 0,-3 7 0,4 2 51,1 1 1,1 2-1,-1-1 1,2 1-186,3 0 0,-3 1 0,4 2 0,-4 2-217,-2-2 1,2-2 0,2-1 0,-1 0-272,-4 0 0,1-5 0,-4-2 0,3 0-333,1 1 1,-4-1-1,-1 2 1,1-5-486,-2-3 0,3 3 0,-5 1 0,1-3-556,-1-1 1,4-6 0,-4-1-3581,2 3 244,-5-6 4552,4 0 0,-39-25 0,-8-5 0</inkml:trace>
  <inkml:trace contextRef="#ctx0" brushRef="#br1" timeOffset="13">6042 16417 7781,'-6'-10'349,"-4"1"0,2 6 1,-1-2 527,-3 3 1,5 2-1,-1 2 1,0 1-42,0 2 0,3 4 1,-3-2-1,0 1-213,0 3 1,3 2-1,-5 1 1,-1 1-76,-2-1 1,-1 5 0,0 2 0,-1 0-202,1-1 0,-1 1 0,1-3 0,0 3-444,-1 1 0,1-4 1,1 1-1,2-3-3547,1-2 2246,7-6 1,-2-3-1,10-10 1398,5-4 0,15-43 0,6-10 0</inkml:trace>
  <inkml:trace contextRef="#ctx0" brushRef="#br1" timeOffset="14">6546 16187 7765,'0'-15'1327,"0"1"1,1 6-1,3 5-649,0 6 1,1 0 0,-3 8-1,1 4 184,2 2 1,4 4-1,-2-3 1,1 2-123,3 3 0,2 1 1,1 5-1,1-1-293,-1 1 0,0 0 1,1 0-1,-1 1-270,0 4 1,1-9 0,-1 2 0,1-3-71,-1-1 1,-1-6-1,-2 3 1,-3-4 25,-2-2 0,1-4-8020,-2-1 4917,-4-6 1,6 2 2969,-7-10 0,-7-3 0,-1-6 0</inkml:trace>
  <inkml:trace contextRef="#ctx0" brushRef="#br1" timeOffset="15">6905 16172 7721,'-6'-8'3000,"3"2"-1835,-7 6 0,5 2 1,-3 2-1,1 6-229,-1 3 1,3 1-1,-5 2 1,-3 3-522,-4 5 1,-1 8 0,-6 3 0,-1 2 60,-3 3 0,-2 2 1,-2 1-1,-1 0-169,1 0 0,-4-1 1,4-4-1,4-4-522,2-4 1,13-9-1077,-1-7 0,9-7 1,2-12-1,8-6-5731,9-7 7022,0-11 0,-5-16 0,-3-10 0,-3-7 0,0 1 0</inkml:trace>
  <inkml:trace contextRef="#ctx0" brushRef="#br1" timeOffset="16">16343 9482 7752,'-5'-10'0,"1"1"0,-1-1 1344,-2 2 0,6 0 3032,-4 3-1706,3 4-1386,2-6 1,0 9-344,0 3 0,0-2-20,0 6 0,0-4-1793,0 5-3772,0-7-620,0 3 5264,0-6 0,7-12 0,1-4 0</inkml:trace>
  <inkml:trace contextRef="#ctx0" brushRef="#br1" timeOffset="17">16933 9007 7729,'0'-14'-56,"0"-1"0,0 1 1,0-1 1487,0 1 1,0 4-507,0 1 0,-1 6 0,-3-4 658,0 1-1277,-1 4 0,0-2 0,-1 7 0,-2 3 0,-2 4 0,0 4 431,1 4 1,-1 6 0,-3-4 0,2 4-179,2 7 1,-1-1 0,-4 9-1,-1-1-155,1-1 1,-1 9 0,1-1-1,0 4-119,-1 6 1,6 1 0,1 0 0,1-2-75,4-1 0,2-7 1,1 2-1,0-5-94,0-4 0,1-4 1,2-8-1,4-1-551,1-2 0,1-7 0,4 2 1,-2-3-270,-1-1 1,-2-1-1,3 0 1,-1-1-715,1-3 1,2 1-1,1-6 1,0-2-2292,1-1 3707,6-2 0,-18-32 0,2-8 0</inkml:trace>
  <inkml:trace contextRef="#ctx0" brushRef="#br1" timeOffset="18">17034 9611 17899,'6'-8'1036,"2"0"0,8 5 0,2-3 482,1-2 0,7 0-1062,-2-2 0,3-3 1,3 4-1,2-2 0,2-1 1,-2 4-1,-2 0 0,-3 2 1,-1 0-1,-4 2-435,-1 3 1,-2 1 0,-5 0-22,1 0 0,-6 0-5266,1 0-2156,-7 0 7422,4 0 0,-14-7 0,-1-1 0</inkml:trace>
  <inkml:trace contextRef="#ctx0" brushRef="#br1" timeOffset="19">17839 9539 9000,'-8'0'5098,"2"0"-3035,6 0-1412,0 0 0,5 2 0,1 1 0,2 2 391,3-2-895,2-1 1,2-2-1,-1 0 1,0 0-1,2 0 1,2 0 0,3-2 81,1-3 0,-3 2 1,4-6-1,-1-3-268,0 0 1,-4-3-1,3 1 1,-2-1-138,0 1 1,-4 0 0,-7-1 0,-2 1 106,-3 0 1,-1-6 0,-4 1-264,-3 2 0,-3 1 1,-6 3-1,-2 3-125,-3 5 0,1-1 1,-4 1-1,-1 4 387,1 4 1,3 5 0,-3 6 0,-1 1 236,1-1 1,3 7 0,-5 4 0,0 6 144,1 2 0,2 6 0,7-4 0,0 2 181,-1 3 0,7 0 0,4-1 0,2-2-27,2-2 1,2-1-1,2-5 1,6-2-224,3-3 0,3-3 0,1-9 0,4 0-158,1-3 0,-2-6 0,2 2 1,0-3-293,1-2 1,-6 0 0,4 0-1,-2 0-822,0 0 1,1-5-1,-6-1 1,0-2-55,1-4 1,-1 5 0,1-3 0,-3-1 1082,-2-2 0,-29-8 0,-13-1 0</inkml:trace>
  <inkml:trace contextRef="#ctx0" brushRef="#br1" timeOffset="20">18228 8921 7741,'-6'-8'1375,"4"0"1,-4 5-269,-1-2 1,7 0 0,0 5-1,8 0-655,5 0 0,1 0 0,1 0 1,-1 0 3139,0 0-3136,7 0 1,-3 0-1,4 0 1,-1 0-1,-2 0 1,2 0-1,1 0-135,1 0 1,4-5 0,-5 0 0,1 1-641,-4-3 1,0 4-1,-1-5-1641,-1 2 1,-6-1-1806,4 2 1,-4 4 3764,-11-4 0,-35 23 0,-20 6 0</inkml:trace>
  <inkml:trace contextRef="#ctx0" brushRef="#br1" timeOffset="21">18904 8403 7741,'0'-10'568,"-1"2"2050,-4 2-2053,3 1 0,-3 5 1,10 2-1,5 2 1,2 6 1099,3 3 0,-1 6-1070,1 0 0,4 7 1,0-4-1,0 2 1,0 0-1,1 2 96,-3 1 0,4-3 1,-2 0-1,0 1-419,2 2 0,-3 1 1,4-3-1,-1-2-210,-4-3 1,-1 4-1,-3-4 1,-2-3-712,-1-1 0,-5-1 0,3-1-2360,-2 0 0,-1-4 899,-5-1 1,-2-5 0,-2 0 2109,-6-2 0,-28-8 0,-9-2 0</inkml:trace>
  <inkml:trace contextRef="#ctx0" brushRef="#br1" timeOffset="22">19091 8820 7741,'-14'0'0,"-1"0"0,1 0 2198,0 0 1,-1 0-773,1 0 1,6 6 0,3 4-995,3 3 0,-2-4 1,-3 3-1,1 2-227,-1 4 1,1 1 0,1-5-1,-3 0-218,0 1 1,0-1-1,5 1-2700,-2-1-2314,-6 0 5027,10-6 0,1-27 0,7-13 0</inkml:trace>
  <inkml:trace contextRef="#ctx0" brushRef="#br1" timeOffset="23">18890 9007 8236,'0'8'5162,"-7"-2"-4552,6-6 1,-1-1 0,9-4-1,-1-5-230,0-2 1,6-3-1,-1 1 1,5-2 454,3-3-706,6-4 0,-7-4 0,6 2 0,0 1 0,0 0 0,-2 0 0,-1 1-5,-3 2 1,-2 7 0,-2 6 0,-1 0-160,-4 0 0,-1 5-83,-3-2 204,-3 3 0,4 4 1,-7 3-1,-4 4-11,-5 4 1,-3 3 0,-1 2 0,0 3-215,-1 1 1,1-3 0,0 4 0,-1-1-209,1 0 1,-1-4-1,1 1 1,1-3-378,4-2 1,-3 1 0,6-2 0,0-2-778,-1-2 0,2-7 1501,5-2 0,7-51 0,1-19 0</inkml:trace>
  <inkml:trace contextRef="#ctx0" brushRef="#br1" timeOffset="24">19494 8475 9961,'-8'0'1916,"2"0"0,7 0 0,2 1-1265,2 4 0,6 1 0,-1 6 0,3-3-176,1 2 1,-3 7-1,2 1 1,3-1 309,0-2-658,0 5 1,-2-4-1,2 6 1,2-1 0,1-1-1,-1-1 1,-2-2 93,-2-2 0,1-2 0,-3 1 0,0-1-210,-3 1 1,-4-6 0,3 1-939,-2 1-946,5-5-613,-9 1-668,4-7 1109,-6 0 1,-1 0-565,-4 0 2609,-3 0 0,-25-7 0,-6-1 0</inkml:trace>
  <inkml:trace contextRef="#ctx0" brushRef="#br1" timeOffset="25">19854 8518 7700,'0'-15'169,"0"1"589,0 0 1,0-1 194,0 1 0,-2 6-369,-3 3 0,2 3 0,-7 4-29,-1 3 0,-2 3 0,-1 6 0,-2 2 61,-3 3 0,-3 4 0,-7 6 0,0-1-153,0 1 0,-6 5 0,-3 1 0,-2 2-168,1 3 1,-1-5-1,7-2 1,2-4 310,6-5-1190,-2 3-479,17-17 0,2 1 0,15-14 0,1-3-215,3-2 0,0 3 1,0-3-1,-1 1 1278,1 4 0,-24-5 0,-5 0 0</inkml:trace>
  <inkml:trace contextRef="#ctx0" brushRef="#br1" timeOffset="26">19882 8302 8218,'-6'-8'4552,"6"2"-3817,0 6 0,5 6 0,6 4 1,-1 2-48,1 3 0,2 1 1,1 3-1,2 3-30,3 1 1,-3 4 0,3-3 0,-1 5-91,1 4 0,-3-1 1,3 5-1,-3 0-209,-1 0 0,-1 6 0,-1 5 0,-4-2-143,-4-1 1,2-2 0,-3 0-1,0 0-54,-3 0 0,-1 1 0,0-1 0,0 0-160,0 0 0,-5 0 0,-1 0 0,0 1-256,-1-1 0,-2 0 0,2 0 0,-1 0 41,-3 0 1,3-1 0,-2-2 0,-1-2 22,-2 2 0,-1 0 0,0 0 1,-1-3 143,1-2 1,0 0-1,-2-3 1,-2 2-194,-1-2 0,-5-2 0,5-1 0,1-2-136,2-3 1,-3 2-1,0-7 1,-1-2-420,0-1 1,2-6 0,-6-2-1,0-2-99,2-2 0,1-3 1,7-1-1,-1-1 893,1-4 0,-8-28 0,-3-12 0,-2-7 0,0 1 0</inkml:trace>
  <inkml:trace contextRef="#ctx0" brushRef="#br2" timeOffset="27">20645 7971 7738,'-6'-10'179,"-4"1"1,4 4 0,-1-3 1001,1 2 346,4-5-14,-4 3 1,6 1-853,0 7 1,0 7-1,0 7 1,0 2-339,0 3 0,0-1 0,0 6 0,0 1 10,0 2 1,-2 4 0,-1 1 0,-2 3-86,2 2 1,1-4-1,2 6 1,0 1-28,0 1 0,0-2 1,0-1-1,0 0-20,0-1 1,0 3-1,-1-5 1,-2 0-23,-2 1 1,0-1-1,5-2 1,0 4-104,0 0 0,0 0 0,0-5 0,0 3-27,0 1 1,-5-2-1,0 3 1,2 0-7,2-1 0,1-2 0,0 3 0,0-2-46,0-3 0,-2 3 1,-1-1-1,-2-1 15,2 2 0,1-4 1,2 4-1,0-2-109,0 1 0,0 1 1,0-4-1,0-1 5,0-3 1,0-1 0,0 2 0,0 3 99,0 2 1,0-7 0,0 3 0,0-2-64,0 0 0,-1 2 0,-3 0 0,0-1 95,0 1 1,3 0-1,-1 0 1,-1 0-27,-2-1 0,0 1 0,5-2 0,0-1-51,0-2 1,-4 0 0,-1 5 0,2-2 24,1-3 0,2 1 0,0-4 0,0 2 11,0 2 0,0-4 0,0-2 0,0-1-49,0 1 0,0-2 1,0 6-1,0-2 19,0-4 0,0-1 0,0 0 1,0 2 45,0 1 0,0 0 1,-2-4-1,-1-1-23,-2 0 0,1 1 0,4-1 56,0 0 0,-5 1-42,0-1 1,-1-1-487,1-3 16,3 2 1,-9-8-1478,6 5 683,1-6 0,-1 5 11,0-3 1,-6 3 298,1 7 0,4-6 1,-1-1-1906,1-1 2853,4-3 0,-42-48 0,-4-12 0</inkml:trace>
  <inkml:trace contextRef="#ctx0" brushRef="#br2" timeOffset="28">20889 10690 7881,'0'-14'443,"0"4"0,0 1 1965,0-2-1434,0 4-578,-6 1 0,3 6 0,-7 1 264,-1 4 1,3-3 0,0 4-282,2 1 1,-5-1-1,3 5 1,-2-3-127,0-1 1,6 4 0,-4-2 0,0 4-111,0 2 0,3-1 1,-3 0-1,0 1 25,0-1 1,0 2 0,-2 2-1,4 1-87,-1-1 0,4 2 0,-5 1 1,2 0 45,3 0 0,1 3 0,2-4 0,0 1 57,0 0 1,0 3-1,0-5 1,0-1-16,0-2 1,2-2-1,1 0 1,3 1-66,2-1 0,2-6 0,4-3 1,1-3-97,-1-2 1,5 0 0,0-2 0,1-3 68,0-4 0,1-9 0,5-3 0,-4-1 9,-1-4 0,0 1 1,-5-1-1,1 2 26,1-1 1,-12-1 0,5 0 0,-4 4-23,-2 1 1,-1-4 0,-4 2 0,-1 1-126,-4 3 1,-3-2 0,-8 2 0,-2 1-86,-1 2 0,-5 2 0,5 1 1,0 2-173,-2 1 0,5 5 1,-3-3-1,3 2-783,2 3 0,-1 1-1438,1 2 1354,6 0 0,3 0 0,10 0 0,4 0 1159,4 0 0,14-6 0,4-2 0</inkml:trace>
  <inkml:trace contextRef="#ctx0" brushRef="#br2" timeOffset="29">21177 7885 7697,'-9'-8'1096,"1"1"754,1 1-1088,-4 4-440,3-4 0,-2 6 0,1 0 0,-2 0 304,-2 0 1,3 0-1,1 2-337,-2 2 0,-2 3 0,-2 4 0,1-1-71,0 1 0,4 0 0,0 0 0,-1-1-21,-2 1 0,-1 2 0,1 1 0,2 0-44,1 1 1,2-1 0,-3 1 0,3-1-73,2 0 1,-4 1-1,4-1 1,0 1-10,-1-1 0,2 0 0,5 1 66,0-1 0,0 1 0,0-1 6,0 0 1,2 1 0,3-1 63,4 0 0,3-4 0,-1-2 0,-2-2-27,2-2 0,-3 2 0,2-1 0,1-2-40,2-1 1,-3-2 0,-1 0 0,2 0-30,2 0 1,2 0 0,-1 0-1,2 0-22,3 0 1,-3-2 0,3-3 0,-1-4-98,1-4 1,-3-2 0,5 1 0,-2 0-27,0-1 1,0 1 0,-4 0-1,1-2-33,3-4 1,-3 6-1,3-2 1,-3 5 21,-2 0 1,1-2 0,-1 0 0,-1 2-50,-3 1 0,2 5 0,-2-4 26,3-2 1,1 4 0,1 2 44,-1 4 0,0-4 0,1 0 36,-1 2 1,1 1 0,-3 4-1,-1 1-6,-1 2 0,0 1 1,4-2-4,0 0 1,-4 6 0,-2-4-1,0 1-2,0-1 0,-3 4 0,3-4 0,-2 2 20,-3 3 0,-1-3 1,0 0-1,1 0-19,2 0 0,-1-3 0,-4 5 214,0 1 0,0 2-116,0 1 1,-4-4-1,-3-1-118,-1 2 1,3-4 0,-3-1-1,0-1-8,0 0 1,0 1-1,-3-3 1,2 2-10,-3-2 1,0-1-1,-3-2 1,1 2-7,0 2 0,-1-2 1,1 3-1,-1-4-26,1-1 1,0 0 0,-1 0 0,1 0-17,-1 0 1,-4-1 0,0-2 0,1-4 50,2-1 1,2 3-1,0-4 1,-1-1 35,1 2 1,1-4-1,2 2 1,1-3 4,-1-1 1,-2 4 0,-1 1 0,0-3-47,-1 0 0,-1 2 0,-1 0 1,-3-1-46,3-2 1,1 4 0,2 1 0,-1 0-45,1 0 0,-1 5 0,1-4 1,0 2-121,-1 1 0,6-1 0,1 3-193,1-3 1,2 2-64,5-6 1,0-1 0,2-3-410,3 4 1,-2-4-234,7 3 1,-6 4 0,4 0-2438,-1-1 3579,-2 6 0,-57 45 0,20-12 0,0 0 0</inkml:trace>
  <inkml:trace contextRef="#ctx0" brushRef="#br2" timeOffset="30">22558 9467 16843,'15'-4'0,"1"-3"652,3-1 0,-1 3 0,5-3 0,5 0 0,2 2 1,4 0-1,-1 2 0,1 3 799,-1 1 0,2 0 1,-3 0-1,2 0-645,-2 0-806,-2 0 0,-1 0 0,0 0 0,0 0 0,-1 0 0,1 0 0,-2 0 0,-3 0 0,4 1 0,-6 3 0,0 0 0,-2 0 0,-5-1 0,0 0 0,-1 2 0,-6 1 0,-3-1-1776,3-3 441,-6 4 0,4-8 0,-6-2 274,0-6 0,0 2 1,-2 0-1,-1 0-2943,-2 0 4004,-6 5 0,-61-10 0,25 9 0,0 0 0</inkml:trace>
  <inkml:trace contextRef="#ctx0" brushRef="#br2" timeOffset="31">15020 10518 7807,'0'-15'231,"0"1"1,1 3-1,2-2 1,2-3-1,0 0 1,0 0 2133,0 2-1434,-1-1-584,-4 1 0,2 8 1,1 6-1,2 8 100,-2 4 1,4 7-1,-3 1 1,1-1-205,2 2 0,-4-1 0,5 6 0,-2-2 1,-3 2 1,1 1 0,-1 2 223,2-1-352,-1 1 0,3 0 0,1 0 1,1-1 44,1 1 0,0 0 0,4 0 0,-1-1-173,-4 1 1,9-2 0,-4-1 0,2-2 61,0 2 1,0-4 0,2 0 0,1-1 45,-1-3 0,2-1 0,1-1 0,2-1 31,2-7 1,2 0 0,2-4 0,1 0 40,4-3 0,3-7 1,4-4-1,-1-4-118,-1-5 0,1 1 0,6-4 0,2-1-55,-2 1 1,-1 0 0,0-4 0,1 2-10,2-2 1,5 4-1,-5 0 1,-2 1 56,-1 3 1,-2 1 0,0-1 0,0 1 38,1 4 0,-3 0 1,-1 7-1,-2-1 116,2 1 1,-4 1 0,-1 5 0,-3 0-109,-3 0 0,2 2 1,-8 1-1,-1 3 60,-3 2 1,-3 2-1,-1 6-91,-1 3 1,-6-3-1,-1 3 1,-3-3-119,1-2 1,2 2-1,-4 2 28,2 1 0,4 0 1,-2-6-1,-1-2-89,0-1 0,1-5-139,-2 4 0,2-5 241,8 0 0,-1-2 0,1-4 0,-1-2 33,0-6 0,2-3 1,4-1-1,2-2-111,0-3 0,7 3 1,-2-5-1,5 2-15,0 0 0,-1-1 0,-1 6 0,2 1 37,2 4 1,-1-3 0,-3 8 0,2 0 6,2 3 0,-4 1 0,-4 0 0,0 0 89,-6 0 0,-2 0 1,-4 0-1,-1 1 165,-3 4 1,1-2 0,-5 7-71,2 1 0,-3 0 0,3 1 0,0-4-42,0-2 1,-3 4 0,4-6 0,3 1-23,0 1 1,3-4 0,-1 4 0,1-1-61,-1 0 0,2 0 0,2-5 1,1 0-22,-2 0 0,4 0 0,0 0 1,0 0-11,-1 0 1,6 0 0,-4 0-1,2 0-10,0 0 0,-1 0 0,2 0 0,-2 0 50,-3 0 1,0 5 0,-6-1 0,0 1 33,1 2 0,-2-4 0,-2 5 0,-2 0-1,3 0 0,0 1 0,3 6-47,-1-1 0,0-4 0,1-2 0,-1 0 8,1 0 0,1-3 0,3 3 0,5-2-5,3-3 0,2 4 0,1-3 0,2 0 4,2-3 0,-1-1 1,-2 0-1,1 0-16,1 0 0,5-1 1,-4-3-1,-2 0-6,-2 0 0,-1 3 0,0 1 0,0 0 2,-1 0 0,-4 0 0,0 0 1,4 0 29,4 0 0,-2 0 0,5-2 0,-1-1 107,-1-2 0,1-1 1,-4 3-1,2-2-13,2 2 0,1-5 1,-3 0-1,1-2-104,-1 0 0,4 1 1,-3-4-1,-2 2-327,-6 1 1,2 1 0,-4-6-1,-1 1-866,-3-1 0,-3 1-2229,-1 0 3427,-7 6 0,-60-11 0,-19 3 0</inkml:trace>
  <inkml:trace contextRef="#ctx0" brushRef="#br2" timeOffset="32">14905 12115 7825,'-13'-10'440,"3"1"1,-3 4 0,4-3 0,-2 0 1437,1 0 0,2 5-123,3-2-1231,4 3 0,-12 4 0,5 3 1,-2 4-1,1 4 167,-3 1 1,0 1 0,-3 1-1,1 3-178,0 5 0,1-2 0,2 2 0,1 2-111,-1 1 0,0 4 0,-1 0 0,4 3-92,2-2 1,-4-2-1,6 1 1,0 1 3,3 1 1,1 1-1,0-5 1,0-1-30,0 1 1,0 0-1,0 0 1,1 0-66,4-1 1,2 1 0,4 0 0,-2-2-221,3-3 0,0 2 0,3-7 0,-1-2 0,1-1 0,4-1 0,0-2 0,-2-2 0,-1-2 0,4-5 0,0 0 0,1-2 0,0-2 0,5 0 0,-4-2 0,2-2 0,0-6 0,-2-3 0,2-1 0,-3-2 0,0-3 0,-4 1 0,6-4 0,-2-1 0,-4 1 0,4 3 0,-2-5 0,-1 0 0,-2 1 0,-2-4 0,0 5 0,1-2 0,-1 0 0,1 1 0,-3-2 0,0 1 0,-3-2 0,-6 4 0,2-2 0,-3-2 0,-2-1 0,0 3 0,-2 0 0,-1-1 0,-2-3 0,-8 3 0,1-2 0,-6-4 0,0 1 0,-4 0 0,0 2 0,-4 1 0,-3-2 0,9 9 0,-9-7 0,2 4 0,-1 6 0,0 1 0,0 3 0,3 2 0,1 1 0,2 7 0,-2-2 0,4 3 0,4 2 0,2 0 0,0 0 0,6 7 0,3 2-1084,3 4 0,9 2 0,4-3 0,8 0 1084,10-3 0,0-25 0,6-1 0</inkml:trace>
  <inkml:trace contextRef="#ctx0" brushRef="#br2" timeOffset="33">15782 12590 7903,'-9'-8'2769,"-1"3"0,8 3-1119,2 2 0,7 0-471,7 0 0,1 0 1,-3 2-1,0 1 235,-3 2 0,2 0-912,8-5 0,-3 0 0,4 0 0,-3 1 0,2 2 0,4 2-159,-1-2 0,5-1 0,-3-2 1,4 0-344,0 0 0,1 0 0,0 0 0,-2 0 0,-3 0 0,2 0 0,-7 0 0,0-2 0,2-2 0,-5 2 0,3-3 0,-3 4-1603,-8 1 0,-2 1-5489,-6 4 1564,0-3 5528,0 4 0,-13 0 0,-3 2 0</inkml:trace>
  <inkml:trace contextRef="#ctx0" brushRef="#br2" timeOffset="34">17034 12431 7828,'-15'-14'597,"1"0"1,0 4 838,-1 0 0,6 7-907,-1-2 1,5 4-1,-3 2 1,2 4-1,1 5 1,0 3-1,-1 1 1,0 2 600,-1 3 0,-4-1 0,3 6 0,-2 1-610,1 3 0,-1 5 0,-3 2 0,2 2-203,2 3 1,4 3-1,-3 4 1,1 0-27,4 0 0,3-6 0,5-1 0,6 0-102,7-4 0,3-9 0,4-5 1,-1-1-18,2-4 1,2-7 0,4-5 0,2-4-62,-2-1 0,0-6 0,0-4 0,2-4 72,-3-5 0,-5-3 1,-4-7-1,1 0-124,-1 0 1,-9 0-1,0-1 1,-4-2-70,-1-2 0,-4-1 1,0 2-1,-4-4-203,-4 0 1,-9-4 0,-8 2 0,-1-4-235,-4-5 1,-1 5 0,-2 0-1,0 8 84,1 4 0,4 4 1,1 3-1,1 7 254,-1 5 0,6 6 0,-2 8-347,3 2 0,3 4 1,3 7-1,5-1-555,4 0 0,1 2 0,0 2 0,0 3-601,0 1 0,0 1 0,1 2 0,3-2 1612,0-3 0,33 25 0,3 1 0</inkml:trace>
  <inkml:trace contextRef="#ctx0" brushRef="#br2" timeOffset="35">17868 12719 7795,'-14'0'5371,"-1"0"292,7 0-4255,2 0 1,8 2-1113,2 3-1027,-2-4 0,6 6-3626,-3-7 4357,-4 0 0,-1-39 0,-8-9 0</inkml:trace>
  <inkml:trace contextRef="#ctx0" brushRef="#br2" timeOffset="36">18329 12748 7770,'-10'0'2956,"4"0"-1495,4 0 0,5 0 1,12 0-1,1 0-764,3 0 0,-3 0 0,5 0 0,-2 0 37,0 0 0,5-2 0,-5-1 1,-1-3-438,-2-2 0,3 5 0,0-4 0,-1 2-227,-2 1 1,-4-8-1,0 4 1,-4-1-270,-2-1 0,4 1 1,-6-6-1,0 1-125,-3-1 1,-2 3-1,-4 0 1,-5 3-247,-3-2 0,-7 0 1,-3 1-1,-1 5 284,0 4 1,0 1 0,-4 0-1,-1 1 347,0 4 0,2 3 1,1 8-1,4 3 255,1 5 0,-5 3 1,4 2-1,0 0 199,3 0 1,7 4 0,4 2-1,2 0 29,3 1 1,1-3 0,4-4 0,3-2-199,4-3 0,9 2 1,3-7-1,-1-1-170,1-2 1,5-9 0,-2 0-1,1-2-199,-1-1 1,2 1 0,-5-5 0,-1 0-544,1 0 0,3 0 0,-5 0-2605,-1 0 0,-4-1-1011,-4-4 4182,-4 3 0,-57-30 0,-13 0 0</inkml:trace>
  <inkml:trace contextRef="#ctx0" brushRef="#br2" timeOffset="37">18847 12014 7762,'0'-9'953,"0"-1"1,0 5 967,0-4-957,0 5 1,-2-2-13,-3 6-725,4 0 0,-7 0 0,4 2 0,-2 2 1,0 6-1,-2 3 0,0 3 367,-4 3 0,0-1 0,-3 7 0,2 4-287,4 3 1,-4 1-1,5-2 1,-2 1-97,1 1 0,6 1 0,-2-7 0,5-1-79,5-2 1,-1-8-1,9 0 1,3-7 15,0-2 0,7-3 0,1-5 0,1-4-126,-1-5 1,3-2 0,-3-4 0,2-4 3,-2-4 0,1 2 1,-5-2-1,-3-1-118,-1-3 1,-6 4-1,-2 2 1,-2 0 76,-3-1 0,-3 4 0,-6-3 1,-7 1-315,-4 3 1,-9 2-1,2 4 1,-2 2-294,3 5 1,-3 4 0,5 1-1,0 0-637,1 0 1,2 1 0,7 4 0,3 5-2564,1 2 3822,3 3 0,-3 25 0,-1 6 0</inkml:trace>
  <inkml:trace contextRef="#ctx0" brushRef="#br2" timeOffset="38">14487 13252 7830,'-22'9'160,"3"1"1,3 1 0,1 8 0,1 5 628,0 3 0,1 8 0,2 4-355,1 2 0,7 4 0,-2 3 0,5 3 0,5 0 1,4-3-1,4-4 0,3-6 0,5-3 2156,8 0-2378,0-11 1,7 3 0,-2-14 0,4-3 0,5-5 0,5-4 0,5-1 398,3 0 1,2-6-1,-1-4 1,2-4-171,4-5 0,-3-2 1,8-5-1,0 2-87,3-1 1,2 2 0,2 1-1,2 0-137,-2-1 0,3 6 0,-1-3 1,0 6-155,1 4 1,-9-1 0,1 6 0,-6 2-76,-8 2 1,-3 2-1,-10 2 1,-3 5-53,-8 5 0,-13-2 1,-3 9-1,-6-3 249,-4 2 1,4 2 0,-5 3-1,-2-3 110,-2 0 1,1-5-1,1 3-199,2-3 1,5-7 0,-4-1 0,2-1-221,3-4 1,-3-1-1,2-2 1,3-2-203,4-3 0,1-3 0,6-6 0,1-2 60,2-3 1,2-4-1,2-5 1,1-1 114,1 0 1,5 0-1,-4 0 1,0 2 120,1 3 0,-5-1 0,4 5 0,-4 5 251,-1 3 1,0 1 0,-1 6-1,0 2 9,-4 2 1,1 1 0,-6 1 0,-1 4 3,-2 5 0,-2 7 0,1 4 0,-1 0-29,0-1 0,1 6 1,-1-4-1,2 2-114,3 0 1,-1-6 0,6 1 0,2-4 5,1-6 0,1 2 0,3-6 0,1-2-7,1-1 0,6-2 1,-4-2-1,2-2-80,3-6 0,1 2 0,1-2 0,-2-1-94,-2-2 0,-4-1 0,2 0 0,0-1-856,-4 1 1,-7 1 0,-4 2-1,-3 3-4574,-6 1 3565,-7 3 0,-5 4 0,-11 1 1949,-7 4 0,-17 7 0,-10 3 0,-5 4 0,0 1 0</inkml:trace>
  <inkml:trace contextRef="#ctx0" brushRef="#br2" timeOffset="39">16286 14403 7724,'-15'-21'167,"3"10"0,0-2 0,3 3 1,-2 4-1,-2-1 0,-2 4 990,1 2 1,0 2 0,-1 4 0,1 5-284,-1 2 0,1 4 0,0 2 0,-1 3-267,1 1 1,0 4-1,-1 7 1,-1 6-151,-3 2 0,8 2 0,-2 1 0,5-1-18,5 0 1,1 2-1,2 1 1,3 2-80,7-2 1,1-6 0,13-3 0,2-2-30,1-3 1,3-8 0,2-6-1,3-5-122,2-4 0,3-6 0,6 1 1,4-9 15,1-10 0,-3-2 0,3-10 1,0-5 45,1-3 1,-11-9 0,1-4-1,-5 2-219,-6 1 0,-7-3 0,-6 0 0,-7 2-248,-6 1 1,-5 7 0,-6-1-1,-9 1-73,-7 1 0,-12 2 0,-2 8 1,-3 3-91,1 5 1,-1 4-1,-4 6 1,2 4-177,2 3 0,6 2 0,7 0 0,4 0-873,1 0 1,2 5 0,6 2-1169,3 1 1,6-5 2575,8 2 0,4-4 0,7-1 0</inkml:trace>
  <inkml:trace contextRef="#ctx0" brushRef="#br2" timeOffset="40">16228 8906 7724,'-29'0'7,"2"0"548,3 0 0,5 7 1,11 4-1,8 6 0,10 9 1,7 8-1,9 7 0,6 9 47,6 6 1,10 4 0,-22-23 0,1 0 0,1 1 0,0 1-435,1 1 0,-1 1 0,2 4 0,-1 1 0,2 2 0,-1 0 0,2 2 0,-1 1-106,-1 1 1,0 2 0,2 2 0,-1 1 0,-1 3 0,-1 0 0,-2 0 0,0 0 181,-1 0 0,-1 1 1,1 1-1,-2 1 0,-1 4 1,0 2-1,1 1 1,0 1 64,0 0 1,-1 0 0,-2 3-1,1-1 1,-2-3 0,0-1-1,-1 2 1,0 0-108,1 1 1,0 0 0,3 0-1,0-1 1,2-2 0,0-1-1,0-2 1,1-1-99,1-1 0,0-2 0,1-2 0,0-1 0,2 1 0,0 0 0,0-3 1,0-1-133,1-3 1,1 0 0,-1 0 0,2-1 0,-3-4 0,0-2 0,1 2 0,-1 0-367,-2 1 0,0-2 0,0-2 0,0 0 0,-4 0 0,0-1 0,-1-2 0,-1-1-775,-2-2 0,0-1 0,15 34 1,-8-3-1,-3-5 1169,-5-5 0,-9 2 0,-6-8 0,-2 2 0,-2 3 0</inkml:trace>
  <inkml:trace contextRef="#ctx0" brushRef="#br2" timeOffset="41">15063 15093 7748,'-54'7'0,"1"1"0,3-2 0,2 0 401,5 0 1,3-2 0,-13-1 0,26-14 5323,13-13-5195,7-16 0,30-25 0,-5 24 0,5-2 0,9-6 0,3-2-2103,7-8 1,4-1 1834,-8 16 1,1-1 0,1-2-1,2-5 1,1-2 0,2-1-1,5-3 1,3 0 0,0 0-47,-12 13 0,1 0 0,0 0 0,1-1 1,2-2-1,1-1 0,0 0 0,1 0 0,1 0 1,0 1-1,0-1 0,1 0 0,3-2 0,0-1 1,1 0-1,0-1-142,2-1 0,0-1 1,1-1-1,0 1 1,-9 9-1,0 0 1,0 0-1,1-1 1,-1 1-1,1 0 1,0 0-1,-1 0 0,1 0 1,0 0-1,-1 1 1,0 0-1,0 0 1,1 0-1,-1 0-74,1 0 0,0 0 0,0 1 0,0-1 0,0 0 0,0-1 0,1 1 0,-1-1 0,0 0 0,0 0 0,2-1 0,-1 0 0,0-1 0,0 1 0,1 0 0,-1 0 0,0 0 0,0-1 0,1 2 0,-1-1 0,0 0 0,0 1 0,0 0 0,0-1 0,-1 1 0,1-1 0,0 0 0,0 1 0,-1-1 0,0 0 0,11-9 0,-1 0 0,0 0 0,1 1 0,-1-1 0,1 0 0,0 0 0,0 0 0,-1 1 0,0-1 0,1 1 0,-1 0 0,1 0 0,-1 0 0,0 0 0,0 0 0,-1 0 0,0 1 0,-1 0 0,0 1 0,-2 0 0,0 1 0,0 0 0,0 1 0,-1 1 0,0 0 0,-1 0 0,1 0 0,-3 1 0,1 1 0,-1 0 0,0 0 0,0 1 0,1 0 0,0 1 0,-1 0 0,-2 1 0,-1 0 0,1 0 0,-1 1 19,-2 2 0,0-1 0,-1 2 0,1-1 0,12-10 1,0 0-1,-2 1 0,-3 5 0,-2 1 0,0 0 1,-2 3-1,0 0 0,-2 0-512,-1 2 1,-1 1-1,-2 0 1,17-16-1,-2 1 1,-8 8-1,-1 1 1,-5 4-1,-1 2 493,-5 3 0,-1 2 0,-4 0 0,-1 2 0,0 5 0,0 1 0,28-20 0</inkml:trace>
  <inkml:trace contextRef="#ctx0" brushRef="#br2" timeOffset="42">23623 10604 8228,'-14'0'1962,"6"0"1,1 2-1480,7 3 1,7 3 0,2 4 0,4-2 0,1-4 0,1-1 0,-1 1 363,1 2 0,-1-4 0,0 0 1,1-2 159,-1-2 1,2 0-579,3 0 1,-3 0 0,3 0-1,-3 0 1,0 0 0,2 0 254,1 0 0,2-5 0,-3-1 0,1-2-327,-2-3 1,4-2-1,-2-1 1,-1-2-113,-2-4 1,-2 3 0,1-6 0,-1 1-246,0 0 0,1 2 0,-2-2 0,-2 0 0,-2-1 0,-1 1 0,4-4 0,-4 4 0,-2 1 0,3-4 0,-2 2 0,-1-1 0,1 0 0,2 5 0,-2-5 0,-1 0 0,0 2 0,4-5 0,-4 3 0,1-4 0,-1 0 0,4 4 0,-4-2 0,1-3 0,-1-3 0,4-1 0,-4 4 0,0 0 0,1 0 0,-1-4 0,-3-1 0,2 1 0,-2-3 0,-1 6 0,0-5 0,1 1 0,2 1 0,-1-1 0,-4 4 0,0-2 0,0-2 0,0-4 0,0 4 0,0 1 0,0-2 0,0 4 0,0-4 0,0 1 0,0 1 0,0-5 0,0 2 0,0 1 0,0 0 0,2-3 0,1 3 0,2-1 0,-2 1 0,-1-3 0,-2 3 0,0-1 0,0 1 0,0 2 0,0 4 0,0 0 0,0 0 0,0-4 0,0-1 0,0 2 0,0 2 0,0 0 0,0-4 0,0-3 0,0 0 0,0-3 0,0 5 0,0-2 0,0-2 0,0-3 0,0 0 0,1 4 0,4 4 0,-2-1 0,5 2 0,0 1 0,0 1 0,-3 3 0,5-1 0,-1 0 0,-1 0 0,5 2 0,-3 1 0,1 4 0,-2 1 0,4-3 0,-3 4 0,1-1 0,-1 0 0,2 0 0,-2 4 0,3-3 0,1 3 0,1 6 0,-1 1 0,0 7 0,1-2 0,-1 3 0,0 4 0,1 1 0,-1 2 0,1-2 0,-3 0 0,0 1 0,-3 0 0,2 0 0,-3-1 0,2 0 0,1 2 0,-4 1-693,-3-1 1,3-2-1,-2 7-2920,-2 1 1,-2-3 3612,-1 2 0,0-1 0,0 6 0</inkml:trace>
  <inkml:trace contextRef="#ctx0" brushRef="#br2" timeOffset="43">24443 10849 8007,'-14'-15'1052,"4"7"1,2 2-113,2 0 1,1 2 1108,5-5-921,0 6 1,0-5-229,0 3 0,-2 3 84,-3-3 0,2 4-666,-6 1 0,4 5 1,-3 1-38,2 2 1,-6 2 0,4 4-129,0 0 0,-4 1 0,4-1 0,-2 0 41,0 1 0,6-1 0,-6 1 1,0-1 38,2 0 0,-3 6 1,5-1-1,-1 0 121,1 2 1,1-4-1,5 7 1,0 0-189,0-1 0,0-1 0,0-4 1,0 2-73,0 3 0,7-6 0,2 1 0,4-5-124,1-4 0,1-1 1,-1 2-1,1-5-9,-1-4 1,5-1 0,2 0 0,0-1 43,-1-4 1,6-3 0,-4-8-1,2-3-104,0-5 0,-1 1 0,1-1 0,-5-1-84,-3-2 1,-6 3 0,-2 0-1,-1 0 32,1 1 0,-6-2 1,-2 6-1,-8-1-168,-5 0 1,-3 4 0,-3-4 0,-5 4-81,-3 2 0,-2 1 0,2 2 1,1 3-513,2 2 1,2 1 0,-2 3 0,5-1-1905,3-2-816,2 1 3631,6 4 0,40-26 0,16-6 0</inkml:trace>
  <inkml:trace contextRef="#ctx0" brushRef="#br2" timeOffset="44">25378 7338 7862,'-6'-13'399,"-4"2"0,-3 3 1,-1 2-1,0 2 493,-1 3 1,6 1 0,-1 0 0,-1 0-428,-2 0 0,-1 6 0,-2 4 0,-2 3 123,-1 1-190,0 0 1,0 2 0,-2 2-1,0 3 1,0 0 0,2 1-1,0 0 71,0 4 1,0 3 0,4 3 0,2 1-263,4-1 0,2-1 0,7-3 1,0 1 2,0 0 1,7-7-1,4-3 1,5-3-73,3-1 1,2-6 0,-4-1 0,4-1-104,2-4 0,-4-3 0,3-3 0,1-4 318,-1-1 0,-3 0 0,4-3 0,-3 0-57,-2-5 0,4 2 0,1-7 0,1 2-178,0-1 0,-5-5 0,5 1 0,0-3-106,-2-2 0,5 0 1,-4 2-1,-1 1-96,-3 2 1,2 2 0,0-3-1,0 2 105,-1 2 0,0 4 0,-6 6 0,2 3 97,3 1 0,-3-2 1,5 4-1,-2 2-86,0 1 1,2 2 0,-3 0 0,1 0-35,-2 0 0,-1 5 0,-1 1 0,-1 2 79,1 3 1,-3 2-1,-2 2 1,-4-1 53,1 0 1,-6 1-1,4 1 1,-3 1 62,-2 2 0,0 1 0,0-6 0,0 0 76,0 1 1,-2 4 0,-1 0 0,-4-1-271,-1-2 0,-1-2 0,-5 1 0,-1-1 0,1 0 0,-1-4 0,1-1 0,0 1 0,-1-2 0,-4 3 0,-2-6 0,0-2 0,1-1 0,-6-2 0,2 0 0,-3 0 0,-2 0 0,5-7 0,0-4 0,-1-6-502,-3-7 1,-4-3 0,2-2 0,5 0-475,2 0 1,2 2 0,4 1 0,-1 2-215,5-1 0,1 4 0,7 2-3517,2 3 4707,1 8 0,2 2 0</inkml:trace>
  <inkml:trace contextRef="#ctx0" brushRef="#br0" timeOffset="45">25795 8820 8017,'0'-10'491,"0"1"1875,0-2-1035,0-2 1018,0 5-995,0 1 1,0 9-989,0 3 0,0-2 0,0 7 0,0 1-14,0 2 1,0 1-1,0 2 1,0 2 33,0 1 0,0 2 0,0-4 1,0 4-46,0 1 0,0 2 0,-1 5 1,-2 0-39,-2 0 1,0-1-1,3 1 1,-1 2 18,-2 2 1,-1-3 0,3 4 0,-2-4-119,2-1 1,1 0 0,2 0 0,0-2-60,0-3 1,0 1-1,0-5 1,0-3 53,0-1 1,0-1 0,0-1 0,0 0-55,0 1 1,0-1 0,-1 1 0,-3-1-34,0 0 0,-3 1 0,4-1-625,-2 0 1,-6 1-728,1-1 1,3-4-13,-3-1 1,5-5-1228,-4 0 991,5-2 0,-2-4 0,8-2-870,2-6 2358,-2-9 0,4-55 0,-6 28 0,0 0 0</inkml:trace>
  <inkml:trace contextRef="#ctx0" brushRef="#br1" timeOffset="46">26572 9367 7832,'-14'-2'1632,"0"-3"1,2 4 0,8-6-19,8 1 0,9 4 0,5-2 0,2 0-636,3 0 0,1 2 1,3-4-1,-1 1-159,-2 0 1,-2 0 0,4 4-1,-4-3-366,-1 0 1,3-1 0,-4 5 0,1 0-335,0 0 1,-2 0 0,-4 0 0,-1 0-120,0 0 0,1 0 0,-1 0 0,1 0-546,-1 0 0,-5 0-822,1 0 1,-5 0-17,4 0 0,-5-2 0,0-3-1176,-2-4 0,-2 1 2560,0-2 0,-70 1 0,26 1 0,0 1 0</inkml:trace>
  <inkml:trace contextRef="#ctx0" brushRef="#br1" timeOffset="47">27565 9280 9604,'-6'0'3638,"6"0"-3221,8 0 1,6 0-1,5 0 1,5 0-1,3 0 1,2 0-1,0-1 1,0-2 442,-1-2 0,1-5 1,0 4-1,-2-2-593,-3-3 0,2-2 1,-6-2-1,1 1-140,0 0 1,-3-1 0,-7 1 0,-3 0-208,-2-1 1,-1 1 0,-5-1-288,0 1 0,-2 0 0,-2-1 0,-8 1-83,-5-1 1,-1 6 0,-6 1 0,-3 0 141,-5 0 1,0 5-1,-5-1 1,1 8 552,-1 5 0,3 10 0,-4 7 0,0 4 330,1 4 0,2 6 0,6 0 1,2 5 36,3 3 1,5 4 0,9-4 0,5-3-120,4-5 1,9 0-1,6-6 1,8-2-349,5-2 0,2-8 1,2-2-1,1-6-232,1-5 1,6 3 0,-6-8 0,-3 0-724,-4-3 1,1-1-1,-4 0 1,-1 0-328,-3 0 0,-3-1 0,-1-3 1,-3-2 452,-2-2 0,1 3 684,-6-4 0,0-1 0,-5-4 0</inkml:trace>
  <inkml:trace contextRef="#ctx0" brushRef="#br1" timeOffset="48">26630 8662 7751,'-15'-8'306,"1"0"1,0 5 0,-1-2 0,1 2 640,0 1 0,-1 8 1,1 4-1,-1 3-126,1 1 0,0 2 0,-1 3 1,-1 7-268,-3 6 0,1 0 0,-6 8 0,1 5 81,0 6 0,-7 9 0,4 4 0,2 0-39,2 0 1,3 5 0,6 0 0,3 3-255,5 0 1,5 1 0,7-10 0,7-3-395,9-1 1,9-3 0,3-4 0,2-8-161,2-4 1,-2-8 0,0 3 0,-2-1-265,-3 0 1,-8-6 0,-5-4 0,-3 0-981,-1-1 0,-1 2 0,0-6-1640,1-1 3096,-7-8 0,-21-42 0,-11-16 0</inkml:trace>
  <inkml:trace contextRef="#ctx0" brushRef="#br1" timeOffset="49">28112 8619 7700,'-10'0'132,"1"0"1,-3 0 722,0 0 0,2 0 1,0 0 413,-1 0 1,6 0-1,5 0-624,8 0 0,10 1 0,3 2 0,1 2 232,4-2 0,1-1 1,2-2-1,-1 0-168,1 0 0,5 0 0,1 0 0,0 0-201,0 0 1,4 0 0,-4 0 0,0 0-291,0 0 1,-1 0-1,-7-2 1,-3-1-341,-5-2 1,-3-1 0,-2 3-2658,1-2-183,-7 0 1,-3 0 939,-10 1 1,2-1 2021,-7 5 0,-38-7 0,-14-1 0</inkml:trace>
  <inkml:trace contextRef="#ctx0" brushRef="#br1" timeOffset="50">29076 7942 7712,'-7'-8'570,"-1"2"2706,-6 6-2441,6 0 0,1 2 0,7 2 0,2 6 0,3 4 458,4 5 0,9-1-973,1 6 0,7 0 0,-4 5 0,2 0 0,0-1 0,2 1 426,1 0 1,2 4 0,-2 1 0,-2 0-300,-1 1 1,-6-5 0,1 4-1,-1-2-334,1 1 0,-8-7 0,3 1 0,-2-3-16,-4-2 0,0-4 0,-5 1-1512,2-3 1,-1-6-2350,-4-1 1,-1-5 1291,-4 0 0,-1-8 2472,-4-6 0,-41-28 0,-5-9 0</inkml:trace>
  <inkml:trace contextRef="#ctx0" brushRef="#br1" timeOffset="51">29335 8360 7712,'-20'4'383,"1"1"1,-2 5 0,5-4 0,0 2 762,4 3 0,-1-3 0,-5 2 1,1 3-295,4 4 1,-1 1-1,4 4 1,-4 1-478,-6-1 1,6 0-1,-2 4 1,5-2-269,0 2 1,-2-6-1,0-1-1274,3-3-724,-2-1 0,12-9 0,-2-6 1891,5-8 0,8-24 0,-3-6 0</inkml:trace>
  <inkml:trace contextRef="#ctx0" brushRef="#br1" timeOffset="52">29781 8187 7704,'0'-10'1365,"0"1"428,0-2 0,1 4 0,4 4-1031,5 6 1,2 0-1,3 9 1,-1 2 487,1 3-839,-1 9 0,0-8 0,1 6 0,1 1 0,1 2 1,2 2-1,-1 0 500,-2 0 1,0-1-1,2 1 1,1 0-537,-2 0 0,-2 0 0,-4-2 0,-2-3-304,3-5 0,-4-1 1,1-1-661,2 2-4005,-4-6 2937,-1-7 1,-7-7 0,-3-4 0,-2-5 1656,-2-2 0,-21-10 0,-9-3 0,-5-2 0,0 0 0</inkml:trace>
  <inkml:trace contextRef="#ctx0" brushRef="#br1" timeOffset="53">29579 8734 7704,'-1'-8'740,"-4"3"1,3 2-1,-3-2 120,4-5 1,1 2-1,1-1 1,6-3 188,7 0 0,7-9 1,8-3-1,1-3 2217,4-2-2840,2 0 0,8-1 0,-1-4 0,1-3 1,3-1-1,1 1 0,-2 2 378,-1 3 0,-8 2 0,-4 3 1,-2 1-616,-3 2 0,-10 7-2367,-4-3-189,-9 4 1,-5 8 0,-9 4-2892,-4 2 5258,5 2 0,-50 6 0,-6 2 0</inkml:trace>
  <inkml:trace contextRef="#ctx0" brushRef="#br1" timeOffset="54">30658 7827 10464,'7'15'1848,"2"-1"1,4 0-664,1 1 1,1 4-826,-1 0 0,5 7 1,0-2-1,1 4 0,-1 6 1,2 4-1,-1 4 0,1 1 1,-3 0-1,-2 0 512,-2 1 1,1 4 0,-3 1 0,-1 1-620,-1-1 0,-5-1 0,3-5 0,0 1 7,0-1 1,-5-5 0,2 0 0,-4 2-191,-1 2 0,5 1 1,0 0-1,-2 0-25,-1 1 0,-2 0 1,0 3-1,0 2-230,0 2 0,-2-3 0,-1 4 1,-3-3-62,-2-2 1,-2 4-1,-4 1 1,-1 3-41,1-2 0,0-4 1,-2-4-1,-2 1 324,-1 2 1,-7 0 0,4-5 0,-2-1 50,0-4 0,0 4 0,-5-5 0,0-1-268,1-2 0,-1-4 0,2-3 0,-1-1-591,0-2 0,2-2 0,-7 2 0,2-4-2374,2-4 3144,1-2 0,-52-25 0,33 2 0,1 0 0</inkml:trace>
  <inkml:trace contextRef="#ctx0" brushRef="#br1" timeOffset="55">32011 9208 7736,'0'-14'149,"-2"4"0,-3 2 1,-3 0-1,-1 2 0,1-2 1376,1 0 0,-4 5-561,1-2-772,-2-3 0,2 7 0,0-4 1,-1 3-1,-2 4 0,-1 1 181,0 2 0,-2 6 0,-2-1 1,-1 4-157,1 5 1,-2-1-1,0 7 1,1 4 18,-2 3 1,10 3 0,-3-3 0,3 3-91,3 2 1,1 0 0,9 3 0,3-5-169,4-5 0,9 2 0,3-11 0,1-2 33,4-4 1,-1-6-1,1 1 1,-2-5 71,1-4 0,-2-12 0,-1-5 1,-1-5 80,-4-4 1,-1-4-1,-1-5 1,-1-4-2,1-4 0,-6-1 1,-1-1-1,-1-3-50,-4-1 0,3-6 1,-1 1-1,-2-3-156,-1-1 0,-2-3 1,0 0-1,0-6-138,0-4 0,1 7 0,2-4 0,4 7-99,1 2 0,-3 7 0,3 6 0,-2 10-608,-3 11 22,5 6 1,-6 12 294,3 6 0,-4 6 0,-1 9 0,0-1 571,0 0 0,-38 52 0,14-27 0,0 0 0</inkml:trace>
  <inkml:trace contextRef="#ctx0" brushRef="#br1" timeOffset="56">32428 8935 10603,'14'0'929,"1"2"1,-1 4 0,0 8-80,1 9 0,1 4 0,1 3 0,2 4-243,-1 4 0,0 6 1,-1 3-1,2 5-206,-1-1 1,-2 3 0,-3-4-1,-2 1-229,-1 3 1,-2-4-1,3-4 1,-3-6-388,-2-6 1,0-4 0,-2-1 0,0-2-1213,0-3 0,2-3-817,-1-7 0,0-7 2244,-5-7 0,-26-84 0,10 29 0,0 0 0</inkml:trace>
  <inkml:trace contextRef="#ctx0" brushRef="#br1" timeOffset="57">32903 9036 8361,'-15'-5'0,"1"0"1209,-1 2 1,1 1-1,0 2-785,-1 0 1,1 2-1,-1 4 1,1 7 556,0 5 0,-6 9 0,0 0 0,-4 8-362,-7 7 1,3-2-1,-6 8 1,2-2-214,-2 2 1,4-2 0,-5 6-1,1-4-217,1-7 1,4 1 0,5-9 0,0-1-778,2-1 1,1-9-1,8-3 1,2-3 587,1-1 0,-38-39 0,-14-10 0</inkml:trace>
  <inkml:trace contextRef="#ctx0" brushRef="#br1" timeOffset="58">27824 12316 7883,'-10'0'-72,"1"0"1335,-2 0 0,3 0 588,-2 0-363,7 0-562,-4 0 1,9 0-80,3 0 1,-2 0-469,7 0 0,-1 0 0,4 2 1,-2 1-111,-1 2 1,-1 0-1,6-5 1,1 0-67,3 0 0,-2 0 0,6 0 0,-1 0-36,1 0 0,-4-2 0,5-1 1,1-3-145,3-2 0,-4 0 0,-2-4 0,-1 4-79,-4 2 0,4-5 1,-2 3-1,-1-2 12,-2 1 1,-2-1-199,1-4 1,-3-1 0,-2 1-29,-5-1 1,1 1 0,-1 0 6,-2-1 1,-1 6 0,-2-1 15,0-1 0,0-2 165,0-1 0,-5 4 0,-1 2 0,-1 0 6,1 0 1,-5 5-1,3-3 1,-2 1-16,0 0 0,1 0 1,-6 4 3,1-4 1,0 3 0,-1-3 23,1 4 0,-1 1 1,1 0-1,0 0 85,-1 0 0,-1 0 0,0 1-5,2 4 1,-8-2 0,7 7 0,-1 1 133,0 2 0,2 3 1,-1 2-1,1 2 115,0 3 0,4-4 0,2 5 0,0 1 52,0 3 1,3 0-1,-3 1 1,2 0-50,3 0 1,1-2-1,2 0 1,0-1-8,0-1 1,5 4 0,1-8-1,2 0-44,3-1 1,2 0 0,2-6-1,-1 0-118,0 1 0,2-1 0,2-1 1,3-2-115,1-1 0,-3-7 0,5 2 0,2-4-268,1-1 0,2 0 1,0 0-1,-1-1-510,1-4 1,-2-3 0,-1-5-1,-4 2-1093,-1 1 1,-2 7-1892,-4-2 3776,-7 4 0,-72 13 0,20-4 0,0 0 0</inkml:trace>
  <inkml:trace contextRef="#ctx0" brushRef="#br1" timeOffset="59">28385 11395 9079,'0'-9'1502,"0"-1"1,2 7-1,2-2-678,6 4 0,3 1 1,3 0-1,3 0-84,5 0 0,3 0 0,2 0 0,0 0-95,-1 0 0,6 0 1,0 0-1,-2 0-274,-2 0 0,-1 0 0,-1 0 0,1 0-255,0 0 1,-2 0-1,-3 0 1,-3 0-570,0 0 0,-5 0 1,3 1-1410,-3 4 0,-6-3-2841,-1 2 2562,-6-2 2141,-3-2 0,-65-19 0,22 7 0,-1 0 0</inkml:trace>
  <inkml:trace contextRef="#ctx0" brushRef="#br1" timeOffset="60">29320 10676 7840,'-5'-10'1428,"1"1"1,0 7-477,9 2 1,-2 7 0,7 7 0,1 2 546,2 3-1096,1 4 0,1 1 0,-1 0 0,1 1 0,-1 2 0,2 4 0,1 1 351,3 1 0,5 2 0,-2-3 0,1 4-371,0 0 0,-2-2 0,4 3 1,-4-2-139,-1-3 1,-4-2 0,-6 1 0,-1-1-213,1-1 1,-4 1 0,-3-11-1,-2-1-923,-2-2 0,5-2-1648,0 1 0,-2-7 791,-8-4 0,-3-2 1,-6-4 1746,-1-2 0,-20-21 0,-8-10 0,-4-4 0,0 0 0</inkml:trace>
  <inkml:trace contextRef="#ctx0" brushRef="#br1" timeOffset="61">29608 11050 7840,'-8'-8'6443,"0"2"-5592,3 6 1,-1 6 0,-4 4 0,4 3-256,-1 1 0,-1 2 0,-6 3 1,0 3-157,-1 1 1,-1 4 0,-1-3 0,-4 5-217,-2 4 1,4-2-1,-3 2 1,0-4-298,-1-5 0,6 2 1,-4-7-1,3-2-2440,4-1 0,1-3 322,8-3 0,10-10 0,0-11 2191,6-7 0,3-43 0,1-15 0</inkml:trace>
  <inkml:trace contextRef="#ctx0" brushRef="#br1" timeOffset="62">30011 10820 8492,'1'-6'1196,"3"6"0,2 9 0,2 7 163,3 3 0,2 7 0,1-2 0,1 3-506,-1 2 0,0 1 0,1 4 0,-1 4-201,1 4 1,-6-1 0,1-1-1,-1-1-490,-1 1 0,0-5 1,-4-2-1,0-2-680,0-3 1,-3-5-1,-1-4-1907,0-3 0,0-10-694,0-6 1,0-8 3118,0-11 0,-8-17 0,-3-8 0,-1-6 0,0 0 0</inkml:trace>
  <inkml:trace contextRef="#ctx0" brushRef="#br1" timeOffset="63">30442 10820 7790,'-20'0'476,"4"2"1,-5 1 0,2 3 670,-1 2 0,1-3 0,5 6 1,-2 3 148,-3 4 1,-4 8 0,-5-2 0,-1 4-419,0 6 0,-1-2 0,-2 6 0,-2 2-252,2 2 0,2-4 0,1-1 0,2-2-395,3-3 0,3-3 0,7-5 27,-1-5-2400,7-3 2142,2-14 0,-39-55 0,17 14 0,0 0 0</inkml:trace>
  <inkml:trace contextRef="#ctx0" brushRef="#br1" timeOffset="64">27709 13065 8426,'-10'-5'889,"1"0"1,4 0 0,-5 5 383,-1 0 0,3 0-100,-1 0-786,5 7 0,4-4 0,10 5 0,3-2 0,3-1 1,3 0 418,5-1 0,3 3 1,2-4-1,1 2-245,4-2 0,-2-1 0,6-2 0,2-2 7,2-3 0,7 2 1,2-7-1,2-1-87,0-1 1,-7-3 0,2 2 0,-2 2-16,2 2 0,-4 4 0,0-3 1,-4 1-467,0 4 0,2 2 0,1 1 0,-1 0 0,-4 0 0,3 4 0,-2 3 0,2 1 0,3 3 0,-1-3 0,-2 0 0,-1 0 0,-1 0 0,1-3 0,4 3 0,1-2 0,-3-3 0,-2-1 0,4-2 0,3 0 0,1 0 0,0-7 0,-5-2 0,0-4 0,0-1 0,0 4 0,-1 1 0,-4-1 0,-4 2 0,-4-3 0,-3 6 0,-1 0 0,-2-1 0,-2 4 0,2-3 0,-3 4 0,0 1 0,-5 0 0,3 0 0,-3 0 0,-2 5-2131,1-1 168,-7 1 0,-3-5 0,-9-1 0,0-4 1963,0-5 0,-16-35 0,-4-9 0</inkml:trace>
  <inkml:trace contextRef="#ctx0" brushRef="#br1" timeOffset="65">28773 13482 7704,'0'-15'160,"0"1"1,0 0 0,2 1 725,3 3 1,-2 4 0,7 6 0,1 1-176,2 4 0,1 5 0,0 9 1,1 3-249,-1 1 0,1 9 0,1-2 0,1 4 122,2 1 0,1 5 1,-4-2-1,1 4-17,2 1 1,5 5-1,-3 1 1,0 1-216,0 0 0,-1-4 1,-2-6-1,3-3-159,1-2 0,-4-2 0,1-5 1,-3-3-74,-2-1 0,1-6 0,-3 2 1,0-2-382,-3-4 1,-6 4 0,4-8-1255,-1 2-19,-4 3 0,3-7 0,-10-3 299,-5-4 1,-3-7 0,-1-2-1,0-2 1234,-1 1 0,-12-20 0,-3-9 0</inkml:trace>
  <inkml:trace contextRef="#ctx0" brushRef="#br1" timeOffset="66">29176 13928 7723,'-14'0'0,"0"6"0,-1 2 285,1 0 1,4 5 0,2-3 0,0 2 706,0 3 0,-1-1 1,-6 2-1,1 3-169,-1 5 0,1-1 0,-2 1 0,-3 1-244,-5 2 1,-3 2 0,-2 0 0,-1 1-180,-4 4 0,-1-4 0,-5 4 0,3-4-253,2-1 1,1-5 0,7-3-1,3-4-874,5-4-832,9-2 0,15-9 1,11-7-1,5-8 1559,5-6 0,-25-22 0,-7-11 0,0-6 0,1 0 0</inkml:trace>
  <inkml:trace contextRef="#ctx0" brushRef="#br1" timeOffset="67">24270 13122 7769,'-28'0'364,"0"0"1,4 0-1,5 0 1,3 0 2480,2 0 0,8 0-2007,6 0 0,12 5 0,12 0 0,5-2-82,5-2 0,2-1 0,8 0 0,0 0 38,4 0 0,3 0 1,5-1-1,-1-2-154,-3-2 1,6 0 0,3 3 0,-4-1-250,-2-2 1,-9 1-1,4 4 1,-4 0-374,-3 0 0,-5 0 0,-12 0 0,-4 0-18,-1 0 0,3 4 0,-5 1-527,-1-2 0,-7-1-4383,-1-2-1617,-7 0 6527,3 0 0,-55-7 0,-36-5 0,29 4 0,0 0 0,0 0 0</inkml:trace>
  <inkml:trace contextRef="#ctx0" brushRef="#br1" timeOffset="68">27133 11654 7731,'-41'2'149,"2"1"0,6 4 1,3 1-1,1 4 0,-2 4 1,-2 5 687,-6 2 1,4 1 0,0 4 0,2 3-246,-1 2 0,-1 6 1,3 7-1,-2 2-56,2-2 0,2 7 1,1 3-1,0 6 202,1 4 1,0 1 0,3 5 0,1 2-393,-2 2 0,15-36 0,2 0 0,-1 2 0,0 1 0,2-1 0,0-1-124,1 0 1,0 0 0,2-1 0,2 1 0,0 2 0,1 1 0,1-1 0,1 1-66,-1 2 0,2 0 1,-2-2-1,2-1 0,-1 3 1,1 0-1,2-2 0,1 0-83,2-1 1,2 0 0,-1 3 0,2 1 0,2-1 0,2 0 0,-1 0 0,0-1-149,-1-1 0,0-1 1,3-5-1,1 1 0,12 37 1,-11-38-1,2-1-529,0 2 1,1-1-1,14 31 1,5 1-1,4-4-2114,4-5 1,6-2 2716,5-2 0,-27-28 0,1 0 0,0 0 0,2-1 0,2 1 0,0 0 0,2 0 0,0-1 0,1 1 0</inkml:trace>
  <inkml:trace contextRef="#ctx0" brushRef="#br1" timeOffset="69">30831 10906 8195,'0'10'913,"1"-1"1,4 3 27,5 0 0,3 9-537,1 3 0,5 5 0,2 5 0,0 6 0,1 7 0,0 11 0,4 9 0,0 7 0,-13-35 0,-1 0 0,0 1 0,0 0 59,1 1 0,0 1 0,-2 1 0,-1 0 0,-1 1 0,1 0 0,-2 0 0,0 0-297,-1-1 0,0-1 1,0 0-1,-1-1 1,-1 2-1,-1 0 1,0 1-1,-1 0 66,0 2 1,0 0-1,-1 35 1,0-40-1,1 0 1,-2 35 10,-1 1 0,-1-2 1,-3 4-1,-2-4-98,-2-5 1,3-1 0,-4 3 0,-2 1-26,-2 4 0,-2-8 0,-1 3 0,-1-2-232,-2 0 1,-2 4 0,2-1 0,-5 1-89,-4-4 1,0 4 0,13-36 0,-1 1 0,0-1 0,-1 0-38,-2 2 1,-1-1 0,2-2 0,0-1 0,-1 3 0,-1-1 0,1-2-1,-2 0-540,-20 31 1,-1 2 0,2-7-1,3-3-567,2-4 0,3-6 0,7-7 1344,1-4 0,-13-9 0,-8-8 0</inkml:trace>
  <inkml:trace contextRef="#ctx0" brushRef="#br1" timeOffset="70">31435 14935 7614,'-5'10'966,"0"-1"802,1-6-1104,4 4 1,0-9 0,0-3-56,0-4 0,0 1 1,0-3-1,0-4 65,0-2 1,0-9-1,0 0 1,1-6-264,4-6 0,-2-5 0,5-5 0,0-6 111,0-7 0,0-1 0,3-9 0,-3-2 80,-1-1 1,-2 5 0,-5 2-1,0-2-113,0-1 1,0 5 0,0 2 0,0 4-142,0 2 0,0-1 1,0 0-1,0 1-143,0-1 0,0 1 1,0 1-1,0 0-58,0-2 1,0 10 0,0-6 0,0 4-76,0 2 0,4-1 0,1 4 0,0 0-72,1 4 0,-2 1 0,4-5 0,-2-1 0,-3-2 0,4 0 0,-3 3 0,0-1 0,-3-2 0,-1 0 0,0 5 0,0-1 0,0 1 0,0 5 0,0 1 0,0 0 0,0 1 0,0 2 0,0-4 0,0-2 0,0-2 0,2-1 0,1 0 0,3 0 0,2-1 0,-3 1 0,3 2 0,0 1 0,0 1 0,0 1 0,3-5 0,-3 1 0,-1 4 0,2-4 0,-4 4 0,-2-4 0,-1-1 0,-2 5 0,0 1 0,0 0 0,0 1 0,0-1 0,0-3 0,0 3 0,0 2 0,0-3 0,0 2 0,0 0 0,0-4 0,1 3 0,3-2 0,0 0-131,0-3 0,4-6 0,0-2 0,1 1-58,1-1 0,-1 1 1,6 2-1,-2-1-26,-4 2 1,-1 6-1,-5 5 1,2 3-121,-2 5 1,-1 3 0,-2 0-418,0 5 1,-2 4-1,-2 6-725,-6 4 1,2 3-637,-2 2 0,7 2-136,-2 3 1,4 4 2248,1 10 0,-32 42 0,12-22 0,0-1 0</inkml:trace>
  <inkml:trace contextRef="#ctx0" brushRef="#br1" timeOffset="71">32212 14503 7943,'-6'-8'161,"4"0"997,-3 4 1,4 0 0,-1-4 376,-3 2 0,2-4-1066,-7 6 0,6-1 0,-6 5-71,-1 0 1,3 1 0,-2 4-108,-1 5 0,3-2 1,-2 1-1,-1 3-42,-2 0 1,1 3-1,0-1 1,3 0-63,-2 1 0,-2-1 0,-1 2 0,1 2-26,3 1 1,-1 0 0,5-3 0,-1 2 5,1 1 1,1 0-1,5-4 1,0-1-66,0 0 1,0 2 0,0 2-13,0 1 1,6 0 0,4-3 0,3 0 16,1-1 0,1 2 1,1-9-1,1 2-15,2-1 1,5-1 0,-3 2 0,1-5-10,4-4 0,-4-1 0,2 0 0,2 0 1,1 0 1,2-1 0,0-4-1,-1-5-101,1-2 1,-2-3-1,-3-1 1,-4-1 26,-4-3 0,-2 1 0,0 3 1,1-1-19,-1-3 1,-1-3 0,-4 3 0,-4 1 19,-3-2 1,-2 1 0,0-4 0,-2 3-1,-3 0 1,2 3-1,-6-4 1,-3 0-30,0-1 0,-7 6 0,-1-2 1,3 3 9,1 1 0,1 1 0,-1 1 0,-1 2-8,-2 1 1,-2 5-1,3-3 1,-1 2-12,1 3 1,-2 1 0,-1 2-1,0 0-11,0 0 1,-3 0-1,5 0 1,2 0-213,1 0 1,1 5-1,1 1-680,-1 2 0,6 0-2824,-1 2 1310,7-4 2443,3-6 0,21-51 0,9-13 0</inkml:trace>
  <inkml:trace contextRef="#ctx0" brushRef="#br1" timeOffset="72">32500 10647 7702,'-7'-8'159,"1"-5"0,-5 6 0,3-3 1,0 2-1,1 0 0,-1 0 701,0-3 0,0 3 0,-3 0 1,2 1-369,-3 4 0,0 2 1,-3 1-1,1 0-123,-1 0 0,1 1 0,0 4 0,-2 5-26,-4 2 0,3 3 1,-5 1-1,-1 1 34,1 2 0,-2 7 0,-5-2 1,2 2-66,3-2 1,1 3 0,6-5 0,-1 2-51,6 0 0,-1-6 1,8 1-1,2-3-112,1-2 0,9 5 0,2-1 1,4-4 13,1-2 1,5-4-1,2 3 1,2-3-63,2-2 1,7 4 0,2-5-1,-1-2-7,3-2 0,-1-1 0,5 0 0,-4 0 68,0 0 0,-1-6 0,-3-2 0,1-2-9,-1 1 0,-1-1 0,-3-4 0,0-1 16,-4 1 0,3 0 0,-3-1 1,1-1-27,-1-3 1,3 3-1,-4-5 1,1 2-17,0 0 0,-2-5 0,4 3 0,-4 0-71,-1 1 0,4-4 0,-2 4 1,-1 3-28,-3 1 0,2 2 0,0-1 0,0 1-3,0-1 0,-1 7 0,-2 2 0,1 1-54,-1 0 0,-1 1 0,1 2 0,1-1-23,-1-2 1,-2 2 0,0 6 0,1 3-48,2 2 0,1 2 0,-6 3 1,0-2 20,1-1 0,-3 4 1,0 5-1,-4-1 86,-2-2 1,4 0 0,-6 1-1,0 2 145,-3-1 1,-1-2 0,0-2 0,-1 1 137,-4-1 1,2 5 0,-7 1 0,-1-3-79,-2-1 1,-8-2 0,-3 1 0,-3-1-68,-2 1 1,1-3 0,-3 0 0,-1-3-213,-1 2 1,-9-4 0,1-1 0,-6-1 18,1 0 1,-1-2 0,1-8-1,-3-6-79,-3-7 1,6-9 0,-2-8 0,5-2-539,5-3 1,2-1 0,9-2-1,3 1-7,5 4 0,8 4 0,3 10 0,0 5 125,0 3 0,3 8 0,-4 3 0,-3 4-331,0 1 1,-4 6 0,-2 4-1,-3 4 875,-1 5 0,-18 6 0,-8 4 0,-6 6 0,-1-1 0</inkml:trace>
  <inkml:trace contextRef="#ctx0" brushRef="#br2" timeOffset="73">24544 13165 7758,'-29'15'156,"0"-6"0,2-1 0,3 0 0,5-1 0,3-1 1489,2-3 1,6-3-1141,3-5 0,3 2 1,2-6-1,2-1 0,3 0 182,4 1 1,4 4 0,1-3 0,2 0-63,3 0 1,4 3 0,6-3 0,-1 2-161,1 3 0,5 1 0,1 0 0,2-1-82,3-2 0,1 1 1,4 4-1,1 0-109,2 0 0,7-5 0,-3 0 1,3 2-150,-3 1 0,-2-3 0,-7 1 0,-3 0-217,-6 3 1,-2 1-366,-13 0 0,-8 0 320,-11 0 0,-6 1 1,-10 3-1,-4 0-1,-3 0 0,-5-3 1,-2-1-1,-4 2-6,-4 3 1,-5-4 0,-4 4-1,-2-3-66,-2-2 1,-7 0 0,-7 0-1,-4 0-7,-5 0 0,-1 0 0,2 0 1,-2 0 157,-2 0 0,2 0 0,8 0 0,6 0 140,7 0 0,10 0 1,11 0 160,2 0 1,17 0 32,9 0 0,10-5 0,11-2 0,3-1-62,5-3 0,5 3 0,5-1 0,4-1 107,3 2 0,7 0 0,2 5 0,0-2 186,-1 2 1,5 1 0,-2 2 0,0 0-146,1 0 1,0 0 0,6 0 0,2 0-176,1 0 1,-4 0-1,-6 0 1,1 0-176,-2 0 0,4 0 1,-7-1-1,-4-2-275,-4-2 0,-11-5 1,-10 4-10,-3-2 0,-9 3 1,-7-3-1,-8 2 157,-5 2 0,-8 3 0,-4 1 0,-7 0-54,-7 0 1,-7 0 0,-5 0 0,-4 0-217,-4 0 1,-6 0-1,1 0 1,-2 1 82,-3 4 1,-1 3 0,-2 7 0,2-1 209,3 0 0,4-1 1,11-2-1,7-1 180,10 1 0,15-5 53,20-1 1,8-3 0,12-2 0,5 0 62,7 0 1,7 0 0,9 0 0,3 0 109,0 0 0,5-2 1,-3-1-1,2-3 44,3-2 0,0 5 0,-2-4 1,-4 2-121,-4 1 1,-3-1-1,-2 5 1,-3-2-548,-6-3-859,-1 4 1,-25-6-818,-3 7 1,-10 0 0,-11 0 1985,-3 0 0,-21-11 0,-18-9 0,-1 0 0,-6-1 0,-1 0 0,1-1 0</inkml:trace>
  <inkml:trace contextRef="#ctx0" brushRef="#br2" timeOffset="74">29263 15654 7527,'0'15'-470,"-7"-1"0,-1 1 1</inkml:trace>
  <inkml:trace contextRef="#ctx0" brushRef="#br2" timeOffset="75">29291 15640 7851,'0'-8'892,"0"-5"0,0 10-447,0-7 1,-1 6 120,-4-6 1,2 5-38,-7-4 6,7 5 1,-5-2 0,3 6 106,-4 0 1,-4 0-1,-2 2-141,1 2 1,5 0 0,-1 5-280,-1 2 0,-2 2 1,0 2-1,2-1-50,1 0 1,2 6-1,-3-1 1,3 0 35,2 2 1,-4-4 0,5 7 0,1 0-9,-3-1 0,6 4 0,-4-5 0,3 2 15,2 0 1,0-5-1,0 4 1,0-2 7,0-4 0,0 1 0,2-1 0,1 2-37,2-1 0,6-4 0,-3-2 0,2-1-100,-1 5 0,1-3 0,3 3 1,-2-5 2,-2 0 1,1 2 0,4 1 0,1-1-15,-1-3 1,0 1-1,1-6 1,1-1 33,3 3 1,-3-6 0,3 4 0,-1-5 48,1-5 1,-1-1 0,4-7 0,0 0-113,1-3 0,-6-3 0,4 2 0,-2-4-63,0-2 1,1 4-1,-6-3 1,0-1-22,1 1 1,-1 3-1,-1-3 1,-3 1-54,-6 3 1,0 1-1,-1-1 1,2-1 79,-2 1 1,-6-3-1,-4 2 1,-1 0 15,-3-2 0,-7 4 0,-2-6 0,-1 1-20,0 0 0,-3 4 1,3-1-1,-1 3-10,-4 1 0,4 7 1,0 2-1,-1 1-141,1 0 0,3 1 0,-4 4 0,2 0-478,4 0 0,6 0 0,1 1-189,-1 4-964,4-3 0,-4 10-3390,7-2 5187,-1-4 0,18-12 0,2-10 0</inkml:trace>
  <inkml:trace contextRef="#ctx0" brushRef="#br2" timeOffset="76">26831 16460 7790,'-6'-8'471,"-4"3"1,2 4 0,-1 1 0,-2 0 1020,-2 0 1,5 1 0,5 3-1012,6 0 1,5 6-1,6-4 1,2 1 494,3-1 0,4-1 0,7-5 0,4 0-332,4 0 1,0 0 0,4 0 0,3 0-113,-1 0 0,8-5 0,-1-1 0,3-2-255,4-3 0,-10-2 0,4-2 1,-5 1-108,-4 0 1,-5 4 0,-3 2-1,-3 2-893,-4 2 1,-14 3-1,0 1-1414,-1 0 1,-7 6-1,-1 4-1383,-3 3 3520,-2 1 0,-13-6 0,-3-2 0</inkml:trace>
  <inkml:trace contextRef="#ctx0" brushRef="#br2" timeOffset="77">28615 15021 7790,'-37'0'156,"4"0"1,4 2-1,4 3 1,2 3-1,1 3 1,1 2 719,0 3 0,-4 8 0,1 0 0,-4 4-297,0 6 1,-1 4 0,0 9-1,0 4 52,1 5 0,-6 0 0,0 11 1,3 3-322,0 5 1,16-34 0,1 0 0,0 3 0,1 1-1,1 1 1,0 0-143,2-2 0,1 1 1,1 2-1,0 0 1,1 0-1,1 1 1,1 0-1,1 1 48,1 2 1,1-1 0,1-4 0,0-1 0,1 2 0,0 0 0,1-3 0,0-1-46,0-2 0,3-1 1,10 37-1,-3-38 0,2 0 1,14 35-81,2-9 1,0-4-1,-2-5 1,0 0-125,2 2 0,-8-9 0,7 7 0,-2-5-914,-4-4 0,6 2 0,-6-2 0,2-6-1665,0-6 1,0-11 2611,5-4 0,-1-1 0,1-5 0,0-6 0,0-5 0</inkml:trace>
  <inkml:trace contextRef="#ctx0" brushRef="#br2" timeOffset="78">30270 16374 7780,'-15'0'413,"1"0"0,4 0 0,1 1 0,-2 3 0,-1 2 1049,3 2 0,2-3 1,9 3-192,3-2-845,3 5 1,6-9 0,1 4 0,1-1-1,3 0 1,3-2 0,2-1 774,0-2 0,0 0 0,5 0 1,0 0-445,-1 0 0,3 0 0,1 0 0,1 0-378,-1 0 0,3 0 0,-1 0 1,-2 0-235,-2 0 1,-1 0 0,0 0 0,-2 0-64,-3 0 1,-3 0 0,-7 0-83,1 0 0,-6 1-1389,1 4-2812,-7-3 1785,3 4 1,-4-7 2415,3-4 0,3-22 0,6-12 0</inkml:trace>
  <inkml:trace contextRef="#ctx0" brushRef="#br2" timeOffset="79">31780 16187 7763,'-14'0'206,"0"0"1,-1 0 1620,1 0-612,6 0 1,1 1 0,9 4-185,3 5 1,3 1 0,6 0-262,1-1 0,-1-5 0,0 2 1,1 1-296,-1 0 0,1-4 1,0 0-1,3-2-187,1-2 1,5 0 0,-3 0 0,1 0-146,4 0 0,-4 0 1,2-2-1,2-2-107,1-6 0,0-1 0,-3 0 0,-3 1-160,0-1 1,-5-2-1,3-1 1,-5-1-136,-4 1 0,-4 0 0,-6-1 0,0 1-87,0-1 0,0 6 0,-1-1 0,-4 1 42,-5 1 1,-2-4 0,-3 6 0,1 0 28,-1-1 1,-4-2-1,-2 4 1,1 0 66,-1-1 1,-3 4 0,3-3 0,-1 4 36,-4 1 0,4 6 0,-2 4 0,-2 2 280,-1 3 0,-2 1 0,2 3 1,2 5 353,1 3 0,1 4 0,-1 1 1,5 1-43,3-1 1,3 3 0,4 0 0,5 1-161,8-1 1,5-2 0,9-4 0,3 0-226,1 0 1,7-9 0,4-4 0,-1-6-234,-1-4 0,2-1 0,1-5 0,-2 0-524,-2 0 0,-1-6 1,0-4-1,-1-3-393,1-1 1,-6 0-1,-6-1 1,-4-1-2314,-3-3 3427,-7 10 0,-16-36 0,-11 5 0</inkml:trace>
  <inkml:trace contextRef="#ctx0" brushRef="#br2" timeOffset="80">32644 15510 7763,'-15'-7'892,"1"2"1,-1 3 0,1 2-444,0 0 0,4 5 0,2 3 1,0 3 116,0 5 0,0 3 1,-3 0-1,3 5 47,1 4 1,-2 0 0,4 1 0,2 0-176,1 0 0,2-2 1,2-2-1,3-1-213,4 2 1,4-5-1,3-2 1,2-5-69,1-4 1,6-4 0,-2-6 0,1 0-50,0 0 0,-5-1 0,3-4 1,-1-6-196,-3-7 0,-2 1 0,-4-7 0,-2-2-4,-5-1 0,-4 3 0,-1 0 0,0-2 24,0-1 0,-8 3 0,-4 0 0,-8 0-74,-2 2 0,-2 1 0,-3 7 0,1 1-288,2 3 1,2 4 0,-4 6 0,4 0-375,1 0 0,4 1 0,5 4 0,4 5-575,2 3 1,-3 3 1377,4 3 0,0-10 0,5 4 0</inkml:trace>
  <inkml:trace contextRef="#ctx0" brushRef="#br2" timeOffset="81">31665 16676 7825,'-19'-5'528,"0"0"0,0 1 2710,4 4-2668,7 0 0,8 0 1,8 1-1,2 2 116,-1 2 0,1 5 0,4-4 0,2 2-351,4 3 0,-3-4 0,7-1 0,2-1 317,1 0 0,10-1 0,4-4 0,7 0 702,3 0 0,9-6 0,8-3 0,7-6-1045,-34 6 0,0-1 0,0 2 0,1 0 0,-1-2 0,0 1 0,37-6-309,0 6 0,-9-2 0,1 6 0,-6 2 0,-8 1 0,-11 8 0,-11 2 0,-4 4 0,-1 2 0,-2-8 0,-2 9 0,-2-2 0,-2-1 0,-1 1 0,-2-2 0,1-3 0,-1-1 0,-2-3 0,-2-4 0,0 0 0,1 0 0,-2-1 0,-2-2 0,-3-4-1078,-2-1 0,1-1 0,-4-6-526,2 1 0,-7 4 0,-8 2 1,-2 0-714,-3 0 1,-6 5 2316,-3-2 0,-22 12 0,-11 4 0,-6 1 0,1 0 0</inkml:trace>
  <inkml:trace contextRef="#ctx0" brushRef="#br2" timeOffset="82">31967 17021 7738,'-6'-8'1204,"4"-5"80,-2 4 0,4 2-632,4 3 0,0 2 0,5 2 0,2 2 0,1 2 0,0 8 627,3 5 1,-4 1 0,8 4-796,-3-1 1,-2 5 0,2-2 0,2 3 0,1 3 531,-1 4-891,-2-4 1,3 10 0,0-5-1,-1 0 1,-2 1 0,0-4 0,1-2-113,2-1 0,1-2 1,-6-3-1,0-5-699,1-3 0,-1-3 1,1-4-2763,-1-4 1973,-6-3 0,-8-7 1,-10-1 1474,-2-2 0,-54 4 0,-12-2 0</inkml:trace>
  <inkml:trace contextRef="#ctx0" brushRef="#br2" timeOffset="83">31809 17640 7738,'10'-14'799,"-1"1"208,2 3 1,4-3-1,2 4 1,4-6-14,2-4 0,5 3 1,6-3-1,0 1 64,1-1 0,1 3 1,8-4-1,-1 0-447,0 1 0,-5-2 0,-1 4 0,-2-1-462,-3 5 1,-8 1 0,-6 5-2578,-7-1-625,-5 5 0,-7-5 3053,-4 3 0,-61-9 0,23 3 0,0-1 0</inkml:trace>
  <inkml:trace contextRef="#ctx0" brushRef="#br2" timeOffset="84">33190 15597 7738,'0'-8'3661,"2"1"-2829,3 7 1,3 0 0,6 2-1,0 1-29,1 2 0,-1 5 0,1-4 0,-1 2-108,0 3 0,1 7 0,-1 3 0,2 1 40,3 4 0,-3 7 0,5 7 0,0 8-217,3 10 1,-2 1-1,1 8 1,-1 2-367,0 1 0,-2 8 0,-9-38 1,0 0-1,0 0 0,-1 0-46,7 37 1,-7-4 0,-5-1 0,-4 2-133,-1 3 1,-8-4 0,-5 4 0,-6-5-450,-3-5 0,-2 3 0,-3-6 0,3-1-92,5-6 1,1-7 0,0 1-1,-1-1-576,2-4 0,1-9 0,1-9 0,1-8-522,0-9 1,-6-5 1664,1-6 0,-45-6 0,-6-2 0</inkml:trace>
  <inkml:trace contextRef="#ctx0" brushRef="#br2" timeOffset="85">32082 16935 7738,'-1'-14'875,"-2"-1"891,-2 1 0,2 6-1190,7 3 1,-2 5-1,4 5 1,1 4 72,2 4 0,-1 3 0,2 3 0,1 5-225,2 3 0,1 7 1,1 1-1,-1 2-161,1 3 1,1 2 0,1 2 0,4 3-121,1 1 0,-3 4 0,4-2 0,-1-1 0,1 1 0,-4-7 0,3-6 1,-1-2-110,-3-3 0,4-3 0,0-5 0,1-5 59,-4-3 1,2-3 0,-2-2 0,-2-3 56,-1-2 1,-1-1-178,-1-5 68,-6 0 1,-8 0-1,-9 0 1,-4 0-88,-2 0 0,1-1 0,0-4 0,-2-5-164,-4-3 1,-2-7 0,-7-3-1,1-1-53,-1 0 1,0-1 0,0-7-1,0-3 136,1-2 0,0 3 1,3-3-1,3 1 70,1-1 0,2 0 0,4-1 0,1 4 99,-1 4 1,7 3 0,2 1 0,1 4 163,0 1 1,-1-3-1,3 5 1,-2 1-53,2 2 1,1-3 0,2 0 0,0 1 152,0 2 0,0 2 0,0-1 0,0 1-103,0 0 0,5 4-379,0 1-2074,0 5 1017,-5-2 1,0 8 0,0 2-1402,0 6 0,-7 3 2633,-2 1 0,-25 26 0,-9 11 0,-4 4 0,0 1 0</inkml:trace>
  <inkml:trace contextRef="#ctx0" brushRef="#br2" timeOffset="86">31752 17698 12246,'20'-15'1061,"-4"6"1,5-1 0,0-1 901,3-2-1646,3-8 0,3 4 0,2-7 0,4 0 0,0 0 0,4 0 1,2 0 521,1 1 0,-1-2-697,-4 6 1,-3-1 0,-6 8 0,-2 0-94,-3 3 1,-6 6-33,-14-2 0,-5 10 0,-15 4 1,-2 4-185,-1 1 1,-7 1 0,3-1-1,-3 1 12,2-1 0,-3 0 0,3 2 0,-3 2-4,-2 1 0,0 2 1,0-4-1,-1 4 22,-4 2 1,2-4 0,-4 5 0,0 0 143,4-2 1,4 4-1,4-7 1,5-2 144,3-1-380,8-8 0,9-3 0,14-11 0,7-7 169,5-5 1,2-7 0,1 1 0,2-3 49,2-2 1,4 0-1,-4 0 1,-2 2 218,-2 3 1,-1-1 0,0 4 0,-2 2 246,-3 3 1,-3-2-233,-7 9 0,-8 4 0,-6 3 0,-8 7-10,-4 3 1,-9 6 0,-3 6 0,-3-1-511,-2 1 0,0 1 0,-1 5 1,-2-2-327,-2 1 0,1-4 0,5 0 0,3-2-271,1 0 1,1 1 0,0-8 0,3-2-2507,4-5 3398,8-4 0,8-45 0,8-12 0</inkml:trace>
  <inkml:trace contextRef="#ctx0" brushRef="#br2" timeOffset="87">30227 18316 7696,'0'-14'606,"0"-1"821,0 1-586,0 0 401,0-1-683,0 7 1,0 3 0,0 10-227,0 5 0,0-1 0,0 4 1,0 3-6,0 0 0,0 5 0,0 0 0,0 1 12,0 4 0,0-4 1,0 2-1,0 2-52,0 1 1,0-3 0,0 0 0,0 1-61,0 3 1,0 0 0,0 1 0,0 0-45,0 0 0,0-1 0,1 1 0,2 0-30,2 0 0,0-2 0,-5-1 0,2-2-44,2 1 0,-2-3 0,3 1 0,-4-2-56,-1-4 1,0-1 0,0-1-260,0-2-256</inkml:trace>
  <inkml:trace contextRef="#ctx0" brushRef="#br2" timeOffset="88">30255 19049 17626,'0'-1'-115,"0"-16"-1046,0-4 1,0-1 127,0-4 0,0 0 1,0 3-1,2 2 1033,3 0 0,-23 24 0,1 0 0</inkml:trace>
  <inkml:trace contextRef="#ctx0" brushRef="#br2" timeOffset="89">30701 18849 7698,'-9'1'715,"-1"2"2063,-1 2-1306,5 0-920,-1-5 0,9 0 0,3-2 0,4-2 282,4-6 0,3-3 0,2-3 0,1-1-373,-2-3 0,6-5 0,-1-1 1,2-4-133,0-4 0,0-1 1,5 2-1,-2-4-52,-3 0 0,1 2 1,-4 6-1,0 0-127,0 1 1,-2 0 0,-5 4 0,1 5-146,-1 3 1,-4 7-1,-1-1-4,3-1 0,-1 3 1,0-2-1,-1 1-139,1 1 0,1-5 0,3 3 36,-1-3 0,1-1 0,-1 1 97,0 4 1,-4-2-10,0 6 0,-7-2 0,3 4 10,1-2-104,-6 1-555,6 4-762,-7 0-1784,0 0 955,-7 0-470,6 0 2724,-12 0 0,-14 12 0,-12 4 0</inkml:trace>
  <inkml:trace contextRef="#ctx0" brushRef="#br2" timeOffset="90">31737 18158 7698,'0'-14'365,"-6"4"0,-2 0 0,0-1 1,3-2 1037,3-1 1,2 4-397,0 1 0,7 6 0,2-1-382,4 8 1,-3 4 0,-2 8 0,0 3-59,0 5 1,1 3-1,6 2 1,-1-1-45,1 1 1,-3 5-1,1 1 1,0 0-146,3 0 0,1 4 0,-2-4 0,1 2-108,3 3 0,-1 0 0,4-2 0,0-4-21,1-4 0,-6 2 0,4 0 0,-2-3-96,0-2 1,1-2 0,-8-7 0,0 0-275,-3-6 0,-1 3 1,3-7-2369,-1 0 585,-7-2 0,2-7 792,-10-4 1,-3-2 0,-6-4 0,-1 2 91,1-3 1,0 4 0,-1-1 1019,1-2 0,-26 1 0,-11 0 0,-4-1 0,-1 0 0</inkml:trace>
  <inkml:trace contextRef="#ctx0" brushRef="#br2" timeOffset="91">31867 18590 7698,'-10'0'-20,"0"0"324,-1 0 0,5 1 0,0 2 2454,-1 2-1588,6 0 1,-12 1-579,3 4 1,2-2-1,0 2 1,0-1 3,0-1 1,-1 5-1,-6-2 1,1 5-286,-1 3 0,-1 5 1,-1-3-1,-2 0-147,1 0 1,0 4 0,1-2 0,-2-1-33,1-3 0,4-3 1,3-1-1,3-1-336,1 0 0,-2 1-715,4-1 684,0-6 0,7-2 1,2-6 228,6 0 0,3-6 1,1-4-1,1-2 50,-1-3 1,0-4 0,1-2-1,1-1 154,3-4 0,-2-1 0,6-2 0,-1 1 171,1-1 0,-4 0 0,5 0 0,0 1-40,-2-1 1,0 5-1,-4 1 1,1 3 120,-1 2 0,-2 2 0,-2 3-261,1 4 1,-6-3-322,1 8 1,-7 0-1,2 9-135,-4 5 0,-1-2-1320,0 1 14,-6 1 1,4 0-3677,-2-1 2454,2-6 2795,2 4 0,-19-20 0,-5-3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23:39:11.88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13811 10431 10505,'-8'0'1983,"2"0"1,17 5-1694,3 0 1,4 0-1,-4-5 1,1 0-111,-1 0 1,5 0 0,2 0 0,1 0 43,4 0 1,-4-7 0,2-2-1,2-4-89,1-1 0,-3-6 0,-2 0 1,1-3-60,-1-2 1,-4-2 0,1-1 0,-3 3-97,-2 1 1,-4 0-1,-2-3 1,0 1 89,0 2 1,-5 5-1,2-3 1,-3-1 39,-2 1 0,1 3 1,2-5-1,2-2-22,-2-1 1,-1-2-1,-2 0 1,0-1-68,0-4 1,0 4-1,0-5 1,0 1-41,0 1 0,0-2 0,0 3 0,-2-2 34,-2 2 0,2 2 1,-4-1-1,1-1 12,0-1 0,-5-1 1,4 4-1,0-2 37,-1-2 1,2-1-1,5 3 1,0-2 30,0 3 0,0-1 0,0 0 0,0-2 145,0 2 0,5 2 0,2 2 0,1 3 128,3 1 1,2 5 0,1-4 0,0 3 15,1 2 0,-1-3 0,0 2 1,2 1-170,4 2 0,-4 2 1,3 0-1,-3-1-92,-2 1 0,1 1 1,-1 2-1,-1 1-369,-4-1 1,4 3 0,-3-1-1724,3-3 0,-4 6 1969,1 1 0,-45 8 0,-23 5 0,1 0 0,0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1.193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3165BB"/>
    </inkml:brush>
    <inkml:brush xml:id="br3">
      <inkml:brushProperty name="width" value="0.05292" units="cm"/>
      <inkml:brushProperty name="height" value="0.05292" units="cm"/>
      <inkml:brushProperty name="color" value="#57D200"/>
    </inkml:brush>
  </inkml:definitions>
  <inkml:trace contextRef="#ctx0" brushRef="#br0">14372 8820 7912,'-29'-21'98,"2"7"0,5-2 311,8 5 1,6 11-1,8 4 1,0 16-1,0 12 1,0 14-1,-2 15-167,-3 14 1,1-28-1,-1 3 1,-4 5-1,-2 1 1,0 4-1,-2 1 1,0 2-1,-1 0 1,0 0-1,-1-1 1,1-2-1,0-2 1,-1-2-1,1-1 28,0-4 0,-1-2 0,2-7 0,-1-4 0,-10 25 0,5-14-23,3-9 1,1-11 0,3-10 0,0-4 39,3-6 0,6-4 0,-2-10 0,3-6-51,2-7 1,7-17 0,4-14-1,6-12-209,7-11 1,-10 30 0,0-2 0,0-6-1,0-1 1,1-2 0,-1-1-130,0 0 1,1-1 0,1-1 0,1 0 0,0 3 0,0-1 0,-1 0 0,0-1-72,-1-1 1,0 1 0,0 4-1,-1 2 1,0 4 0,-1 2-1,11-24 89,-5 23 0,-7 20 0,-4 22 0,-2 12 250,-3 14 0,-8 24 0,-4 19 0,2-27 0,-1 1 43,-1 6 0,-1 1 1,2-1-1,-1 1 1,-3 5-1,0 0 0,-1-2 1,-1 0-46,-2 0 1,0-1 0,0 1-1,0 0 1,-3 1 0,-1-1-1,1-1 1,0 0 18,1-2 0,-1-1 1,-1-3-1,0 0 1,3-4-1,1 0 1,-15 30 141,6-11 0,4-16-281,6-14 1,14-16 0,6-18 0,6-14-178,3-12 1,9-15 0,4-16 0,-11 24 0,1-1 6,2-4 0,-1-2 0,-1-2 0,0 0 0,1-4 0,0-1 0,0 1 0,0-2-20,-2 1 1,0-1 0,-1-6-1,0 0 1,0 0 0,-1 1-1,0 1 1,-1 0-16,-1 6 0,0 2 1,9-30-1,-9 28 365,-2 16 0,-4 21 0,-7 20 0,-6 20-47,-7 18 1,-2 16-1,-6 18 1,10-35 0,1 0-72,0 4 1,0 1 0,-1 1 0,0 1 0,-2 1 0,-1 0-1,1 1 1,-1 2 146,1 1 0,0 0 0,0-1 0,0-1 0,1 0 0,1-1 0,1-1 0,0-1-98,0-1 1,1-2 0,2-4-1,1-1 1,-1 28 0,2-14-216,3-16 0,9-13 0,9-19 1,7-8-199,5-8 1,3-17 0,2-11-1,2-10 148,-2-11 0,3-14 0,-18 30 1,0-1-1,-1-2 0,0-1 44,-1-3 0,0 0 1,-1-2-1,-1-1 1,0-1-1,-2-2 0,-1-1 1,-2-1-153,-2-3 1,-1-1 0,1-3 0,-1 0 0,-2-1 0,-1 0-1,0 6 1,-1 1-113,0 6 0,0 3 1,-1-27 740,0 27 0,-7 40 1,-2 36-1,-6 20-209,-4 13 1,-5 16-1,9-34 1,-2 0 0,0 1-1,1 0-38,0 0 1,0 0 0,-2 2 0,-1-1 0,0 2-1,0 1 1,-2-1 0,0 1 32,-1 1 0,1 0 1,1-1-1,2 0 0,-1-5 1,1-1-1,0-2 1,1 0-9,-15 32 1,9-12-1,10-18-389,12-18 0,14-16 0,11-19 0,4-13-113,6-12 0,3-19 0,7-13 1,-20 30-1,-1-2 181,1-2 0,0-1 1,0-5-1,0-1 1,-2-1-1,-1 1 1,0-2-1,-1 1 79,0-1 0,-1 0 0,-1 1 0,-1 1 0,-2-6 0,-1 1 1,-1 1-1,-1 2 32,-2 3 0,0 2 0,7-25 425,-12 28 0,-2 27 1,-8 27-1,-6 16 255,-6 15 0,-1 9 0,-8 13 0,-2 6-382,12-32 0,0 0 1,-3 1-1,-1 0 1,3-1-1,1 1 1,-1 2-1,0 1-111,0 2 1,-1 1 0,0 4 0,-1 1 0,-2 2 0,-1 0 0,1-1 0,0-1 7,2-1 1,0 0-1,4-8 1,1-1 0,-5 37-1,5-16-330,4-17 1,5-16 0,10-24 0,5-4-375,3-4 0,7-8 1,3-13-1,2-14 117,4-10 0,-3-15 0,7-8 0,-17 33 1,-1-2 290,0-1 0,-2-1 0,-1-3 1,-1 0-1,-1-2 0,-1 0 1,-1-3-1,0-1-4,-1-2 1,0-2-1,1-3 1,-1-2-1,-1-3 1,0 0 0,0 6-1,0 3 141,-1 6 0,-1 3 0,-1-22 1,2 33 698,-3 19 0,-7 28 0,-1 28 1,-4 15-278,-6 10 0,9-25 1,0 2-1,-3 1 1,-1 0-1,1 1 0,1 0-214,-1 0 0,1 0 0,-3 1 1,0 1-1,1 0 0,1 1 1,-1-1-1,1 0-203,0 1 0,-1-1 0,1-4 0,1-1 0,-4 31 0,4-9 0,4-9 0,14-12 0,7-14 0,4-9-200,0-7 0,4-4 0,-3-5 0,0 2-1726,0-2 1,-2-3-1,-3-3 1,1-5 1925,3-5 0,-8 8 0,-5-8 0</inkml:trace>
  <inkml:trace contextRef="#ctx0" brushRef="#br1" timeOffset="1">15322 18115 8075,'0'-10'486,"1"2"0,4 2 498,5 3 0,3 6 0,1 2 0,0-1 170,1 3-996,-1-6 0,0 7 1,2-4-1,2 0 1,3 0-1,0-3 0,1-1 141,0 0 1,-4 0-1,1 0 1,-3 0-109,-1 0 1,-1 5 0,-1 1 0,-4 2 72,-4 4 0,-3 0 1,-2 3-133,0-1 1,0 0 0,0 1-1,1-2-174,4-4 0,-2 2 1,7-6-1,1-2-75,2-1 1,8-2 0,3 0 0,3-2 7,2-2 1,-1 0 0,1-4 0,0 2 91,0 3 1,-5-4 0,0 3-1,1 0 129,2 3 0,-3-4 1,0 0-1,2 2 117,1 1 1,-3-2 0,-2-1 0,1 2-63,-1 1 1,-3 0-1,4-1 1,-2-1-99,-4 0 0,4 3 1,0-1-1,-1-1-117,1-2 1,3-1 0,-3 3 0,0-4-297,0-1 0,3 3 0,-5-3 0,-2 2-557,-1 3 0,-1 1 0,-1 1 1,0-3 900,1 0 0,-14 12 0,-2 8 0</inkml:trace>
  <inkml:trace contextRef="#ctx0" brushRef="#br1" timeOffset="2">15264 9770 7978,'-9'-5'1266,"-1"0"1,7-1-71,-2 1 0,5 3 0,5-1-320,4 6 1,4 0 0,2 7-1,-1 0-151,0-2 1,6 9 0,-1-2 0,0 1-247,2 0 1,-5 0 0,3 1 0,-2 4 153,3 1 0,-4 2 0,4 5 1,0 0-295,-1 0 0,2 1 0,-4 0 0,4 2-357,1 0 1,-4-9-1,1 4 1,-3-5-298,-2-4 0,-1-2 0,-2-3 1,-1-4-1419,1-4 0,-3 1 926,2-1 0,-5-2 1,3-7-250,-2-6 0,-1-3 0,-7-1 0,-3-1 1056,-4 1 0,-27 5 0,-11 4 0,-4-3 0,-1 1 0</inkml:trace>
  <inkml:trace contextRef="#ctx0" brushRef="#br1" timeOffset="3">15192 10503 7978,'-1'-12'294,"-4"2"0,3-3 0,-2 4 0,2-4 444,2-2 1,0-1 0,2-3-1,2-5 211,6-3 1,4-6-1,4-3 1,3-2-134,1-7 1,2 2-1,5-5 1,1 2 47,4-2 0,-2 1 0,4-2 1,0 3-282,-4 4 0,3 2 1,-2-2-1,-1 2-453,-1 2 0,-3 6 1,0-1-1,-4 4-199,-5 5 1,0 1 0,-3 7-1,-5 0-1993,-3 4 1,-1 7-764,-3 0 0,-2 2 2825,3-2 0,-23-3 0,-6-6 0</inkml:trace>
  <inkml:trace contextRef="#ctx0" brushRef="#br1" timeOffset="4">15840 8935 7978,'0'-14'266,"0"4"0,0 1 0,0-3 686,0 0 1,6-3-412,4 1 0,2-1 0,3 1 0,-1 1 0,2 2 0,2 1 528,1-1 0,5 3 1,-3 0-581,1 2 1,1 1-1,2 5 1,-1 0-1,0 0 6,-2 0 1,-1 2-1,-5 2 1,2 6-219,1 3 1,-5-2-1,-6 2 1,-1 3-38,-4 0 1,-1 6 0,-2 2 0,-2 3-205,-3 2 0,-4 0 0,-9 1 0,-3 2-369,-1 2 1,-2 4 0,-5-4 0,0-2-193,1-2 1,0-6 0,3-2-1,2-2 17,3-8 1,5-4 0,7-9 269,2-4 0,1-3 0,5-8 0,0-2 430,0-1 0,6 0 1,4 5-1,3 1 379,1 3 1,1-1 0,-1 6 0,0 2-3,1 2 1,4-4 0,0 0 0,-1 2-485,-2 1 1,0 2 0,1 0-1,2 0-905,-1 0 0,-2 2 0,0 1 820,3 2 0,-28 0 0,-3-5 0</inkml:trace>
  <inkml:trace contextRef="#ctx0" brushRef="#br2" timeOffset="5">316 17165 7829,'-6'-8'677,"3"-3"1,-7 6 557,-1 2 1,5 8-1,1 4 1,3 4 375,2 2-1316,0 5 1,0 3-1,2 5 1,1 1-1,2 0 1,0 0 0,-1 1 329,1 4 1,1-2-1,-2 6 1,0 0-344,0-1 1,2 3 0,-1-5 0,-2 1-123,-1-1 0,2-3 0,3-8 1,-1-5-47,1-3 1,-1-3 0,-1-4-43,4-4 0,-1-5 1,2-6-1,1-9 283,2-7 1,-3-12 0,-1-4-1,2-5-82,2-5 1,2-2 0,-1-4 0,0 3-107,1 1 1,4 1 0,0 2 0,-1 1-355,-2 4 0,-2 7 0,-1 11 0,-4 5-865,-4 3 0,2 10 0,-3 6-179,0 8 0,-8 11 0,0 6 0,-1 6 1231,-2 2 0,-1 46 0,1-37 0,0 0 0</inkml:trace>
  <inkml:trace contextRef="#ctx0" brushRef="#br2" timeOffset="6">1093 17079 7829,'0'-23'0,"-1"3"0,-3 5 0,0 1 838,0-1-319,3 1 0,-1 1 1,-1 2-1,-3 3 1,-2 2 2377,-4 3-2540,6 1 0,-7 2 0,4 2 0,-4 4 1,-2 7-1,1 6 0,0 3 468,-1 4 1,1 1-1,0 3 1,-2 4-276,-4 4 1,4 4-1,-3 1 1,5 0-238,4 0 0,-1-1 1,6-2-1,2-2-265,1 2 1,4-5-1,3-1 1,4-4-295,4-1 1,2-2 0,1-3 0,1-4-369,2-4 1,1-2 0,-6 0 0,0 1-616,1-1 0,-1 0 0,0 1 0,-1-1-2640,-3 1 3869,3 5 0,-25-10 0,3 3 0</inkml:trace>
  <inkml:trace contextRef="#ctx0" brushRef="#br2" timeOffset="7">1179 17323 7829,'0'-14'764,"0"0"0,0 4 818,0 0 0,5 6 0,2-4-762,1 1 0,1 2 1,4 7-1,-2 3-190,-1 4 1,-5 4-1,4 2 1,1 1-56,-2 3 0,3 3 0,-5 7 0,1 0-155,-1 0 0,4 4 1,-4 2-1,1 0-357,-1 1 0,4-1 1,-4-3-1,2 1-510,3-1 1,-3-3-1,0-3 1,0-4-1450,0-1 1,-3-2-2488,4-5 4383,-5-6 0,-36-20 0,-16-12 0</inkml:trace>
  <inkml:trace contextRef="#ctx0" brushRef="#br2" timeOffset="8">1122 17784 7829,'-14'5'0,"-1"-1"0,1 1 2332,-1 2-1424,7-6 1,8-1 0,10-11 0,3-7-238,1-6 0,5-3 1,2-1-1,0-3 104,0-2 1,3 2-1,-5-2 1,0 2-319,2 2 0,-5 5 0,3 1 1,-3-1-371,-2 1 1,-4 4 0,-2 8 0,0 3-1322,0 1 0,-3 3 0,4 4-1428,3 0 1,-4 0 2661,1 0 0,-18 12 0,-1 4 0</inkml:trace>
  <inkml:trace contextRef="#ctx0" brushRef="#br2" timeOffset="9">1554 16921 9089,'0'-15'2007,"0"6"-1034,0-1 0,6 7 0,5 0 1875,7 6-2479,-2 5 0,6 6 0,-3 2 1,5 3-1,3 5 0,2 5 0,0 3 350,0 2 0,-5 6 0,-2 0 0,0 6-374,1 7 0,-7-2 0,0 0 0,-7-1-170,-2-4 1,-2 3 0,-5-1 0,-2-1-208,-3-2 0,-3-9 1,-6-2-1,-1-2-475,1 1 1,-2-7-1,-2 1 1,-1-3-674,2-1 1,-1-6-1,1 1 1,-3-5-1487,3-4 0,1-6 2666,1 2 0,1-16 0,0-5 0</inkml:trace>
  <inkml:trace contextRef="#ctx0" brushRef="#br2" timeOffset="10">2071 17424 7829,'0'-9'0,"0"-1"0,2 0 805,3 2-246,-4-4 1,7 5-1,-4-4 1,2 3-1,2 0 1,3 2-1,2-1 3659,1 4-4004,1-5 0,-1 6 1,2-2-1,2 2 1,1 2-1,-1 0 1,-1 0-19,2 0 1,-3 2 0,3 1 0,-3 3-499,-1 2 0,-6-3 1,1 3-1,0 0-1419,-2 0 0,3-3 0,-6 4-1771,-2 3 3492,-2 0 0,-28 18 0,-16 6 0,-1 3 0,0 0 0</inkml:trace>
  <inkml:trace contextRef="#ctx0" brushRef="#br2" timeOffset="11">2086 17669 7829,'0'-15'2820,"6"3"1,4 2-1947,3 5 1,3 4 0,1 1 0,4 0-719,1 0 1,2 1 0,4 2-1,-3 2-797,-1-2 0,5 1 1,4-1-1,-1 2 641,-1-2 0,-28 18 0,-6 3 0</inkml:trace>
  <inkml:trace contextRef="#ctx0" brushRef="#br2" timeOffset="12">3395 17338 7849,'-8'1'71,"2"3"0,-1 0 1230,-2 0 1,-2-1-741,1 2 1,4-2 0,4 5 96,-3-2 0,4 1 1,-4-3 132,3 6 0,7-2 0,1 2-354,2 1 0,2 2 1,4-1-1,1-2-108,-1-5 0,2 1 1,2-1-1,2-2-158,3-1 1,-4-4-1,3-3 1,1-4-178,-1-4 0,-3-1 0,4-1 0,-3 1-285,-2-1 0,-2-4 0,-2 0 0,-1 1-20,-3 2 1,-4 2-1,-6-2 1,0-2 61,0-1 1,-1 2 0,-4 5-1,-5 3-18,-3-2 0,-6 0 0,-2-1 1,1 4 285,-1 2 0,-5 1 0,2 5 0,-1 2 307,1 3 0,-3 3 0,4 6 0,-1 2-76,0 3 1,7 3 0,-2 9-1,3 1 144,1 1 1,2 7 0,2-1 0,3 2 71,2 2 0,1 1 0,5-3 0,2-1-230,2-1 1,6-7 0,8-1 0,2-3-279,3-4 1,1-12 0,4 3 0,1-4-242,0-3 0,0-2 1,0-6-1,-1 0-540,1 0 0,0-1 1,-2-2-1,-1-4-545,-2-1 1,-7-1 0,2-6 1367,-3 1 0,-20-20 0,-6-4 0</inkml:trace>
  <inkml:trace contextRef="#ctx0" brushRef="#br2" timeOffset="13">3755 16662 7860,'-15'0'248,"1"0"0,4 0 871,1 0-51,6 0 0,-7 0-153,10 0 1,2 1 0,9 2-1,-2 2-210,3-2 1,-4 4-1,1-1 1,2 1-231,2-1 1,2-1 0,-1-4 0,2 3-138,3 0 0,-3 1 0,5-5 0,-2 0-60,0 0 1,5 0-1,-3 0 1,0-1-195,0-4 1,-2 2 0,-5-5 0,0 1-467,1 4 0,-2 0 1,-2 0-1178,-2-2 0,-1-2-1762,2 3 72,-4 2 3249,-6 2 0,-38 40 0,-10 14 0</inkml:trace>
  <inkml:trace contextRef="#ctx0" brushRef="#br2" timeOffset="14">4532 15942 7887,'-13'2'1061,"3"3"0,4-2 1,7 6-1,4 3-388,5 0 1,-1 4 0,4 2 0,3 1-91,0-1 1,2 4 0,-1 2-1,4 3 718,2 2-1054,-6 0 0,9 0 0,-6-1 0,1 3 0,0 1 0,-2 1 0,0-1 165,1-1 1,-1-3 0,-5 1-1,1-2-319,-1-3 1,-4-3 0,-1-7 0,1 1-512,-2-1 1,3 1 0,-5-3-4139,2-2 2154,-5 3 0,2-12 2402,-10 4 0,-22-16 0,-11-5 0</inkml:trace>
  <inkml:trace contextRef="#ctx0" brushRef="#br2" timeOffset="15">4517 16762 8003,'0'-14'359,"0"-1"1,0 6 0,0-1-1,2-1 221,3-2 1,1-3-1,5-1 1,-1-4 701,1-1-916,8 4 1,-3-8 0,3 6 0,-1-3 0,0-1 0,2 0 0,1 2 433,0 1 0,-2 2 0,-5 5 0,-1-1-1133,-3 1 1,3 1 678,-4 3-4752,-2 4 4406,-1 12 0,-38 34 0,-8 15 0</inkml:trace>
  <inkml:trace contextRef="#ctx0" brushRef="#br2" timeOffset="16">5179 16086 7887,'8'-6'816,"0"4"0,-3-1 593,4 6 1,3 0 0,-1 7 0,-2 3-829,3 4 1,0 1 0,4 6 0,2 1-94,1 3 0,0 5 0,-4 2 1,-1 0-176,0 1 1,1-3 0,-1-4-1,-1 0-387,-3 0 1,2-6 0,-4 0 0,2-2-1118,0-4 0,-6-6-4062,6-1 5253,-7-7 0,-3-16 0,-8-11 0</inkml:trace>
  <inkml:trace contextRef="#ctx0" brushRef="#br2" timeOffset="17">5596 16144 7887,'-6'-15'773,"3"7"296,-7 3 1,5 4 56,-4 1 1,-1 6 0,-4 5 0,-1 5-496,1 4 1,-7 5 0,-3 1-1,-3 4-455,-2 4 0,-4 6 0,-3-4 1,1 3-98,0-1 1,2-7 0,4-1 0,2-6-1057,3-3 1,8-4-3313,6-7 4289,7-4 0,-4-31 0,7-7 0</inkml:trace>
  <inkml:trace contextRef="#ctx0" brushRef="#br2" timeOffset="18">2820 17352 7858,'-15'10'404,"1"-1"1,4-5 0,2 2 944,2 0 1,3-4-970,7 3 1,0-4 0,5-1 0,2 0 40,2 0 1,-3 0 0,-1 0 0,3 0-38,0 0 0,-2 0 0,0 0 0,1 0-39,2 0 1,1 0 0,0 0-160,1 0 0,-1 0 0,0 0 0,1 0-75,-1 0 0,1 0 0,-1 0 1,-1-1-205,-4-4 1,4 3-1,-3-2-178,3 2 0,-5 0 69,-4-2 0,-2 0 176,-2-5 0,-2 6 0,-2-2 0,-6 3 21,-3 2 1,-1 0 0,-2 0 0,-2 0 5,-1 0 0,-2 0 0,4 0 0,-3 0-83,3 0 0,1 0 0,2 0 1,-1 0-35,1 0 0,4 0 0,1 0 98,-3 0 0,1 2-99,2 3 102,2-4 1,9 6 0,3-7-29,4 0 1,-1 0 0,2 0-294,1 0 0,2 0 1,1 0-618,1 0 0,-1 0 1,0 0 952,1 0 0,12 6 0,3 2 0</inkml:trace>
  <inkml:trace contextRef="#ctx0" brushRef="#br2" timeOffset="19">16876 9899 7226,'-8'0'-379,"0"0"478,3 0 1,3-2 355,-3-2 200,4 2 74,1-4 264,0 6 2168,0 0-3444,6 0 549,-4 0 926,4 0 290,-6 0-1496,0 0 319,0 6 1,0-3-372,0 7 1,0-5-791,0 4 0,0-4-412,0 5 0,2-7-909,3 2 2177,-4-4 0,6-14 0,-7-3 0</inkml:trace>
  <inkml:trace contextRef="#ctx0" brushRef="#br2" timeOffset="20">17609 9036 7893,'0'-10'96,"0"1"1271,0-3 1,-1 6-783,-4 1 0,3 2 1,-4 0 276,0-2-733,-2 0 1,-2 5 0,2 2-1,0 1 1,2 3 0,-2 4-1,0 4 228,-4 4 1,0 6-1,-3-2 1,1 4-38,-1 4 0,-1 4 1,-1-1-1,-2 6-64,1 2 0,-3 4 0,2 2 0,2 2-36,1 2 0,1-4 1,1 1-1,1-4 10,3-1 0,-1 5 0,6-1 1,2-4-21,2-3 0,1-6 1,0 2-1,0 1-128,0 0 1,0-5-1,0 3 1,0-1-135,0-1 0,0 1 1,1-6-1,2 1-156,2 0 1,2-5-1,-4-2 1,2 1-307,-2-1 0,3-4 0,1 1 1,-1-3 50,0-2 1,6-4 0,-3-1-1,4 1-642,1-2 0,1-2 0,-1-6 1105,0 0 0,14-25 0,2-7 0</inkml:trace>
  <inkml:trace contextRef="#ctx0" brushRef="#br2" timeOffset="21">17595 9885 7889,'-14'0'581,"-1"0"1,6 1 2485,-1 4-1726,7-3 0,-2 6-464,10-4 1,3-2-1,8 3 1,1-4 56,2-1 1,2 0 0,-3 0 0,3 0-196,1 0 0,0 0 1,4 0-1,-2 0-455,2 0 1,-6 0 0,1 0-1,-2 0-220,0 0 1,5 0 0,-4 0-1,-3 0-318,-1 0 1,-1 0 0,-1 2-1098,0 3 1,-4-4 0,0 4-1160,1-3 0,-5-4-27,-1-3-1,1 2 2538,-1-6 0,0-1 0,-5-4 0</inkml:trace>
  <inkml:trace contextRef="#ctx0" brushRef="#br2" timeOffset="22">18401 9899 7835,'1'-9'1412,"4"1"0,5 0-266,2 0 0,4 3 0,4-5-887,3-1 0,0 3 1,-1-2-1,1 1 1,-3-1-1,1 2 1,-3 0-1,-2 2 0,-3-2 252,-4 0 0,2 3 1,-4-3-460,1 2 1,-5-1 0,0 2-187,-6-4 1,0 2-1,-7 1 1,-1 1-94,-2 0 0,-3 1 1,-1 4-1,-4 0 71,-2 0 0,4 1 0,-5 4 0,-1 5 201,-2 2 1,-2 8 0,0 0 0,0 3 355,0 2 0,2 9 0,2 3 0,2 1 32,2 0 1,7-1 0,6 3 0,2-3-208,3-2 0,7-3 0,8-8 0,3-5-236,5-3 0,7-3 1,0-3-1,5-6-240,0-2 1,-2-2-1,1 0 1,1-2-411,1-2 1,-1 0-1,-6-5 1,-4-2-155,-1-2 0,3-2 0,-5 3 1,-1 0 33,-2 3 780,-8-1 0,-40-17 0,-16-3 0</inkml:trace>
  <inkml:trace contextRef="#ctx0" brushRef="#br2" timeOffset="23">18602 8935 7799,'-19'0'1466,"0"0"-399,1 0 1,15 0-1,8-2 1,6-1-217,3-2 1,5-4-1,2 3 1,2-1 102,2 1 1,1-4 0,-1 5-1,1 2-304,4 2 1,-6-4-1,5 0 1,-2 2-342,0 1 1,-3 2 0,-1 0 0,-1 0-296,0 0 1,-4 0-1,0 2 1,-6 1-1632,-2 2 1,-2 1-6291,2-1 5922,-4-3 1985,-6 4 0,-51-6 0,-13 0 0</inkml:trace>
  <inkml:trace contextRef="#ctx0" brushRef="#br2" timeOffset="24">19336 8316 7826,'-13'-1'357,"2"-2"1760,1-2-1270,7 0 1,-2 7-1,10 2 1,5 8 0,2 4 2133,3 3-2526,-1 6 0,7-7 0,1 8 0,2 2 1,0 6-1,0 1 0,0 2 385,0 0 0,-1-4 0,2 6 0,-3-1-513,-1-1 0,-2-2 0,-4-6 1,-1 1-277,1 4 1,-7-10 0,-4 1 0,0-4-630,0-2 0,-2 0 0,3-4-5052,-4-1 3773,-1-6 1,-1-2 0,-4-6 1856,-5 0 0,-41-38 0,-11-10 0</inkml:trace>
  <inkml:trace contextRef="#ctx0" brushRef="#br2" timeOffset="25">19523 8762 7826,'-15'0'190,"6"0"1,-1 0 0,-1 0 797,-2 0 1,-1 7 0,1 2-231,3 4 0,-2 0 0,4 0 1,-2 0-309,0 3 0,1 3 1,-6-2-1,1 4 243,0 1 1,-2 2 0,-2 5 0,-1-2-570,1-3 0,2-1 0,2-6 0,1 3-2342,4-3 1163,-4-7 1,13-4 0,0-7-1,8-4 1055,5-5 0,1-47 0,0-14 0</inkml:trace>
  <inkml:trace contextRef="#ctx0" brushRef="#br2" timeOffset="26">19897 8503 8466,'-8'2'898,"3"3"0,3 3 0,4 8 1,3 1 219,4 3 1,4 5 0,2-1 0,-1 3-118,0 2 0,6 0 1,-1 0-1,-2-1-534,-1 1 0,3-2 1,1-1-1,-3-4-341,-1-1 0,-3 3 0,-2-5 0,-3-1-769,-1-2 0,-3-7 0,-2 1-1992,3 1 0,-4-3 532,4 2 0,-5-7 2103,-5 2 0,-15-55 0,-11-14 0</inkml:trace>
  <inkml:trace contextRef="#ctx0" brushRef="#br2" timeOffset="27">20242 8575 9933,'0'-9'1573,"0"-1"1,-2 7 0,-1 0-1125,-2 6 0,-6 5 1,2 6-1,-4 2-182,-1 4 0,-7-3 1,-3 9-1,-3 2-55,-2 4 1,0 4 0,0-4 0,1 3-117,-1 2 1,0-5 0,2 1 0,3-3-714,5-1 0,4-6 0,4-4-984,1-3 0,9-8 0,-1-5 1601,5-6 0,-4-50 0,-7-17 0</inkml:trace>
  <inkml:trace contextRef="#ctx0" brushRef="#br2" timeOffset="28">20185 8345 7820,'0'-9'1161,"1"1"-100,4 1 0,3 4 0,6 8 0,1 4 704,-1 4-1405,7 2 1,1 1 0,7 3 0,0 5 0,1 3 0,2 3 0,3 4 360,2 4 0,1 9 1,4 2-1,-2 4-310,-2 6 1,-10-1 0,-1 7 0,-5 1-146,-4 1 0,-9 2 1,-4-9-1,-5 4 40,-5 2 0,-3-1 0,-6 3 0,-1-5-143,1 1 0,0-4 0,-1 2 0,3-3-132,2-1 1,-3-7 0,4-2-1,-4-1-354,-2 0 1,1 0 0,1-5 0,2-1-97,1-4 0,1 2 0,-6-6 0,3-2-144,2-2 0,-1-7 0,4-4 0,1-3-2277,0-2 0,-6-6 2840,3-3 0,-10-42 0,-4-11 0</inkml:trace>
  <inkml:trace contextRef="#ctx0" brushRef="#br0" timeOffset="29">21077 7928 7861,'0'-10'1591,"0"4"814,0 4-2169,6 6 1,-4 10 0,4 2 0,-1 3 0,1 5 0,0 5-1,1 3 294,-4 1 0,3 7 0,-1-1 0,0 2 152,1 2 1,-4 2 0,3 3 0,-4 5-368,-1 3 0,0 0 0,-1-2 0,-2 1-131,-2 4 1,-5-7-1,4 4 1,-1-3-32,1-2 1,-3-3 0,4 3 0,0-3-238,-1-6 0,4 0 1,-3-9-1,4 1-56,1 1 0,0-5 1,0 4-1,0-2 47,0 1 1,1-1 0,2 5 0,2 0 52,-2 0 1,-1-4-1,-2 4 1,0 0 90,0 0 1,0-1 0,0 4 0,0-3 12,0-2 0,0 5 0,0-3 0,0 1-9,0 1 1,0-7 0,0 3-1,0 0 7,0 3 1,0-1-1,0 0 1,0 0-32,0-1-1,0-2 1,-2 4 0,-1 1-17,-2-2 0,1 2 1,4-5-1,0 0-6,0 1 1,0-5-1,-2 4 1,-1-4 2,-2-1 0,0 1 0,5 2 0,-1 2-5,-4-2 0,3 0 0,-3 0 0,2 3 10,-2 2 1,4-5-1,-6 1 1,3-2 8,-1-3 1,-2 3-1,4-1 1,-2 0 18,2-2 0,2-9 0,1 0 0,0-3-50,0-2 1,0 1-1,0-1-176,0 1 1,0-1 0,-2-1 0,-1-2-734,-2-1 1,0-6-1924,5 6 284,0 0 2554,0-2 0,-32-34 0,-8-14 0</inkml:trace>
  <inkml:trace contextRef="#ctx0" brushRef="#br0" timeOffset="30">21523 10849 7564,'-15'-15'351,"7"6"0,2 1 904,-1 1 0,1 1-917,-4 1 0,2 4 0,5-3 1,-3 6-1,-1 4 0,-1 2 1,2 4 186,0 0 0,-6 3 1,3 1-1,-2 1-125,1 2 0,-3 7 1,4-2-1,-3 5-95,3 4 1,2-1 0,7 5 0,0 0-149,0 0 1,0-5 0,2 1-1,4-2-144,9-3 0,1-5 0,8-4 1,0-5-87,-2-4 0,5-4 1,-3-6-1,4-1 202,0-4 0,-4-8 1,-1-8-1,-3-1 16,-2-4 0,-7-1 0,-3-3 0,-1-2-64,-4-2 1,-2 1 0,-2 4 0,-4 0-172,-5 0 0,-2 2 0,-4 2 1,-2 2-384,-1 2 1,-5 7 0,3 4-1,0 1-690,1 1 0,0 0 0,6 5 1,0-2-1756,-1 2 2918,7-5 0,-11 0 0,3-7 0</inkml:trace>
  <inkml:trace contextRef="#ctx0" brushRef="#br0" timeOffset="31">21594 7914 7812,'-14'-8'149,"0"1"1,-1 2 595,1 1 1,0-1-1,-1 6-333,1 4 0,4 2 0,1 4 0,-3-2 405,0 3-640,4 0 0,-5 3 0,3-1 0,-3 2 0,-1 2 0,0 2 0,-1 1 110,1 0 1,1 5 0,2-2-1,3 3-191,2 2 1,-4-6-1,5 1 1,2 2-26,1 1 1,2 0 0,0-3-1,0-4 67,0-4 1,2-4-1,3 0 1,4-4 26,4-2 1,1-1-1,2-5 1,2-2 53,1-3 0,7-3 1,-4-6-1,2 0 1,0-1 1,0-1 0,5-3-1,-2-3-43,-3-1 1,3-2 0,-4 4 0,1 0-53,0 0 0,0-4 1,3 2-1,-2 1-62,-1 3 1,-5 3 0,5 1 0,2 1 21,1 0 1,-3-1 0,0 2 0,2 2-61,1 2 1,0 5-1,-1 0 1,-4 2 0,-1 2 0,0 0 0,-4 0 1,2 0 56,-1 0 0,-2 2 0,-3 2-14,-4 6 0,4-2 0,-5 2 1,0 1-3,-3 2 1,1 1 0,-1 2 0,0 2-12,1 1 1,-4 2 0,3-4 0,-4 2 52,-1-1 1,0 3-1,0-2 1,-1-2 6,-4-1 0,2 4 0,-7-1 0,-1-2 0,-2-1 0,-1-6 0,-1-2 0,1 0-27,0 0 0,-2-5 0,-2 2 1,-1-3-48,1-2 1,-3 0-1,1 0 1,-3-2-92,-2-3 1,-1-3 0,1-8-1,1-3-128,-2-5 1,-6-3 0,-2-2 0,2 0-108,2 1 0,1-6 0,1 0 0,0 4 7,4 4 0,-1-1 0,6 5 0,1-1-58,2 4 1,3-1 0,2 0-65,1 3 0,7 1 1,-1 1-239,2 1 0,2 0 0,0-1-389,0 1 1,5-1 0,1 3 1025,2 2 0,-69-3 0,-12 5 0</inkml:trace>
  <inkml:trace contextRef="#ctx0" brushRef="#br0" timeOffset="32">14919 10676 7886,'-8'10'3365,"3"-1"1,5 1-2763,5 4 1,3-1 0,6-2 0,1-1-90,-1 1 0,-4 2 0,-1 1 1,2 1-33,2-1 1,2 0-285,-1 1 1,2 4 0,2 2 0,1-1 0,0 3 0,2-2 22,3-1 1,3 4-1,2-4 1,-1-3-49,1-1 1,2-1-1,1-1 1,3 0-8,2 1 1,-1-6 0,4-1 0,-3-1 35,-2-4 1,0 0 0,-1 0-1,3 2-44,-1-2 0,4-8 0,-4-6 0,0-6 0,4-7 0,2-3 0,3-4 1,1-2-24,2-6 0,6-4 0,-3-2 0,2 1 39,0 2 1,-7 8 0,2 2-1,-3 7 1,-2 6 1,-8 9 0,-4 5-1,-7 5-27,-4 5 1,1 5 0,-3 7 0,-1 4-30,-4 1 0,2 2 0,-6 4 0,4-3-97,1-1 1,-1 0 0,-2 3 0,-1-1-23,1-2 0,2-5 0,1 3 0,1-2 0,-1-8 0,-4 3 0,1-7 0,3 0 0,4-3 0,3-4 0,-4-2 0,4-4 0,1-5 0,-2-9 0,4-5 0,1-3 0,2-2 0,-3 0 0,0 0 0,2-1 0,1-3 0,2 2 0,0-1 0,-2 7-79,-3 5 0,1 4 0,-4 4 1,0 2 150,0 5 0,-2 4 0,-5 1 0,1 1-63,-1 4 0,0 3 0,1 6-9,-1 1 0,0-1 0,1 1 0,-1-1 0,1 0 0,1 1 0,1-2 0,2-2 0,-1-2 0,3-1 0,-2 4 0,0-4 0,2-2 0,-4 4 0,7-6 0,2 1 0,1 1 0,0-4 0,-1 3 0,0-4 0,4-1 0,-1 0 0,4 0 0,-2 0 0,-3 0 0,1 0 0,0-1 0,0-2 0,0-2 0,-6-1 0,0 2 0,-1 0 0,1 0 0,-6-2 0,4 1 0,-2 0 0,0-1 0,2 4 0,-3-4 0,1 1 0,-2 0 0,1 1 0,0 4 0,2-2 0,3-3 0,1 4 0,3-4 0,-1 2 0,-2-2 0,0 3 0,4-3 0,1 4 0,0 1 0,0-2 0,-1-1 0,3-2 0,2 2 0,-4 1 0,1 2 0,-4 0 0,0 0 0,1 2 0,2 1 0,-1 4 0,1 1 0,0 1 0,0 4 0,-1-2-27,1-1 1,5-2 0,-1 3 0,-1-1-46,-1 1 0,-3-5 1,3-1-1,1-4-3,1-1 0,1 0 1,-5 0-1,-1 0 25,1 0 0,0 0 0,-2 0 1,-1 0 53,-2 0 1,0-4 0,5-1 0,-1 0-14,1-1 0,5 3 1,1-7-1,2-3 16,3-4 1,1-1 0,2-6 0,-1-2 11,-4-1 0,2-2 1,-5 1-1,2-1-165,3 0 1,-6 5 0,-4 2 0,-6 3-461,-3 6 0,-2 0 1,-5 8-1695,1 2-151,-7 1 0,-4 2 2451,-8 0 0,-4 7 0,-7 1 0</inkml:trace>
  <inkml:trace contextRef="#ctx0" brushRef="#br0" timeOffset="33">14516 11856 7899,'0'-14'45,"-5"4"1,-1 0-1,0-1 1,-2-2 849,0-1 1,4 4 0,-2 2 396,0 2-741,4 1 0,-9 4 0,4-3 0,-1 0 133,-3 0 0,3 4 0,0 5 1,0 5-172,0 3 1,-1 1 0,-4 0 0,2 2-50,1 4 1,0-3 0,-4 7 0,0 2-105,-1 1 1,1 2-1,0-1 1,-1 3-126,1 2 1,4-2 0,2 2-1,2-2-128,3-3 1,1-4 0,2 0 0,0 2-43,0 1 1,6-4 0,4-4-1,3-3-66,1-2 1,5 0-1,2 1 1,0-2 89,0-4 1,3 2 0,-4-4 0,4-1 42,7 1 0,-7-3 1,6-4-1,1 0-40,0 0 1,3-4 0,-7-3 0,-1-2-59,-2-7 0,-2 1 1,4-6-1,-4 2-107,-1 0 1,1-5 0,-6 3 0,-3-1 167,0-4 1,-2 1 0,-1-1-1,-4 2 13,0-1 1,-4-4 0,3-3 0,-5-2-67,-5 2 1,-3-3-1,-6 2 1,-1-1-51,1-1 0,-5 5 0,-2-2 0,-1 6-53,-4 7 1,4 3 0,-2 1-1,0 3-261,1 2 1,-2 4 0,4 6 0,0 0-260,0 0 0,-1 6 0,6 4 0,5 2-426,3 3 1,3 1-1,5 1 1,2 3-2869,2-3 3875,11-1 0,39-33 0,15-9 0</inkml:trace>
  <inkml:trace contextRef="#ctx0" brushRef="#br0" timeOffset="34">15466 12029 7808,'-20'0'11,"1"0"0,0 0 0,0 0 1,0-2 745,1-3 0,4 2 1822,4-7-988,4 7-849,6-3 1,1 6 0,4 0-1,5 1 221,3 4 0,1 3 1,0 5-1,1-2-187,-1-1 0,2-1 0,2 4 0,1-2-315,-2-1 0,6-2 1,1 3-1,1-3-188,-1-2 0,5 4 1,-2-5-1,5-2-187,0-1 1,-3-2-1,-3 0 1,-2 0-129,1 0 0,-4 0 1,-2 0-501,-3 0 0,-2-5 0,-1-2-2857,-3-1-1387,-4 5-175,-6-3 3342,0 6 1619,0 0 0,13 6 0,3 2 0</inkml:trace>
  <inkml:trace contextRef="#ctx0" brushRef="#br0" timeOffset="35">16674 11813 7808,'-5'-15'90,"1"1"0,-6 4 0,5 1 0,0-1 994,-1 2 0,3-3 0,-7 6-249,-1 2 0,-2 1 0,-1 2 1,-1 2-221,1 3 1,0 4 0,-1 9 0,-1 3-90,-3 1 0,2 4 1,-6 6-1,2 3-135,4 2 1,1 1-1,1 4 1,3-1-101,2 2 1,4-8 0,6 7-1,1-5-207,4-5 1,8-3-1,8-5 1,3-7-75,6-6 1,-1 0 0,4-6 0,-1-2 88,2-1 0,-4-8 1,4-4-1,-5-4 83,-5-5 1,1-2 0,-6-5 0,-1 2 124,-2-1 1,-7-3 0,-1 0 0,-1-3-151,-4-2 0,-3 2 0,-5-2 1,-6 2-335,-7 3 1,1-3-1,-7 1 1,-2-1-223,-1 4 1,0 8 0,0 0-1,0 3-475,-4 2 1,4 6 0,5 3 0,1 3-778,3 2 0,7 0 1,3 2-3675,2 3 5325,1 3 0,-8 25 0,-3 6 0</inkml:trace>
  <inkml:trace contextRef="#ctx0" brushRef="#br0" timeOffset="36">15653 13194 7772,'-8'-14'180,"-5"4"0,3 0 0,-2 1 0,-1-1 1486,3 1 1,-3 1-1049,4-2 1,1 4 0,-2 7 835,-1 4-1162,-2 3 1,-1 8 0,-1 3 0,1 5 0,-2 3 0,-2 4 0,-1 2 326,2 6 0,6 1 0,1 0 1,0 0-384,2 4 0,2-5 0,6 2 1,2-4-82,2-5 0,6-6 1,9-6-1,3-2-119,1-5 0,6-8 0,-2-1 0,5-4 32,0-4 1,0-6-1,-2-8 1,0-2 146,-2-3 0,-4-2 0,0-7 0,-5-3 26,-3-2 1,-8 5 0,-3-2 0,-4 2-179,-1-1 0,-1 7 1,-4-1-1,-6 5-376,-7 4 1,-3 2-1,-4 3 1,2 2-722,2 1 0,-3 7 1,5-3-1,2 1-1763,1 0 0,8-1 2797,3 1 0,-3-3 0,0-6 0</inkml:trace>
  <inkml:trace contextRef="#ctx0" brushRef="#br0" timeOffset="37">14214 13885 7641,'0'-20'396,"0"1"1,0-2-1,2 4 1,4-4 0,8-1-1,9-2 1,6 0-1,4-2 830,5-4 0,6-1 0,5-7 0,10-3-41,-24 18 1,1-1-954,2-1 0,2-1 0,6-7 1,1-3-1,0 0 0,2 0 1,1-1-1,0-1 0,3-1 1,0-2-1,3-1 0,1-2 1,4-3-1,1-2-63,-18 15 1,1-1 0,1 0 0,2-1 0,1 0 0,1-1 0,1-1 0,1 0 0,0-1 0,2 0 0,0 0 0,1 1 38,2-2 1,0 0-1,2 0 1,2-2-1,1 1 1,0-1-1,3-2 1,0 0 0,0-1-1,0 1 1,0-1-1,0 0-248,-1 1 0,0-1 0,0 1 1,1 0-1,0 0 0,0 0 1,0-1-1,1 1 0,-1 0 1,2-1-1,0-1 0,-1 1 40,2-1 0,-1 0 0,0 1 0,-4 1 0,0 0 0,-1 0 0,-1 1 0,-1-1 0,0 0 0,-3 3 0,0-1 0,0 1 0,-2 0 0,-1 1 0,0-1 0,-2 1 0,-1 0 0,-1 0 0,-1 3 0,-1-1 0,-1 1 0,-2 2 0,-1-1 0,-2 0-438,17-15 0,-2 1 0,-5 5 0,-1-1 0,-3 2 0,-1-1 1,-3 2-1,-2 1-175,-2 1 1,-2 1-1,-6 5 1,-3 1 0,-2 1-1,-3 0 1,16-24-1369,-11 4 1,-7 7 0,-9-1 1980,-3 7 0,1 5 0,-6 6 0,0 1 0</inkml:trace>
  <inkml:trace contextRef="#ctx0" brushRef="#br0" timeOffset="38">15984 8561 8549,'-15'0'694,"1"0"0,1 2 0,5 4 0,8 8 1,11 9-1,10 7 0,9 7 353,6 6 0,3 16 0,9 5 0,-21-27 0,-1 1-12,2 5 0,0 1-948,4 4 0,0 3 0,-1 5 0,-1 3 0,3 5 0,1 1 0,0 3 0,-1 2 0,1 2 0,-1 1 0,0-1 0,0 0 0,0 1 0,-1 0 284,1 0 0,0 1 0,0-1 1,1 1-1,-10-24 0,1 0 0,0 0 1,-1-1-1,1 0 0,1 0-263,11 23 1,2-2-1,3-2 1,0-1 0,-2 0-1,1 0 1,2 0 0,0-1-109,2 1 0,1 0 0,1-4 0,1-1 0,2 1 0,1-2 0,0-1 0,1-1 0,3-1 0,1-1 0,-2 0 0,2 1 0,-16-19 0,1 0 0,0 0 0,-1 0 0,0 0 0,1-1 0,0 1 0,1-1 0,0 0 0,-1 0 0,0-1 0,0-1 0,20 13 0,1-1 0,-1 0 0,1-1 0,-1-1 0,1 0 0,-1 0 0,0-2 0,-1-3 0,-1-1 0,-4-2 0,-2 0-1098,-5-4 1,-2 0 0,-4-2-1,-1 0 1,-7-4 0,-3 0 0,25 25 1097,-11-5 0,-3-5 0,-12-5 0,-7-4 0,-9-4 0</inkml:trace>
  <inkml:trace contextRef="#ctx0" brushRef="#br0" timeOffset="39">21091 16086 7819,'-8'0'-306,"-5"0"1,4 0 607,-4 0 0,3 0 1118,1 0-680,5 0 0,-8 0 746,2 0-1261,4 0 1,-1-2-1,7-2 1,2-6-1,3-3 1,4-1 204,4-1 1,3-5 0,3-4 0,7-5-183,6-5 0,3-2 0,6-8 1,-1 1-66,0 0 0,5 5 1,-7 1-1,2 3-29,-1 7 0,-4 5 0,-6 9 0,0 2-109,-1 1 1,-1 7-1,-1-2 1,-4 4 19,-1 1 0,5 0 0,-2 0 1,1 0 52,-1 0 0,3 0 0,-4 0 1,2 1 27,4 4 0,-8-3 0,6 2 1,-3 0 27,-1 0 1,-1 0-1,3 5 1,-2 1-14,-2-2 0,3 5 1,-5-4-1,0 4-62,2 1 0,-5 1 0,5-1 0,-2 1-17,0-1 0,0 2 0,-5 2 1,1 1 59,-1-2 0,1-1 1,-1-1-1,0-1 19,1 0 0,-2 1 1,-2-1-1,-2-1 59,3-3 1,0 2 0,3-2 0,-1 1-34,1-1 1,-1 1-1,0-5 1,2 2-69,3 4 1,-3 0-1,4 1 1,-3-2-168,2-1 1,-1-1 0,4 4-1,-1-2 52,-3-1 0,2-2 0,1 3 1,0-1 24,0 1 0,3-3 1,-3 0-1,-1 0 20,1 0 0,0-3 1,-3 3-1,2-2 70,3-3 1,-4 4 0,3-2 0,1-2 6,-1-2 0,2-1 1,5-1-1,0-2-52,-1-2 0,3-6 0,1 1 0,1-1-56,-1 1 1,-1-3 0,-1 4 0,2-4-1,1-1 1,3 1 0,-4 2-1,1 1-73,-1-1 0,0-4 0,0-2 0,2-2 51,-2 1 1,-2-4 0,-1-1-1,1-1 10,4 0 1,-4 0 0,4-4-1,-2-1-18,1 0 1,-2 0-1,2 2 1,-4 2 14,-5 1 0,1 4 0,-4-2 0,0 0-40,0-1 1,3 4 0,-5-3 0,-1-1-94,-2 1 1,-2-2 0,0-5 0,1 0-61,-1 1 0,0-1 0,1 0 0,-1 0 24,1 1 0,-1 0 1,0 3-1,1 2 23,-1 3 1,1-4 0,-1 4 0,-1 3 52,-4 1 0,4 6 0,-3 2 57,3 2 265,-6 1 0,0 7-94,-7 2 0,0 0 1,0 5-111,0 2 1,0 4 0,0 2-1,-2 3-115,-3-3 0,2 6 1,-5 1-1,0 3 28,0 2 0,0-1 0,-3 1 0,2 0 65,-3 0 1,4-1 0,-1 1 0,-1 0 25,2 0 1,-5 1-1,5 2 1,-1 0-8,-1-5 1,7 2 0,-2-5 0,2 3-8,-2 2 1,4 0 0,-4-1 0,3 0-30,2-4 1,0 3 0,2-5-1,1 1 11,2-4 0,4-3 1,-2-2-1,-1 1 24,1-1 1,4 0-1,-2-1-31,4-3 0,2 2 1,-1-4-1,0 0 18,1-3 1,-1 2-1,1-3 1,0 1 40,5 2 0,-4-6 1,3 4-1,-3-3 16,-2-2 0,5 1 0,2 2 0,0 2 16,0-2 1,0-1-1,-2-2 1,5 0 37,3 0 0,-3 0 0,0 0 0,1 0-118,3 0 0,-3 0 0,2 0 0,4 0 45,-1 0 0,5-2 0,-1-1 0,-1-2 113,3 2 0,-6 0 0,5 0 1,-1-4-73,-1-1 0,2 4 0,-3-6 0,2 0 66,-2 2 0,0-4 0,0 4 0,3-2 138,2 1 0,-4 4 0,4-3 1,0 0-129,0 0 0,-4 5 0,4-4 1,-2 2-167,-3 1 0,0-6 0,0 5 0,2 0 0,-2-1 0,3 4 0,-2-2 0,1 2 0,1 2 0,-5 0 0,4 0 0,-4 0 0,-1 0 0,0 0 0,0 0 0,1 0 0,4 0 0,-4 0 0,4 0 0,-4 0 0,-1 0 0,0 0 0,1 0 0,2 0 0,1 0 0,1 0 0,-5 2 0,1 1 0,4 2 0,-4 6 0,5-3 0,-1 1 0,-1 1 0,1 0 0,-7 4 0,-1 0 0,-2 1 0,-2 4 0,4 2 0,-2 1 0,1 4 0,-4-4 0,0 2 0,-4 0 0,-2-2 0,2 6 0,-7-4 0,3 3 0,1 1 0,2 1 0,2 2 0,1 2 0,-2 6 0,-1-4 0,-3-2 0,-2-2 0,-1-3 0,-5 1 0,3-2 0,-2-3-615,-3-4 1,4-4-3670,-2-2 4284,-1-6 0,3-2 0,1-6 0</inkml:trace>
  <inkml:trace contextRef="#ctx0" brushRef="#br0" timeOffset="40">23623 9712 7763,'-14'5'1063,"-1"0"1,6 4 1898,-1-4-118,7 0-912,-4-5 1,14 0-819,2 0 1,4 0 0,2 0-474,-1 0 1,2 0 0,2 0-1,1 0-248,-2 0 1,4 0 0,0 0 0,0 0 12,-1 0 0,6-5 0,-2 0 1,3 2-407,2 1 0,0 2 0,0-1 0,-1-2 0,1-2 0,-5 0 0,0 5 0,0 0 0,-2 0 0,4 0 0,-5 0 0,1 0 0,4 0 0,-6 0 0,1 0 0,-2 0 0,1 0 0,-1 0 0,-5 0 0,1 0-351,-1 0 1,-6-2 0,-3-2-810,-4-6 0,-1 2 0,0-2-1387,0-1 1,-1 0 0,-4 2 2546,-5 4 0,-18 31 0,-8 16 0,-3 2 0,0 0 0</inkml:trace>
  <inkml:trace contextRef="#ctx0" brushRef="#br0" timeOffset="41">24457 11395 7712,'-14'0'106,"4"0"0,2-1 1948,2-4-1073,1 3 0,7-4 1,3 6-1,4 2 30,4 2 1,1 0 0,1 4 0,1-2-495,3-3 1,-3-1 0,5-2 0,-2 0-52,0 0 1,7-7 0,-2-2 0,3-4-121,2-1 1,-1-7-1,3-3 1,1-3-84,1-2 1,-4-1 0,-5-2-1,0-4-91,-2 0 1,2 4-1,-8-3 1,-3 1-23,0 0 0,-5 1 1,0 2-1,-2-1-46,-2-1 0,2-1 0,-1 6 0,0-1-31,1 0 0,-4 0 1,4 0-1,-1-1 3,0-4 1,1 4 0,-3-5-1,2 1 49,-2 1 1,-1-2 0,-2 3-1,0-4 61,0 0 0,0-1 0,0-1 0,-2 2-31,-3 1 1,4-2 0,-6-6 0,3 0-114,-1 0 0,0 0 0,3 1 0,-1 2-42,-2 2 0,-1 0 0,3-4 0,-2 2 0,2 2 0,1 6 0,2-4 0,0 1-5,0-3 0,-1 1 0,-3 0 1,0 1-43,0-1 1,3 0-1,1-3 1,0 3-86,0 2 1,0-5 0,-2 2-1,-1-2 86,-2 2 0,0-4 0,5 5 1,0-1 149,0-1 0,-4 3 0,-1-4 0,2 3-18,1 2 1,4-5-1,1 3 1,3-1-49,2-1 0,-3 3 0,5-4 0,-1 3-38,-1 2 0,5-1 0,-3 4 0,1-1 0,-2 1 0,4 2 0,-5 2 0,2 3 0,-1 1 0,1 0 0,4-3 0,-1 3 0,-3 4 0,2 3 0,-2-1 0,1-1 0,-1 2 0,3 5 0,-5 3 0,1-1 0,1 2 0,-1-3 0,6 5 0,-1-1 0,0 1 0,-4 1 0,0 3-546,1-2 1,2 4-281,1 0 0,-6 3 1,-3 10-1,-2 4-1111,2 4 0,-4 5 0,4 7 1937,-3 5 0,-23 14 0,-9 8 0,-2 6 0,0-1 0</inkml:trace>
  <inkml:trace contextRef="#ctx0" brushRef="#br0" timeOffset="42">25522 11324 7648,'-10'0'357,"2"-2"0,0-1 1,0-2-1,-3 2 856,-1 1 1,-3 2-1,1 0-437,-1 0 1,6 0 0,-1 2 776,-1 3-1186,-2 3 0,-1 11 0,-1 1 0,3 1 1,0 2-1,3-1 0,-1 5 245,2 5 0,-3-1 0,6 4 0,2-2-461,1 1 0,9 1 1,4-3-1,7 2-72,6-2 1,3-8-1,2-5 1,-1-3-152,1-2 0,0-6 0,0-3 0,-1-3 80,1-2 1,0-7 0,0-4 0,0-7 107,-1-6 0,-5-4 0,-4-4 0,-3-4-78,-2 0 0,-6 4 1,-3-2-1,-3 2-249,-2-1 1,-8 2-1,-7-4 1,-7 1-375,-5 1 0,-2-1 0,0 6 0,-1 0-269,-4 4 1,9 4-1,-4 5 1,3 2-123,4 4 1,0 2-1,4 7 59,-1 0 0,0 0 917,4 0 0,1-25 0,-1-7 0</inkml:trace>
  <inkml:trace contextRef="#ctx0" brushRef="#br0" timeOffset="43">25925 7683 7640,'0'-9'123,"-2"1"1,-1 0 0,-3 1 0,-1-1-1,-1 2 1,0 0 714,-3 2 1,3-2 0,-1 1-96,-3 2 1,4 1 0,-1 2 321,-2 0-814,-2 0 1,-2 7-1,-1 2 1,-1 4-1,-2 2 1,-1-1-1,1 2 364,0 3 0,-6 3 1,2 7-1,1-2-224,3-3 0,-2 4 1,2-4-1,1 3-110,2 2 1,6-1 0,2-1 0,2-1-83,3-2 1,3-5 0,3 4 0,5-3-65,5-2 1,-2-7 0,8-3 0,-3 0-36,-1 0 0,4-5 0,2 2 1,1-5 72,4-5 1,-4 2-1,2-6 1,1-4-20,3-5 0,-4 1 1,0-7-1,1-2-153,2-1 0,2-2 0,-2 2 0,-1 1-37,-2 2 0,-2 0 0,4-3 1,-4 2-18,-1 1 0,3 6 1,-3-3-1,1 2 25,4 0 1,-1 0 0,1 4-1,-2 1 6,1 0 1,-2 4-1,1 2 1,0 2 2,-2 2 1,0 3 0,-4 1 0,1 0 55,-1 0 0,-2 1 1,-3 4-1,-2 5 60,-2 3 1,-1 1 0,4 0 0,-4 1-20,-2-1 1,4 5-1,-6 2 1,1 0 85,2 0 1,-6 3 0,4-5 0,-3 0-9,-2 2 1,0-4 0,0 6 0,-2-3 7,-3-2 1,2-2 0,-7-3 0,-1-2-103,-2-1 0,-1-2 0,0 3 0,-2-3-25,-4-2 0,3-1 0,-7-5 0,-2 0-80,-1 0 1,-2-2-1,1-2 1,-3-8-85,-2-5 1,-3-1-1,-4-6 1,2 0-293,-2 2 0,3-7 0,-1 4 0,0-4-160,1 2 0,3 7 1,9 1-1,2 3-2628,3 2 520,0 6 1,12 3 2686,4 10 0,-24 28 0,-4 14 0</inkml:trace>
  <inkml:trace contextRef="#ctx0" brushRef="#br1" timeOffset="44">25911 9525 7845,'-21'-2'333,"6"-2"1,1 2-1,4-3 1,-2 4 0,-1-1 701,3-3 1,5 2 0,10-5-446,5 2 1,3-4-1,1 4 1,0-2 131,1-4 1,1 4 0,1-1 0,2-1 49,-1 2 1,3-4 0,-2 4 0,0-2-387,2 0 0,-5 2 0,5-3 0,-2 3 147,0 2 1,5-4-1,-3 5 1,0 1-146,-1-3 1,6 6 0,-4-4-1,2 2-228,0-2 1,-1 3-1,2-3 1,-1 4-35,2 1 0,-5 0 0,-2 0 0,-3 0-94,-2 0 0,2 0 0,0 1 0,0 3-68,-3 0 1,-7 8 0,2-3-1,0 4 12,0 1 0,0 1 0,2-1 0,-4 1-37,1-1 0,-4 2 0,5 1 0,-2 4-1,-3 2 0,1-4 1,-1 3-1,2 1-74,-2-1 1,0 2 0,0 3 0,2-1 34,-2-2 1,-1 0-1,-2 4 1,0 0 86,0-4 1,0 3 0,0-3-1,-2 3-100,-3 2 0,2-2 0,-5-2 1,0-2-2,0-2 0,3 4 0,-4-2 0,-2 1-27,-2 0 0,3-5 1,1 3-1,-2 0-85,-2 1 1,-2-6-1,-1 3 1,-1-3-4,-2 2 0,-7-1 0,4 4 1,-2-1-101,0-3 0,0-4 0,-5-3 1,0-1 103,0 1 0,1-4 1,-1-3-1,0-2-15,0-2 0,1-6 1,0-4-1,4-3 122,5-1 1,5-2 0,3-2 0,3-3 158,1-1 1,2 4-1,5-1 1,0 3 165,0 2 1,7-2-1,2-2 1,4 1 85,2 4 1,4-1-1,0 6 1,0-2 105,2 0 1,-3 6 0,4-4 0,0 1 93,1 4 0,-1 1 0,4 2 0,-4 0-247,-1 0 1,-2 2 0,-5 1-1,1 4-56,-1 1 1,0 1-1,1 6 1,-2-1-391,-4 0 0,-1 1 1,-5-1-1,2 2-143,-2 3 0,-1-3 0,-2 3 0,2-3-128,2-1 1,-2-1-1,3 1-1974,-4-1 1,4 0 0,2-1-3960,1-3 6405,-5-4 0,3-63 0,-6-15 0</inkml:trace>
  <inkml:trace contextRef="#ctx0" brushRef="#br1" timeOffset="45">26946 9525 7845,'0'-14'2162,"0"4"818,0 0 169,0 7-2731,7-3 1,-4 12 0,5 5 0,0 5 0,0 5-1,3 0 1,2 1 495,1 1 1,1 6 0,-1 4-1,0 1-351,1 1 1,6 2-1,1 6 1,2 0-124,0 0 0,-2-5 0,2 1 1,-3 1-210,0 1 1,-5-4 0,3-3 0,-3-4-93,-2-1 1,-4-5 0,-2-2 0,0-1-527,0-3 1,-5-2 0,2-2-1953,-3 0-865,4-6 0,-6-3-1621,0-10 4825,-6-3 0,-30-7 0,-13-3 0,-2-1 0,0-1 0</inkml:trace>
  <inkml:trace contextRef="#ctx0" brushRef="#br1" timeOffset="46">26731 10475 7830,'0'-15'0,"1"-1"1692,4-3 1,11-5 0,13-9-1,9-7-90,8-7 1,6-4 0,5-7 0,1 1-621,-1-1 1,-1 1-1,-1-1 1,-6 4-593,-4 6 0,-10 6 1,-14 15-1,-4 3-746,-4 5 0,-8 8-5947,0 1 6303,-4 7 0,6-10 0,1 5 0</inkml:trace>
  <inkml:trace contextRef="#ctx0" brushRef="#br2" timeOffset="47">28040 9885 10460,'0'-8'1992,"0"1"-1743,0 7 100,0 0-196,0 7-656,0-6 364,0 6 1,0-9 48,0-3 1,5 2 0,1-5 1194,2 2 740,-5 1-1457,4 5 1,-7 2-1,-2 1 1,-3 3-191,-4 2 1,1 0 0,0 3 0,0-3 204,0-1 0,3 4 20,-5-2 1,7-1-1291,-2 2 0,5-7 0,5 0-679,5-6 1,-2 0 1545,1-7 0,1 1 0,4-6 0</inkml:trace>
  <inkml:trace contextRef="#ctx0" brushRef="#br2" timeOffset="48">28917 8748 7751,'-8'-22'7,"-3"1"0,6 6 0,2 1 0,2 0 0,1-1 0,0 1 2830,0 0 725,0 6-2804,0 1 1,-2 18 0,-3 5-188,-4 5 1,-4-2-1,-3 5 1,-2 3 8,-1 5 1,-7 0 0,4 7 0,-2 1-146,0 1 1,5 2 0,-5 2 0,0 3-162,2 5 1,-4 3 0,7 1 0,3 1-97,5 0 1,-2-4-1,3 0 1,-1 2 11,2-1 1,-3-3-1,6 3 1,0-3-19,-1 3 1,-2-6 0,4-1 0,2-3-152,1-2 0,4 5 1,2 2-1,4-1-73,0 1 1,5-7-1,-3-6 1,3 0-27,1-1 0,0 1 1,1 0-1,-3-7-166,-2-4 0,3-4 0,-4 4 1,3-4-642,-3-1 1,-1-7-1,-3-4-1550,5 1 1,-2-4-1630,1-3 4064,1-8 0,-12-32 0,-7-13 0,0-6 0,0 0 0</inkml:trace>
  <inkml:trace contextRef="#ctx0" brushRef="#br2" timeOffset="49">29032 9813 8094,'-6'8'1469,"3"-2"-939,-7-6 0,7 7 0,0 1 0,6 1 0,7-1 0,4 0 374,5 0 0,2 0 0,5 3 1,-2-3-361,1-1 0,2 2 1,2-2-1,0-1-173,0 0 1,-2-1 0,-2-5 0,-2 0-103,-2 0 0,3 0 0,-5 0 0,0 0-148,2 0 1,-5 0 0,3-1 0,-3-4-170,-2-5 1,1 2 0,-1-1-294,0-3 1,-4 6-1,-2 0-890,-2-1 508,-1 6 483,-5-6 251,0 7-4320,0 0 2128,-6 0 2181,4 0 0,-30-25 0,0-7 0</inkml:trace>
  <inkml:trace contextRef="#ctx0" brushRef="#br2" timeOffset="50">30298 9913 7676,'15'0'465,"-1"0"1,2 0-1,3 0 1,5 0-1,4 0 1,2 0 788,4 0 0,-2 0 0,4-1 0,-1-2-795,-3-2 0,4-5 0,-3 4 0,-1 0 178,-2-1-514,-7-4 0,-2 5 0,-7-6 0,0 3 0,1-2 1,-1-2-11,1-2 1,-7 1 0,-4 0-381,-2-1 0,-7 1 0,-1-2 0,-2-2-147,-3-1 1,-4 0 0,-2 4 0,-3 1 152,3 0 0,-6-1 0,0 1 0,-3 1 145,2 4 1,-3 2 0,3 7 0,-3 0 180,-2 0 1,-5 2 0,1 4 0,1 9-40,1 7 0,3 5 0,-3 3 0,-1 4 630,-1 4 0,4 4 1,7 1-1,2 0-10,8 0 0,-1 1 0,8-3 0,5-1-277,8-1 0,3-3 0,13 3 0,0-6-284,-2-2 1,6-7-1,-3-2 1,6-1-279,2-4 0,6-1 0,-6-3 0,1-2-471,1-1 0,-3-7 0,5 2 1,-2-3-582,-3-2 1,-3-2-1,-6-3 1245,-3-4 0,-11-43 0,-2-10 0</inkml:trace>
  <inkml:trace contextRef="#ctx0" brushRef="#br2" timeOffset="51">31162 8561 7877,'-7'8'2466,"6"0"-1442,-4-3 0,5-4 0,6 4-524,9-3 0,1-7 0,8 0 0,1 0 0,4-1 1,5-4-1,2-1 0,3 0 0,-1 1 522,2-1 1,-3 3-1,0 0 1,-2 2-477,-3 3 1,-4-4-1,-2 2 1,-4 2-242,-1 2 1,-2 1 0,-4 0-490,-1 0 0,-4 6-1006,-1 4-4731,-5-4 1946,2 0 3975,-12-6 0,4-6 0,-4-2 0</inkml:trace>
  <inkml:trace contextRef="#ctx0" brushRef="#br2" timeOffset="52">32126 7698 7719,'1'-8'1483,"2"5"1,4 6 77,1 6 0,-3 6-1015,4 4 1,1 5-1,4 8 1,1 3 0,-1 2-1,2 3 1249,3 1 0,-3 9-1389,3 3 0,2 3 0,0 1 0,0 1 0,-1-2 0,-2-2 258,-2-1 0,-2-7 0,1 0 1,-2-6-307,-4-6 0,4-2 1,-5-2-1,2 1-400,-1-4 1,-4-8 0,3 2 0,0-2-731,0 0 0,-3-1 0,3-7-2286,-2-1 454,-1-1 1,-7-1-1955,-3-3 4558,-3-3 0,-44-34 0,-11-8 0</inkml:trace>
  <inkml:trace contextRef="#ctx0" brushRef="#br2" timeOffset="53">32385 8316 7737,'-15'-4'1177,"1"-1"1,-1 0 0,1 5-365,0 0 0,-1 6 0,1 4 0,0 1-149,-1-1 1,-1 7 0,-1-2 0,-4 2-85,-2 4 0,1-3 0,-4 6 1,2 0-188,-1-2 0,-1 4 0,2-7 0,5-2-425,3-1 1,8-1-1267,3-1 0,5-6 1,5-3-2288,5-3 3585,3-2 0,14-58 0,3-14 0</inkml:trace>
  <inkml:trace contextRef="#ctx0" brushRef="#br2" timeOffset="54">32773 8144 12332,'0'9'2002,"0"1"0,2 1-1030,2 2 0,-2 8-700,3 3 0,3 3 1,0 2-1,1 1 1,1 2-1,0 3 1,-1 0-1,1 0 1,1-3-1,0-1 341,-1-2 0,3-1 0,-5 1 1,0-2-764,-4-3 1,3-3 0,-2-7-2876,-2 1 902,-2-7 0,-2-2 2123,-4-6 0,-9-25 0,-9-7 0</inkml:trace>
  <inkml:trace contextRef="#ctx0" brushRef="#br2" timeOffset="55">32960 8259 9687,'-10'1'2959,"2"4"-2009,2 5 0,-5 3 0,1 1 1,-2 2 609,-3 3-1388,-6-3 1,4 11 0,-7-3 0,-2 3 0,-1 2 0,-2-2 0,0-1-254,1-2 0,5-6 0,6 1 0,4-5-554,3-4 1,7-2 0,0-5-3951,6 2 4585,12-7 0,33-51 0,-18 18 0,0 0 0</inkml:trace>
  <inkml:trace contextRef="#ctx0" brushRef="#br2" timeOffset="56">32154 10561 7406,'10'-5'1266,"0"0"0,-6 1 1,6 2-824,1-3 1,2 4 0,1-6-1,1 2-36,-1 1 1,5-6 0,0 4 0,-1-1-84,-2 1 1,3-4 0,0 4-1,1-2-11,0-3 1,-2 3-1,4-2 1,1-1-34,-1-2 0,-3-1 1,5-2-1,0-2-8,-1-1 1,4-2 0,-5 2 0,2-5-122,0-3 0,-5-2 1,4 0-1,-3 0-107,-2 1 0,-2-1 0,-2 0 0,1 0 16,-1 1 1,-4-1 0,-1 0-1,3 0 6,0 0 0,3 1 0,-1-1 0,1 0-119,-1 0 1,0 1 0,1-1 0,-1 0-17,0 0 1,1 0 0,-1-1 0,2-2-47,3-1 1,-3-1 0,4 5 0,-6 0 117,-4 1 1,2-1 0,-2 0 0,1 2 100,-1 3 0,2-3 0,-4 3 0,2-3 76,0-2 1,-2-2 0,3-1 0,-2-1-17,3 1 1,0 0 0,3 0-1,-1-2-151,1 2 0,-1 0 0,0 1 0,1-3-47,-1 2 0,-1 2 0,-3 1 0,-4 2 36,0 3 0,-4-5 0,3 2 1,-4-5 2,-1 0 1,0 5 0,0-1 0,0-4-22,0-3 1,2 3-1,1-3 1,2 2-35,-2-1 0,3-1 0,1 1 1,-1-3 28,1 1 1,-3 1 0,-2 6 0,1 0 7,2 0 0,0 5 1,-5 2-1,0 1 24,0 3 1,0 1-1,-2-1 1,-1-1-13,-2 2 0,-6 1 0,3 1 0,-3-1-23,-4-3 0,9 3 0,-8-3 0,-1 3-58,-2 1 1,1 1 0,-3 0 0,1 1-107,-1 3 0,3-1 0,-3 6 1,1 0-142,-1-1 1,3 4 0,-3-2 0,3 2-405,1 2 1,-4 0 0,0 2 0,0 1 732,-2 2 0,-15 3 0,-8 1 0,-6-1 0,-1 0 0</inkml:trace>
  <inkml:trace contextRef="#ctx0" brushRef="#br2" timeOffset="57">22012 4057 8107,'-24'10'242,"0"0"1,1-6 0,-1 4 1320,5-1-1119,10-2 0,2-7-244,7-3 0,7-4 1,2-9-1,4-3 1,1 1-1,1-3 365,-1 1 1,1 3-326,-1-5 0,5 1 1,0-2-1,-1 1 1,-2 0-1,0 0 113,3 0 0,-1 5 0,4-4 0,0 1-156,1-1 1,-1 4-1,4-3 1,-2 1-44,1 3 0,2 2 0,1 2 0,-3 0-31,-1-1 0,3 6 1,4-1-1,-4-1 6,0-2 0,0 0 0,2 2 0,0 3 59,0 2 0,-2-4 1,-2 5-1,-2 2-106,-3 2 0,4 1 1,-4 0-1,-3 1-1,-1 4 1,-1-2 0,-1 7 0,0 1-17,1 2 0,-1 1 0,0 1 1,-1 0 17,-3 5 0,3 0 1,-5 6-1,1 0 41,1 4 1,-5-1-1,4 6 1,1-1-34,-2-1 0,5 1 0,-5-6 1,1 1-45,1 0 1,1-2 0,7-3 0,1-5-90,-2-3 1,6-6 0,1-2 0,3-2 6,2-3 1,-1-1 0,1-2-1,0 0 111,0 0 1,4-5-1,1-1 1,-2-2-28,-2-3 0,-1 3 1,0-2-1,0-1-15,-1-2 0,1-1 0,0-1 1,0 1-36,-1 0 0,1-1 0,-2-1 0,-1-1-83,-2-3 1,-2 1-1,4 3 1,-2-1-45,1-2 1,-4-5-1,-2 4 1,-3 3 58,-1 1 0,2 1 1,-1 1-1,-3 1 5,0 4 1,0-3-1,1 6 1,0 0-49,1-1 1,1 1 0,1 3-1,3-4 55,-3-1 1,-1 0 0,0-3 0,2 1 51,1-1 1,2 3-1,-2-1 1,3-2 22,1-2 0,2 0 1,-4 2-1,0 1-8,0-1 0,4-2 0,-2-1 1,-1 1-3,-3 3 1,2-2-1,-2 4 1,-1-2-45,-2 0 0,-2 6 0,0-4-3,1 1 0,-1 2 0,1 5 25,-1 0 0,0 8 15,1 7 0,-7 4 0,-4 5 1,-2-5 8,-2-3 1,0 3 0,0 2 0,0 2 26,0 2 0,-2-3 0,-1 2 0,-3 2-5,-2 1 1,3 2 0,-4 0-1,-3 1-20,0 4 1,2-4-1,0 2 1,1-5-6,1-3 0,-5 0 1,5 5-1,-2 0-10,1 0 0,1-5 0,-2-1 0,5 3-45,4 1 0,-4 2 0,0-2 0,2-3 23,1-5 0,2-1 0,0 0 0,0 1 32,0-2 1,2-5 0,3-5 0,3 1 24,0 0 1,5-4 0,-4 0 0,4-2 28,1-2 1,2 0 0,2 0 0,1 0-21,-1 0 1,-1-6 0,1-4 0,3-3-30,1-1 0,-3 0 1,4-2-1,-3-2-14,-2-1 1,0 0 0,-1 4 0,2 1-30,-1-1 0,-1 1 0,1 0 0,1-1 7,-1 1 0,-1-1 0,1 1 0,1 0 23,-1-1 1,-2 6-1,0-1 1,1 1 8,2 1 0,2 0 1,-3 4-1,3 0 9,1 0 0,-3 3 0,4 1 0,-1 0-2,0 0 1,-2 0 0,2 0 0,0 1 17,1 4 0,-6-2 0,2 7 0,-3 1-27,-1 2 1,4 0 0,0-2-1,-1 0 4,-2 5 1,-2-2 0,1 6 0,-3-3-35,-2 2 0,3-1 0,-4 4 0,2 1-139,-1-1 0,3 1 0,-5 2 1,0-3-136,-3-1 0,-4-2 0,1-4-1140,3-1 1,-4 1 1437,4-1 0,-16-6 0,-5-2 0</inkml:trace>
  <inkml:trace contextRef="#ctx0" brushRef="#br0" timeOffset="58">26400 13841 7331,'-8'-6'3200,"1"4"-2490,7-4 1,2 6-326,3 0 0,-2 5 0,5 1 1,0 1-18,0-1 1,0 0 0,3-2 0,-1 2-30,1 2 1,2-3 0,1 3 0,0-2-83,1-3 0,1-1 0,1-2 0,3 0-51,-3 0 0,1 0 0,-1 0 1,4 0-55,1 0 1,-4-6-1,1-2 1,-3-2 36,-1 0 1,1 1-1,1-6-133,2 1 0,0 0 0,-6-1 0,-2-1 9,-1-3 1,0 3-1,2-3 1,0 1 2,-3-1 1,1 2 0,3-6 0,-2 2 34,-2 4 0,-1-4 0,4 0 0,-3 1 10,2-1 0,-4 2 1,-1 4-1,-1 1-31,0-1 0,0-4-1,-5 0 1,1 1-73,4 2 1,-3 2-1,2 0 1,-2-1-50,-2 1 0,0-5 0,0 0 0,0-1-6,0 0 1,0 2 0,0-6 0,2 0-7,2 2 1,-2-6-1,3 6 1,-2-2 15,2 0 1,-4 2-1,4-2 1,-3 3 94,-2 0 1,4 4 0,1-6-1,-2 1 5,-1-1 1,-2 6 0,0-4 0,0 2-22,0 0 0,0-5 0,0 3 1,0 0-41,0 0 1,0-3 0,0 4 0,0-1-49,0 0 1,0-3-1,0 3 1,2-1 22,2-4 0,-2 4 0,4 0 0,-1-1 24,0 1 1,5-1 0,-6-2-1,0 1 43,-3-2 0,4 4 1,0 0-1,-2-1 2,-1 1 1,-2 3 0,1-4-1,2 2-39,2 4 0,0-1 1,-5 1-1,0-3 30,0 3 1,5 1-1,0 0 1,-1-2 139,3-1 0,-4 2 1,5 5-1,0 3 87,0-2 1,2 3 0,4 0 0,-1 0-36,-4 0 1,4 4 0,-2-2-1,5 1-24,3 0 1,1-4 0,-6 4 0,0 0-5,1-1 0,-1 4 1,1-3-43,-1 4 1,0-4-478,1 0 0,-6 0-1659,1 5 1,-7 2 338,2 3 1,-3-2-1,-2 7 1,0 1-2451,0 2 4087,0-5 0,-52 24 0,-12 0 0</inkml:trace>
  <inkml:trace contextRef="#ctx0" brushRef="#br1" timeOffset="59">26083 12575 7775,'-6'-8'0,"-4"4"0,-3 2 0,4 2 1973,-1 0 547,7 0-2203,-3 0 0,17-5 0,3 0 1,2 1-1,0-1 0,0-2 227,3-1 0,-3 4 0,5-6 0,0 0-221,3 2 1,-3-4 0,-1 4 0,0-2-100,-1 0 0,5 6 1,-3-4-1,-1 0-29,1 0 1,0 4-1,-4 0 1,3 2-31,-3 2 0,-1 0 0,-1 0 0,-1 2-99,0 2 1,-4 0 0,-2 5-1,0 4-99,0 5 1,-3-2 0,3 3 0,0-2-31,0 3 1,-5-4-1,2 4 1,-4-1-13,-1 1 0,5 0 0,0-2 0,-2 1 41,-1-1 0,-2 3 1,0-2-1,0 0 23,0 2 1,-2-5-1,-1 3 1,-2-1-43,2 1 0,-3-3 0,-1 4 0,1 0-39,-1-1 0,-4 5 0,3-3 1,-1 1-17,-1 4 1,0-4 0,-4 2 0,0 0-42,-1-2 1,-4 5-1,0-3 1,0 2-33,-2-2 0,5 2 0,-5-6 0,2 1 36,0 0 0,-7-2 0,4-5 0,-2 1 3,0-1 1,5-6 0,-4-3 0,2-3 36,4-2 0,-4 0 0,2-2 0,1-3 37,2-4 0,7-9 1,1-3-1,1-1 58,4-4 1,2 4 0,1 0 0,1 1 266,4 3 0,3 2 0,6 2 0,1-1-1,-1 1 1,2 4 0,2 2 0,2 2 128,3 3 0,1 0 0,5-1 0,-1 0 62,1 0 1,-2 4-1,-1 4 1,-2 2-163,1 2 0,3 2 0,-1 4 0,-3 0-285,-5 1 0,-3-1 1,-2 1-1,-1-1-535,-3 0 1,-4 1-1,-6-1-994,0 1 0,0-1 1529,0 0 0,-32-6 0,-8-1 0</inkml:trace>
  <inkml:trace contextRef="#ctx0" brushRef="#br1" timeOffset="60">27882 12777 8177,'-10'0'4145,"0"0"-3687,7 0 1,-3 1-1,7 3 1,3 2-1,2 2 1,0 3 311,1 2 1,-1 3-1,-1 1 1,3 3-367,0-3 1,3 4-1,-5 0 1,2 0-84,4-1 1,0 6 0,3-4 0,-1 2-157,1 0 0,-1-6 0,0 3 1,1-2-58,-1 0 1,5 5 0,1-5-1,-3-1-130,-1-2 0,-2-7 0,1 1 0,-1 0-266,1-2 1,-6 3-1108,1-6 185,-7-1 1,3-5 244,-6-4 1,-4 2 0,-3-7 0,-1-1-157,-3-2 0,0-1 0,0-1 0,1 1-1601,-1 0 2722,-2 6 0,-24 6 0,-11 4 0,-3 2 0,0 0 0</inkml:trace>
  <inkml:trace contextRef="#ctx0" brushRef="#br1" timeOffset="61">27694 13381 7736,'-14'0'0,"0"0"463,6 0 1,3 0 664,10 0 1,3-6-1,8-4 1,1-3-83,2-1 1,7-5 0,-4-2-1,2-1-62,0-4 0,5-6 1,5-2-1,-2 1-506,-2-2 1,4-1-1,1-3 1,0 2-366,0 2 0,-1 1 0,-7 5 1,-2 2-512,-1 3 1,-6-2-1,1 9 1,-4 3-5274,-6 2 3002,-2 9 1,-7-5 2668,0 3 0,-38-5 0,-20 0 0,-2-6 0,0 1 0</inkml:trace>
  <inkml:trace contextRef="#ctx0" brushRef="#br2" timeOffset="62">28615 12877 7784,'8'0'3248,"-1"0"-2673,-7 0 1,0 2 0,1 3 0,4 4 105,5 4 0,-2-3 1,1-2-1,2-2 202,2-3-742,2 5 1,4-6 0,2 3 0,-1-4 0,3-1 0,-1 0 0,4 0 34,1 0 0,2-6 1,-1-4-1,1-4-207,0-5 1,-2 3-1,-3-5 1,-5 2-265,-3 0 0,-1-5 1,-3 5-1,-2-1-39,-5 0 0,-4 4 0,-1-4 1,-1 4 100,-4 2 0,-5 0 0,-7 1 0,-2 2 84,1 1 1,-4 5-1,-1-3 1,-1 2 84,0 3 1,0 1 0,-4 4 0,-1 2 208,0 6 0,0 4 0,0 6 1,-1 4 83,-3 3 1,1 8 0,-5 3 0,2 4 40,3 1 1,6 2-1,4 1 1,1 4 203,3 1 1,9-6-1,6-1 1,6-5-150,6-4 1,11-1-1,4-7 1,3-3-287,1-5 1,1-3 0,0-2 0,1-1-228,4-3 1,-4 1 0,2-6-1,-5-2-467,-3-2 0,-4-1 0,2 0-350,-1 0 0,-2 0 0,-5 0 0,-1-1-1850,-3-4 2855,3 3 0,-37-36 0,-2-2 0</inkml:trace>
  <inkml:trace contextRef="#ctx0" brushRef="#br2" timeOffset="63">29162 12043 7807,'-14'6'90,"4"-4"1,0 3 0,-1-4 1461,-2-1 0,5 2-1024,4 3 0,4-4 1,4 4-1,6-3 148,3-2 1,3 0-1,3 1 1,5 3 29,3 0 1,-3 1 0,0-5-1,2 0-326,1 0 1,2 0 0,-1 0 0,0 0-53,-4 0 1,3 0-1,-5-1 1,2-3-261,0 0 0,-2-6 1,4 5-1,-4 0-483,-1-1 0,-3 3 0,-7-5 0,-1 1-3511,1 4-47,-5-5 2528,0 7 0,-7-6 1445,-4 7 0,-22 0 0,-11 0 0</inkml:trace>
  <inkml:trace contextRef="#ctx0" brushRef="#br2" timeOffset="64">30140 11439 7807,'-9'0'439,"1"1"0,1 4 0,4 5 725,1 2 1,7 8 0,2 0 0,1 3-543,3 2 0,2 3 0,3 0 0,1 1-185,2 0 0,5 4 0,-4 1 0,-1-4-134,2-4 1,-6 1 0,5-4 0,-4-1-99,-2-3 0,4 2 0,-2-2 0,-4-1-148,1-2 0,-5-2 1,0 0-1065,-1 1 0,-3-6-3040,-4 1 1265,0 0 2782,-6-2 0,-47-2 0,-17-6 0</inkml:trace>
  <inkml:trace contextRef="#ctx0" brushRef="#br2" timeOffset="65">29853 12288 7807,'-15'1'134,"1"4"248,-1-3 1,7 2-1,5-7 288,6-2 0,5-11 1,7 2-1,1-4 25,3-2 1,-3 2 0,5-6 0,-2-2-78,0-1 0,7-2 0,-4 1 1,2-1-150,0 0 1,0 0 0,5-1-1,-1-2-108,1-2 0,-2 1 0,-1 6 0,-4 1-477,-1 2 1,2 7-1,-7-1-2625,-4 7 1204,-7 4 1,-5 14 0,-8 2-552,0 4 2088,-5 2 0,-14 18 0,-11 6 0</inkml:trace>
  <inkml:trace contextRef="#ctx0" brushRef="#br2" timeOffset="66">30730 11597 7807,'-9'0'4227,"-1"0"-3659,7-6 1,-2 4-1,10-1-108,4 6 1,-1-1 0,2 4-1,-1 0 87,-1 4 1,5 3 0,-3 1 0,1 0-72,-1 1 1,2-1-1,-4 2 1,2 3-130,0 5 0,-2-1 0,3 1 0,-2 1-117,3 3 1,0 2 0,3 2 0,-1 0-54,1-5 1,-6 2 0,1-5 0,1 1-98,2-1 0,1 2 0,-1-7 1,-2-1-409,-1-2 0,-1-4-1780,6-2-2103,-7-4 3105,-2-6 0,-6-6 1,-2-2 1105,-2 0 0,-31 3 0,-15 4 0,-5 1 0,0 0 0</inkml:trace>
  <inkml:trace contextRef="#ctx0" brushRef="#br2" timeOffset="67">30644 12331 7802,'-15'0'579,"1"0"1,0 0 92,-1 0 1,7-7-1,3-2 1,5-6-70,5-4 1,3 2-1,7-7 1,1 0 3,3 1 1,2-4 0,4 3 0,-1-3 158,2-2 1,1 2 0,2 0 0,-1 1-169,1 1 1,0-6 0,0 7 0,0-1-224,-1 1 0,-4-2 0,-1 7 1,-3 0-211,-2-2 1,-4 10-1,-2-4-676,-3 3 0,-4 0 1,3 1-2323,-2 2 1,-1 4-172,-5-5 0,-5 5 3004,1-4 0,-40-7 0,-4-7 0</inkml:trace>
  <inkml:trace contextRef="#ctx0" brushRef="#br2" timeOffset="68">30370 12201 7790,'7'8'-26,"-6"0"1,6-5 305,-1 2 1,-3 0 0,5-3 1453,-1 2-619,-2-2 0,-4 4 1094,4-6-1537,-3 0 0,4-1 0,-6-4-210,0-5 1,0 2 0,-2 0-1,-1 0-117,-2 0 1,-1-1-1,3-6 1,-4 3 21,-1 2 1,5-8 0,-3 4 0,1-2-138,0 0 1,-4-3 0,2-2 0,1 0-70,-1 1 1,-2-4 0,2 3 0,1-2-2,0-2 1,-1 2 0,4-1 0,-3 1-19,-2 0 1,3-2 0,-3 5 0,0 3-27,0 1 0,3 0 0,-4-2 0,-1-1-43,2 1 0,-5 2 0,4 2 0,-3 0-138,3-1 0,-4 1 0,5 0 0,-2-1 4,1 1 1,6-2-1,-2-2 1,3-3 8,2-1 0,0 4 0,-1-2 0,-3-1 29,0-3 1,-1 3 0,3 0 0,-3 2 19,-4 0 0,1 5 0,-2 4 0,-1 0-6,-2 2 1,-1-3 0,0 6-3,-1 2 1,6 2 0,-1 1 5,-1 0 1,3 0-167,-2 0 277,1 0 580,1 0-111,1 0 488,7 0-615,0 0-418,0 6 0,0-3 0,2 5 0,1 0 109,2 0 0,6 2 0,-1 4 0,4 1-3,5-1 1,-3 2-1,5 1 1,0 4-3,3 2 0,-2-1 1,2 4-1,0-1-117,-2 6 0,6-3 0,-6 6 0,0-4-17,-2-1 0,-4 5 0,-4-1 0,-1-1 0,-1-1 0,-5-3 0,3 1 0,-2 0 0,-3 0 0,-1-1 0,-2 1 0,0-2 0,0-3 0,5 2 0,0-5 0,-2 0 0,-2-1 0,4-1 0,0-4 0,0-1 0,1 1 0,-3-6 0,7 1 0,1 1 0,0-3-529,-1 2-1624,3-7 880,-12 3 1,4-6 0,-10 0-1969,-4 0 0,1 0 3241,-2 0 0,-25-32 0,-11-8 0</inkml:trace>
  <inkml:trace contextRef="#ctx0" brushRef="#br2" timeOffset="69">27306 12503 7820,'0'-9'150,"0"-1"553,0-1 1,-2 0 148,-2 1 1,-4 4 1090,-7 6-713,7 0 1,2 1-367,6 4 0,0 3 1,1 5-109,4-3 1,-3 2 0,4-2-91,1 3 1,-4 1 0,5 1 0,-2 1-175,-3 3 0,4-3 0,-2 4 0,-1 1-227,3 3 0,-1 2 0,5-1 1,-3-1-155,-1 2 1,4 1 0,-1 2 0,2-2 46,3-3 1,-1 2 0,-1-7 0,-2-2-10,-1-1 1,-1 2 0,4-2-1,-2-3 35,-1 0 1,-2-1-1,3 3 1,-3-1-116,-2 1 0,1-1 1,-4 0-70,2 1 0,4 4 0,-4 0 0,-2-1 0,-1-2 0,3-2 0,0 0 0,-1-1 0,3-3 0,-6 3 0,6-4 0,-1 4 0,-4-3 0,4-2 0,1-2-890,-6-1 228,6-5 0,-7-2 0,0-3-555,0-4 0,-5-9 1,-2-1-1,1 1-607,0 2 1,-4 0 0,4-1 0,-1-2-3585,1 1 5408,-5 2 0,-55 2 0,23 6 0,0 1 0</inkml:trace>
  <inkml:trace contextRef="#ctx0" brushRef="#br2" timeOffset="70">27133 13367 7859,'0'9'133,"0"1"0,0-5 0,2 3 2274,3-2-1628,-4-1 1,6-7-1,-6-1 1,3-3 70,0-2 1,3-4 0,-2-5 0,3-4 133,0-1 1,4-2 0,-2-5 0,3 0-444,1 0 1,0 1 0,1-1 0,-1 2-235,1 3 0,4-4 1,0 6-1,-3 0 283,-5 3 1,2 3 0,-3 1-282,2 1-2222,-4 6-1155,-1 1 578,-7 14 0,0-4 2490,0 7 0,-45-46 0,-11-5 0</inkml:trace>
  <inkml:trace contextRef="#ctx0" brushRef="#br2" timeOffset="71">25723 13482 7742,'-14'0'-40,"0"0"0,-1 1 115,1 4 1,0-3 0,-1 4 0,1-1 392,-1 0 0,1 4 90,0-4 1,4 6 0,0-3 0,1 2 0,1-1 2349,3 3-2336,3-6 0,4 0 0,3-6 0,4 0 0,6 0 287,4 0 0,-1 0 0,6 0 0,1-1-124,2-4 0,4-1 0,1-6 1,3 3 89,2-2 1,-4 3 0,6 0 0,-1 0-444,-1 0 0,4 5 0,-2-4 0,2 2-382,2 1 0,-4-1 0,-1 5 0,0 0 0,-1 0 0,3 0 0,-6 0 0,-2 0 0,-2 0 0,-1 0 0,-2 0 0,-3 0 0,-5 0 0,-8 0 0,-1 0 0,-7 0-2233,4 0 1,-9 0 888,-3 0 1,2 0 0,-7 0-463,-1 0 0,-2-5 1,-3 0-1,-1 0 1806,-2-1 0,-40-1 0,-17 0 0,-3-5 0,0 1 0</inkml:trace>
  <inkml:trace contextRef="#ctx0" brushRef="#br2" timeOffset="72">25738 13798 7742,'0'-14'17,"0"-5"1,0 0 0,0 1 0,0 2 3123,0 2-2022,0 6 1,1 1 0,3 9 949,0 3-1754,1 3 0,2 6 0,1 2 0,1 2 1,1 2-1,-1 3 0,3 2 451,2 2 1,-3 2 0,8 0-1,-3 0-401,-1 0 0,4-1 1,2 1-1,-1 0-143,1 0 1,3-5 0,-3 0 0,0 1-18,0 2 1,-2-3 0,-5-1 0,-1-2-129,-3-4 0,1-1 1,-6-2-1,-1 1-511,3-1 0,-6-4-1759,4-1 416,-3-5 1,-4 2 587,-3-6 1,-3 0-1,-6 0 60,0 0 0,-6-5 1,1 0-1,0 2-2242,-2 2 3371,-1 1 0,-33-32 0,-5-8 0</inkml:trace>
  <inkml:trace contextRef="#ctx0" brushRef="#br2" timeOffset="73">25925 14086 7114,'14'0'100,"-6"-2"1,-1-1 4851,-1-2-3333,-4 1 1,-2 4-934,-10 0 1,2 4-1,-2 3 1,1 1 134,1 3 1,-5 3 0,4 4-1,-6 3-243,-4 1 0,1-3 1,-6 5-1,0 2-273,2 1 0,-5 2 1,1 1-1,-2 2-339,-1 2 0,-2-5 0,11-7 0,0-1-1948,4-4 1,2-7 0,16-8 1981,9-10 0,7-28 0,4-20 0,2-3 0,4-6 0,0-1 0,0 1 0</inkml:trace>
  <inkml:trace contextRef="#ctx0" brushRef="#br3" timeOffset="74">26889 14000 7646,'0'8'4405,"0"5"-4204,0-4 0,0-1 1,0 2-1,0 1-18,0 2 0,-5-2 1,0 2-1,2 3-20,1 0 1,2 4 0,0 0 0,0-3-84,0-1 0,0 3 0,0 1 0,0-3-72,0-1 0,7-2 1,1 1 80,0-1 0,5-6 0,-4-1 1,4-3-7,1 1 0,6 2 1,-1-4-1,-2 2 1,-1-2 1,-1-2-1,-1-1 1,0 0 182,1 0 0,-1 5 1,1 0-77,-1-2 0,0 4 0,1-3-53,-1 0 1,-1-1 0,-2 0 0,-1 2 54,1-2 1,2 3 0,1 1-70,0 1 1,1-5 0,-1 3 0,1-1-50,-1 0 1,0 0-1,1-5 1,-1 0-7,1 0 0,4 0 0,0 0 1,0 0 21,2 0 0,-4-5 0,6-1 1,-2-2 34,-4-4 0,4 0 1,-2-1-1,0 2 24,2 1 1,-3 0-1,4-4 1,-1 1-32,-4 4 0,6-4 0,-1 3 1,2-1-26,0 2 0,-5-4 1,5 3-1,2-3-25,1-1 0,0 4 0,-1 1 1,-2-1-29,1 2 0,4-5 1,3 5-1,0-1-24,-5-1 1,2 7 0,-7-2 0,2 2 89,0-2 1,-4 4 0,2-4-1,-1 3-2,-4 2 0,4 0 0,0 0 1,0 0-44,-1 0 1,1 0 0,-3 0-1,3 0 3,1 0 1,-3-5-1,5 1 1,0-1-91,-1-2 0,4 4 0,-3-5 1,3 2-6,2 3 0,-2-4 1,-2 2-1,-1 2 52,2 2 1,0-4 0,-1 0 0,-3 2-5,-1 1 1,5 2 0,-4 0 0,1 0 21,-4 0 0,2 0 0,-2 2 0,-2 1-21,-1 2 0,-1 4 1,-1-2-1,2-1-25,3 1 1,-3 4 0,3-2 0,-3 4-28,-1 2 1,-1-3 0,1 0 0,-1-1-33,0 5 1,1-3 0,-3 3 0,0-5 16,-3 0 0,-6 2 0,4 1 0,-2 0 50,-1 1 1,1-1-1,-5 1 1,2-1 4,3 0 0,-4-4 0,4 0-90,-3 1 0,-1 0 1,2 0-505,2-1 1,2-7 418,-3 2 0,-2-5 0,4-3 0,-1-4 56,0-1 1,1-3-1,-2-7 1,0-1 4,0 2 0,2-6 0,0 1 0,1-2 19,-1 0 1,1 2 0,-4-2 0,3 3 102,2 0 0,-3 3 1,3-4-1,0 1-11,0 4 1,-5 1 0,4 3 0,-3 2 167,1 1 0,1 5 1,-1-3 71,5 2 0,-2-4 1,1 6-159,3 0 0,0 1 0,3 0 0,-1-2-15,1 2 0,-1 1 0,0 2 0,1 0 10,-1 0 0,-4 0 0,-1 0 11,3 0-20,0 0 0,3 0 0,-1 0 0,0 0 44,1 0 1,4 0 0,0 2 0,-1 1 174,-2 2-204,5 0 0,-4-4 1,6 3 45,-3 0 1,6 1-1,-4-5 1,2 2-6,0 3 1,-1-4-1,2 4 1,-1-2-25,2 2 0,1-3 0,0 2 1,-1-1-41,-2 2 1,-2-3 0,4 3 0,-2-2-106,1 2 0,-2-4 1,1 6-1,-1-3 26,0 1 1,4 2 0,-3-4 0,3 2 48,2-2 1,0 3 0,0-1 0,-1-2-43,1-1 1,1 3-1,2-1 1,2 0-28,-2-3 0,0-1 0,2 0 0,2 0-3,1 0 0,0 0 1,-5 0-1,3 0 15,2 0 1,-1 0-1,4 0 1,-3-1 2,-2-4 0,1-3 1,-4-7-1,1 1-47,-1 0 0,-3-6 1,-5 0-1,-3-3-86,-1-2 0,-5-1 0,1 1 0,-7 1-46,-2-2 0,4 4 1,-3-2-1,1 0-48,1 1 0,-5 3 0,3 5 1,0 1-365,0-1 1,-3 1-202,4 0 1,-4 1 0,3 2-2370,-2 1 3181,-1 7 0,-24-16 0,-5 3 0</inkml:trace>
  <inkml:trace contextRef="#ctx0" brushRef="#br3" timeOffset="75">21594 5093 7881,'-12'-14'621,"0"1"0,-10 2-1036,1 1 0,4 9 0,6 1 1397,1 8 0,7 11-499,-2 5 1,3 5 0,2 6 0,0 8-1,0 8 1,0 5 146,0 2 0,0 6-469,0 3 1,0 3-1,-1 2 1,-2-1-1,-2-3 1,0-2 97,-1-2 0,4-7 0,-3-6 0,4-3-57,1-6 0,0-5 1,0-10-1,0-3-25,0-5 1,8-3-1,4-3 1,6-2-245,0-1 0,4-7 0,2 2 0,3-4-111,2-1 1,0 0-1,-1 0 1,3 0 76,2 0 0,-1 5 0,7 0 0,1-2 257,1-1 0,4-1 1,3 2-1,3 4-53,0 1 1,5 1 0,-1 6-1,5-1 17,7 1 1,2-1 0,0 0-1,-2 1 17,2-1 0,3 5 1,3 1-1,2-1-73,-2 1 1,-2-4 0,1 5 0,2-2-36,-35-9 0,0 0 0,1 0 0,1-1 1,0-2-1,0 0 0,0 0 0,0 1-27,0-1 1,1 0 0,2 0-1,0 0 1,1 1 0,1-1 0,0 0-1,0 0-24,0 1 1,0-1 0,-3-2 0,1-1 0,1 0-1,2 0 1,-1 0 0,1 0-39,1 0 1,-1 0 0,1-2 0,1-1 0,-1 2 0,1-1 0,-1-1 0,0 0 13,0-1 1,1 0 0,2-1 0,1 0 0,1-1 0,0-1 0,1-1 0,0-1 15,-1-1 0,1-1 1,0 0-1,1 0 0,-2-1 1,0 1-1,2 0 0,0 0-27,1 0 1,-1-1 0,-2 1 0,-1 0 0,-1 0 0,-1 0 0,-1 0-1,1 1 79,-2 1 1,0 0 0,1-1 0,-1 1 0,0 2 0,-1 0 0,-1-1 0,0 1-71,-2 0 0,-1 0 0,-1 0 0,0 1 1,-1 2-1,-1 0 0,39 0-105,-4 0 0,-10 0 1,-6 0-1,-7 0 0,-6 0 1,-9 2-1,-8 1 1,-5 3 99,-7 2 1,-4-3-1,-4 3 1,-3 0 139,-2 0 1,1-5 176,-3 2-266,-2-3 228,4-2 1,-4-2 0,1-3-50,2-4 1,1-4 0,-2-3 0,0-2-111,0-1 0,4-2 0,1 2 0,4-5-253,1-3 1,1 3 0,-1 0 0,0-2 52,1-1 1,-1-2 0,1-1 0,-3-2 72,-2-1 1,1-14 0,-6-1 0,-2-9 112,-1-11 0,-2-11 0,-1 30 0,0-2 0,-1-2 0,-1-1 21,-1-3 1,-1-1-1,-1-5 1,1 0-1,-1 0 1,2 0-1,1-1 1,1 1-2,0 4 1,3 0 0,3 4 0,3 1-1,0 6 1,0 2 0,2 2 0,0 0 38,2 2 0,-1 1 1,1-26-1,2 4 1,-5 12-23,-5 7 0,-2 7 0,-2 3 0,-2 5-48,-2 5 0,-6 4 0,-1 5 0,-4 1-176,-3-1 1,0 3 0,5 0 0,-2 4 33,-4 2 1,3 1 0,-5 5-1,1 0 78,3 0 1,-4 0 0,-1 0 0,-1 0 30,0 0 0,0 2 0,-4 1 0,-1 2 84,0-2 1,-1-1-1,-4-2 1,-6 0-80,-6 0 1,-2 0 0,-8 0 0,-5-2 17,-3-3 0,-8-3 1,-6-4-1,-2 0-24,39 7 0,-1 1 1,-3 2-1,-1 1 0,-2-2 1,0 1-1,-2 1 0,-1 0-48,-1 1 1,-1 0-1,1 3 1,0 1-1,-4 0 1,0 1-1,-3 2 1,0 1 85,-5 1 1,0 1 0,1-2 0,1 1 0,-3 2 0,1 1 0,-1-2-1,0 0-131,-1-1 0,-1 0 1,-2 1-1,-2 1 1,-3-1-1,-1-1 1,0 0-1,0 1 82,2 1 1,0-1-1,-1-2 1,0 0-1,-3 2 1,0-1-1,-2-1 1,0 0 44,25-3 0,-1 0 1,1 0-1,-24 0 0,1-1 1,-2 1-1,0 0 1,0 0-1,-1-1-85,0 0 1,-1 0-1,0 1 1,0-2-1,27-1 1,-1-2-1,0 1 1,-26 2-1,0 1 70,3 0 1,0 0-1,0-2 1,1 1-1,-2 0 1,-1 2-1,1-1 1,0 0-24,0 0 1,0 0 0,5-1 0,1 2 0,2 1 0,1 0 0,3 1 0,0-1-118,2 2 1,2 0 0,2 3 0,0 1 0,1-2 0,1 0 0,2 1 0,2 1-327,4 0 0,3 1 1,5 0-1,2 0 1,-29 12-1,14-1 439,16 2 0,5-2 0,17-2 0,10-2 0,12-1 0</inkml:trace>
  <inkml:trace contextRef="#ctx0" brushRef="#br3" timeOffset="76">30601 14489 7702,'0'-19'203,"0"0"0,-2 1 0,-1 2 3431,-2 2-2007,0-1-1206,5 7 0,0 3 0,0 12 0,0 6 1,0 6-1,0 3 309,0 4 1,0 1-1,0 2 1,0 1-306,0 4 1,0 2-1,0 6 1,-1-2-111,-4-2 1,2 2 0,-7 7-1,0 2-126,2 2 0,-3-4 0,5 1 0,-2-5-80,-3-5 0,4 4 0,1-7 0,1-1-93,0-6 1,1-4-1,4 0-614,0-5-95,0-9 0,0-5 0,0-10 1,0-5-301,0-2 0,0-3 1,-2-1-1,-1-1-634,-2-2 1,-6-1 1626,1 6 0,-60 19 0,27 0 0,-1-1 0</inkml:trace>
  <inkml:trace contextRef="#ctx0" brushRef="#br3" timeOffset="77">29953 15539 7702,'-14'7'720,"1"-4"27,3 6 0,4-4 1,8 3-1,2-1 617,6-4 0,9-2 0,5 1 0,3 1-443,2 2 0,6 0 1,5-5-1,7 0 40,5 0 0,6-2 1,3-1-1,3-2-304,1 2 1,-2-3-1,4-1 1,-2 1-247,-4-1 0,1 3 0,-11 4 0,-1 0-411,-7 0 0,-1 1 0,-10 2 0,-4 4 0,-2 1 0,-8-3 0,1 4 0,-3 1 0,-2-2 0,1 3 0,-3-5-1823,-2 2 0,1-3-1050,-6 5 0,-2-7 221,-8 2 2652,-3-4 0,-31-8 0,-13-5 0,-3 0 0,0 0 0</inkml:trace>
  <inkml:trace contextRef="#ctx0" brushRef="#br3" timeOffset="78">30457 15957 7677,'-15'4'0,"1"3"366,0 1 1,4-5 0,2 3 1769,2 1-1593,1-6 0,6 6 1,4-6-1,5 2 0,3 2 1,3 0 1232,3 1 1,-3 2-1295,3 7 1,2-1-1,-2 2 1,0 3-1,0 5 1,0 4 221,-1 0 0,-2 8 1,-2 2-1,-1 3-299,-3 3 0,3-1 1,-5 0-1,1-1-468,1-4 0,-5 2 0,4-8 0,1-3-427,-2-4 1,3-7 0,-6 1 0,-1-5-3177,3-4 2333,-6 3 1,6-13 0,-7 0 0,-2-8-2007,-3-5 3339,4-8 0,-57-20 0,26 14 0,0 1 0</inkml:trace>
  <inkml:trace contextRef="#ctx0" brushRef="#br3" timeOffset="79">30255 16791 7677,'-14'0'1702,"8"-2"-512,6-2 0,12-4 0,12-8 0,3-4-166,2-3 0,2 0 0,1-2 0,3-4-272,2-3 1,1-3 0,5 3 0,-1-2-508,-4 2 1,-3 3 0,-6 4 0,-2 2-785,-3 3 0,-5 5 1,-9 6-1166,-5-3 0,-4 4 0,-2 0 1704,-4 2 0,-73 8 0,26 2 0,1 0 0</inkml:trace>
  <inkml:trace contextRef="#ctx0" brushRef="#br1" timeOffset="80">28241 14734 7732,'-14'0'88,"-1"0"0,4 1 0,-2 2 0,-3 2 0,0-2 1015,0-1 0,7-2-97,-1 0 1,7-6-603,-2-4 1,4 2 0,2 0 0,2 0-26,2 0 1,11 3-1,-1-3 1,1 2-56,0 3 1,3-4-1,2 2 1,1 2 53,4 2 0,1 1 1,1 0-1,1 0-177,0 0 1,0 0 0,-2 1 0,-1 2-102,-2 2 0,0 6 0,4 1 1,-1 4-107,-3 3 1,-3 2-1,-6-2 1,-1 5-63,0 3 1,-6 2 0,-1-1 0,-2 1-30,-1 0 0,0 0 0,-8 0 0,-2-1 28,-2 1 1,-2 0 0,-4 0 0,0 1-3,-1 4 0,-4-9 0,0 4 0,0-3-97,-2-4 0,0 5 1,-4-5-1,2 1-57,2-4 1,-4-5 0,2-4-1,-1-5 69,0-4 0,7-1 1,-2-1-1,3-4-50,1-5 1,3-7 0,2-4 0,5 0 221,4 0 1,2 2 0,4 5 0,5 0 286,2-1 0,3 2 1,-1 4-1,2 2 166,3 1 0,2 4 1,5-2-1,-2 2 41,1 2 1,2 0 0,2 0 0,0 2-274,0 2 0,-1-2 0,1 4 0,0-1-258,0 0 1,-7 5-1,-3-4 1,-3 0-1001,-1 1 0,-2 4-1113,-4-2 1,-3 4-812,-6 2 2945,0-7 0,-12-34 0,-4-14 0</inkml:trace>
  <inkml:trace contextRef="#ctx0" brushRef="#br2" timeOffset="81">28040 15467 7812,'-10'0'-334,"1"0"0,-3 2 0,0 1 0,-3 2 474,1-2 1,-1-1 0,1-1 0,0 3 19,-1 0 0,6 1 1,-1-3-1,-1 1 48,-2 2 0,4-1 0,-1-4 0,0 2 467,2 3 0,0-4 1487,4 4 331,2-3-1786,-4-2 0,7 0 0,4 0-58,5 0 0,2 1 1,3 3-1,1 0-142,3 0 0,-2 2 1,7-1-1,4-2-127,4-1 1,0-1 0,6 2 0,2 2-123,1-2 0,7-1 0,2-2 0,1 0-2,3 0 0,2 0 0,0-2 0,-1-1 21,-3-2 0,1-1 0,2 3 1,-6-2-23,-6 2 0,-4-4 0,-1 3 0,-3 0-53,0 3 0,-9-4 0,1 0 0,-3 2-120,-2 1 1,-4 2-1,1 0 1,-3 0-35,-1 0 1,-1 0-1,0 0 1,1 0-124,-1 0 1,-4-4 0,-2-3-223,-2-1 1,4 4 0,-5-6-455,-2-1 0,-2 3 0,-1-2-393,0-1 0,0-2 0,-1 0 0,-4 2-315,-5 2 0,-2 4 0,-3-3-158,1 1 1,-1 3 0,-1 4 1616,-3 0 0,-25 20 0,-11 11 0,-7 1 0,-1 0 0</inkml:trace>
  <inkml:trace contextRef="#ctx0" brushRef="#br2" timeOffset="82">28299 15928 7787,'0'-15'0,"0"1"0,0 4 0,0 1 0,1 6 0,4-2 0,5 5 784,2 5 0,3 3 1,-1 8-1,1 3 50,-1 5 0,0 8 0,1 3 1,-1 2 271,1 3 0,-1 1 1,0 2 14,1 1-827,-1-1 1,1 0-1,-3 0 1,1 0-159,1 0 1,-7-1 0,7-4 0,-1-6-226,0-6 0,1-4 1,1-4-1,-3 1-514,-2-1 1,1-7 0,-4-3-3584,1-2 3336,-5-1 1,3-7 0,-7-1-1,-4-3 8,-5-2 0,-4-2 0,-4-3 1,-3 2 841,-1 2 0,-28 16 0,-13 8 0,-8-2 0,1 0 0</inkml:trace>
  <inkml:trace contextRef="#ctx0" brushRef="#br2" timeOffset="83">28097 16805 7783,'-14'-6'432,"6"4"1,2-10 0,7 0 738,4-5 0,5-1 1,9-6-1,6-3-354,7-5 1,0 2 0,5-5 0,1 1-117,4 0 1,-7 1-1,8 4 1,-1 0-223,-1 1 1,3-1 0,-3 2 0,-4 3-833,-8 4 0,-2 9 0,-8 3 1,-3 0-3955,-5 0 670,-4 5 3637,-7-3 0,-52-20 0,-12-6 0</inkml:trace>
  <inkml:trace contextRef="#ctx0" brushRef="#br2" timeOffset="84">31651 15554 7704,'0'-10'701,"0"0"0,1 1 839,4 1 1,-2-3-727,7 6 1,-2-1-1,3 2 1,-1 0 324,1 0 1,2 3 0,1 1-660,1 0 1,4 5 0,0-1 0,-1 1-321,-2 2 0,-1-6 1,3 5-1,1-1-354,-1 0 0,3 0 0,-1-4 0,1 3-396,0 0 1,-2 1 0,-4-5 0,-1 0-576,0 0 0,1-5 0,-3-1 216,-2-2 1,-4 3 0,-7-3 0,-4 2-1228,-5 3 2176,-2 1 0,-28 15 0,-11 6 0,-5 1 0,1 0 0</inkml:trace>
  <inkml:trace contextRef="#ctx0" brushRef="#br2" timeOffset="85">31608 15856 7704,'-13'8'71,"8"5"0,-9-5 0,3 1 432,3 1 0,3-1 1,10 6 222,4-1 1,4-6 0,3-3-1,3-3-185,5-2 0,5 0 1,3 0-1,3 0-98,2 0 1,-4-2 0,4-3 0,0-3-353,0 0 0,-5-5 0,1 5 0,-2-1-291,-3-1 1,-4 2-1,-1-3 1,-3 3-1327,-2 2 1,-7 1 1525,-1 5 0,-7-7 0,3-1 0</inkml:trace>
  <inkml:trace contextRef="#ctx0" brushRef="#br2" timeOffset="86">32787 14618 8867,'-8'-9'1011,"5"1"1,8 1 0,8 4 0,4 2 14,1 1 0,0 0 1,-1 0-1,4-2 1251,1-3-1946,2 4 0,5-6 0,0 7 0,0 0 0,-1 0 0,1 2 0,-2 3 218,-3 4 1,3-1-1,-4 2 1,-1 3-372,-3 4 0,2 1 1,-2 6-1,-1 1-108,-2 3 1,-8 0-1,-2 1 1,-1 1-335,0 4 1,-2 3 0,-8 6 0,-6 0-253,-6 0 0,-1 2 0,-8 3 0,-2 3-34,-4 0 1,-8 5 0,1-5 0,-4 2 88,-5 0 1,3-8 0,-1-2-1,6-10 283,7-7 0,2-7 0,2-9 1,2-9 135,3-9 1,5-3 0,9-13 0,6-3 120,2-5 1,2 2 0,0-2-1,2 5 260,2 3 1,4 4 0,8-2 0,2 1 229,1 4 1,2 5 0,-3 4 0,2 2 193,3 3 0,-1 0 0,4-1 1,-2 0-226,1 0 0,2 4 0,2 5 0,0 3-270,0 0 1,0 5 0,-2-3 0,-2 2-137,-1 3 0,-1-1 0,2 1 0,-2-3-783,-3-2 1,0 3 0,-6-5-6718,0 0 2391,-6 5 4977,-1-12 0,-65 6 0,-14-7 0</inkml:trace>
  <inkml:trace contextRef="#ctx0" brushRef="#br2" timeOffset="87">32644 15813 7907,'-10'0'1329,"2"1"0,3 2 253,7 2 0,6 5 1,11-4-1,5 1-540,3-1 1,8 4 0,4-4 0,2 0-204,2 1 1,2-1-1,1-3 1,4 2-94,1-2 1,2-1-1,3-2 1,-2-2-432,-1-2 1,-7 0-1,2-5 1,-5-1-324,-4 2 1,-6-3-1,-9 5 1,-4-1-1610,-4 1 0,-8 3 162,-4 7 0,-8 3 1,-6 6-1,-3-2-106,-1 0 1,-1 5-1,1-6 1561,0 2 0,-33 9 0,-7 2 0</inkml:trace>
  <inkml:trace contextRef="#ctx0" brushRef="#br2" timeOffset="88">32744 16345 8279,'0'-8'1826,"0"3"0,0 10 0,2 5-1077,3 2 0,3 4 0,4 2 0,0 3-165,-3 1 0,1 2 0,6 6 0,1 2 817,3 2-1141,-1 6 1,-5-3-1,1 4 1,-1-1-1,0-1 1,1 1 0,-1 0 5,0-2 0,-1 2 1,-2-8-1,-3-3-714,-1-4 1,2-7-1,-2 1-3414,1-3-421,-5-2 4283,3-6 0,-50-20 0,-12-12 0</inkml:trace>
  <inkml:trace contextRef="#ctx0" brushRef="#br2" timeOffset="89">32528 17180 7789,'-8'-7'1393,"4"-2"0,4 1 0,4-2 1,6 0-323,3 2 1,8-4 0,1 2-1,4-4-625,2-6 1,-2 3 0,9-7 0,-1 0 144,-1 1 1,1-4-1,-5 5 1,-1 0-665,1 2 1,-6 4-1,-4 2 1,-5 0-1000,-4-1 0,2 1 0,-4-1-429,0 1 1,0 1 0,-4 2 159,0 1 1,1 6 1340,-5-6 0,-38 26 0,-10 2 0</inkml:trace>
  <inkml:trace contextRef="#ctx0" brushRef="#br2" timeOffset="90">33248 15942 7789,'-7'-8'3740,"7"2"-3250,0 6 1,7 0-1,7 0 1,1 0-104,-1 0 0,0 1 1,1 3-1,-1 2 75,1 2 0,-1-3 0,0 4 0,-1 3-203,-3 0 1,2 3 0,-2-1-1,1 0-96,-1 1 1,1 1 0,-6 1 0,-2 4-150,-1 2 1,-2 1 0,0 4-1,0 1-126,0 0 0,-2 0 0,-3-1 0,-4 0 12,-4-4 0,-3 3 1,-2-3-1,-1 1-101,1-1 1,3-4 0,0-9 0,-1-3-209,-3-2 1,3-1 341,-3-5 1,4-2 0,6-2 179,4-6 1,3-3-1,2-1 182,0-1 0,2 6 0,3 1 139,4 1 0,4-2 0,2 4 1,-1 2 75,0 1 0,1 2 0,-1-1 0,2-3 42,3 0 0,-3-1 0,3 5 0,-3 0-273,-1 0 1,4 0-1,0 1 1,-1 3-167,-2 0 1,-3 3 0,-2-4 0,-2 3-646,3 2 1,-4 0-1,0 4-1464,-2-3 0,-1 1 1,-4 3 1995,4-4 0,-35-54 0,-4-19 0</inkml:trace>
  <inkml:trace contextRef="#ctx0" brushRef="#br2" timeOffset="91">3409 8777 7824,'-19'-23'0,"-2"6"155,-1 6 0,5 4 0,-3 6 0,3-3 721,-2 0 1,3-1 0,-4 5-1,4 0 198,2 0 1,-2 1-780,-3 4 1,3 3-1,-5 8 1,0 5 0,-3 8-1,-3 9 529,-2 9 1,-4 10-1,-2 13-650,16-30 0,1 0 0,-2 4 1,0 2-1,-3 7 0,0 1 1,-2 2-1,2 2 0,0 0 1,1 2-785,1-1 1,2 0 726,0-1 0,3 1 0,4-2 0,3-1 1,1 0-1,2 0 0,3-2 0,2-1 1,4-2-1,2-1 0,4-4 0,3-1 0,2-3 1,3-1 170,1-1 1,2-1-1,3 0 1,2-2-1,1-1 1,1-1-1,1-2 1,1-1-209,2-2 0,0-2 0,2 0 1,0 0-1,2-4 0,2 0 1,0-1-1,1 0-5,3 0 0,0-1 0,-2-3 1,2-1-1,3-1 0,1-1 0,-2-1 1,0-1-54,1-1 1,0-2 0,4 0 0,0-3 0,-1-2 0,1-2 0,-1-1 0,0-1-79,-2-1 1,1-1-1,0 0 1,1-1-1,-1-2 1,0-1-1,1-2 1,1-2 30,1-2 1,-1-3 0,-1-2 0,-1-3 0,0-1 0,-1-1 0,-1 0 0,0-1 51,0 0 0,-2-1 0,0-4 0,-2-3 0,-1 0 0,0-1 0,-1-1 0,-1-2 122,-1-1 0,-1 0 1,-4-1-1,0-1 1,1 0-1,0 0 1,0 0-1,0-1-48,2-2 0,-1 1 0,-3 1 0,-1 0 0,0-1 0,0 0 1,-2 1-1,0 0-66,-1 1 0,-1 0 0,-2-2 0,-1-1 0,-3 1 0,-1 0 0,15-36-81,-6 5 1,-6-6-1,-10 2 1,-3-6-35,-4 38 1,-1-1 0,-1 0 0,-1 0-1,-3-2 1,-2 1 0,-3 0 0,-2 0-27,-4 0 0,-2 0 0,-2-1 0,-2 1 0,-5 0 0,-2 2 0,-2 0 0,-1 2-44,-3 2 0,-2 2 0,-2 1 0,-2 2 1,-1 3-1,-1 2 0,-4 0 0,0 1 85,-2 1 1,-1 2 0,-1 3 0,0 2 0,-2 1 0,-1 2 0,0 1 0,0 3-77,-2 0 0,0 2 1,1 4-1,-1 1 1,-3 1-1,0 1 1,1 2-1,0 2-37,3 2 1,1 1 0,3 0 0,1 1 0,4 5 0,1 2 0,1 0 0,2 0-1707,-33 14 0,16 2 1884,18 0 0,6-1 0,17 1 0,4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1.285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17091 9770 7908,'-11'-15'252,"-3"2"1,-2 4 0,0 4 0,1 5-1,3 6 1,-1 10 652,-2 12 0,9 7 0,-8 10 1,1 2-295,0 6 0,4 10-261,-1 4 0,7-3 0,-2-4 0,5-5 0,5-7 0,6-3 192,7-2 1,4-8 0,7-5 0,1-6-308,4-3 1,2-2-1,8-6 1,0-3-37,4-6 1,0 3 0,8-2 0,6-2-49,7-2 1,8-7 0,-32 1 0,1 0 0,2-1 0,2 0 1,1-2 0,1 1 1,4 0-1,0 0 1,5 0-1,1-1 1,3 1-1,0-2-53,0 0-1,1-1 1,0 2 0,1-1 0,-2-2 0,1-1 0,0 1 0,0 0 33,1-1 1,-1 1-1,-7 3 1,-1-1-1,1-1 1,-1 1-1,-5 1 1,-1 0-129,-4 0 1,-2 1 0,33-2 0,-11 1 0,-8 1-56,-14 4 1,-9 2 0,-13 1 0,-7 1-252,-6 4 1,1-2 376,-8 7 1,0-7 227,-9 2 0,3-5 0,-3-5 0,4-6 26,1-7 1,0-4 0,0-7 0,0-1-100,0-4 1,1-4 0,4-10 0,6-5 152,7-3 0,0-2 0,4-1 1,0-3-385,1-5 0,-1 3 0,2 2 0,-5 4 0,-3 5 0,-8 5 0,-1 10-2078,-1 4 582,-4 10 1,4 12 0,-6 12 1495,0 8 0,-6-8 0,-2-2 0</inkml:trace>
  <inkml:trace contextRef="#ctx0" brushRef="#br0" timeOffset="1">26659 3813 7841,'-15'-8'336,"6"-3"1,1 4 0,0 1 363,0 0 1,3 2 0,-5 9-341,-1 5 0,2 9 0,-4 6 0,-5 9 14,-3 9 0,-4 8 1,-9 15-1,15-28 1,-2 1-155,-2 4 0,0 3 0,-2 9 0,-1 2 1,-3 5-1,0 1 0,1 4 0,0 2-255,1 1 1,1 2 0,1 0 0,1 0 0,2 0 0,2 0 0,1 0 0,0 1 97,1 2 1,2-1 0,4-7 0,0 0 0,2 0-1,1-1 1,1-3 0,0 0 19,1-1 0,0-1 1,2 2-1,2 1 1,-1 1-1,2 1 1,-1-1-1,1 1-126,-1-2 1,1 0-1,-1-3 1,1-1-1,2 2 1,2-1-1,0 0 1,2 0 76,2-1 0,3-2 1,0-5-1,2-2 1,3-3-1,3-2 1,-1-3-1,3-1 42,1-3 0,3-1 1,2-3-1,3-2 1,3 0-1,3-2 0,2-1 1,2-2 15,0-3 1,2-4 0,1-3 0,1-4 0,4-4 0,1-2 0,3-2 0,1-1 84,3-1 0,0-3 0,-1-3 0,-2-3 1,1-1-1,0-3 0,1-4 0,0-3-60,1-3 1,-1-4-1,0-4 1,-1-3-1,3-5 1,-1-2 0,-1-3-1,0-2-34,-3-2 0,-1-1 1,-1-2-1,-2-2 1,-3-3-1,-1-2 0,0-2 1,-1-1-49,1-4 1,-3-1 0,-4-1 0,-3-2 0,1-7-1,-3-2 1,-12 22 0,-2 0 0,-1-2-167,0-3 1,-2-1 0,-1-1 0,-1-4 0,-1-1 0,-2-1-1,-1-5 1,-1 0 0,-1-1 0,-1-1 0,0 0 0,-1 0-134,-1 1 0,0 0 0,-1 2 1,-2 6-1,-1 1 0,-2 1 1,0 6-1,-1 0 0,-2 2 0,-5-18 1,-5 3 24,-1 8 1,-5 4 0,0 13-1,-4 6 1,-1 4 0,-3 3-1,-31-18 322,-5 10 1,-4 1 0,1 7-1,3 1-383,5 7 0,2 6 0,5 6 0,0 5-593,2 4 1,18 1-1,3 3 1,8 5 892,7 6 0,4 10 0,-1 0 0,-4 3 0</inkml:trace>
  <inkml:trace contextRef="#ctx0" brushRef="#br0" timeOffset="2">28443 3137 7795,'0'-20'1,"1"1"0,4 2 589,5 1 0,9 1 0,6-1 0,7-1 657,7-2 1,10-1-898,9 6 0,1 0 1,8-1-1,0 2 1,-1 4-1,-4 4 1,-3 3-1,-3 4 0,-1 3 1,-4 6 512,-2 7 1,-6 6 0,-6 8 0,-3 3-595,-7 1 0,-5 8 1,-9 5-1,-3 1-191,-6-1 0,-12 6 1,-11-1-1,-14 5-84,-12 4 1,-8-6 0,23-30 0,-2-1 0,-1 0 0,-1 1-30,-1-2 1,-1 1 0,-2 1 0,0 0-1,0-3 1,1 0 0,0-1 0,2 0-66,0 0 1,1-1 0,-27 13 0,0-4 0,9-9 381,8-6 0,16-8 1,13-16-167,9-6 1,12-10 0,10 0 0,10-5-155,6-5 1,14 6 0,2-3-1,5 7 100,0 4 0,3 0 0,-4 8 0,3 2 370,-3 5 1,8 4 0,-6 1-1,-1 1 74,-2 4 1,-8 3 0,-6 8 0,-4 2-250,-5 1 0,-8 0 0,-10-5 1,-5 1-790,-4-1 0,-2 5 1,-4 2-1,-6 0-621,-7 0 1,2 4 0,-5-2-1,4 1 1153,2-1 0,-47 1 0,-2 5 0</inkml:trace>
  <inkml:trace contextRef="#ctx0" brushRef="#br0" timeOffset="3">26587 7957 7726,'-7'-21'93,"6"5"0,-4-5 0,3 2 0,2 0 0,0 1 0,0 2 0,0 2 1274,0-1 1,-1 7 0,-2 2-877,-2 0 1,-5 6 0,4 0 0,-1 8-150,1 4 1,-5 11-1,1 4 1,-3 7-24,-1 2 0,-5 7 0,-2 7 0,-1 1-54,-4 4 1,4 1 0,-2 3-1,-3 3-210,-5 5 0,-5 3 1,16-33-1,-1 0 1,0 0-1,0 1-58,1 0 1,-1 1 0,-1 0 0,-2 0 0,1 0-1,-1-1 1,-1 2 0,1 0-66,-2 0 0,-1 0 0,1-1 0,-2 0 0,1-3 1,-1-1-1,0-1 0,0 0 22,0 0 1,1-1 0,-1 3-1,0 0 1,0 3 0,1-1-1,-1-1 1,0 0 92,0-3 0,1 0 0,-1 1 0,0-1 0,0-2 0,0 0 1,1 0-1,-1 0 109,0 0 1,0 0-1,3-1 1,0 0 0,-26 27-1,3-1-96,3 1 1,-4 0 0,2-3-1,2 0-13,1-2 0,2-7 0,-2 4 0,-1-3-79,-2 1 1,0 0-1,5-3 1,-1 2-44,1 0 1,0 6 0,0-3-1,0-1 77,0 1 0,4-2 0,2-5 1,1 0 114,-1 0 0,5-4 0,-2-2 0,6-2-76,4-3 0,-4 0 1,4 0-1,-1 1 37,1-1 1,-2 3 0,7-1 0,0-2-136,-2-2 0,5-6 0,-1-1 0,4-3-156,3-2 1,5-7 252,-4-1-139,6-7 1,-2 3-1,8-7 86,2-4 0,6 3 0,-1-2 162,2 2 0,-2 2 0,0-2 0,2-1 95,6-2 0,0-6 1,4 3-1,0-1-129,1-1 1,1-1 0,4-7-1,1-1-254,0 1 1,-5 2 0,-2 4 0,1 0-1049,-1 3 1,-6-1 0,0-2-765,-5 2 1,-9 2 390,-2 13 1,-13 1-1,-12 20 1560,-7 4 0,-7-1 0,-10 6 0,-1 0 0,2-1 0,0 0 0,2-3 0,-10 4 0,5-6-66,-21 2 1,35-30 0,-3-1 0,3-1 541,2-4 0,3-5 0,8-9 0,5-5 593,3-3 1,2-8 0,1-4-1,3-1-564,5 2 1,4-2 0,1 6 0,0 1-632,0-2 1,0 4 0,-2-2 0,-1 2 125,-2 3 0,-12 5 0,1 2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1.28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7884 4316 7825,'-56'15'252,"3"-2"1,7-2-1,7-2 1,9 1-1,6 0 1,5-1 547,6 2 1,5 2 0,10 2-1,4-1 1,8 0 0,10-1-1,8-2 171,7-1 1,13-7-1,9 2 1,8-3-538,9-2 1,-36-1 0,1 0 0,2-2-1,1 0 1,2-3 0,0-1-238,1-1 0,1-2 1,6-4-1,2-2 1,1 1-1,0-1 0,1 0 1,0-1-157,-2-1 1,-1 1-1,-5 0 1,-2 0-1,-4 3 1,-2 1-1,-3 1 1,-1 0-45,32-7 0,-21 4-61,-17 6 0,-23 4 0,-17 10 0,-12 6-23,-11 7 0,-12 4 1,-14 7-1,-5 1-29,-7 4 0,29-18 0,-1 0 0,-2 2 0,0 0 0,-1 1 0,-2-1 64,-1 1 0,-1-1 1,-4-2-1,-1 0 1,-3 1-1,-1-1 1,1-1-1,0-1 57,1-1 1,0-2 0,3-2 0,1-3 0,4-4 0,1-1-1,-33-4 45,11-7 0,28-9 0,16-7 0,18-6-53,17-6 0,16 0 0,14-2 0,12-2-17,10 2 0,5 8 1,-28 16-1,1 2 0,2 1 1,1 2 33,3 0 1,0 1-1,-3 0 1,0 2 0,5 3-1,-1 1 1,0 1-1,-1 1 26,1 0 1,-1 2-1,2 3 1,1 1-1,-1 0 1,0 1 0,-1 1-1,-1 1 135,-3 0 0,-2 1 0,29 6 0,-17 2 1,-11 1 92,-10 3 0,-13 4 0,-7-4 0,-9 1 76,-4 0 1,-15 5-1,-6-2 1,-8 3-258,-7 2 0,-9-1 0,-11 1 0,-7 0-307,-6 0 1,1-2 0,-1-2 0,0-4-19,1-5 1,7 0 0,10-13-1,5-4-33,12-7 0,16-18 1,18-7-1,12-7-189,14-4 0,8 6 0,11 1 0,2 2 281,2 3 0,2 7 0,5 2 0,-2 2-102,-4 4 0,-2 7 0,-8 5 0,-4 4-705,-4 1 0,-10 1 0,-7 4-2042,-6 5 3028,-4 3 0,-46-5 0,-9-2 0</inkml:trace>
  <inkml:trace contextRef="#ctx0" brushRef="#br0" timeOffset="1">7323 3266 7808,'0'-9'824,"0"-1"1,0-1 1590,0-2 1,1 5-1791,4 3 0,-2 12 0,5 5 0,0 8 51,0 2 0,-3 4 1,3 7-1,-2 5-184,-2 4 0,-3 1 1,-1 2-1,0 3-262,0 5 0,0 1 0,0 0 0,-1-2-120,-4-3 1,2-1-1,-5-6 1,1-4-64,4-4 0,1-10 0,1-5 1,-2-3-749,-2-2 262,0-6 661,5-2-113,0-18 0,0 7 1,-2-9 23,-2 1 1,2 0 0,-3-1-115,4-1 1,1 1 0,0-1 0,0 1-127,0 0 1,0-1 0,0 1 0,0-2 158,0-3 0,0 1 1,0-6-1,1-1 126,4-3 1,-2-2 0,5-4 0,0-6-31,0-6 1,0 0 0,3-7 0,-1-1-11,1-2 1,-3-4-1,0 1 1,0 2-26,0 6 1,-3 4 0,3 6-1,0 1 46,0 1 0,2 14 0,4 1 0,0 8 120,1 6 1,-1-1 0,2 6 0,2 2-113,1 1 1,2 4 0,-2 3 0,3 4-16,1 4 1,2 3 0,-4 2 0,0 3 4,-1 1 0,-5 2 0,-6 5 1,1-1-158,-2 1 0,-2-5 0,-6 0 0,-1 2 0,-4 1 0,2 0 0,-8-1 0,-4-4 0,-2-1 0,-9 3 0,1-3 0,-6-1 0,-2 1 0,-3-2 0,4-6 0,-3-2-624,-1-1 0,4-2 1,-2 2-1,4-6-1837,1-2 1,2-2 0,3 0-989,5 0 1,11 0 3448,8 0 0,76-13 0,-25 5 0,1 0 0</inkml:trace>
  <inkml:trace contextRef="#ctx0" brushRef="#br0" timeOffset="2">8172 3122 9059,'-7'-22'0,"-2"4"1756,-4 7 0,3 0-424,1 6 0,5 2 1,0 8-494,2 4 1,-3 6 0,0 4-1,2 5-2,2 3 1,-4 7 0,0 1 0,0 2-416,-1 3 0,3-1 1,-5 1-1,0-1-457,0 1 1,4-3-1,-2-1 1,1 1-681,0 0 0,1-10 1,4 0-1,0-4-832,0-6 0,1-7 0,4-5-160,5-4 1,2-7 0,1-5 0,-2-7 1706,-1-6 0,-12-33 0,-6-15 0,4-7 0,-1 1 0</inkml:trace>
  <inkml:trace contextRef="#ctx0" brushRef="#br0" timeOffset="3">8071 3108 7820,'-2'-15'0,"-1"1"0,-2 0 649,2-1 0,1 1 0,2 0 379,0-1 1,2 6 0,3-1 0,4 0 14,4 2 1,6 2 0,2 6 0,0 0-160,0 0 1,4 2 0,-1 2 0,3 6-12,2 3 1,0 6 0,-2 2 0,-1 1-360,-2 4 0,-5 1 0,3 2 0,-3-1-306,-6 1 1,0 0-1,-7 0 1,1 1-113,-1 4 1,-7-2 0,-9 4 0,-4 1-56,-6 0 0,-2 0 0,-8 1 0,-2-3-366,-2 0 0,-4-4 1,3 4-1,-2-1-489,-3-1 1,3-6 0,0-7-1,2-5-2234,3 0 1,3-2 867,5-4 1,10-4 2179,9-10 0,42-35 0,11-14 0</inkml:trace>
  <inkml:trace contextRef="#ctx0" brushRef="#br0" timeOffset="4">8876 2964 7820,'-20'0'1071,"4"0"1,-3 0 333,3 0 0,8 3 0,1 7 0,2 9-403,1 7 1,-6 4 0,5 3 0,0 7-88,-1 7 0,3 4 0,-7 7 0,1-3-610,1-2 0,-5 2 0,5-7 0,0-2-848,3-1 0,-1-9 0,1-2 0,2-5-2210,1-5 1,4-5 1384,2-9 1,4-4 0,5-9 1367,-3-7 0,-7-37 0,-6-18 0,-1-9 0,0 0 0</inkml:trace>
  <inkml:trace contextRef="#ctx0" brushRef="#br0" timeOffset="5">8733 3122 7820,'0'-22'0,"1"1"0,4 0 0,-2 5 0,5-3 0,0 5 1374,0 4 0,7-3 0,5 5 0,3 0-128,2 4 0,2-3 0,2 2 0,0 2-420,0 2 1,1 1-1,1 0 1,-1 0-732,-3 0 1,-3 4-1,0 1 1,-6 0-1067,-7 1 1,0 2-1,-6 7-55,-2-1 1,-3 2 0,-6 2 0,-9 2 1025,-7 3 0,-38 9 0,-16 5 0,21-9 0,0 0 0,0 0 0</inkml:trace>
  <inkml:trace contextRef="#ctx0" brushRef="#br0" timeOffset="6">8704 3439 7820,'-15'1'1141,"1"4"0,8 2 0,6 2 310,8-4 1,6-3 0,5-2 0,5 0-372,3 0 0,2 0 0,0-2 1,0-1-195,-1-2 1,1 0 0,0 5 0,0-1-1187,0-4 1,-1 3 0,0-3 0,-5 4-5726,-3 1 6025,2 0 0,-83 13 0,-14 3 0</inkml:trace>
  <inkml:trace contextRef="#ctx0" brushRef="#br0" timeOffset="7">22328 8806 7997,'0'-8'-1980,"0"1"1963,0 7 1,-1 0-1,-4 0 1,-3 2-39,0 3 306,-5-4-143,5 12 1,-2-11-1,1 4 521,-2 0-193,4-4 1,-1 4 0,3-4 514,-4 3 1,1-4-463,-2 4 0,5-3 0,-2-1 560,0 4-492,2-3 0,7 3-223,3-10 1,1 2-1,5-7 1,-1-1-71,1-2 1,3-6-1,4-2 1,1 0-103,-1 0 1,-1-4 0,1 1-1,3-5 15,1-4 0,1 4 0,0-2 0,-2 6-41,0-1 0,-3 4 1,4-1-1,-1 3-116,-4 2 0,-2 2 1,-4 3-1,-1 2 7,1 2 0,2 1-65,1-2 0,0 4-116,1 6 138,-7 0 0,-2 1 131,-6 4 0,0-2 0,0 7-36,0 1 0,0 2 1,0 1-1,-2 0-73,-2 1 1,2 1 0,-4 1 0,1 3-11,0-3 0,0 4 1,4 0-1,-2 0-34,-2-1 1,0 1-1,5-3 1,0 1-17,0-2 1,0 1 0,0 0 41,0 1 0,0 0 0,0-5 48,0 1 0,2-1 126,2 1 1,4-7-79,7-4 1,-6-2 0,1-2 3,1 0 1,2 0-1,1-2 1,1-2 24,-1-6 0,0 2 1,1-2-1,1-1-45,3-2 1,-3-1 0,5 0 0,-2-1-29,0 1 0,2-1 0,-4-1 0,3-1 2,-3-2 0,1 0 0,-1 4 1,3 1-17,-3-1 0,-1 1 0,-1 0 1,-1-1-29,0 1 0,1 4 0,-1 1 0,0-3-8,1 0 0,-2-3 0,-2 2 0,-2 2 4,3 2 0,-4 4 0,0-5 0,0 1 4,0 1 0,-4 0-15,6 3 0,0 3-2,4-2 0,0-3 57,1 2 0,-6 2 0,-1 8 108,-1 5 0,-1 2 0,-3 3 0,2-1-91,-2 0 0,-1 2 0,-2 2 0,0 1-15,0-1 1,0-2 0,0 0 0,-2 1-57,-3 3 0,4-1 0,-6-5 0,3 1-12,-1-1 1,-5 5 0,6 0 0,-1-1-99,-2-2 0,6-2-373,-4 1 335,-3-1 0,8-6 186,0-3 0,2-10 0,6-5 0,0-2 99,0-3 1,0 1 0,3-1 0,-2-1-12,2-3 1,2 3 0,2-3-1,-1 3 0,0 2 1,-1-1-1,-2 1 1,-1 0-68,1-1 0,2 6 0,1 1 0,1 0-31,-1 0 0,1 4 0,-1 0 0,0 2 16,1 2 1,-1 0-1,0 0 1,1 0 79,-1 0 1,1 5 0,-1 1-1,0 2-29,1 3 1,-6-3-1,-1 2 1,0 1 26,0 2 1,0 1 0,4 1 0,-4-1 1,-2 1 0,0-6 0,-2 1 0,0 1 26,-1 2 1,-1 1-1,0 0-40,2 1 0,-2-1 0,3 1-67,-4-1 0,-1 0 1,0 1-166,0-1 1,0-4-1804,0-1-2222,0-5 1737,0 2 0,0-8-1726,0-2 4152,0-4 0,-17-26 0,-10-11 0,-1-2 0,0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1.297"/>
    </inkml:context>
    <inkml:brush xml:id="br0">
      <inkml:brushProperty name="width" value="0.05292" units="cm"/>
      <inkml:brushProperty name="height" value="0.05292" units="cm"/>
      <inkml:brushProperty name="color" value="#57D200"/>
    </inkml:brush>
  </inkml:definitions>
  <inkml:trace contextRef="#ctx0" brushRef="#br0">22573 5870 7260,'-5'-9'2963,"0"-1"-2757,0 7 0,5-2 0,0 10-51,0 5 0,0 4 0,2 4 0,1 2 91,2 3 1,5 1-192,-6 4 1,6 0-1,-4-3 1,2-1-1,4 2 1,-1-1 41,-2-1 1,4-1 0,-3-7-1,4 0-47,5-3 1,-3-4 0,5 1-1,0-6-23,3-2 1,5-8-1,3-5 1,3-7-48,1-6 1,-2-3 0,4-2-1,1 0-34,-2 0 1,1 7 0,-8 3 0,-3 3 21,1 1 1,-8 8 0,0 3 46,-4 8 1,-8 8-1,-4 9 1,-2 1 128,-2 4 0,0-4 0,0 2 1,2 0 8,2-1 0,0 2 0,4-5 0,0-3-29,0-1 1,3-2 0,6-1 0,6-2-36,4-1 0,0-7 1,11 2-1,2-5-93,2-5 1,3-3-1,3-8 1,3-1-56,0-2 1,-2-7 0,-5 2 0,-1-3 7,0-2 0,-1 7 1,-6 2-1,-5 4 2,-6 2 0,-7 0 1,1 1-1,-3 3-22,-2 5 0,-4-1 0,0 1-43,1 2 1,2-3 0,1-1-111,0-1 1,1 4 0,-1-4-1,0 0-305,1 0 1,1 3 0,1-5 0,3-1 528,-3-2 0,-26-14 0,-9-3 0</inkml:trace>
  <inkml:trace contextRef="#ctx0" brushRef="#br0" timeOffset="1">8733 6029 7885,'-13'-2'80,"2"-1"1851,1-2 0,13 2-595,2 8-1147,6 3 0,4 6 0,-3 0 0,0 1 0,-3-1 0,2 1 0,2-3 80,2-2 0,-1 3 0,2-4 0,1 3-201,3-3 0,4-2 0,-4-7 0,3 0-93,2 0 0,3 0 0,-1 0 0,-2-2-6,-1-3 1,-5-1 0,4-5 0,-2 3 59,-4 1 1,-1-2-1,-1 4 58,-1 2 0,-4 1 0,-1 2-73,2 0 1,-3 6-1,2 4 1,1 1-32,2-1 1,1 3 0,1-5 0,1 1 3,3 1 1,3-7-1,7 2 1,0-4-3,0-1 0,-5 0 1,0 0-1,-1 0 166,0 0 0,2 0 0,-7-1 0,-4-2 163,-2-2 1,2 0-1,5 7-178,-1 2 1,3-2 0,-1 3 0,1-4-210,0-1 1,4-1 0,1-4-1,6-6-1330,6-7 1,9-11 0,2-9 1402,2-4 0,-17-3 0,5-16 0,2-7 0,0 1 0,-3 9 0,-1 0 0,0-1 0,0 1 0,0 0 0</inkml:trace>
  <inkml:trace contextRef="#ctx0" brushRef="#br0" timeOffset="2">10157 16129 7818,'-5'-27'0,"0"3"0,2 5 2649,2 3-2037,-6 8 0,7 8 0,-1 9 0,5 6 0,4 2 0,2 6 0,-1 2 0,1 7 531,1 4 1,-3 2 0,0 7 0,-1 1 205,-4 2 1,-2 6 0,-1 1 0,0 4-714,0 3 0,-6 1 0,-4-7 1,-2-2-440,-3-1 0,1-2 0,0 0 1,-1-8-459,1-8 1,6-4 0,3-4-1,3-2-1860,2-1 0,2-6 0,3 1 0,4-3-4603,4-1 6724,2-7 0,-33-21 0,-8-11 0</inkml:trace>
  <inkml:trace contextRef="#ctx0" brushRef="#br0" timeOffset="3">11538 16201 7804,'-6'-22'397,"2"1"1,-4 7-1,2-1 1,4 2-1,6 2 1,5 3-1,6 0 888,4 0 0,3 5 1,7-2-1,1 4-462,4 1 0,3 6 1,7 4-1,3 4-72,1 5 1,0 4 0,-5 7 0,0 4-261,0 4 1,-3 5-1,-5 3 1,-9 4-337,-9 1 1,-5 0 0,-16 5 0,-5 0-47,-10 3 1,-15 2 0,-7-5 0,-7-2-226,-4-1 0,0-2 0,-6 2 0,2-7-340,3-6 1,4-6 0,6-12 0,3-7 215,6-9 0,7-12 0,14-9 1,4-7 157,4-5 1,10-2-1,6 2 1,6 1 205,7 2 0,5 7 0,3-2 0,3 3 151,2 1 1,1 7-1,6 2 1,-1 1-498,0 0 1,0 0-1,-1 5 1,-2 2-1508,-2 3 1,-4 8-1,2 7 1729,-1 3 0,-18 32 0,-6 16 0,-1 7 0,0 1 0</inkml:trace>
  <inkml:trace contextRef="#ctx0" brushRef="#br0" timeOffset="4">14214 16244 7721,'-29'-9'601,"4"-1"1,7-1 0,15 0 0,14 1 853,11 5 1,10 4 0,4 2 0,0 3-692,4 0 1,2 8-1,1-4 1,0 1 1241,0 1-1582,7-1 0,-5 10 1,3 1-1,-4-3 0,0 1 1,-3-1-1,-4 4 154,-8 2 1,-12-4 0,-9 5-1,-5 1-457,-9 3 1,-10 0 0,-19 3-1,-7 1-76,-4 1 0,-8 1 0,2-7 1,3-1-445,6-2 0,3-7 1,9 1-1,7-6-493,7-2 1,7-5 0,17 3 261,7-2 0,8 4 1,14-4-1,5 4 451,5 6 1,4 0 0,-2 8 0,5 3 126,3 5 0,-10 5 0,-6 6 0,-8 2 398,-10 3 1,-10-2-1,-8 7 1,-4-1 560,-4 0 1,-9-3 0,-8-6 0,-3 1-545,-6-1 0,1-11 1,-6-4-1,0-2-1349,-4-4 0,2-1 0,-1-6 0,-2-3-2641,-1-2 3627,4-4 0,-21-31 0,-9-14 0,-3-1 0,-1 0 0</inkml:trace>
  <inkml:trace contextRef="#ctx0" brushRef="#br0" timeOffset="5">17120 16129 7760,'-5'-14'0,"-1"-1"260,-2 1 0,3 6 1,-3 2 2555,2-1-1872,1 6 1,5-4 0,0 10-1,-2 4 1,-1 4 0,-2 3-1,2 3 1,2 5 358,1 3 1,-2 4-1,-1 1 1,-2 3-655,2 2 0,-5-1 0,-2 6 0,-3 0-163,-1 2 1,0 3 0,1-4 0,2 0-487,1 0 0,2-6 0,-1-3 0,4-6 0,3-4 0,9-8 0,4-8 0,8-1 0,10-4 0,6-2 0,8-2 0,0-4 0,0-5 0,0-2 0,1-3 0,-3 1 0,-2-1 0,-4 6 0,-7-1 0,0 1-840,-4 1 1,-4 1 0,-5 7-3228,-1 0 0,-4 0-442,-1 0 4509,-5 0 0,2-25 0,-6-7 0</inkml:trace>
  <inkml:trace contextRef="#ctx0" brushRef="#br0" timeOffset="6">17609 16431 7760,'-12'-1'1932,"2"-4"1,-1 5-1,6 2-666,2 10 0,-4 11 0,3 10 0,-1 7-168,-2 7 0,4 9 0,-6 9 0,-3 4-650,0 4 1,5-32 0,-1 0 0,-8 39 0,0 0-1512,2-3 0,-2-6 0,11-2 0,2-3 1063,1-2 0,10-13 0,3 5 0,1 1 0,0-1 0</inkml:trace>
  <inkml:trace contextRef="#ctx0" brushRef="#br0" timeOffset="7">20343 16604 7737,'-23'-18'293,"4"4"1,3 1 1127,2 0 0,-1-1 1,1 1-398,0 4 0,4 2 0,1 9 0,-1 3-159,2 4 1,-5 9 0,5 4 0,-1 4-226,-1 4 0,5 7 0,-3-2 0,0 2-215,0 3 1,3 1-1,-3 4 1,2 2-212,3 1 1,1-1 0,2-5-1,2-2-140,3-2 1,7-4 0,9 1 0,3-3-78,7-5 1,-1-8-1,7 1 1,-1-4-26,1-2 0,-5 0 0,2 1 0,-4-1 97,-1 1 1,-7-4 0,-3 2 0,-4 3 129,-6 0 0,-2 6 0,-9 0 1,-4 4-63,-9 3 0,-7-4 1,-12 9-1,-4-4-531,-3-1 1,-7 1 0,-2 2-1,-1 2-1324,-3-2 0,-2-7 0,-2-4 1,1-3 273,-1-5 1,7-10-1,4-6 1,7-17 1443,7-16 0,17-12 0,2-20 0,1-7 0,0 0 0,1 9 0,0 1 0,0-1 0,-1 0 0,1 0 0</inkml:trace>
  <inkml:trace contextRef="#ctx0" brushRef="#br0" timeOffset="8">20285 16503 7737,'7'-28'736,"2"4"1,12 1-1,8 2 881,8 4 1,11-1 0,4 2 0,4 0-335,2 3 0,6 7 0,3-2 0,3 2-924,2 2 0,0 3 1,0 1-1,0 0-1085,0 0 0,1 0 0,3 1 0,2 3-864,2 0 0,-4 8 0,-34-8 1,0 0 1589,-1-1 0,6 2 0,21 7 0,14 4 0,1 0 0,-14-4 0,0 0 0,0 0 0,0 0 0</inkml:trace>
  <inkml:trace contextRef="#ctx0" brushRef="#br0" timeOffset="9">23465 16733 7706,'-7'-20'132,"-1"4"1,-6-3 0,1 3 1954,4 1-1649,2-6 0,2 5 1,-1-3-1,-2 3 1,-3 2-1,-2 1 1,-5 3 669,-6 6 1,-1 5 0,-13 10-1,-4 15-668,-4 14 1,-7 18 0,23-23 0,-1 3 0,0 4 0,0 2-206,0 5 1,1 2 0,0 0 0,1 1-1,0 5 1,2 0 0,0 2 0,1 0-132,1 2 1,2 0-1,6-8 1,4-1-1,3-2 1,4-2-1,7 32-87,17-18 1,22-16 0,13-15 0,11-10-255,6-12 1,4-9-1,1-9 1,3-11-147,-38 9 1,0-3 0,32-21 0,-5-4 0,-14-4-77,-12-5 1,-12 3-1,-13 1 1,-11 8 77,-15 12 1,-17 13 0,-18 10 0,-11 9 142,-9 11 0,-5 13 0,-1 6 0,4 4-432,5 1 1,3 5 0,4-2 0,7-4 669,10-7 0,11-8 0,3-8 0,0-6 0</inkml:trace>
  <inkml:trace contextRef="#ctx0" brushRef="#br0" timeOffset="10">15797 14172 7713,'14'-14'157,"-1"0"-1,-2-1 1,-3 1 0,-2-1 0,-1 1 2630,1 0-2518,-4 6 1,4 9-1,-6 14 1,0 7 102,0 5 1,2 8 0,1 5 0,2 7 516,-2 5 0,-1 4 0,-2 4 0,0 2 222,0 5 1,0 5 0,-2 3 0,-1 2-443,-2-2 0,-1-1 1,3-4-1,-2-1-486,2-2 1,1-11 0,2-2 0,0-6-95,0-6 0,0-9 0,2-1 42,2-6 1,0-7 133,5-9-6,-6-4 1,5-8-73,-3-2 0,-2-6 0,7-8 0,0-2 26,-2-3 0,4-6 1,0-6-1,4 0-107,3 0 1,0 0 0,-5 3 0,1-2-214,-1 2 0,-1 3 1,-2 4-1,-1 2-533,1 3 0,-5 1-906,-1 4 0,-3 9 0,-4 6-207,-3 8 0,-3 11 0,-6 6 0,-2 7-3422,-3 7 5175,3 2 0,-14 15 0,-6 8 0,1 6 0,0-1 0</inkml:trace>
  <inkml:trace contextRef="#ctx0" brushRef="#br0" timeOffset="11">15897 15510 7719,'-14'-6'252,"-1"5"0,1-6 0,0 2 468,-1 1 0,1-6 0,0 4 1,-1-2 255,1-4 0,-1 0 1,1-1-1,-2 2-333,-3 1 0,3 0 0,-5-4 0,2 1-306,0 4 0,-2 1 0,3 4 0,-1 0-658,2 0 0,1 3-1742,1 1 0,9 0 2063,6 0 0,13-51 0,9-13 0</inkml:trace>
  <inkml:trace contextRef="#ctx0" brushRef="#br0" timeOffset="12">28745 11280 7767,'-10'-14'53,"2"0"1,0-1-47,0 1 1,5-1-1,-2 1-175,4 0 1,-4-1 949,0 1 1,-1 1 0,2 2 0,-2 1 0,-2 1 876,-3 1 1,-2-3-1336,-1 6 0,-1 0 0,1 5 0,-1 0 0,1 2 0,-2 1 288,-3 2 0,1 11 0,-4-2 0,0 3-139,-1 4 0,-1 2 0,-5 7 0,1 4 133,-1 4 0,0 8 1,0 2-1,1 0-179,-1 2 1,0 1 0,0 8 0,0 2-139,1 1 1,-1 5-1,0-3 1,2 2 44,3 3 1,-2 1 0,6 0-1,0-3-94,4-4 0,0 1 0,12 0 1,0-2-241,3-3 0,2 2 0,4-10 0,5 0 0,3-3 0,3 2 0,3-4 0,3-3 0,1-3 0,4-8 0,-3 2 0,3-4 0,2-1 0,1-2 0,2-1 0,2-4 0,-2-1 0,3 3 0,0-5 0,0-1 0,0-2 0,5-4 0,-1 0 0,4-4 0,5-2 0,-2-1 0,7-5 0,0 0 0,-2 0 0,9 0 0,-2-2 0,0-1 0,-4-2 0,2-6 0,-3 3 0,-1-2 0,-4 1 0,0 1 0,-9-3 0,2 1 0,2-1 0,-1-2 0,-2-1 0,-2-2 0,2-4 0,2 3 0,1-9 0,0-2 0,0-4 0,0-4 0,2 4 0,2-3 0,0-2 0,5-1 0,-8-3 0,-2 2 0,0 6 0,-7-3 0,0 1 0,-2 0 0,1 0 0,-5 0 0,-7 3 0,-1-3 0,-3-2 0,-2-2 0,-2-4 0,0 0 0,1 0 0,-6-2 0,-1-4 0,-1-6 0,-4-1 0,3-3 0,-1 11 0,-2 2 0,-1 1 0,-7 2 0,-1 1 0,-1 4 0,1 4 0,-5-1 0,-1 2 0,-4-1 0,-3-1 0,-1 5 0,0-4 0,-4 4 0,-3 1 0,-6-6 0,-3-2 0,1-1 0,0-1 0,-10 6 0,1-6 0,-4 1-157,-2 1 0,-4 4 1,1 7-1,-1 4 27,1 1 0,-6-3 0,4 6 0,-1 4 106,-4 3 0,2 7 0,-6 0 0,2 2 22,0 2 1,4 0 0,5 2 0,0 2-18,2 6 0,2-2 0,7 2 1,2 2-375,2 6 0,6 0 0,-2 4 0,4 0-562,1 1 1,5 1 0,2 6 0,-1 2-498,1 2 1,4 9 0,-1-3 0,5 0-3237,4 1 4688,4-6 0,-26-31 0,-8-16 0</inkml:trace>
  <inkml:trace contextRef="#ctx0" brushRef="#br0" timeOffset="13">29148 11755 7859,'-5'10'-664,"-2"-1"66,-1 3 0,4-4 597,-6 1 1,5-6 0,-4 4 0,-3-2 0,1 1 0,0 0-1,1 1 138,-1-4 1,3 0 0,-1 0 0,-3 2-54,0-2 1,2 0-1,1 1-111,-3 0 1,0 3-39,-3-2-147,7-4-2,2 6 0,6-6 146,0 4 1,0-2 539,0 7 0,5-5 204,-1 4 1,1 1-1,-6 3-195,-4-4 1,3 4-1,-4-3 134,-1 2 0,4 3 169,-6-1 1,5-4 561,0-1 1,2-7-647,2-2 1,5-11 0,1-8 0,2-1-144,3 0 1,-3-3 0,2-7 0,1-2-64,2-2 0,1-1 0,1 2 1,-1-4 6,0 0 0,-4-5 1,0 4-1,1-3-136,2-3 1,1 3 0,0 1 0,1 3-84,-1 2 1,-4-3 0,-2 6 0,0 4-10,0 8 1,-3-1 0,3 2-191,-2 1 1,0 4 0,-1 2-102,5 3 1,-4 4 0,0-3-74,1 2 248,-6 1 1,6 6-158,-7 4 0,5-2 0,-1 7 0,0 1 0,-3 2 0,1 1 0,1 1 0,2-1 0,-2 1 0,3-1 0,-1 0 0,0-1 0,1-3 0,-2 3-263,5-4 0,-4 2-879,5-1 788,-7-4 0,5-6 0,-5-1 0,2-4-94,-2-5 0,-1 2 1,-2-1-1,1-2-221,4-2 0,-3-2 1,2 1 6,-2 0 1,0 4 0,1 0 62,2-1 1,-1 3-1,-4-1 74,0-3 1,0 4 594,0-1 0,0-1 418,0-4 1,-6 6 0,-4 3-1,-2 3 208,-3 2 0,-1 0 0,-3 0 0,-3 0-274,-1 0 1,-6 5 0,2 2-1,-5 1-271,0 3 0,-3 2 0,2 1 0,1 0-147,1 1 1,7-1-1,4 1 1,2-3-383,5-2-532,2 3 0,6-12 0,8 4 0,10-3-281,3-2 1,0 0-1,-1 0 1,-1 0 537,0 0 1,1 0 652,-1 0 0,-19-7 0,-4-1 0</inkml:trace>
  <inkml:trace contextRef="#ctx0" brushRef="#br0" timeOffset="14">29493 10115 7788,'0'-14'0,"0"-1"0,-2 1 0,-1-1 0,-2 1 0,2 0 0,1-1 21,2 1 0,0-1 0,0 1 1213,0 0 1,0-1 173,0 1-1003,0 6 0,0 3 0,-1 10 0,-4 6 0,-5 7 173,-2 6 0,-3 4 1,-1 8-1,-3 7-186,-5 8 1,2 10 0,-1 3 0,3 0-42,2-1 0,8 0 0,7-7 0,8-2-168,9-1 1,10-20 0,13-4 0,10-11 13,7-9 0,7-9 0,11-11 0,-2-8-59,-3-10 0,-3-11 0,-8-9 0,-3-2-100,-5-4 1,-16 6 0,-8 1 0,-8 1-48,-7-1 1,-9 4-1,-11-3 1,-7 7 15,-6 7 0,-8 2 1,-4 4-1,-4 3-209,-5 5 0,-1 5 0,4 4 0,2 5-887,2 4 1,1 7-1,-1 5 1,4 5-599,4 3 1,9 7 0,5-4 1686,5 1 0,-18 36 0,-9 3 0</inkml:trace>
  <inkml:trace contextRef="#ctx0" brushRef="#br0" timeOffset="15">31421 9957 7738,'-7'-15'0,"6"1"0,-4-1 0,3 1 499,2 0 0,7-1 0,4 1 1,6 0 749,7-1 0,5 6 0,3 1 1,3 1-443,2 4 1,1 3-1,6 5 1,-1 6-294,0 7 0,-1 10 1,-4 11-1,-6 4-237,-7 5 0,-5-2 0,-11 7 0,-4 1-128,-3 2 1,-15 0 0,-10-1-1,-10-4-181,-10-2 1,-10 2 0,0-6-1,-4-5-306,-6-3 0,4 1 1,-5-4-1,2-4 28,0-4 0,6-7 0,8-9 1,6-6 121,9-2 0,2-4 0,17-4 1,6-8 149,5-9 1,6-6-1,6-4 1,11-4 45,5 0 1,5 2 0,4 6 0,4 2 149,4 3 0,0-1 0,-3 7 1,-2 4 30,-2 2 0,4 9 1,-4-1-1,2 4-334,3 4 1,-5 4-1,-2 7 1,-4-1-582,-5 0 1,0 1-1,-8-2 1,-3-2-2907,0-2 3632,-7 1 0,-12-2 0,-10-2 0</inkml:trace>
  <inkml:trace contextRef="#ctx0" brushRef="#br0" timeOffset="16">32212 10158 7759,'-5'-14'649,"0"-1"1,-4 1 3399,4 0-1062,0-1-2069,12 7 1,1 2 0,4 7-585,-2 4 0,3-2 0,-4 5 0,4 0-61,1 0 1,1-4 0,-1 2-1,2-1-17,3 0 1,-3 4 0,4-4 0,-4 0 48,-2 1 1,0-3 0,1 7 0,-1-1-98,1-1 1,1 4-1,1-6 1,4 0-62,1 1 1,2 2 0,5-4 0,0-2-74,0-1 0,4-2 1,2 0-1,0 0-59,1 0 1,2-2 0,-6-1 0,-3-2-748,-4 2 1,-7 2-350,1 1 1,-9 1-1,-7 4 1,-6 3-463,-7 0 1,-9 5-1,-5-4 1,-5 3-3384,-4-3 4926,2 4 0,-25-11 0,-12-2 0,-3 3 0,1 0 0</inkml:trace>
  <inkml:trace contextRef="#ctx0" brushRef="#br0" timeOffset="17">32413 10230 7833,'-22'8'0,"-4"5"0,7-4 0,3 4 1150,5 2 1,0 1 0,4 3 0,1 5-187,0 3 0,-4 6 1,5 1-1,2 0-734,1 1 0,-2-5 0,-1 4 1,2-4-587,1-1 0,2-7 0,2-4 0,1-5 356,2-4 0,-1-44 0,-4-6 0</inkml:trace>
  <inkml:trace contextRef="#ctx0" brushRef="#br0" timeOffset="18">32615 10302 7775,'-2'10'2001,"-1"-1"1,-2 4-661,2 5 0,1 4 1,1 8-1,-4 4-969,-5 4 1,2 4 0,-1 1-1,-2 0-780,-2 0 0,0-6 1,2-3 407,1-4 0,-24 0 0,-12 1 0,-5 3 0,0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1.316"/>
    </inkml:context>
    <inkml:brush xml:id="br0">
      <inkml:brushProperty name="width" value="0.05292" units="cm"/>
      <inkml:brushProperty name="height" value="0.05292" units="cm"/>
      <inkml:brushProperty name="color" value="#57D200"/>
    </inkml:brush>
  </inkml:definitions>
  <inkml:trace contextRef="#ctx0" brushRef="#br0">21897 16316 8271,'-29'-21'0,"0"5"251,0 5 0,0 6 0,2-3 0,0 2 0,0 3 0,-3 1 0,-2 2 0,-4 0 475,-2 0 1,1 0-1,1 2 1,-1 1-152,0 2 0,-1 6-281,-6-1 1,1-2-1,0 1 1,-2 2 0,-3 4-1,-4 2 168,-4 3 0,-2 5 1,1-1-1,-2 3-185,-4 2 1,1 6 0,-7 4 0,0 2-82,5 2 1,-1 2 0,4 2 0,2 2 124,0 2 0,16-9 0,-4 1 0,9-1-106,6-1 0,8-3 0,5-2 0,4-4-91,6-5 0,4-6 1,10 1-1,6-1-127,7-4 0,4-1 0,8-1 0,6-3-137,7-2 1,8 1 0,10-6 0,1-2-9,-1-1 0,3-2 0,-2 0 0,-1 0 40,-2 0 0,-5 0 0,-6 0 0,-11 1 166,-10 4 0,-6 3 1,-8 7-1,-4-1 244,-4 0 0,-10 6 1,-6 0-1,-5 3 115,-3 2 0,0 3 0,4 0 0,3 1-240,2 0 0,-1 1 1,4 2-1,1 2-71,0-2 1,2-2 0,8-1-1,4 0-149,4-1 1,1 0-1,13-3 1,3-1-142,2 2 1,9-4 0,-1 2 0,2 0 46,3-2 1,-1 6-1,0-6 1,0 2 8,0 0 1,-6 0 0,-2 5 0,-1 0-20,-1-1 0,2-4 1,-3 0-1,2 0-8,-2-1 1,-2-3 0,1-4 0,2 0 80,6-1 0,2 1 0,2-10 0,0 1-158,1-1 0,5-1 1,2-5-1,2 0 46,0 0 0,-7 0 0,4 0 1,-1 0 8,4 0 1,-3-2-1,-2-1 1,-4-3 69,0-2 0,0 4 0,1 0 1,-2 0 120,-6 0 1,0 2-1,-4-4 1,-1 1 35,-1 0 1,-4-5-1,-2 4 1,-2 0-20,-2-1 1,4-2 0,-3 2 0,2-1 10,0-3 1,0-2 0,7-1 0,1-1-126,1 1 0,7-5 1,-1-2-1,4-1-158,5-4 1,-2-3-1,7-3 1,0-3-56,-2-2 1,-6-1 0,-9-3-1,-1 1 162,-3 1 1,-12 6 0,-8-4 0,-2 2 146,-2 3 0,-5-3 0,2-1 0,-3 1 214,-2 0 1,0 1 0,0 6-1,0-3-100,0-2 1,0 1-1,0-5 1,0 0-105,0 0 0,-2 4 0,-1-4 1,-2 0-108,2 1 1,1 4 0,1-2-1,-3 4 36,0 1 0,-8 0 0,4 0 0,-1 1 71,-1-1 1,1 5 0,-4 0-1,2 0 40,1 1 1,7-2 0,-3 4-1,1-1-49,0-4 1,-1 4-1,2-1 1,0 1 15,0 0 1,-2 2 0,0-4 0,-2-1 69,-4-2 1,0 3 0,-4 0 0,-2-2-9,-1-1 1,-7-2 0,1 0 0,-6 1 66,-2-1 1,-14 0 0,-1 2 0,-6 1 46,-3 2 1,-9 5-1,-6-3 1,33 11-1,-2 1-25,-1 1 0,-1 0 0,0 2 1,0 0-1,0 1 0,0 1 0,0 1 1,-1 0-40,1 0 0,0 1 0,0 1 0,0 0 0,0 1 0,1 2 1,-39-1-3,4 0 1,5 1 0,3 2 0,4 4-326,1 1 1,9-5-1,12 3 1,10 1-1057,7 2 1,5 4 0,8 3 0,4 5-2125,4 8 3365,3 6 0,2 40 0,0-33 0,0-1 0</inkml:trace>
  <inkml:trace contextRef="#ctx0" brushRef="#br0" timeOffset="1">22486 16316 7892,'-8'0'-2057,"0"0"2057,4 0 0,2 2 0,-3 3 0,-9 9 0,-2 8 0</inkml:trace>
  <inkml:trace contextRef="#ctx0" brushRef="#br0" timeOffset="2">22458 16331 7892,'8'-2'-729,"-4"-3"0,-2 2 785,-2-7-152,0 7 109,0-3 1,-2 6 521,-2 0-382,2 0 0,-9 1-153,6 4 0,13-16 0,8 1 0</inkml:trace>
  <inkml:trace contextRef="#ctx0" brushRef="#br0" timeOffset="3">22501 16417 7892,'0'-14'-94,"0"4"0,0 0 0,0-1 1258,0-2 1,0 4-627,0-1 0,0 5 1,-2-3 165,-3 2 0,2 1 0,-6 5-123,-3 0 1,0 0-1,-4 2 1,-4 3-126,-3 4 0,-6 9 0,-6 3 0,-7 3-112,-4 6 1,-4-1 0,4 6 0,-2-2-59,1 1 0,-2 4 1,3-4-1,4-4 78,7-4 1,11-5 0,5-7-170,3 0 0,11-1 0,8-2-260,10-1 1,9-7 0,-1 2 0,1-3-62,4-2 0,1 0 0,3 0 0,2 0-11,2 0 0,1 0 1,-3 0-1,2 0 88,-2 0 0,-2-2 0,-1-1 0,-2-2 84,-3 2 1,-3 1 0,-7 2 67,1 0 0,-7 3 1,-4 5-1,-4 7 109,-4 1 0,-4 5 0,-7-2 0,1 0-108,-1 2 0,1-5 0,1 3 1,2-3-167,1-2 0,7 1-212,-2-1 0,4-4 1,2-2-1,4-2-9,5-3 0,7-1 1,4-4-1,0-1 176,0-2 0,3-6 0,-3 3 0,-1-1 127,1-1 1,3 2-1,-5-2 1,-1 4 46,-2 0 0,-2 4 0,1-3 103,-1 4 0,-1 2 1,-2 2-31,-1 2 0,-6 5 0,4-4-101,-1 2 0,4 0 1,-3 3-1,2-3-124,-1-1 1,-4 2-1,4-4 1,1 0 28,-2 1 1,3-3 0,-4 5 0,1-1 13,3-4 0,-3 0 0,1 0-85,3 2 0,0 0 0,3-5 10,-1 0 1,1 0 0,-1 0 0,-1-2 7,-4-2 0,4 0 1,-3-5-1,4-2-22,5-2 0,-3-2 0,3 1 0,-3 0 27,-1-1 0,-6-4 1,1 0-1,1 1 59,2 2 0,-3 2 0,-2 0 0,0-2 45,0-4 0,-5 9 0,2-3 1,-4 1 36,-1 0 1,0 4 0,0-1-15,0-1 1,-1 0 0,-3 0 12,0 1 0,-3 2 0,4-3-45,-2 1 1,-4 1 0,4-6 5,2 1 0,-4 4 0,2 1 8,2-3 0,-3 0 1,-1-1 41,-1 3 1,4-3-1,-6 4 110,-1-4 1,0-1 0,-1-1-1,1 2 94,-5 4 1,2-4 0,-5 4 0,1-4 15,-1-2 1,-3 6 0,-7 1 0,0 0-183,0 0 1,0 5 0,-1-2-1,-2 3-194,-1 2 0,-1 0 0,5 0 0,2 0-740,3 0 1,3 0-1,7 0-733,0 0 1,12 0 1581,7 0 0,26-12 0,13-8 0,3 0 0,0 0 0</inkml:trace>
  <inkml:trace contextRef="#ctx0" brushRef="#br0" timeOffset="4">22659 16561 7804,'-8'0'1513,"2"0"0,7-2 1,2-3-1011,2-4 1,5-4 0,-4-3 0,2-3-20,3-5 0,-3-3 0,2-4 0,1-2 54,2-6 1,0-4 0,-2-5 0,-1-4-71,1-4 0,2-4 1,1 0-1,-1-4-81,-4-2 1,4 4 0,-3-5 0,2-2-35,3-1 0,-1 4 0,1 2 0,-1 2-16,0-1 1,1 1-1,-1 5 1,1-1 2,-1 0 0,-4 6 0,-2-1 0,0-3-42,0-5 1,0 7-1,3-5 1,-3 0-142,-2-2 0,5-8 0,-1 2 0,1-2-259,-1 2 1,2-5-1,-2 2 1,3-7 24,1-3 1,-1 3 0,-2-3 0,-1 0 10,1 1 1,-5 37-1,1 0 1,-1-2-1,1-1 1,-2-1-1,1 1 33,-1 0 0,-1 0 0,-1 1 0,-1 0 0,2 0 0,0 0 0,0-1 0,-1-1-37,-2-2 1,1 0 0,-1 2 0,-1 0 0,0-1-1,0 1 1,0 0 0,0 1 32,0-1 0,0 1 0,0-5 0,0 0 1,0 1-1,0-1 0,1-1 0,0-2 55,1 2 0,1-1 0,-2-2 1,1 0-1,2 1 0,2-1 1,-1-1-1,1 0 5,0-3 1,0-1-1,1 5 1,1 0-1,0-2 1,0 0 0,0 1-1,1 1 155,1-1 1,0 0-1,2-3 1,1 1 0,-1-2-1,-1 1 1,0-1-1,2 1-110,-1 1 1,0 1 0,-1 0 0,2 0 0,1-2-1,0 1 1,1-2 0,-1 1-69,1-2 0,-1 0 0,0 2 0,-1-1 0,0-1 0,0 0 0,-1 2 0,0 0-59,0 0 1,1 1 0,-2-2-1,1 1 1,-1 0 0,2-1-1,-1 1 1,-1-1-60,0 3 1,1-1 0,1 1 0,1 0 0,-3-1-1,0-1 1,1 0 0,0 1 32,1-1 1,-2 1-1,-2 2 1,0 1 0,1 0-1,-1 1 1,-1 0-1,0 0 56,-1 1 0,1-1 0,-1-1 0,0-1 0,-1 2 0,1 1 0,-2-2 0,1 1 27,-1 1 1,-1 1 0,-1 2 0,-1 1 0,2-1 0,0 0 0,0 1 0,0-1-54,1-3 1,-2 1-1,-1 6 1,-1-1-1,2-1 1,-1 0-1,0 1 1,-1 1 95,2 1 0,-1 0 1,-1-1-1,0 0 1,2 1-1,0-1 0,0 0 1,1 0 85,0 3 0,1 0 0,-1-2 0,0 1 0,6-37 0,-5 39 0,1-1-114,0-1 0,1 0 1,7-34-1,-6 36 1,0-1-1,10-36-88,1 1 0,-7 35 0,0 1 0,-2 1 0,-1 0 1,1 0-1,-1 0-36,12-37 1,-5 4 0,3 1-1,-3-2 46,-1-3 1,-3 9 0,0-3-1,-4 4 158,-2 2-76,5-3 0,-9 0 0,4 4 32,1 6-33,-6 4 1,6-4-1,-7 1 96,0-1 0,4 1 1,3 1-1,1 0 23,3-2 1,0 7-1,0-8 1,-1 3 39,1 6 1,2 2 0,0 2-1,-2-2-284,-2 2 0,-4 1 1,3 2-1,-1 0-111,-4-1 1,-2 4 0,-1 1-1,0-1 73,0 4 1,0 3 0,0 1 0,0-2 132,0 2 0,0 2 1,0 1-1,2 0-35,3 1 1,3-1 0,6 0 0,2 0 104,3 0 1,5-4 0,8-1-1,3 2 40,2 2 0,-3 6 1,4 2-1,2 1 75,2 3 0,-4 7 0,0 1 1,1 1-28,-2 1 1,2-3 0,-7 6 0,-3 2 11,-3 1 1,-9 2 0,3 0-1464,-4 0-229,-8 0 0,-4 0 1,-8 2 114,-6 3 0,-4 1 1,-4 5-1,-3-1 81,-1 1 1,-2-3 0,-5 1-1,0 1 601,1-2 1,4 3-1,0-4 1,-2-1 473,-1 0 0,0-1 0,1-5 1,2 0 427,-1 0 1,2 0-1,1-1 1,1-3 357,3 0 1,2-8 0,4 3-1,0-2 591,3 1 1,6-3 0,-2 4 0,3-4-400,2-1 0,7 4 0,4 0 0,6-1-162,7-2 0,5 4 0,5-1 0,4 1 5,4 1 0,1-4 0,0 6 0,2 0-200,3-1 0,-4 2 1,4 4-1,-3-2-182,-2-2 0,-1 0 1,-4 5-1,-4 0-74,-4 0 1,-7 0 0,-4 0 8,-3 0-887,-2 0 284,-6 0 682,-1 0 0,-7 2 0,0 2 93,0 6 1,-2 0 0,-3 2 0,-3 4 77,0 0 0,-9 7 1,2 1-1,-2 3-90,-4 2 1,-2 4 0,-5 2 0,0 1-732,4-1 0,-3 3 0,5-3 0,-2 0-1124,0 1 0,6 4 0,1-2 1586,6 4 0,-21 20 0,0 5 0</inkml:trace>
  <inkml:trace contextRef="#ctx0" brushRef="#br0" timeOffset="5">22645 17510 7810,'0'-14'0,"0"0"1769,0-1 1,-2 7-997,-3 4 1,-3 4 0,-8 3-433,-3 2 1,2 7 0,-7 3 0,-2 7-81,-1 5 0,-2 2 1,-1 0-1,-2 1-19,-2 4 1,1-4 0,5 4 0,4-4-32,5-1 1,10-5-1,4-2-263,3-1 1,15-3 0,6-9 0,8-6-269,7-6 1,3-5 0,6-6-1,0-1 163,0 1 1,0-5 0,1-2 0,-3 0 82,-3 0 1,-4 2-1,-8 6 1,-4 2 335,-1 2 0,-7 6 88,-4-2 1,-7 5 0,0 5-45,-6 4 1,0 4 0,-5 1 0,0 1-79,0-1 1,5 0 0,-2 1-159,3-1 1,2 1-1,2-1-93,3 0 1,1-4-1,5-2 1,-1 0-79,1 0 0,3-3 0,4 3 1,1-2 49,-1-3 1,-2 1 0,0-1-1,1 2 34,2-2 0,1-2 0,-6-1 1,0 0 7,1 0 1,4 0 0,0 0 0,-1-1 64,-2-4 0,-2 2 1,2-5-1,2 0-60,1 0 0,5-2 1,-3-4-1,-1-1-51,1 1 0,3 0 0,-5-1 0,-1 1 25,-2-1 1,-2 1 0,1-2 0,-3-2 37,-2-1 1,-4 0 0,-6 5 0,0-1 147,0 1 0,-1 0 0,-4-1 0,-5 1 36,-2-1 0,-3 6 0,-1-1 0,-1-1-108,-2-2 0,-7 0 0,2 2 0,-3 3-23,-2 2 0,0-4 0,-1 5 1,-2 1-65,-2-3 1,1 6 0,4-6 0,2 1-144,3-4 1,1 2 0,6-1-1,-2-2 116,1-2 1,4-2 0,3 1 0,3-2-572,1-3 0,-2 3 0,2-3 1,1 3-1835,-1 1 1,3 6 2434,4-1 0,-45 0 0,-11-4 0</inkml:trace>
  <inkml:trace contextRef="#ctx0" brushRef="#br0" timeOffset="6">23048 17640 7814,'-10'5'551,"2"1"361,2 2 0,9-5 1,11 2-1,9-5-283,4-5 0,3-4 0,4-9 0,4-3 970,4-1-1299,1-2 1,-3-10-1,0-1 1,3-3 0,-2-5-1,3-4 1,-6-1 659,-1-1 0,-1 4 0,-5-4 0,-4-1-296,0-3 1,-6 2 0,-2-2 0,-5-1-240,-4-2 0,3-6 0,-5-1 0,0 3 123,-3 0 0,1 1 0,-1-3 0,0-5-539,1-4 0,-3-2 1,7-4-1,-5 37 1,1-1-10,0-2 0,1 1 0,0-1 0,0 0 0,0-1 0,1 1 0,-1 0 0,0 0-118,0 0 1,0 0 0,1-1 0,-1 0 0,0-2 0,0 0 0,0-1 0,1 0-71,-1 0 0,0 0 0,0 0 1,0 1-1,0 3 0,-1 0 0,0 0 1,-1-1 130,0 2 0,0-2 1,-1-3-1,0 0 1,1 0-1,-1-1 1,0 3-1,-1-1 27,0 1 1,0-1 0,-1-2-1,-1 0 1,4 0 0,0-1-1,0-2 1,1-1 92,1 0 0,-1-1 1,-1 0-1,0 0 1,0 2-1,1 0 1,1-1-1,0-1 9,1-2 0,2-1 1,2 0-1,0 0 1,-2 0-1,-1 0 1,0 2-1,1 0 80,1 0 1,-1 1-1,-1-3 1,-1 0-1,3 1 1,1-1 0,-1 1-1,-1-1-142,-1 0 0,-1 1 0,0-1 0,0 0 0,-1 3 0,1 1 0,-1-1 0,0 0-10,0 0 0,0-1 0,0 1 0,-1-1 0,0-2 0,-1 0 0,0 1 0,-2 0 0,0-1 0,1 0 0,1-1 0,1 0 0,-1-1 0,1 0 0,2-1 0,0 1 0,1 1 0,1-1 0,0-2 0,-1 0 0,0 3 0,-2 1 0,2-4 0,0 0 0,0-2 0,1 1 0,1-1 0,-1 0 0,-1-1 0,0 0 0,0 1 0,1 1 0,-2 0 0,1 1 0,2-3 0,1 1 0,-1 0 0,0 1 0,0-1 0,0 1 0,-1 0 0,0 0 0,-2-1 0,0 1 0,-1 6 0,0 0 0,0-2 0,-1 0 0,-1 0 0,-1-1 0,2-1 0,0 0 0,-4 0 0,0 1 0,1 2 0,-1 0 0,1 2 0,1-1 0,-3 0 0,1-1 0,1 1 0,2 1 0,-1-2 0,0 0 0,0-2 0,0 1 0,0 4 0,0 0 0,1-2 0,1 0 0,-2 2 0,0 1 0,-1-1 0,0 0 0,2 1 0,0 0 0,-2-2 0,-1-1 0,0 2 0,0-1 0,2 2 0,-1 0 0,-2 3 0,-1 1 0,3 0 0,-1 0 0,-1-1 0,0 0 0,-1 0 0,0-1 0,0 5 0,0 1 0,0 0 0,0 1 0,-1 2 0,0-1-12,-4-38 0,3 38 1,-2 0-1,-7-38 1,3 0-58,2 3 1,-4 3 0,5 4 0,2 0 37,1-2 0,-2 9 0,-1-4 0,2 7-20,1 2 0,2 0 0,0 1 0,0 1 32,0 3 1,0 2-1,0 5 1,0-2 159,0 1 1,0 3 0,0 2 0,0 2-161,0 2 0,2 4 1,1-3-1,3 2 61,2 3 1,-3 0 0,5 0 0,1-1-102,1 1 1,-2 1 0,0 4 0,1 2 40,2 1 0,1 0 0,0-4 0,1 4-103,-1 5 0,1-1 0,-3 0 0,0 1 41,-3-2 1,-1 5 0,2-3 131,-5 3 0,1 0 1,0-1-2,2-3 0,-3 1 0,3 5 1,0-1-46,0 1 0,-3 0 0,4-1 63,3 1 1,-6 0 0,0 1 0,-1 2-12,0 1 1,5 0-1,-4-2 1,2 0-64,3 3 0,4-1 0,2-4 0,2-1 2,-1 1 1,0 0 0,-1-1 0,2 1-35,-1 0 0,3 4 0,-2 0 0,-2-1-346,-1-2 0,-6 4 0,-2-1-465,-2-1 0,-1 3 0,-6 0-282,-4 2 1,2 1-1,-7 5-528,-1 0 1,3-5 700,-2 0 0,5 0 720,-4 5 0,4 0 1,-5 0 294,-1 0 1,3 0-1,0 2 1,0 1 274,0 2 1,-1 0-1,-6-5 0,1 0 305,0 0 0,-1 0 0,1 0 1,-1 0 112,1 0 1,0 0-1,-1 0-69,1 0 0,4 0 193,1 0-723,-1 0 0,4 0 0,6 0 1,8 0 157,4 0 0,8-2 0,0-1 0,3-3-41,2-2 1,3-2 0,0-4 0,3-1-48,2 1 0,-4-1 0,1 3 0,-4 0-111,0 3 1,-6-1 0,0-3-1,-4 2-334,-2 2-165,-6 6 246,5-4 1,-12 14 88,4 2 0,-3 4 0,-2 1 0,0 1 54,0-1 0,0 0 1,0 1-1,-2 1 82,-3 3 0,2-3 0,-7 5 1,-1-2-217,-1 0 0,2 5 0,0-5 1,1 1-620,1 0 1,-3-4 0,6 3-1299,2-3 1,1-1 191,2-1 0,-2-1 0,-2-2-2015,-6-1 3873,-9-7 0,-44 6 0,-18 1 0,21-4 0,0-1 0,-1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1.323"/>
    </inkml:context>
    <inkml:brush xml:id="br0">
      <inkml:brushProperty name="width" value="0.05292" units="cm"/>
      <inkml:brushProperty name="height" value="0.05292" units="cm"/>
      <inkml:brushProperty name="color" value="#57D200"/>
    </inkml:brush>
  </inkml:definitions>
  <inkml:trace contextRef="#ctx0" brushRef="#br0">14905 5727 7787,'-16'9'-84,"-2"-1"1,0 0 209,6 0 1,-3-5 0,6 2 0,-3-2 1823,3 2-1070,-4-3 0,10 4 0,-5-8 1066,1-2-1710,3 2 0,4-11 0,0 4 0,0-6 0,1-2 254,4-2 1,-2-2 0,5 2 0,-1-5 489,-4-4 1,3 0-1,1-1 1,-1 0-353,0 0 1,4 1 0,-4-1 0,1 0-346,-1 0 0,4 0 1,-4 2-1,1 3-121,-1 5 1,4-2 0,-4 2 108,2 2 0,0 1-138,2 1 1,-2 7 142,-4 3-49,-2 4-345,4 1 79,-6 0 0,2 0-102,3 0 0,-2 0 0,7 0 90,1 0 0,-3 0 1,1 0-1,2 0 55,2 0 1,2 0 0,1 0 0,3 0 18,5 0 1,-2 0-1,2 0 1,2 0 3,1 0 0,6 0 0,3 0 0,-1 0-9,0 0 1,3 0 0,-2 0 0,0-2-3,4-3 1,2 2-1,1-5 1,-1 0-14,-4 0 1,5 3 0,-3-3 0,3 0-8,-1 0 1,-4 4-1,2-4 1,-2 1-2,2 4 1,-4-3 0,-3 1 0,-2 2-28,-3 1 0,3 2 0,1 0 0,3 0-32,2 0 1,-4 0 0,5 0 0,2 0-43,2 0 0,-4 0 0,1 0 0,1 0 51,1 0 1,-1 0-1,0 0 1,2 0 31,-2 0 1,-7 0 0,2 0 0,-1 0 41,0 0 1,-1 0-1,-4 0 1,0 0 40,-1 0 1,3 0-1,1 0 1,3 0-50,2 0 1,-4 0 0,6 0 0,1 0-80,1 0 0,-4 5 1,-2 0-1,-1-2 58,-1-2 1,7-1-1,-3 2 1,0 1 6,-4 2 1,-2 0 0,-2-5 0,1 1-19,3 4 0,-2-2 0,2 5 1,-2-1-45,-2-4 0,-4 3 1,2-1-1,2-2-73,-3-1 1,2 0 0,-5 1 0,1 2 114,0-2 1,-7-2 0,3-1 69,-4 0 0,-2 0 1,0 0 105,1 0 0,-6 0 0,1 0 120,1 0 1,2 0-273,1 0 1,1 0 0,-1-1-25,0-4 1,-4 3 0,0-2-5,1 2 1,2 0-1,1-1-178,0-2 0,1 1 206,-1 4 1,-4 0 684,-1 0-439,-6 0-155,4 0 0,-7 1 1,-2 2 6,-3 2 1,4 2-245,-4-3 0,3 4 276,2 7 0,0-1 1,0 1-1,0 1 65,0 3 1,0-2 0,0 7-1,0 2-58,0 1 0,0 3 1,0 2-1,0 4-217,0 0 0,0-2 0,0 3 0,0-1 81,0 1 1,0-6 0,0-1 0,0-4-169,0-1 1,0-3 0,0 1 0,0-2-660,0-4 1,0-6-1647,0-1 571,0-7 0,-4 2 0,-3-8 1900,-1-2 0,-46-12 0,-23-3 0,22 7 0,-1 0 0,1-1 0</inkml:trace>
  <inkml:trace contextRef="#ctx0" brushRef="#br0" timeOffset="1">12387 11050 7875,'-15'15'167,"1"-6"1,1 1 0,2 1 0,2 2-1,-1 1 1,0-1 0,2-2 1050,2-1 1,0-2 0,2 3 1130,0-2-1915,-1 1 0,5-4 1,0-6-1,0-8 0,0-6 1,0-7 567,0-8 1,5-6 0,1-8-1,2-2-387,3-3 0,2-3 1,1-8-1,1-2-229,-1-1 0,7-7 1,3 4-1,3-1-169,2 4 1,-5 9 0,0 5 0,1 5-39,3 5 0,-1 9 0,-3 11 0,-5 7 6,-3 6 1,-2 5 0,-1 7 0,-2 7-20,-1 8 0,-2 7 0,3 5 1,-3 6-167,-2 6 0,1 4 0,-4 4 0,2-1 0,-2 1 0,3 2 0,-1 0 0,0-2 0,1-1 0,-4-5 0,3 3 0,-2-1-962,2-4 1,-4-3 0,6-4 0,-3-7-2405,1-7 0,2-4 1285,-3-7 0,-2-7 0,0-7 2081,-10-8 0,-42-28 0,-19-11 0,17 13 0,0-1 0,0 1 0</inkml:trace>
  <inkml:trace contextRef="#ctx0" brushRef="#br0" timeOffset="2">12344 10863 7878,'-7'-14'693,"-2"-1"1,2 6 0,3-1 43,2-1 0,8 5 1,6-1-1,5 2 34,7 1 0,3-3 1,2 4-1,1-2-427,4 2 1,-2 1 0,6 2-1,2 0-861,2 0 1,-4 5-1,1 0 1,-1 0-2384,-1 1 2900,4-4 0,2 17 0,9-3 0</inkml:trace>
  <inkml:trace contextRef="#ctx0" brushRef="#br0" timeOffset="3">13135 10762 7886,'-6'15'79,"-2"-1"1,-2 1 311,0-1 1,2 0 0,-3 1-1,3-1 773,2 0 0,1 6 1,3-1-1,-1 0-130,-2 2 0,1-5 1,4 3 105,0-3 0,0-6-686,0-1 1,0-7-1,0-2 1,1-10-186,4-7 1,-2-7-1,5-10 1,0-6-64,0-6 1,2-5 0,4-7 0,1 0-47,-1 1 0,2 4 1,2 2-1,1 0 75,-2 0 0,4 11 0,-2 3 0,-1 10 100,-2 8 0,-2 9 0,1 7 0,-1 8-64,0 9 1,-4 13 0,0 13 0,1 6-34,2 7 1,-4 3-1,-1 0 1,0-2-156,0-1 1,-3 0 0,3 1 0,0-4-84,0-7 0,1-11 0,4-3 0,-2-8 0,-1-5 0,0-8 0,4-5 0,0-8 0,1-9 0,-1-9 0,1-9 0,-1-3 0,0-2 0,1-1 0,-1-5 0,1 0 0,-1-1 0,-5 3 0,-1 3 0,-1 4-1198,-4 4 0,-1 2 0,-2 4 0,0 5-2692,0 3 1,1 10 2393,4 6 0,-3 6 1,4 9-1,0-3-672,4-2 2168,-4 3 0,33-31 0,1 1 0</inkml:trace>
  <inkml:trace contextRef="#ctx0" brushRef="#br0" timeOffset="4">13969 10316 7886,'10'-12'0,"0"0"1116,1 3 1,2 1 570,1-2 1,-4 5 0,-2 10-742,-2 5 1,-1 9 0,-5 7 0,0 6-398,0 6 1,0-1-1,-2 1 1,-1 2 113,-2 2 0,-6 6 0,1-1 0,-2 0-1255,-3-2 0,7-4 0,2-2 1,1-6-2422,0-3 0,0-7 1546,5-4 0,7-17 0,1-14 0,1-13 672,1-12 0,-2-4 1,2-4-1,-4-3 658,0-5 1,-4 4 0,3 1 0,-4 3 252,-1 2 0,0 4 0,0 2 0,0 2 368,0 3 0,7 8 0,2 5 0,4 5 587,2 4 0,-1 4 0,2 7 0,1 4 209,3 5 1,5 9 0,-2 5-1,1 5-372,0 4 1,0-1-1,3 7 1,0 1 211,2 1 1,-10 4 0,5 1-1,-7 4-392,-2 1 1,-2-3 0,-4 3 0,-4-1-729,-3-4 0,-9-6 0,-4-3 0,-7 0-281,-6-1 0,-4-8 0,-4-3 0,-3-6-1749,-2-6 0,-3-8 1,-7-2-1,-1-8-1921,2-9 3951,-5-13 0,-6-16 0,-8-9 0,17 14 0,-1 0 0,1-1 0</inkml:trace>
  <inkml:trace contextRef="#ctx0" brushRef="#br0" timeOffset="5">19019 13295 7902,'-1'-8'3102,"-4"3"-1191,3 3 994,-4 2-1681,6 0 1,0 2-640,0 3 1,0 3 0,0 6 0,0 0-306,0 1 0,0 1 1,-2 1-1,-1 4-98,-2 2 0,-1 1 0,3 4 0,-2 1-98,2 0 0,1 0 0,2-2 0,0-3-52,0-5 1,0 2-1,2-2 1,1-1 69,2-2 1,6-2-1,-2 0 1,3-4 0,-1-2 7,-2-2 1,-1 1 0,4-4-1,-3 2-94,2-2 1,2-1-1,2-2 1,1 0 102,3 0 1,-2 0-1,7 0 1,0 0-26,-1 0 1,5 0 0,0-2 0,5-1 20,4-2 0,0-5 0,3 4 0,-4 0 5,0-1 0,4 1 0,-4 3 1,3-2-33,-1 2 0,-1-4 0,3 2 1,-2 2 59,2 2 0,0 1 1,0 0-1,-2 0 17,2 0 0,3-5 0,4 0 1,2 2 26,3 1 0,0-3 0,6-1 0,1-2-72,3-3 0,-1-2 0,8-3 0,4-2-112,-33 9 1,0-1 0,3 0 0,1-1-1,-1 3 1,2-1 0,-1-1 0,1 1-36,0 0 0,0 0 0,-3 1 0,0 0 0,4 1 0,-1 0 0,0 0 0,0 1 17,1 1 1,-1 0 0,-4 0 0,0-1 0,0 3 0,1 0 0,36-4-110,-1 1 0,1 1 0,-4 5 0,-1 0 28,-3 0 1,-1 0 0,2 0-1,-1 0 107,2 0 1,-8 0-1,8 0 1,-4 0 55,-2 0 1,4 0 0,-4 0-1,-1 0-76,-2 0 0,-4-1 0,-2-3 0,1 0-49,0 0 1,-7 3-1,-3 1 1,-5 1 4,-5 4 1,2-3-1,-6 4 1,-2-1-125,-2 0 1,-1 1-1,0-3 1,-1 4 76,1 1 1,-2-5-1,-1 2 1,-2-4 108,1-1 0,3 0 1,-1 0-1,-2 0 62,-1 0 0,-4 2 0,4 1 0,-1 2-60,0-2 1,2-1 0,-5-1 0,-3 3-9,-1 0 1,3 1-1,2-5 1,0 0-22,0 0 1,4 2 0,-1 1 0,5 2-214,5-2 0,-4-1 0,5-2 0,-1 0 23,-1 0 1,1 0-1,-7 0 1,-3 0-24,-5 0 1,-3 0 0,-1 0-170,-1 0 403,-6 0 0,5 0-19,-4 0 1,-1 0 0,2 0-151,1 0 0,2 4 0,1 1 1,1-2-89,-1-1 0,0-2 0,1 0 69,-1 0 0,1 0 0,-3 2 254,-2 2 16,-4-2 1,-4 4-239,3-6 32,-4 0 34,6 0-115,-7 0-308,0 0 754,0-6 0,0-2 0,1-6-69,4-1 0,-3 1 0,4-2 0,1-3 56,2-5 0,2-10 0,1-4 0,-3-4-50,2-1 0,-3-2 0,2-1 0,-1-1-30,-1 6 1,0-1 0,-4 9 0,2 1-435,2 1 0,-5 9-758,2 3 1,-5 9 0,-5 5-2210,-4 4 1,-4 6 3244,-2-1 0,7 8 0,2-4 0</inkml:trace>
  <inkml:trace contextRef="#ctx0" brushRef="#br0" timeOffset="6">17753 13841 7988,'-22'-8'588,"1"0"0,7 5 0,-1-2 3451,1 2-2532,-1 2-1115,7 1 1,2 1 0,6 4 0,2 5 10,2 2 0,-2 4 0,3 2 0,-4 1-115,-1-1 1,2 3-1,1-1 1,2 3-70,-2 2 0,-1 1 0,-2-1 0,0-1-11,0 2 0,0 0 1,0-1-1,0-2-49,0-3 0,0 0 0,0-6 0,1 0-79,4 1 1,-2-6-1,7-1 1,1 0 47,2 0 1,1-5 0,1 2-15,-1-3 0,5-2 0,1 0 0,-3 0 51,-1 0 1,3 0-1,2 0 1,1 0-27,4 0 0,1 0 0,2 0 1,0 0 16,0 0 1,-1 0 0,3 0 0,1-2-69,1-3 0,6 4 1,-4-4-1,1 4-22,4 1 0,-3 0 0,0 0 0,0 0-33,0 0 1,1 0 0,5 0-1,0 0 16,0 0 0,-4 0 0,-1 0 1,2 0-45,2 0 1,-1 0 0,-1 0 0,-1 0-19,0 0 1,3 0 0,1 0 0,0 0-28,1 0 0,-1-2 0,0-1 1,0-2 40,0 2 0,0 1 0,-1 2 0,-2 0 10,-2 0 1,1 0-1,2 0 1,-1 0-5,-2 0 0,-4 0 1,4 0-1,1 0-18,-2 0 0,3 0 0,-5 0 1,0 0-19,0 0 1,5 0-1,-2 0 1,2 2 59,-1 3 1,2-4-1,-2 5 1,1-1-58,-2 0 0,2 1 1,-5-2-1,2 0-79,3 0 1,1 2 0,1 0 0,-2 1-46,-2-1 0,1 4 0,4-5 0,0-2 48,0-2 1,-1 4-1,-2 0 1,-2-2 35,2-1 0,0-2 0,0 0 0,-3 0 21,-2 0 0,5 0 1,-2-2-1,4-1 10,1-2 0,-5-1 0,1 3 0,1-2 10,1 2 1,4-4-1,1 2 1,2 2 36,-1 2 1,2 1 0,2 0 0,2 0-11,1 0 1,-1-5-1,-10 0 1,2 2 80,3 1 0,-2-3 0,5 1 1,-1 0-62,-4 3 0,1-1 1,1-1-1,4-2 9,4 2 1,2-3 0,0 1 0,-1 0 30,1-1 1,4 4 0,2-3-1,1 4-61,4 1 0,-3-2 0,1-1 0,0-2-31,-1 2 0,2-3 0,-5-1 0,-1 1-5,2-1 0,0-2 0,5 4 0,-4 0-45,-1-1 0,-2 4 0,-4-3 1,-1 2 14,1-2 0,-7 4 1,-3-4-1,-3 3 41,-2 2 0,3 0 1,-1 0-1,-3 2-3,-1 3 0,1-4 0,3 4 0,1-3-24,2-2 0,0 1 1,-3 3-1,3 0-51,4 0 0,4 2 0,2 0 0,-2 1-28,-3-1 0,1-1 1,-6-5-1,-2 0 80,-1 0 0,-7-5 0,1 0 1,1 2 40,1 2 0,1 1 0,-2 0 0,-3 0-23,-2 0 0,3 0 0,-4 0 0,-1 0-77,2 0 0,-4 6 0,4 4 0,0 2 31,3 3 1,4-2-1,1-2 1,-1-3-74,-4-2 1,4-1-1,-2-5 1,3 0 129,0 0 1,-3 0-1,-11 0 1,-2 0-8,-3 0 1,1 0 288,-5 0 172,-8 0 1,-5 1 170,-7 4 1,-2-3-286,-3 3-482,4-4-628,-6-1 408,7 0 0,0-6 403,0-4 0,0-2 0,0-3 0,0 1 246,0-1 1,0-5 0,0-4 0,0-4 6,0 0 0,0-1 1,0-2-1,2-1-75,3-1 0,-4-1 0,4 6 0,-3-1-153,-2 0 0,5 2 0,-1 1 0,0 4-1153,-3 1 0,-1 2-1168,0 5 0,-1 1 2276,-4 3 0,-3 23 0,-7 11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1.330"/>
    </inkml:context>
    <inkml:brush xml:id="br0">
      <inkml:brushProperty name="width" value="0.05292" units="cm"/>
      <inkml:brushProperty name="height" value="0.05292" units="cm"/>
      <inkml:brushProperty name="color" value="#57D200"/>
    </inkml:brush>
  </inkml:definitions>
  <inkml:trace contextRef="#ctx0" brushRef="#br0">4100 15669 7702,'-14'0'537,"13"0"-502</inkml:trace>
  <inkml:trace contextRef="#ctx0" brushRef="#br0" timeOffset="1">3539 15109 11435,'14'-16'0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1:16:03.4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19552 13395 8069,'0'-9'31,"0"-1"0,0 5 691,0-4 0,4 4 0,1-5 119,-2-1 0,1 5-111,0 1-503,-2 3 1,11 4-1,-5 3 1,0 4 29,-4 4 1,0 2 0,-1-1-1,2 2-99,-2 3 0,-2-3 0,-1 3 0,-1-1-74,-4 1 0,3-3 0,-4 5 1,1-2-17,0 0 1,-4 0-1,2-4 1,1 1-3,0 3 0,-4-3 0,5 3 0,1-3-95,-3-1 1,4-1 0,-5 0-27,2 1 1,1-1 0,5 1 27,0-1 0,0 0 30,0 1 1,0-6-1,0 1 24,0 1 1,1-5-11,4-1 0,-2 2 5,7-3 1,-5 6 0,3-4-73,-2 2 1,1-4 110,-3 0 1,4 3-1,7-2-4,-1-2 0,0-2 1,2-1-1,2 0 8,1 0 1,0 0 0,-3 0 0,2 0 15,1 0 1,7 0 0,-4 0-1,2 0 7,0 0 0,0 0 0,5 0 0,0 0-9,-1 0 0,6 0 0,1 0 0,0-1 5,0-4 0,5 3 0,-1-2 0,1 0-46,-2 0 0,4 2 0,-4-3 0,4 2-28,1-2 0,-7 4 0,0-4 0,-3 3-32,1 2 1,-1 0-1,-4 0 1,0 0-37,0 0 1,-1 0 0,1 2 0,0 1-23,0 2 0,0 4 0,-1-4 0,3 0 60,2 1 0,2-2 0,5 4 0,-1-2 23,1-3 1,3 4 0,5-1 0,3 0-43,0 1 0,4-2 1,-6-4-1,2 2-24,4 2 0,4 0 0,0-5 1,-3 0-1,0 0 0,0 0 0,3 0 1,0 0 32,-1 0 1,-3 0 0,-8 0 0,1 0-1,-2 0 0,4 0 1,-4 0-1,-3 0 35,-3 0 1,-1 0 0,4 0 0,0 0 72,0 0 0,-1 0 0,-2 0 0,-2 0 36,2 0 0,6 0 1,2 0-1,-1 0-21,-3 0 0,6-2 0,3-1 0,3-2 16,1 2 0,-4 2 0,0 1 0,-1 0-52,0 0 1,2 0-1,-6 0 1,-2 0-101,-1 0 0,-2 0 1,2 0-1,0 0-11,-2 0 0,2 4 1,-10 1-1,2-2 3,2-1 0,1-2 0,0 0 0,-3 2 61,-2 2 0,-1-2 0,-4 3 0,2-4 44,2-1 0,-5 0 0,-5 0 0,0 0 85,-2 0 1,-1 0 0,-7 0 0,0 0-14,1 0 0,-1 0 0,1 0 0,-1 0-77,0 0 0,1 0 0,-1 0-106,1 0 1,-1 0 111,0 0 0,1 0 107,-1 0 1,1-1-16,-1-4 0,-5 3 1,1-2-59,1 2 0,-3 2 1,0-2-1,0-1 19,0-2 1,-3 1-1,5 2-42,1-3 0,-3 2 0,1-5-42,3 2 1,-4-4-1,0 4 1,0-2-39,0-4 1,-4 0-1,6-3 1,1 1-94,2-1 1,-3-4 0,-1-2 0,2-1-256,2-3 1,1 2-1,1 1 1,-2-1-105,-4 1 1,4 4-1,-5-1 1,2 3-316,-1 2 0,-6 4 0,2 1-450,-3-3 1,-4 6 1230,-3 1 0,4-3 0,-6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1:16:03.4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27694 9698 7926,'-22'-10'214,"1"2"1,2 2 0,0 2 0,1 3-1,2 1 942,2 0 1,1 6-1,2 4 1,3 3-257,2 1 0,-4 5-530,5 0 0,0 7 0,5-2 1,0 2-1,0-1 0,0-1 161,0 2 0,0 1 0,2 2 0,1-1-178,2 1 1,1 0-1,-2 0 1,2-2-78,2-3 0,-3 1 0,3-5 0,0-3-94,0-1 0,3-1 0,8-1 1,5 0-90,3 1 0,4-2 1,2-4-1,6-2 50,2-1 0,9-4 1,2 2-1,4-2-44,2-2 0,0 0 0,1 0 0,0 0-9,-2 0 1,3 0 0,-11 0 0,1 0-38,-1 0 0,4 0 0,-5 0 0,-2 0-123,-1 0 0,-2 0 1,2 0-1,1 0-26,2 0 0,5 0 0,-5 0 0,-2 0 17,-1 0 1,3-2 0,0-1 0,-3-2 29,-5 2 0,0-3 1,-5 1-1,0 2-44,0 1 0,-6 1 0,-7-3 1,-1 0 8,-3 0 0,-2 3 0,-2 1 66,0 0 1,-4 5-1,0-1 0,1 0 0,2-1 0,1 0-102,0 2 0,6 0 0,-1-5-45,-2 0 1,-1 0 0,-1 0-182,-1 0 1,-4 0-443,-1 0 357,1 0 377,-2 0 22,-2 0 1,-4 0 291,3 0-165,-4-7 0,10-1 6,-6-6 0,5 4 1,-4 1 58,2-3 0,-5 4 0,4-1 1,-2-2-17,-1-2 1,8-3 0,-4-3 0,1-5 92,1-3 1,-1-4 0,6-1 0,-1-3-66,1-2 1,0 4 0,3-6 0,1 1-113,-1 1 1,-2-3 0,0 7 0,1 2-71,3 6 1,-6-1 0,-4 7-1,-1 1-200,-1 2 1,-1 2-861,-7 0 1,-2-1 514,-3 1 1,2 4 0,-7 2 0,-1 0 554,-2 0 0,-39-10 0,-19-5 0,-4-5 0,0 1 0</inkml:trace>
  <inkml:trace contextRef="#ctx0" brushRef="#br0" timeOffset="1">28586 10288 7932,'-28'8'410,"4"3"1,1-5-1,3 2 1,2 2-1,2-1 1,3 1-1,2 1 951,1 2 0,1 1 1,-6 1 6,1-1-1054,0 0 1,4-1 0,0-2 0,-1-1 0,-2 1-1,-1 4 1,0 2 243,-1 2 1,-5 2 0,-4-2 0,-4 5-267,0 4 0,-1-5 0,0 1 0,-1 2-93,-4 1 1,-3 2-1,-4 0 1,2 0 241,6-1-294,3 1 1,2-2-1,4-3-2,5-5 0,10-3 0,4-1 0,5-2-169,5-4 1,9 2 0,10-6 0,5-2-206,4-1 0,-1 3 0,8 0 0,3-1 96,4 3 0,1-4 1,-4 5-38,4-2 181,-3 6 1,3-3 0,-8 9 0,-3 1 300,-2-2 1,-8 6 0,-8 1 0,-4 3 152,-6 2 0,-5 1 0,-12 2 1,-10 2 47,-8-2 1,-1 3 0,-11 0-1,-2 0-300,-2 0 0,-6 1 1,-3-4-1,-3 1-317,-5-1 1,-4-8 0,3-5-1,-4-3-504,-2-1 1,1-7 0,-1-4-1491,9-2 698,5-8 0,16-2 0,4-8 0,8-4-1871,9-4 0,10-8 3271,15-1 0,16-2 0,9-2 0,7-1 0,1-1 0</inkml:trace>
  <inkml:trace contextRef="#ctx0" brushRef="#br0" timeOffset="2">28817 10921 8271,'0'-15'1353,"0"1"0,-7 4-346,-2 1 0,1 7-15,-2 2 1,7 6 0,-4 10 0,3 4-343,-1 4 0,-1 4 1,2 4-1,0 4-47,0 0 0,-2 3 0,1 4 0,2 0-255,1 0 0,4 4 0,3-4 0,6-7-188,7-4 1,5-8 0,9-3-1,4-3-112,0-5 0,3-10 0,4-3 0,0-10-508,0-7 1,-1-6 0,-5-7-1,-7-2-853,-4-2 0,-11-6 1,1 2-1,-4-2-1288,-1 2 1,-5 2 2600,-1 8 0,-35 5 0,-10 3 0</inkml:trace>
  <inkml:trace contextRef="#ctx0" brushRef="#br0" timeOffset="3">29219 11352 7861,'0'15'0,"-4"-6"0,-3-1 0,1 0 1725,0 0 1,1-3-690,5 5 0,1-9 0,4 1 0,5-7-359,2-3 1,4-6 0,4-7 0,4 0-233,3 0 0,2-4 0,-1 1 1,1-2-211,0 2 1,0-1-1,-1 4 1,1 0 193,0 0 1,-5 4 0,-2 6-223,-1 1 0,-2 7 0,-6 0 0,-3 6 92,-6 6 1,-4 6-1,-3 2 1,-3 4-85,-2 1 1,0-4-1,-3 1 1,3-3-100,1-1 1,1-3 0,3 0-463,-2-3 1,2-6-1,8 1-102,4-8 1,10-10-1,5-10 1,3-5 111,2-4 1,5-4-1,1-6 1,0 0 266,0-1 1,2 6 0,-7 3 0,-2 3 446,-1 5 1,-11 14 0,-2 5 225,-1 9 0,-7 9 0,-1 11 0,-3 6 166,-2 5 0,0 8 0,-2-2 0,-1 4-504,-2 1 0,0-6 0,5-4 0,0-2-266,0-2 0,0-1 0,0 0-1041,0-4 1,7-5 0,2-8-5758,4-2 6798,2-5 0,12-23 0,3-13 0</inkml:trace>
  <inkml:trace contextRef="#ctx0" brushRef="#br0" timeOffset="4">28184 12518 7710,'-2'-29'176,"-3"0"1,-3 2 0,-1 1 0,1 4-1,1 0 1,2 1 686,-1 0 0,3-3 1,-5 5-1,0 3-357,0 5 1,-2 3 0,-4 5 0,0-2 1322,-1 2-1487,-6 7 0,4 9 1,-7 10-1,0 2 0,1 7 1,3 3-1,0 7 358,1 4 1,5-1 0,6 3 0,3-3-501,7-2 1,6-6 0,11-5-1,6-7-95,7-6 1,12-4-1,8-7 1,4-10-183,2-11 1,1-9 0,2-12 0,-1-4-223,-4-4 1,-6-7-1,-12-4 1,-7-3-45,-10-1 1,-10 5-1,-18 5 1,-9 3-184,-11 6 0,-8 3 0,-8 8 0,0 3-200,0 4 1,1 6-1,2 4 1,3 6-729,2 2 0,8 8 0,9 6 1454,7 5 0,24 57 0,-1-28 0,0 1 0</inkml:trace>
  <inkml:trace contextRef="#ctx0" brushRef="#br0" timeOffset="5">28817 12187 7710,'-15'0'0,"1"1"0,-1 4 0,3 5 0,2 3 0,4 3 0,6 3 0,0 5 92,0 3 0,0 2 0,1 1 1,4 4 1104,5 4 1,1-1 0,0 1-1,-1 1 201,1-3 0,-3-1 0,0-6 1,0 0-900,0 0 0,-5-2 1,3-3-1,-1-5-129,0-3 1,6-8-1,-1-3 1,4-3-134,5-2 0,-1-8 1,8-8-1,4-12-55,7-8 0,-1-6 0,3-3 0,1-3-66,1-4 0,2 0 0,-1 1 0,-4 3-218,-4 7 0,-10 4 1,-5 11-1,-4 6-2339,-6 5 0,-4 10 537,-10 1 0,2 8 0,-7 6 1904,-1 3 0,-21 40 0,-6 9 0</inkml:trace>
  <inkml:trace contextRef="#ctx0" brushRef="#br0" timeOffset="6">29536 12489 8423,'8'6'1230,"3"-2"0,-4 4-432,1-2 0,1-1 1,6-5-1,1 0 109,3 0 1,3-5 0,7-1 0,1-2-234,4-4 1,-2-2-1,5-4 1,-2-2-443,-3-3 0,-4 4 0,-4-3 1,-4-1-541,-4 1 0,-8 4 1,-7-1-1,-9 3-401,-11 2 1,-15 6-1,-9 3 1,-6 7 56,-2 7 0,-5 7 0,4 13 0,0 1 252,-1 4 0,8 3 1,2 6-1,9 0 46,9 0 0,11 2 0,10 0 1,9-2-231,10-6 1,12-7 0,13-6 0,6-5 50,7-3 0,-2-8 1,0-3-1,-1-3 404,-4-2 1,-1-2 0,-4-3-1,-4-4 399,-8-4 0,-7-3 1,-9-3-1,-2-5 1048,-1-4 1,-2 4-1,3 0 1,-1-1-39,1-2 0,2-2 1,3 2-1,3 3-377,5 5 0,4 3 0,8 3 1,7 2-685,8 1 1,-2 7 0,1 0 0,-2 6-842,0 6 1,-5 4 0,-8 2 0,-4-1-2799,-9 0 3420,-4 1 0,-81 25 0,23-17 0,-1 0 0</inkml:trace>
  <inkml:trace contextRef="#ctx0" brushRef="#br0" timeOffset="7">28011 13511 7710,'-14'0'367,"-1"0"1,1-5-1,1 2 1,2 6-1,3 10 1,0 9-1,1 7 1608,1 4 0,-5 10 0,1 10 0,-2 5-1272,-3 4 1,1 4 0,1 4 0,2-1-370,1-2 0,1-8 0,-4-1 0,2-7-425,1-2 1,7-15-1,-2-2 1,3-8-1756,2-7 1,0-5 0,0-6 1845,0-4 0,-6-18 0,-2-15 0</inkml:trace>
  <inkml:trace contextRef="#ctx0" brushRef="#br0" timeOffset="8">27421 14129 7710,'21'0'969,"3"-1"0,11-4 0,10-5 756,11-3 1,9-1 0,12 0 0,3-1-1155,0 1 0,-2 0 0,-7-1 0,-6 2-1090,-7 4 0,-9-4 1,-10 5-1,-6-2-1748,-3 1 1,-7 1 2266,-4-2 0,-22-22 0,-7 0 0</inkml:trace>
  <inkml:trace contextRef="#ctx0" brushRef="#br0" timeOffset="9">28486 13640 7710,'-13'14'0,"-5"2"541,-2 4 0,-6-3 0,5 7 0,0 2 341,1 1 1,-1 6-1,2 3 1,-4 0-191,1 4 1,-4-3 0,7 2 0,2-1-151,1-1 1,3-1-1,2-5 1,3-2-244,1-7 0,2-4 0,7-6 0,3-2-213,4-5 1,6-5 0,4-5-1,5-6 103,3-7 0,4-4 0,1-7 1,1 2-25,-1 3 1,-2 1-1,-1 7 1,0 0 106,0 4 0,-5 2 0,-2 1 1,-1 4-42,-4 3 1,-5 9 0,-4 2 0,-2 5-405,-3 6 1,-3 4 0,-5 8-1,-3 3-197,0 2 0,-4-4 0,2 4 0,-1-2-1841,1-3 0,-1-6 0,6-4-3686,2-1 5897,2-8 0,13-77 0,-4 20 0,0 0 0</inkml:trace>
  <inkml:trace contextRef="#ctx0" brushRef="#br0" timeOffset="10">28730 14072 9697,'15'-7'1308,"-1"4"0,2-5 0,3 0-567,5 0 0,8-3 0,3-7 0,2-1-388,3 2 1,0-4 0,-2 0 0,-6 0-526,-6 0 1,-7 2-1,-9 5-250,-5-1 0,-13 7 0,-10 4 1,-11 4 96,-6 4 1,-8 11 0,-7 9 0,1 5 606,-1 4 1,4 4 0,6 6 0,3 0 495,2 0 0,5 1 0,10-1 0,11-2-331,6-2 0,11-9 0,8-8 0,11-2-842,10-8 1,12-4 0,7-11 0,8-5-1988,6-6 0,-6-10 2382,8 0 0,-14-14 0,4-9 0,-17 14 0,1-1 0,-1 0 0</inkml:trace>
  <inkml:trace contextRef="#ctx0" brushRef="#br0" timeOffset="11">30011 13841 7701,'0'-14'866,"0"-5"1,0 0 2687,0 1-2851,6 9 1,2 4-1,5 10 1,-2 7-1,-1 9 2341,1 8-2588,-5 9 0,9 5 0,-3 10 1,6 5-1,0 2 0,-4 4 0,-3 0 134,-1 0 0,-2 3 1,3-4-1,-3-4-820,-2-5 1,1-1 0,-4-10 0,2-8-1373,-2-7 1,0-8 0,2-7-1,5-3 1602,2-5 0,2-37 0,0-18 0,1-2 0,0 0 0</inkml:trace>
  <inkml:trace contextRef="#ctx0" brushRef="#br0" timeOffset="12">30744 14244 7671,'-28'16'917,"-1"4"0,2-5 0,1 6 1,4 0 207,1 3 0,-6 5 1,-4 4-1,-8 7-451,-8 7 0,-9 4 0,28-22 1,-1 1-1,-3 0 0,0 1-317,-1 0 0,0 0 0,-2 3 1,1-1-1,4-1 0,1 0 1,2 0-1,2 0-194,-20 32 1,6-3-1,1-10 1,6-8-789,7-8 0,10-11-831,10-4 1,10-11-1,6-4 1,7-7 1455,6-7 0,9-20 0,4-16 0</inkml:trace>
  <inkml:trace contextRef="#ctx0" brushRef="#br0" timeOffset="13">31507 14129 7667,'-21'-6'-1,"-1"4"0,-9-3 1,-1 4 1395,-1 1 0,-1-5 0,6 0 0,-3 4 1461,-2 4-2513,-4 5 0,-1 8 1,1 3-1,2 5 1,4 5-1,6 4 1,7 4 21,7 0 1,6 3 0,11-5-1,9 0-475,7 0 1,12-1 0,4-5 0,2-1-87,-2 1 1,4-5-1,-5-1 1,0-3 50,-4-2 0,-10 3 0,-9-2 0,-8-1 396,-4-2 1,-10 3 0,-8 0 0,-11-2 322,-10-1 1,-13 0 0,-6 2 0,-6 0-406,-3-6 1,4 1-1,-1-8 1,4-2-1892,5-1 1,-1-10 1721,6-7 0,19 7 0,10-4 0</inkml:trace>
  <inkml:trace contextRef="#ctx0" brushRef="#br0" timeOffset="14">25853 18057 7730,'-14'5'507,"-1"1"0,2 2 0,4 4 60,4 0 1,5-2 0,5-2 0,4-2-101,4-2 1,2 2 0,1 0-1,1 1 1104,2-1-1340,7-1 0,-4-5 1,7 0-1,0 0 1,0 0-1,-1 0 0,1 0 170,0 0 0,6-2 0,3-1 0,4-3 19,1-2 0,-4-7 0,-1-5 1,2-1-44,1 0 0,3-5 0,-3 2 1,-1-3-116,-2-2 1,-6 1-1,2-1 1,-5 0 0,-5 0 1,1 1 0,-5-1 0,-4 0-26,-5 0 0,2 1 0,-6-1 0,3 0-58,0 0 1,-6 0 0,4-1 0,0-2-49,0-2 0,-4-1 1,2 3-1,-1-3-18,0-2 1,4 4-1,-2-4 1,-1 0-42,0 1 1,1-1 0,-4-3 0,2 1-70,-2-1 1,3 4 0,-1-3 0,-2 1 32,-1 1 1,-2-4-1,0 4 1,0-2-10,0 1 0,0 0 0,0-5 1,0-1-40,0 1 0,0 0 1,0 1-1,-2 3 28,-2 0 0,2-2 0,-3-4 1,4 5-10,1 3 1,0-1 0,0 3 0,0-1-21,0 1 1,0-3 0,0 4 0,0 1 50,0-2 1,0-1-1,1-2 1,4 3-34,5 0 0,-2 4 1,1-4-1,2 2-6,2-1 1,2-4-1,-1 4 1,0 2 36,1 2 1,-1-4 0,0 1 0,1 2 107,-1 6 0,1-1 0,-1 5 0,0 0 109,1 1 1,-1 0 0,1 6 0,-1 0-255,0-1 0,1 6 0,-1 1 0,0 1 0,1 4 0,1 2 0,3 1 0,-3 0 0,3 1 0,-3 2 0,-1 2 0,-6 5 0,1-4-449,1 2 0,0-3 0,0 3 0,-1-2-2149,1-3 0,-3-1 0,2-2-135,1 0 0,-3 0 2733,1 0 0,-40-20 0,-24-11 0,2-1 0,1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0:49:31.3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28830 18560 12682,'40'5'0,"38"4"0,-1 0 0</inkml:trace>
  <inkml:trace contextRef="#ctx0" brushRef="#br0" timeOffset="1">4604 12820 18457,'73'-20'0,"1"0"0,-1 0 0,1 0 0,-1-1 0,1 1 0,-1 0 0,-4 4 0,0 1 0,0 0 0,1 0 0,1 1 0,1 1 0,1-1 0,2 1 0,-5 1 0,1 0 0,2 0 0,0 1 0,2-1 0,0 2 0,1-1 0,1 1 0,-1 1 0,1 1-134,-3 1 0,1 0 0,0 1 0,0 0 0,1 1 1,1 0-1,-1 1 0,2 0 0,-1 1 0,1 0 0,0 0 1,-2 1-1,1 0 0,0 0 0,0 0 0,0 1 0,1 0 1,1 1-1,-1 0 0,1 1 0,1 0 0,-1 1 0,1 1 1,-2 0-1,1 1 0,-68-3 115</inkml:trace>
  <inkml:trace contextRef="#ctx0" brushRef="#br0" timeOffset="2">12257 13225 11765,'57'22'0,"19"8"0,-1 0 0,1 0 0,0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1:16:03.4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7783 16072 9931,'-14'-2'-525,"-1"-1"0,1-2 0,0 2-44,-1 1 1794,7-4 445,2 4-14,6-4-1072,0 12 0,0 2 112,0 7 0,0-1 0,0 0-322,0 1 0,-5-1 0,0 1 1,2-1-111,1 0 0,2 1 0,0-1-100,0 1 1,2-1-1,3 0 1,4-1-37,4-3 0,3 1 0,3-5 1,7 1-254,6-1 0,0-1 1,6-5-1,4 0 45,4 0 0,5-7 0,7-2 0,-2-2 9,-3 1 0,1-3 0,-5 5 0,-1-1 93,-3-1 0,-5 7 0,-11-2 0,0 4-16,-1 1 0,0 0 1,-3 0-1,-2 0 6,-3 0 0,6 0 0,-2 0 0,3 0 10,2 0 0,4 0 0,3 0 0,2 0-57,7 0 0,-1-7 0,8-2 0,-3-3-144,-2 3 1,2-4 0,1 3-1,-1-2 74,1-3 1,-4 7 0,-8 2-1,-4 1 232,-4 0 1,-6 0-1,-3 7 1,-3 3-2,-5 4 1,-7-1 0,4 2 0,-1 1 3,-1 2 0,5-3 0,-4-1 0,4 1-136,2-2 1,-1 3 0,0-6-1,2-2-14,4-1 0,2-2 0,8 0 0,4 0-60,4 0 0,4-2 1,1-3-1,2-4-121,3-4 1,3-3 0,6-2-1,-1-1-35,-3 1 0,1 2 0,-6 2 0,0 0 188,2-1 1,-12 7 0,-1 3-1,-8 4 62,-5 1 1,-5 5 0,3 1 0,1 2 61,-1 3 1,1 0-1,2 1 1,-1-4-12,2-2 1,1 4-1,2-6 1,1 1-66,4 2 0,-2-6 0,6 4 0,0-3-11,-1-2 0,5 0 0,-4 1 0,3 2-14,3 2 0,-6 0 0,0-5 0,2 2 6,2 2 1,-4-2-1,1 3 1,-1-4-14,-1-1 1,4 2 0,-4 1 0,3 2-50,3-2 1,-8-1-1,9-2 1,-3-2-47,1-3 0,-2 4 0,1-4 0,2 3 40,-3 2 1,5 0 0,-3 0-1,4 0-46,0 0 0,-2 0 0,-5 0 1,-2 0 129,-2 0 1,4 5 0,-6 2 0,-2-1 107,-6 0 1,1 4 0,-5-4 0,-1 1 68,1-1 0,3 5 0,-3-3 0,0 2-103,0-1 0,3-4 1,-4 3-1,1 0-55,0 0 0,3-3 0,-5 5 0,0-1-20,2-1 0,0 5 0,4-5 1,-2 0-10,-2-3 0,4 1 0,-1-1 0,3-2 1,2-1 0,1-4 0,2-3 0,5-4 52,5-4 0,-7-1 0,6-1 0,-2-1-37,-2-3 1,1 1-1,5-4 1,0 0 2,0-1 0,1 6 0,-3-2 0,-1 1-39,-2-1 1,-6 3-1,0-2 1,-4 5-534,-4 4 1,-7 4-754,2-5 1,-9 9 1318,-5 1 0,-80 13 0,27-2 0,0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1:16:03.43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25033 9726 7819,'-14'0'418,"-1"0"1,1 0 1062,-1 0 1,6 0-154,-1 0 0,9 0-731,1 0 1,1 5 0,9 0-95,1-2 1,2-1 0,1-2-348,1 0 0,-1 5 0,0-1 0,1 0 187,-1-3 0,0 4 0,1 0 0,-1 0-74,1 1 1,-1-4 0,0 2 0,1 0 6,-1 0 0,5-2 0,1 3 0,-1-2-56,1 2 0,-2-4 1,4 4-1,1-3-86,-1-2 0,2 5 0,5-1 0,0 0-78,0-3 1,-1 4-1,-1 0 1,-1-2-30,-2-1 0,0-2 1,3 1-1,-1 2-71,-2 2 1,-5 0 0,3-5 0,1 0 75,-1 0 1,0 0 0,4 0 0,-2 0 110,2 0 0,-1-2 0,1-1 0,-2-3-100,1-2 1,-2 3 0,1-3 0,1 0 14,2 0 1,2 3 0,0-3 0,1 2-85,4 3 0,-9-1 0,4 1 0,-2-2 17,1 2 0,0 2 0,1-1 0,0-1 65,0-2 0,-5 0 0,0 5 0,1 0 59,2 0 1,1 0-1,-3 0 1,-1 0-45,2 0 0,1 0 0,3 0 1,2 0-230,2 0 0,-1 0 1,-4 0-1,0 0 332,0 0 0,1 0 0,2 0 1,2-1-102,-2-4 0,-2 3 0,-1-3 0,-1 2-37,1-2 1,0 4 0,1-4 0,2 2 15,2-2 1,-1 3-1,-4-2 1,2 2-27,2 2 0,-1 0 0,5 0 1,0 0 20,-1 0 1,-4 0 0,4 0-1,-3 0 89,1 0 1,-1 0 0,-4 0 0,0 0-159,0 0 0,-5 0 0,0 0 0,0 0-36,-2 0 0,5-5 0,-4 0 0,0 2 10,1 2 0,0 1 0,5 0 1,0-2-28,0-3 0,0 4 1,-1-4-1,3 2-3,2-2 1,-1 3 0,5-3 0,0 2 47,0-2 0,-1 4 0,3-4 0,-6 3 67,-2 2 1,-1-4 0,2-1 0,2 2-31,-3 1 1,-2 2-1,-3-1 1,-2-3-1,1 0 0,3-1 0,0 5 0,1 0 20,0 0 0,0 0 1,-1 0-1,1-2 26,0-3 0,1 4 0,2-4 1,3 3-125,2 2 1,-5-4 0,2-1 0,-4 2 5,-1 1 1,5-3-1,-1 0 1,-1 1 1,-2-3 1,-1 6 0,0-4 0,-2 3 67,-3 2 1,2 0 0,-6 0 0,1 0 116,0 0 1,3 0 0,-3 0 0,1 0 28,4 0 0,-4 0 1,2 0-1,2 0-28,1 0 0,2 0 1,1 0-1,4 0-85,4 0 0,0-1 0,2-3 1,2-2-86,-2-2 0,0 5 0,3-4 0,0 3 121,0-1 0,0 0 0,-1 5 0,-2 0 13,-2 0 1,-4-2-1,3-1 1,-1-2 16,1 2 0,-5 2 0,3 1 0,0 0-54,4 0 1,2 0 0,4 0 0,2 0-52,0 0 1,8 0 0,-2 0-1,3 0-33,1 0 0,1 0 0,-1 0 0,2 0-38,4 0 1,-3-5 0,6-2 0,-1 1-79,1 0 0,-4-4 1,2 4-1,-3-2-325,-5-4 1,-3 4 0,-2-1 0,-6-1-282,-5 2 0,-8-3 0,1 5 0,-2-1-627,-3 1 0,-4-4 0,-1 6 0,-3 0 1383,-2 3 0,-40-31 0,-12-8 0</inkml:trace>
  <inkml:trace contextRef="#ctx0" brushRef="#br0" timeOffset="1">28371 9755 11181,'0'-14'528,"0"4"1,0 1-203,0-3 1,0 0 0,0-3-1,0 1 1,0-1 0,0 1-1,0 0 214,0-1 0,0-1 1,0-1-1,0-4-336,0-1 1,0 2 0,0-4 0,0 0-48,0 2 1,4-5 0,1 3 0,-2-3 31,-1-2 0,0 2 0,1 1 0,2 2 21,-2-1 0,-2-3 0,-1 1 0,2 2 3,3 1 0,-4 1 0,4-2 0,-3 1-63,-2-2 1,0 4 0,0-2 0,0 0 32,0 1 0,0-2 0,0 4 1,0-1-8,0-4 1,0 1-1,1-1 1,3 2-74,0-2 1,1-1 0,-5-2 0,2 2 0,3 3 0,-4-6 0,6 4 1,-3 1 41,1-2 0,2-1 0,-4 0 0,3-1-8,2 0 0,-5 2 0,4 1 0,-2 2-16,-1-1 0,3-7 0,-4-2 1,2 2-30,-2 2 0,0 1 1,0 0-1,2 1-72,-2-1 1,-1 0 0,-2 0-1,2 0-1,2 1 0,-2-1 0,3 0 1,-4 0-18,-1 1 1,2-1-1,1 0 1,2 0 57,-2 0 0,-1 5 0,-1 1 1,2-3 91,2-1 0,0 0 1,-5 1-1,0 2-74,0-2 0,0 4 0,0-2 0,2-2-71,2-1 0,-2 0 0,3 2 0,-4 1-41,-1-2 1,0 0 0,2 1 0,1 1-8,2-2 0,0 4 0,-5-2 1,0-2 2,0-1 0,0 3 0,0 0 0,0-1 30,0-3 0,0 0 1,0-1-1,0 0 33,0 0 1,5-4 0,-1-1-1,1 2 21,2 2 0,-6 1 0,6 0 0,-3 1-16,1-1 1,0 0 0,-5 0-1,0 2-8,0 3 0,0-2 0,0 6 0,0-1-99,0 0 0,0 2 0,0 5 0,0-2-256,0-4 1,0 4 0,0-3-1,0 3-358,0 2 0,0-1 0,0 1 0,2 1-727,2 4 1,-2-4-894,3 3 1,-2 4 2309,2 1 0,-4-3 0,6 0 0</inkml:trace>
  <inkml:trace contextRef="#ctx0" brushRef="#br0" timeOffset="2">25220 9942 7723,'0'-14'512,"0"4"1,0 1-1,0-3 1,0 0 205,0-3 1,-2 7 0,-1 2 52,-2 0-547,-6 4 0,8-4 1,-7 6-1,-1 0 1,-2 0 253,-1 0 1,0 0-1,-1 0 1,-1 0-139,-3 0 0,1 4 1,-6 1-1,1-2 26,0-1 0,-4 3 1,3 0-1,-3-2-29,-2-2 1,0-1 0,0 0 0,1 0-81,-1 0 1,2 0 0,1 0 0,2 0-79,-1 0 0,2 0 1,1 0-1,0 0-2,-1 0 1,4-4 0,-3-1-1,-1 0-122,1-1 0,3 2 1,-4-4-1,1 0 51,-1 0 0,4 4 1,-3-4-1,0 0-790,-1 0 0,6 3 1,-4-3-1,2 0-2032,-1 0 0,1 5 2716,5-2 0,6 3 0,1 2 0</inkml:trace>
  <inkml:trace contextRef="#ctx0" brushRef="#br0" timeOffset="3">31651 9511 7790,'1'-8'1032,"4"3"0,3 3 0,8 2 0,2 0-296,1 0 0,5 0 1,-3 0-1,1 0 85,4 0 0,6 5 0,3 1 0,2 1 835,3-1-1400,1 5 0,7-7 1,2 4-1,1-2 1,2-1-1,-2 0 1,-3-1 284,-4 0 1,0-3 0,-1-1 0,-3 0-327,-7 0 1,1 0-1,-12 0 1,1 0-228,-4 0 1,-3 0-828,-2 0 1,-4-5-1,-2-1-145,-2-2 1,-3 0 0,-7-3 0,-6 1-4248,-3-1 5231,-1-2 0,-37-11 0,-15-5 0,-5-2 0,0 0 0</inkml:trace>
  <inkml:trace contextRef="#ctx0" brushRef="#br0" timeOffset="4">23911 9870 7814,'-15'0'95,"1"0"1,0 0 0,-1 0 0,1 0 707,-1 0 1,6 0-1,-1 0 286,-1 0-846,5 0 0,1 0 0,10 0 0,4 0 644,4 0 1,3 0-127,3 0 0,4 0 0,5 0 0,3 0 0,2 0 0,7-1 196,7-4 0,4-1 0,6-6 1,2 3-514,4-2 1,-2-2-1,6-2 1,0 1-210,-2 0 1,-1 4-1,-8 2 1,-1 0-138,-3 0 0,-7 5 0,-2-2 0,-8 3-64,-4 2 1,-7-4 0,-2-1-498,-1 2 410,-2-5 0,-12 6 1,-7-3 305,-8 4 1,-5 1 0,-3 0-1,-3 0-286,-5 0 0,-4 0 0,-2 0 0,-4 0-133,-4 0 1,-8 1 0,-2 2 0,0 4-90,-2 1 1,-1-3-1,-8 3 1,-2 0-118,-1 0 0,0 0 1,4 3-1,2-3 306,3-2 1,2 4-1,11-4 1,10 1 843,6-1 0,14-1-667,15-5 1,9 0-1,17 0 1,4 0-55,8 0 0,7-2 0,7-1 0,1-3-97,-1-2 0,1 3 0,1-5 0,0 1 233,-1 1 1,2 0 0,-7 4 0,2 0 24,-3 0 1,4 3 0,-5 1 0,-1 0-134,-7 0 1,-1 0 0,-9 0 0,-1 1 38,-1 4 0,-14-3 0,-4 4-58,-5 1 1,-5-6 0,-8 6 211,-4-1 0,-10-4 0,-7 4 1,-6-1-355,-6 0 1,-4 1-1,-3-3 1,-1 2-234,-2-2 1,-11-1-1,1-2 1,1 0 17,2 0 0,-5 0 1,1 0-1,-4-2-24,-1-3 1,4 2-1,8-5 1,11 0 174,10 0 0,7 5 157,15-2 1,12 4 0,23 1-1,7 1-76,10 4 0,7-3 0,8 2 1,1-2 126,3-2 1,7 5-1,4 0 1,-4-2 30,-3-2 0,2-1 0,-1-1 0,4-2-23,1-2 0,-8 0 1,-7 3-1,-7-1-43,-6-2 0,-4 1 0,-6 2 0,-10-1 70,-6-2 0,-14 0 98,-8 5 1,-6 0 0,-16 0 0,-4 0 40,-7 0 1,-4 7-1,-4 1 1,-3 1-368,-5 1 1,-3-2-1,-1 3 1,-1-1-117,1 1 0,6-3 0,3 0 0,4-2-215,6-3 1,4 1 115,10 0 0,18-4 0,16 2 0,12-7 78,10-3 1,10 3-1,7-4 1,2-1 165,4 2 1,-1-3-1,-1 5 1,-4-1 179,1 1 0,-4-1 0,5 4 0,1-2 85,-1 2 1,-5-3 0,2 1-1,-5 2 8,-4 1 0,0 2 0,-5 0 0,-4 0 194,-4 0 0,-7 2-135,-9 3 0,-5-4 0,-12 6 0,-6-3 153,-4 1 1,-14 6 0,1-1 0,-5 1-357,-5-1 1,-3 3 0,-5-5-1,-3 1-16,-1 1 0,-3-2 1,3 1-1,1-2-113,3-1 1,5-4-1,5 2 1,6-2-178,6-2 1,12-2-1,12-2-166,10-6 1,10-1 0,15 0 0,6 3 205,2 1 1,4-2-1,3 2 1,3 1 124,0 0 0,4 1 1,-6 5-1,2 0 200,4 0 1,-1 0 0,-1 0 0,-5 0 446,-3 0 0,-9 1 0,-4 4 444,-6 5 0,-12-2-669,-9 1 1,-10-1 0,-4 4 0,-6-4-169,-4-2 1,3 0 0,-3-2-1281,3 0 0,2 1-615,-1-5 0,7-2 0,3-2 0,5-4-3304,5 0 5053,3-5 0,26-33 0,4-17 0</inkml:trace>
  <inkml:trace contextRef="#ctx0" brushRef="#br0" timeOffset="5">25882 9554 7787,'0'-15'2126,"0"6"-1210,0-1 1,1 7-624,4-2 1,3 8 0,7 4 0,-3 2 0,-1 6 0,-1 4 0,1 3 0,2 4 0,0 3 0,-4 3 514,-4 1 0,-3 7 0,-2-1 0,0 4-538,0 5 1,0-5 0,-2 2-1,-3-5-69,-4 0 0,-4-5 1,0-3-1,2-5 19,1-3 1,7-11 0,-3-1-162,0-4 1,4-4-1,-3-9-151,4-5 1,2-7 0,2-4-1,2-1-34,-2-4 1,0-6-1,1-3 1,0-2 35,0-3 0,-4-2 1,-4-1-1,-2 2-1,-2 2 0,3-2 0,-3 4 0,2 2 78,3 6 0,-4 7 1,3 7 54,0 1 1,3 9 0,1 8 96,0 10 1,1 13 0,3 1-1,2 6 53,2 4 0,-3 2 0,3 4 0,0 0-1,0 0 0,-5-5 0,2-1 1,-2-2 57,2-3 1,-4 0 0,4-1 0,-3-1-42,-2-3 0,0-6 0,0 1 0,0-1-123,0-3 1,-5-7-1,-2-3-200,-1-2 0,5-2 0,-2-9-133,4-5 0,1-4 1,0-5-1,0-5-13,0-4 1,0-7 0,0-3 0,0-4-104,0-1 1,1-5-1,3 0 1,0 2 76,0 1 1,-1 2 0,0 1 0,2 4 197,-2 4 1,0 6 290,2 4 0,-3 11 0,2 13 0,-2 11 48,-2 12 0,0 2 0,0 15 1,0 3-92,0 4 1,0 1-1,0-5 1,0 0 68,0 0 0,-5 0 1,0-1-1,2-2-136,2-2 0,1-8 0,-2 1 0,-1-6 221,-2 1-193,0-5 1,5-8-98,0-13 1,0-7-1,0-9 1,0-5-58,0-7 0,0-3 0,2-7 0,1-2-296,2-2 0,0-9 0,-4-3 1,2-4 60,2 2 1,0 4-1,-5-1 1,0 5 142,0 3 0,0 15 1,0 6 236,0 6 1,0 13 0,0 9 4,0 8 1,0 12 0,2-1 0,1 1-55,2 0 0,4-2 0,-4 2 0,0-3-95,1 0 0,-3-5 0,5 3 0,0-5-282,0-4 0,-3 3 0,5-5-1285,1 0 1,-3 3 1599,2-6 0,-40-25 0,-20-13 0,1-3 0,0 0 0</inkml:trace>
  <inkml:trace contextRef="#ctx0" brushRef="#br0" timeOffset="6">4805 6734 7678,'-14'0'-94,"-1"1"855,1 4 0,4-3 1142,1 2 515,5-2-1741,-2-2 0,8-5 0,1-1-94,2-2 0,1 5 1,-3-4 103,2 1 0,6 4-420,-1-2 0,-2 4 0,0 4-148,-2 6 0,4 3 1,-5 1-1,-2 0-31,-2 1 1,-1-6 0,0 1-682,0 1-158,0 2 1,-1-5 312,-4-3 0,2-5 1,-7-5 115,-1-5 0,5-2 0,1-3 373,3 1 0,2-1 686,0 1 0,0 4 527,0 1 0,2 6-436,3-2 1,3 10-577,6 4 0,-6-1-154,-3 2 0,-4-1-352,-1 6 1,0-6-561,0 1 1,-1-2-1524,-4 2-1991,3-4 4328,-4-6 0,-7-6 0,-3-2 0</inkml:trace>
  <inkml:trace contextRef="#ctx0" brushRef="#br0" timeOffset="7">25479 10921 7760,'-24'12'336,"0"0"0,0-3 0,2 1 0,2-1 1163,4 1 0,10-7 0,6 2-800,8-3 0,11-4 0,5-3 0,3-3-47,2 0 0,2-3 0,2 5 0,4-1 50,0 1 1,-1-1 0,-4 4 0,4-2-96,0 2 1,-4-3-1,2 1 1,-4 2-375,-1 1 0,0 1 0,0-3 1,-2 0-680,-3 0 0,-8 3 0,-7 1-652,2 0 0,-4 6-2198,-2 4 0,-5 1-1819,-5-1 5115,-3-4 0,-39-25 0,-7-5 0</inkml:trace>
  <inkml:trace contextRef="#ctx0" brushRef="#br0" timeOffset="8">26285 10547 7760,'-7'-8'371,"-1"-4"846,-6 8 0,7-1 1,7 5-145,8 0 1,7 6 0,4 4 0,5 3-390,3 1 0,7 0 1,1 1-1,0 1-318,0 3 1,4-2-1,-6 6 1,-1-1-155,-2 1 0,-2 2 0,-6 7 0,-8 3 58,-7 2 1,-7 1 0,-8 6 0,-11 0-227,-13 4 0,-10-3 0,-6 3 0,-5-5 32,-3-4 0,4 1 0,1-7 0,1-2-411,4-6 1,9-6 0,8-9-1,8-5 125,5-4 0,8-9 0,4-6 0,2-7 168,2-1 1,6-5-1,6 4 1,3-1 204,5 0 0,5 7 1,-1-1-1,5 5 192,5 4 1,-4 5 0,4 0-1,-4 2-111,-1 2 0,-1 2 0,1 2 0,-2 8-1048,-3 5 1,-3 1-1,-6 4 1,1 1 803,3-1 0,35-43 0,15-6 0</inkml:trace>
  <inkml:trace contextRef="#ctx0" brushRef="#br0" timeOffset="9">31090 9309 7828,'-7'-13'903,"-2"4"1,-2 2 2724,1 1-3124,4 4 1,6 2 0,0 10 0,0 3-27,0 1 0,0 2 0,0 3 1,0 4-110,0-1 0,0 5 0,0-3 1,0 3-95,0 2 0,0 0 1,0 0-1,0 1-94,0 4 0,0-9 0,-2 2 0,-1-4-11,-2-6 1,0-1-1,5-1-355,0-1 41,0-6 0,5-3 0,0-10 121,-2-4 1,-1-4 0,-2-2-1,1-1 23,4-3 0,-3-3 1,2-7-1,-2 0 58,-2 1 0,0-6 1,0-1-1,0-2 0,0-3 0,0 3 1,0-1-1,0 0-11,0 1 0,5-3 0,0 6 0,-2 2 147,-2 2 1,-1 8 24,0 2 1,0 14-148,0 11 0,0 9 0,0 15 0,0 1-31,0 4 1,0 3 0,0 6 0,0 0 53,0 0 1,-1 0 0,-2 0-1,-2 1-22,2-1 1,-1-2-1,1-1 1,-2-3-55,2-2 1,2-1 0,1-7 0,0-3-79,0-5 0,0-8 52,0-1 1,4-8-1,1-4 1,0-9 140,1-7 1,-4-7-1,4-1 1,-1-6-72,0-6 0,0-4 1,-4-3-1,3-3-112,0-4 1,1-4 0,-5-2 0,0-1-138,0-3 0,0 4 0,0 2 0,0 11 2,0 10 0,0 11 119,0 5 0,-5 22 0,1 12 0,-1 10-28,-2 9 1,4 3 0,-5 6 0,2 1-84,3 4 0,-4-3 0,2 2 0,2-6-337,2-3 0,1-6 0,0 2 0,0-4-670,0-1 1,0-6 0,0-4 0,0-3 1182,0-2 0,-7-44 0,-1-12 0</inkml:trace>
  <inkml:trace contextRef="#ctx0" brushRef="#br0" timeOffset="10">31205 9482 7828,'-8'-7'893,"-5"6"885,4-4-1173,2 3 1,1 4-1,7 1 1,4 4-1,5-1 1,4 2-1,5-2 530,5 1 0,3-1 1,5-3-1,5 4-638,6 1 0,5-5 0,0 2 0,7-4 102,5-1 1,6 0-1,4 2 1,-3 1-264,-4 2 1,-1 1 0,-3-2 0,-3 2-216,0 2 0,-11-3 0,-4 3 0,-4 0-106,-5 0 1,2-3-1,-6 3 1,-5 0-124,-6 0 1,-9-4-1,-1 4-92,-1-1 1,-6-3 0,0-4 0,-9 0-87,-9 0 1,-4 5-1,-9 0 1,-4-2-265,-8-1 0,-3-2 0,-12-2 0,-6-1 0,-5-2 0,-3-1 0,-1 1 1,-4-3 365,37 5 0,-1-2 0,-4-3 1,0-1-1,0 1 0,-1 1 0,2-1 1,0 0 85,2 0 1,1 0 0,-31-11 0,11 0 0,9 1 475,8 2 0,17 2-34,18-1 1,9 7 0,16 4 0,3 2 29,5 2 0,9 0 0,7 2 0,5 1 19,3 2 0,6 4 1,1-4-1,4 0 94,3 1 0,7-3 1,-2 5-1,3 0-62,2 0 1,0-3-1,2 3 1,1 0-191,2 0 0,-1-3 1,-5 3-1,-3-2-198,0-2 1,-9 2-1,-2-1 1,-9-2 76,-8-1 0,-5-2 0,-7 0 0,-4 0-651,-5 0 0,-10-2 0,-5-1 155,-8-2 0,-5-1 0,-12 2 0,-8-2-87,-8-2 1,-6 5-1,-6-4 1,-7 3 125,-5-1 1,-8-2-1,1 4 1,-6-2 217,-3 2 0,36 0 0,-1 0 0,-38-4 0,39 4 0,1 0 91,-1 0 1,0 0-1,-34-7 1,0 4 0,9-1 217,14 1 1,15-4 0,19 4 0,9-1-76,9 1 1,8-4 0,12 4 0,9 0 11,8-1 0,11 3 1,6 4-1,5 0 40,4 0 1,1 0 0,-2 0 0,4 1 140,-1 4 0,10-4 0,-1 4 1,3-3 44,1-2 0,-37 2 0,-1 1 0,39 1 0,-1 0-193,0-3 0,-9-1 0,-11 0 0,-9 0-935,-4 0 0,-10 0-123,-6 0 0,-15 0 0,-14 0 1,-8 0 1,-4 0 0,-4-1 0,-2-3-2135,-1 0 3037,-7-7 0,-24-2 0,-12-2 0,-8-4 0,0 0 0</inkml:trace>
  <inkml:trace contextRef="#ctx0" brushRef="#br0" timeOffset="11">30860 10676 7820,'-10'-5'0,"2"-1"627,2-2 1,-6 3 0,4-5 656,0-1 0,2-1 0,8-1-737,2 3 0,4-1 0,8 5 0,4-2-16,4-4 0,3 4 1,2 0-1,1 0-63,3 0 0,6 5 0,7-2 1,2 4-86,-1 1 0,2 0 1,-1 1-1,0 6-120,2 7 1,-7 2 0,0 8-1,-10 2-104,-7 1 0,-7 3 0,-9 4 1,-5 3 55,-4-1 0,-9 6 0,-8-4 0,-9 4-735,-7 1 0,-4-1 0,4-4 0,-3-4-211,-1-4 1,2-1-1,-4-2 1,-1-2 228,2-1 1,-4-6 0,4 0 0,-1-6 274,-1-2 0,7-7 0,0 2 1,7-7 200,6-7 1,3-1 0,3-11-1,3 2-55,6 0 0,8-7 0,8 4 1,5-2 367,7 0 0,3 7 0,4-3 1,1 4 438,1 2 0,7 1 0,-1 2 0,0 3-80,0 2 0,2 1 0,-2 6 0,2 4-212,3 5 0,-8 3 1,-2 1-1,-5 0-350,-5 1 1,-4 1 0,-7 1 0,-3 3-418,-5-3 1,-4-1 0,-2-2-3367,-4 1 3699,3-7 0,-11-47 0,5-16 0</inkml:trace>
  <inkml:trace contextRef="#ctx0" brushRef="#br0" timeOffset="12">4834 4878 7869,'-8'-15'732,"1"1"1,7-1-1,0 1 670,0 0 1,2 6 0,1 4 54,2 8-1210,0 10 1,0 16 0,-1 14 0,1 8 0,0 11 0,0 9 0,-3-32 0,-1 1 50,0 3 0,0 2 0,-1 4 0,0 2 0,0 4 0,0 2 0,0 1 0,0 1-179,0 2 0,0 0 0,0-3 0,0 1 0,0 2 0,0 0 0,0-1 0,0 1-79,0 0 1,0-1 0,0-5 0,0 0 0,0-1 0,0 0 0,0-3 0,0 0 37,0-2 0,0 1 0,-1-1 1,0 0-1,0 0 0,-1-1 1,-1 0-1,1-2-49,0-1 0,1-1 0,-2 0 1,-1-2-1,2 0 0,0-1 0,0 0 1,0-1 48,1 41 0,1-9 0,0-1 0,0-9-81,0-9 1,1-3 0,4-6 0,5-4-66,3-9 0,-4-8 1,1-11-1,1-3-7,2-5 1,-1-7 0,0-8 0,-3-12 56,2-13 1,2-20-1,2-20 1,-8 33-1,0-2 55,1-2 1,-2-1 0,0-4 0,-2-2-1,0-4 1,0-2 0,0-5 0,-2-2-89,0-5 0,0 0 0,1 1 0,0-1 0,0-3 0,0 0 0,1-3 0,-1 0-94,0-3 0,0 0 0,0 26 0,1 0 0,-1-1 0,-1-1 1,-1 0-1,1 0 0,-1-26 0,1 1 14,-1 5 1,-1 2 0,0 3-1,0 3 1,0 6 0,0 2 0,0 4-1,0 2-25,0 4 0,0 3 1,0-24-1,0 17 1,0 14 589,0 11 1,0 10 78,0 0 1,0 11 0,0 9 0,0 14-209,0 12 0,0 11 0,0 15 1,0 13-101,0 12 0,0-33 0,0 3 0,0 7 0,0 2 0,0 3 0,0 1-24,0 1 0,0 1 1,0 3-1,0 0 1,0 4-1,0 1 1,0 4-1,0 2-231,0-22 1,0 2 0,0-1 0,0 25 0,0 1 0,0-24 0,0 1 0,0 0 0,0-3 0,0 0 0,0 0-37,1 25 1,-2-1 0,-1 0 0,0 0 0,-1-3 0,1-1 0,-1-3 0,1-2-125,-1-5 1,0-2 0,1-7 0,0-1 0,-1-3 0,-2 0 0,2-3 0,0 1 137,1-3 0,1-1 1,0-3-1,0-3 1,1 30-1,0-12-250,0-10 0,2-12 273,3-8 1,1-16-1,4-18 1,-4-18 8,0-17 0,-4-14 1,3-26-1,-4 35 0,-1-1-13,1-5 1,-2-2 0,-1-10 0,0-2 0,-1-4 0,-1-2 0,0-6 0,0 0-179,-1-2 1,-1-2 0,1 26 0,1-1 0,-1-1 0,-1-5 0,0-1-1,0-2 1,0-5 0,0-1 0,0-2 104,2-6 0,-1-2 0,2 1 0,-1 1 0,1 0 0,2 0 0,0 0 0,2 1 0,0 0 0,0 8 0,1 1 0,0 2-35,1 7 0,0 2 1,1 2-1,2-19 0,0 4 1,1 14-1,1 3 0,-1 4 1,0 2 206,0 6 1,1 1 0,6-29 0,0 4 0,1 2 410,-1 3 0,4 17 0,-2 12 1,-4 14-180,1 12 0,-5 12 0,2 12 1,1 15-148,2 18 0,-5 26 0,-5-29 0,-1 3 0,-1 8 0,-1 2-60,0 9 0,0 2 0,0 4 0,0 2 1,0-22-1,0 2 0,0 0 0,0 2 0,0 0 1,0 1-201,0 1 0,0 1 0,0 1 0,0 4 0,-1 0 0,1 2 0,-2 3 0,1 1 0,-1 0 0,-1 1 0,0 1 0,-1 0 30,0-2 0,0-1 1,-1 0-1,1-2 1,0-1-1,0-1 1,0-5-1,0 0 1,0 0-1,1-3 0,0-1 1,0 1-85,-1-2 1,1 0 0,-1-1 0,-2 17 0,-1-2 0,0-3 0,-1-2-1,2-5 1,0-1 34,1-5 0,0-1 0,-1-2 1,-1-1-1,3-5 0,0-2 1,0-3-1,0-2 47,0 27 0,2-12 0,2-19 641,0-8 0,2-18 0,2-22 0,6-24-289,3-23 1,-6 14 0,0-5-1,0-9 1,-1-4 0,-1-6-1,-1-3-195,-1-6 0,-1-2 0,-1 21 0,0 0 1,-1-2-1,0-6 0,-1-2 0,0-1 1,0-3-1,-1-1 0,-1-1-213,-1-5 1,-1 0 0,0-1-1,0 18 1,0-1 0,0 0 0,-1 0-1,-1-6 1,0 0 0,-1 0 0,1-1-1,0-1 1,0 0 0,-1 0 0,1-1 0,0 0 0,-1 0 0,1 0 0,0 1 0,2 4 0,1 2 0,0 0 0,0 1 0,-1-14 0,1 1 0,0 3 0,1 12 0,0 1 0,1 4-83,0-10 0,1 6 1,0 16-1,0 5 1,1-16-1,0 5 713,0 5 1,2 7 0,1 7 0,3 8-275,2 10 1,-4 8 0,2 12-1,0 12-89,4 14 0,-2 27 1,-4-16-1,0 3 0,0 10 1,0 3-61,0 10 1,0 3-1,-2 6 1,-1 2-1,1-21 1,0 2-1,1 0 1,-2 2-1,1 1 1,-1 1-212,1 2 0,-1 1 0,1 1 0,1 5 0,1 0 0,-1 1 1,-1 1-1,0 1 0,0 0 0,0 0 0,0 1 0,1-1 53,-2-2 1,1-1 0,1-1 0,0-5 0,1 0 0,0-3 0,-1-5 0,-1-1 0,1-2-1,2 22 1,0-3 56,0-5 1,-1-3-1,-1-11 1,-1-3-1,2-5 1,0-2 0,4 31-17,0-14 0,-3-5 0,3-17 0,-2-10 222,-3-10 0,1-14 0,-1-11 0,2-16 0,-2-18 0,-2-22 0,0 19 1,-2-3-1,1-10 0,0-2-83,1-8 1,-2-3 0,-1-10 0,-2-3 0,1 20 0,0-1 0,-1-2-1,0-3 1,-1-1 0,0-1-61,-1-2 0,0-1 0,-1-2 0,0-7 0,-1-1 1,0-2-1,2 15 0,-1-1 0,1 0 0,0-1 1,0-5-1,1 0 0,0-1 0,0-1-18,1-5 0,0 0 1,0-1-1,2 3 0,0 7 1,1 2-1,1 0 0,0 2 1,-1 4-1,1 1 1,1 2-1,0 1 0,2-6 1,1 2-1,0 4-230,4-13 0,2 7 0,-1 20 0,0 6 356,0-8 1,-4 25-1201,-10 14 1,4 12 0,-4 8 1411,3 7 1,-4 36-1,-2 15 1</inkml:trace>
  <inkml:trace contextRef="#ctx0" brushRef="#br0" timeOffset="13">3179 7194 7885,'0'19'0,"0"0"81,0-1 1,0-2 0,0-2-1,0 1 1,0-1 0,0 1 2273,0-1-1824,0-6 1,0-3 0,0-10-1,0-6 513,0-7-723,0-4 1,0-13 0,0-4 0,0-4 0,0-5 0,0-6 0,0-7 517,0-6 1,0-3 0,0-4 0,0-4-621,0 35 1,0-1-1,0-4 1,0-3 0,1-3-1,0-2 1,0 0-1,1 0-294,0 1 1,1 0-1,0-1 1,-1 1 0,-2 5-1,0 0 1,0 2 0,0 1-42,0 2 0,0 1 0,1-22 1,2 14-1,2 15-325,-2 11 283,-1 12 0,0 15 0,1 14 0,3 7-13,2 5 0,-5 7 0,4 3 0,-2 3-61,-1 4 0,3 11 0,-4 2 0,3 10 68,2 9 0,-6-36 0,0 1 0,1 4 1,0 1-1,0 3 0,-1 0-109,0 2 1,1 2-1,-1 1 1,0 0-1,-1 4 1,-2 0-1,1-1 1,0 1 110,0-1 0,0 1 0,0-1 1,0 1-1,0-2 0,-1 0 1,-1-4-1,1 0 214,-2-6 1,1-1-1,-3 30 1,5-13-1,0-6 499,0-8 1,0-3-1,2-18-240,2-9 1,-2-10 0,3-13-95,-4-5 0,-1-10 0,0-9 1,0-10 32,0-7 1,-4-10 0,-3-9 0,-1-4-59,-3-5 0,7 33 1,0-1-1,-1-1 1,0 0-1,0-3 1,1-1-76,0 0 0,0 0 0,-2-3 1,1-1-1,1 0 0,1 0 0,0-5 1,0 0-240,0-3 1,-1-1-1,2-4 1,0-1-1,1 3 1,2 1-1,-1 2 1,0 1 44,0 3 1,0 1-1,0 7 1,0 0-1,0 4 1,0 1-1,0-28-256,0 16 1,1 23 441,4 22 0,-3 15 0,2 13 1,-2 15-185,-2 11 1,0 7 0,0 12 0,0 8-22,0 8 1,2-38 0,1 1 0,-1 0 0,1 0 0,-1 1 0,0 0-81,2 1 1,-1 1 0,-2 3 0,-1 1 0,3 3 0,-1 0 0,-1 0 0,0 0-77,-1 0 1,0 1-1,0 0 1,0 0-1,0 4 1,0-1-1,0 0 1,0 0 148,0-1 0,0-2 0,0-3 1,0-3-1,0-4 0,0-3 0,0 33 73,0-10 0,0-13 0,0-10 0,1-12-365,4-13 0,3-10 0,8-12 1,2-8-660,1-9 0,-1-10 1054,-9-6 0,-2-1 0,-7-1 0,0-2 0,0-4 0</inkml:trace>
  <inkml:trace contextRef="#ctx0" brushRef="#br0" timeOffset="14">4877 4072 7825,'-13'1'603,"4"4"0,-3 3 0,8 7 1,0 1-291,3 3 0,-4-2 0,0 6 1,2-1-1,1 1 0,2 1 1,-1 0-1,-2-2 524,-2-1 0,0-2-517,5-5 1,0-7-278,0-7-22,0-7 1,2-15-1,1-7 1,3-8-1,2-4 1,3-4-1,1-1 139,-3-2 1,4 0-1,-3 6 1,2 2 54,3 2 1,-1 6 0,0 0-1,1 8 80,-1 9 0,1 7 1,-1 12-126,0 5 0,-6 9 0,-1 14 0,-2 3-95,-1 2 0,1 1 1,-5 4-1,0-2-101,0-2 1,-5-6-1,-1 2 1,0-4-15,-1-1 0,-2-2 1,4-3-1,0-7-453,-1-5 330,4 0 1,-4-18 0,7-4 0,2-10 135,2-7 1,6-7-1,-1-1 1,3-2 237,1-3 0,1 5 0,-1 1 0,2 4 159,3 1 0,-3 7 1,3 3-1,-3 4 116,-1 6 1,-1 2 0,-1 9 0,-2 3-45,-1 4 0,-2 10 0,1 5 0,-2 4-303,-1 0 0,-4 1 0,2 0 1,-2 0-400,-2-1 0,-2 1 0,-1-2 0,-2-3-3017,2-4 0,2-4 376,1-2 0,1-8 2901,4-6 0,3-64 0,-1 21 0,0 0 0</inkml:trace>
  <inkml:trace contextRef="#ctx0" brushRef="#br0" timeOffset="15">5467 3899 7825,'-15'0'0,"1"0"0,0 0 0,-1 2 1067,1 3 1,4-2 0,1 8 0,-3 5 81,0 6 1,2 6-1,2 2 1,0 2-497,0 1 1,5 6-1,-2-4 1,4 0-296,1 0 0,6-7 1,4-9-1,4-5-192,5-4 1,-1-4 0,6-9-1,1-5-151,2-7 0,-3-8 1,-1-3-1,-1-6 63,1-6 0,-6 1 0,1 0 1,-7 0 160,-6 1 0,-4-1 1,-1-3-1,-1 3-100,-4 2 0,-10 6 1,-8 7-1,-6 2-919,-5 8 0,9 4 1,-3 9-1,6 6-1022,4 7 1,9 7 0,4 9 0,5 2-224,5 2 0,9 4 2025,10-4 0,-3-7 0,0-6 0</inkml:trace>
  <inkml:trace contextRef="#ctx0" brushRef="#br0" timeOffset="16">5726 4302 7813,'-15'0'395,"6"0"0,-1-2 0,1-2 407,1-6 1,1-3 0,7-3 0,0-4-290,0-9 0,2-2 0,3-7 0,4-2 57,4-2 1,3-1 0,2 2 0,1 2 344,-2 6 0,4 9 0,-2 5 0,-1 3-601,-2 1 1,-2 7 0,1 3-1,-1 4-900,0 1 1,6 6 0,-3 5-1,-2 5-575,-4 4 1,-6 4 0,3-4 0,-2 3-687,-3 2 1,4 1 0,-3-2-1,-1-3 1847,-1-1 0,-2-4 0,0 4 0,0-4 0,0-2 0,0 0-64,0 1 1,6-2 0,4-4 961,3-4 1,1-8 0,2-4 0,2-1 268,1-3 1,2-3-1,-2-4 1,5-1-482,3 1 0,-3-2 0,-2-1 0,1 0-327,-1 0 1,-4-3 0,-1 5-1,-4 2-346,-3 1 0,-9 3 1,-1 3-193,-8 5 1,-12 4 0,-8 4 0,-5 5-232,-4 6 1,-1 12-1,-4 1 1,4 5 607,4 0 1,4 3 0,3-1 0,1-1 318,2 3 1,13-1 0,1 3-1,9-3-47,6 0 1,9-9 0,12 1-1,5-6-410,8-8 1,2 0 0,4-9-1,2 0-562,0-3 1,1-2 0,-6-4 0,-2-5-662,-2-3 0,-10-1 0,-1 0 1163,-5-1 0,-35-18 0,-12-6 0</inkml:trace>
  <inkml:trace contextRef="#ctx0" brushRef="#br0" timeOffset="17">28500 6619 7937,'10'0'282,"-1"0"0,-5-2 1863,0-3-898,-2 4 1,-8-12-545,-4 3 0,4 2 0,1-1-112,3-3 1,2 0-1,2-1 1,3 2-209,4 1 0,9 2 0,2-3 0,3 3-216,2 1 1,3 1 0,-1 3 0,-2-2-88,-1 2 0,-4 6 0,2 4 0,-3 0 38,-6 5 1,-4 0-1,-5 4 1,0 2-134,0 1 0,-9 5 0,-5-5 0,-4 1-15,-5 0 1,-4-2 0,-5 4 0,-1-1-212,0-3 172,0-9 1,0 2 0,1-6-103,-1-2 0,2-1 0,3-2 1,6-3-197,7-7 0,0-3 1,6-14-1,2-3-9,1 0 1,9-1 0,2 2-1,4 1 278,1-1 1,1 6 0,-1 4-1,1 3 357,-1 2 1,0 6-1,2 3 1,2 4 138,1 1 1,0 1 0,-4 4 0,-1 5-43,0 2 1,1 9 0,-2 1 0,-2 2-77,-2 0 1,-5 0 0,0 4-1,-2-3-94,-2-1 1,0-6 0,0 3 0,-2-2-93,-2 0 1,-4-2 0,-7-5-1,1-4-154,-1-2 0,1-1 1,0-5-1,-1 0-190,1 0 1,4-8 0,1-5 0,-1-6-230,2-3 0,-3-2 0,6-5 0,2-2-13,1-2 0,2 2 0,0-2 1,0 4 324,0 5 0,2 3 1,3 7-1,4 1 284,4 4 1,1 2 0,1 7 0,-1 2 169,1 3 1,-1 3 0,-1 8 0,-2 1 115,-1 2 0,-6 2 0,4-3 0,-1 2 66,-4 3 0,-1-4 1,-2 3-1,0-1-97,0-3 1,-7-1-1,-2 1 1,-4 1-274,-2-1 0,1-4 0,0-3 0,-1-3 91,1-1 0,4-3 1,1-4-722,-3 0 1,1-1 0,2-4 0,4-6-321,3-7 0,2 1 0,0-6 1,2 1 71,3 0 0,-2 4 0,5-1-1764,-2 3 375,5 1 2168,-9 7 0,-28 40 0,-13 16 0</inkml:trace>
  <inkml:trace contextRef="#ctx0" brushRef="#br0" timeOffset="18">1237 15453 7799,'-14'0'525,"4"5"0,2 1 0,0 1 1298,0-1 1,5 0-629,-2-1-468,3-3 0,2 6 1,2-5 180,3 2 0,-2 4 1,7-4-444,1-2 1,-3 4 0,1-3-1,3 0-70,0-3 1,3 1 0,-1 1 0,1 2-55,-1-2 0,0-1 1,1-2-1,-1 0-105,1 0 1,1 0 0,1 0 0,4 0-15,1 0 1,-4-5 0,3-2 0,-2 1-19,0 0 0,5-1 0,-3 4 0,0-3-31,-1-2 1,-1 5 0,-3-4-1,2 2-129,1 1 0,0-3 0,-4 4 0,-1-3 10,1-2 0,-1 3 1,0-3-1,1 0 51,-1 0 0,1-2 0,-1-4 1,-1-1 36,-4 1 0,4 0 0,-3-1 0,1 1-140,-2-1 0,4-1 0,-3-1 0,1-2-2,-1 1 0,1-3 0,-5 1 0,2-1 0,3 0 0,-3 0 0,0 4 0,-1-3 0,-4 3 0,3-4 0,-1 2 0,0 1 0,1 2 0,-4-3 0,3 0 0,-4 1 0,-1 2 0,0-3 0,2 0 0,1 0 0,2-2 0,0 3 0,-5-6 0,0 0 0,0 2 0,0-5 0,0 3 0,0-3 0,0-2 0,0 0 0,0 0 0,0 1 0,0-1 0,0 0 0,0 0 0,0 1 0,0-1 0,0-2 0,0-1 0,0-1 0,0 1 0,0 1 0,0 3 0,0-1 0,0 0 0,0-4 0,0-1 0,0 2 0,0 2 0,0 1 0,0-1 0,0-2 0,0-2 0,0-4 0,0 4 0,0 0 0,0-1 0,-5 3 0,0-4 0,2-1 0,1 0 0,1 3 0,-2-4 0,-2-2 0,2-1 0,-1 2 0,1 2 0,-2 1 0,2-1 0,0 0 0,0-3 0,-2 3 0,2 2 0,1-3 0,2 4 0,0 2 0,0 2 0,0-4 0,0 1 0,0 1 0,0 1 0,0 3 0,0-1 0,0-2 0,0-2 0,0 1 0,0-5 0,0 0 0,0 1 0,0 4 0,2-4 0,1 3 0,2-1 0,1-4 0,-3 4 0,4 2 0,1 2 0,-3 0 0,4-4 0,1-3 0,-2 1 0,4 0 0,-2 8 0,1-1 0,-1 0 0,3-3 0,-4 2 0,4 4 0,1 4 0,-1-4 0,-2 4 0,-1-2 0,1 0 0,2 6 0,1-3 0,1 2 0,-1 0 0,2-5 0,2 5 0,1 1 0,-2 2 0,-1 7 0,0 1 0,2 1 0,1 4 0,0-3 0,-3 1 0,2 2 0,1 1 0,0 2 0,-4 0 0,-1 0 0,0 0 0,1 0 0,-1 2 0,1 1 0,-1 2 0,0 0 0,1-4 0,-1 2 0,1 2 0,-6 0 0,1-3-1491,1 2 1,2-2-1319,1 3 1,-4 1-175,-1-1 2983,-6 0 0,-34-5 0,-17 0 0</inkml:trace>
  <inkml:trace contextRef="#ctx0" brushRef="#br0" timeOffset="19">2000 15798 7712,'9'-9'3427,"1"-1"-901,-7 7-1923,3-4 0,-7 12 1,-2 2-1,-2 1-227,2 3 0,-1 2 0,1 1 1,-2 2-57,2 3 1,-3-3 0,1 5 0,2-2-53,1 0 1,-3 1-1,1-6 1,0 0 311,3 1 0,-4-6-188,0 1 1,0-9-1,5-2-78,0-12 0,0-4 0,0-11 1,0-4-86,0-3 1,0-5-1,2-5 1,3 1 30,4 2 0,-1 4 0,2-2 1,1 3-83,2 2 1,1 8-1,1 7 1,-1 5-125,0 0 0,1 7 0,-1 3 0,1 5 11,-1 5 0,0 5 0,-1 9 0,-2 5-11,-1 3 1,-7 2 0,2 0-1,-3-1 8,-2 1 1,0 2-1,0-1 1,0 0 42,0-3 1,0-3 0,0 0 0,-2-3-141,-3 0 1,4-10-100,-4 4 1,3-12 0,2-3 0,0-8 47,0-5 1,0-9-1,2-6 1,1-4 278,2 0 0,6-3 0,-1 2 0,2 1 121,3 1 1,-1 3 0,1 0-1,-1 4-312,0 5 1,1 3 0,1 3 0,1 4-3,2 4 0,1 3 0,-6 2 0,0 2 0,1 3 0,-1 8 0,1 6 0,-3 0 0,-2 2 0,1-4 0,-6 7 0,0 2 0,1 1 0,-4-3 0,2 0 0,-2 0 0,-2-2 0,0 6 0,-2-4 0,-1 1 0,-2-1 0,1 2 0,2-7 0,-1-1-2272,-2-2 0,0-7-7559,5 1 9810,7-7 0,-6-3 0,6-8 0</inkml:trace>
  <inkml:trace contextRef="#ctx0" brushRef="#br0" timeOffset="20">2791 15726 7764,'-10'2'1701,"1"3"0,5 8 0,0 7 1,2 1-541,2 0 1,0 6 0,0 0 0,0 5-891,0 0 1,5-3 0,0-3 0,-1-4-2252,3-1 1,-4-4-1385,7-7 1,-7-7 3363,2-13 0,-16-24 0,-9-11 0,0-10 0,0 1 0</inkml:trace>
  <inkml:trace contextRef="#ctx0" brushRef="#br0" timeOffset="21">2776 15338 14619,'0'14'0,"2"1"103,3-1 1,-2 0 0,7 1 0,2 1-1153,6 3 0,-2-1 0,3 4 1049,-3-1 0,6 22 0,3 10 0,2 2 0,0 0 0</inkml:trace>
  <inkml:trace contextRef="#ctx0" brushRef="#br0" timeOffset="22">3035 15870 7736,'-20'8'731,"4"5"0,-4-5 1656,4 0 1,2-2-1451,0-6 1,6-6 0,3-4 0,5-2-92,5-3 0,-2-4 0,6-2 1,3-1 7,0-4 0,4-1 0,2-2 0,3 1-134,1-1 0,-4 2 0,3 3 0,-2 4-404,0 4 1,5 2-1,-3 1 1,-1 4-317,1 4 0,-2 3 0,-4 4 0,-1 3 0,1 4 0,-3 10 0,-2 5 0,-4 4 0,1 0 0,-6 1 0,4 0 0,-3 0-1370,-2-1 0,1-4 1,3-1-1,0-1-1222,0 1 0,2-11 0,0 1-1298,2-5 3890,-4-3 0,2-37 0,-6-8 0</inkml:trace>
  <inkml:trace contextRef="#ctx0" brushRef="#br0" timeOffset="23">4028 15568 7679,'-9'-8'1067,"-1"3"1,0 2 189,2-2 0,8 4 1,10-4-1,3 5-149,1 5 0,2 1 0,2 5 0,2 0 564,3 5 0,-4-1-1275,5 4 1,-6 2 0,1-2-1,-3 0 1,-2 0 0,1 2-13,-1 2 0,0 0 0,1 5 0,-3-3-852,-2-1 0,1-6 0,-4 1 0,1-3-1494,3-2 0,-3-1 0,1-3 1,3-5-288,0-4 1,1-2 0,-2-6 2247,-1-7 0,17-37 0,7-15 0,-8 16 0,0 1 0,0-1 0</inkml:trace>
  <inkml:trace contextRef="#ctx0" brushRef="#br0" timeOffset="24">4676 15525 7679,'-2'-8'0,"-3"3"1115,-4 3 1,1 4 0,-4 4 0,-2 10 424,-4 12 1,-7 7-1,1 10 1,-5 4-768,-5 9 0,-2 6 1,14-27-1,1 1 1,-1 1-1,0 0-381,1 2 0,-1 0 0,1-1 0,1 0 0,-19 27 0,7-5-96,7-3 1,6-11 0,9-9-1089,5-14 0,5-14 0,5-6 0,6-5-1407,7-5 0,-1-4 0,6-10 2199,-3-5 0,-26-26 0,-13-11 0,-2-5 0,0 0 0</inkml:trace>
  <inkml:trace contextRef="#ctx0" brushRef="#br0" timeOffset="25">3021 11654 7666,'-6'8'611,"2"0"0,-4-3 139,2 5 0,1-2 1,4 1-411,-4 3 0,3 0 0,-3 3 0,4-1 0,1 2 0,0 2 0,0 1 0,0 0 1,0 0 2708,0 0-2720,0 7 1,0-8-1,0 4 1,0-1 0,0-4 282,0-1 1,-2-3 0,-1-5-415,-2-8 1,0-8 0,5-11 0,0-5-12,0-3 0,2-8 1,1-4-1,4-2-11,1-2 1,0-1-1,3 3 1,-2 1-65,3 1 1,0 8 0,3-5 0,-1 4 82,1 4 0,-6 2 0,1 13 1,1 4 8,2 4 0,0 6 0,-2 7 0,-3 8-29,-2 5 1,-1 5 0,-5 6 0,0 3-1,0 2 0,0-5 0,0 1 0,0-2-53,0-3 0,-5 0 0,0-3 0,0-2 55,-1-3 0,3 0-248,-7-6 1,7-8-1,-2-7-155,4-12 0,6-8 1,1-9-1,2-4 14,3-4 1,2 1 0,3-1 0,1-2 265,3-2 1,-1 4 0,-5 1 0,2 3 248,3 7 0,-3 5 0,4 9 1,-4 3 176,-2 6 0,0 4 0,1 6 1,-3 7-481,-2 4 0,1 9 0,-6-2 0,-2 3 0,-1 2 0,3 5 0,-1-1 0,0-1 0,-3-2 0,-1-1 0,0 0 0,0-2 0,0-3 0,0 2 0,0-7 0,0-1-653,0-2 0,2-4 0,1-1-3760,2-1 1,6-7-2440,-1 2 6852,2-3 0,-16-15 0,-6-3 0</inkml:trace>
  <inkml:trace contextRef="#ctx0" brushRef="#br0" timeOffset="26">3913 11424 8148,'0'-14'1736,"-2"4"0,-2 2-1027,-6 2 0,2-4 1,-2 5-1,-1 2-52,-2 2 0,4 2 0,-2 4 1,-4 5-185,-2 2 1,-4 4 0,3 4 0,-2 4-11,-3 3 1,-1 6 0,-3 3 0,1-1 36,2 0 0,7 0 0,-2-3 0,4 2-268,6-2 1,2-4-1,7-4 1,2-4-265,3-4 0,4-9 0,9-2 0,3-5 55,1-5 0,0-4 1,4-10-1,-4-5-72,-1-3 0,3 3 0,-5 0 0,-1-2 78,-2-1 0,-2-2 0,-1 2 0,-2 3 101,-1 5 1,-7 3 0,3 1 106,1 1 0,-6 8 0,4 6-99,-3 8 1,-2 6 0,0 4-1,0 2-129,0 3 0,0 1 0,0 4 0,0 0-629,0-4 1,0 1 0,1-6-1,3-1-1018,0-2 0,6-2 0,-4-1 0,2-2-553,4-1 0,-4-7 1,0 0 2190,-2-6 0,1-31 0,-3-17 0,0-4 0,0 0 0</inkml:trace>
  <inkml:trace contextRef="#ctx0" brushRef="#br0" timeOffset="27">4100 11295 7670,'-6'-8'1534,"-2"1"-212,-7 7 0,7 4 1,3 4-1,4 8 76,1 4 1,6 4 0,2 7 0,2 1-574,-1 1 0,1 7 0,4-1 0,1 1-633,-1-2 0,1 2 0,-3-5 0,0 0-358,-3 0 0,-1-1 0,3-7 0,-1-3-1198,1-5 1,-3-4 0,2-6-2508,1-4 0,2-5 3871,1-5 0,0-60 0,-6 22 0,-1-1 0</inkml:trace>
  <inkml:trace contextRef="#ctx0" brushRef="#br0" timeOffset="28">4460 11338 9128,'-15'-8'1645,"1"2"1,0 6 0,-1 1-473,1 4 0,-2 3 0,-2 8 0,-3 3-269,-1 5 1,-7 5 0,-8 6 0,-2 8-149,-6 8 1,-6 4-1,4-1 1,4-4-283,3-6 1,10 0 0,1-14-1414,8-3 1,13-14-1,8-5 1,8-11-1879,5-12 1,6-1 0,2-8 2816,1-1 0,2-34 0,5-10 0</inkml:trace>
  <inkml:trace contextRef="#ctx0" brushRef="#br0" timeOffset="29">4978 11295 7598,'0'-8'3043,"4"8"0,1 9 0,0 4-2217,1 2 0,2 4 0,5 1 1,-2 3-40,-1 2 0,0 3-733,4 0 1,-4 1 0,-1 0 0,2 0 0,1-2 0,-1-2-787,-2-1 0,-4-11 0,3 2 0,0-4-2986,0-3 0,2-2 3718,4-6 0,8-36 0,2-17 0,4-3 0,-1 0 0</inkml:trace>
  <inkml:trace contextRef="#ctx0" brushRef="#br0" timeOffset="30">5452 11338 7598,'-16'14'602,"-3"1"1,3-1 0,-3 0 0,5 1 888,4-1 1,-4 7-1,1 5 1,-6 6-531,-4 6 0,-1 5 1,-6 5-1,-4 6 140,-4 7 0,1-2 0,-1 4 1,0-4-828,1-2 1,2-4 0,7-3 0,4-6-1011,5-7 1,5-6 0,4-7 0,6-5-2593,2-3 0,4-3-576,2-4 3904,4-2 0,-32-27 0,-9-4 0</inkml:trace>
  <inkml:trace contextRef="#ctx0" brushRef="#br0" timeOffset="31">3640 13295 7727,'-5'-15'231,"0"1"0,2 0 0,1-1 0,2 1 0,0-1 1208,0 1 0,0 0 829,0-1-1650,0 7 0,-1 2 0,-3 7 1,0 4 364,0 5 1,3 7 0,1 4-1,0 2-416,0 2 0,0 2 0,0 4 1,0 1-149,0 1 1,0 1 0,0-5 0,0 1-272,0 4 1,0-4 0,0 3 0,0-2-104,0-2 0,0-1 0,0 0 0,0-3-527,0-1 1,5-6 0,1 1-1939,2-3 0,-3-8 1145,4-3 0,-5-5 1,0-5-1,-2-5-1807,-2-2 3082,0-3 0,-38-6 0,-10-1 0</inkml:trace>
  <inkml:trace contextRef="#ctx0" brushRef="#br0" timeOffset="32">3826 13867 28671,'39'-11'0,"14"-4"0,-5 1 0,-3 1-62,-6 4 1,-5-2 0,-10 6 0,-5 2-1099,-3 1 0,-8 4 0,-3 2-1002,-3 6 0,-2 3 0,-2 3 0,-3 1-2792,-4 2 4954,7-17 0</inkml:trace>
  <inkml:trace contextRef="#ctx0" brushRef="#br0" timeOffset="33">3222 14468 26229,'0'2'26,"0"15"247,0 4 0,0-2 0,0-1-107,0-2 1,0-7 0,2 1-214,3 1 0,3-4 0,6-3 96,1-2 0,1-4 0,1-2 0,2-4 51,-1 0 0,4-5 0,2 3 0,2-3-94,-2-1 1,1 0 0,-4-1-1,2 3-580,2 2 0,-4-1 0,-16 9 410</inkml:trace>
  <inkml:trace contextRef="#ctx0" brushRef="#br0" timeOffset="34">3539 14468 19676,'0'13'162,"2"25"335,1 2-323,2-1 1,-1 1-1,-4-7 1,2-1-828,3-1 1,-2-9-1,7-3 1,1-3-998,1-2 0,-2-6 0,0-3 1,1-5 1649,2-5 0,-12-54 0,-2-19 0</inkml:trace>
  <inkml:trace contextRef="#ctx0" brushRef="#br0" timeOffset="35">6301 13496 7562,'-14'8'16,"4"3"0,1-6 1,-1 0 849,2 1 0,-5-4-45,4 3-149,2-4 0,-1-1 0,5 2 0,-2 3 797,2 4 0,2-1 0,2 2-710,4 1 0,3 0 0,6 0 0,1-3-199,-1-1 1,5 2 0,2-4 0,1 0-21,4 1 1,-2-4 0,2 3-1,1-5-319,-2-5 0,1 2 0,3-5 0,-2 0-242,-3 0 1,1-2 0,-5-3 0,-4 2-899,-5 2 0,2 4-3743,-4-5 2624,-3 7 1,-1-3 421,-10 6 0,-2 6 0,-8 2 567,1 0 0,-2 5 0,-2-4 1049,-1 4 0,-27 16 0,-10 8 0,-3 2 0,-1 0 0</inkml:trace>
  <inkml:trace contextRef="#ctx0" brushRef="#br0" timeOffset="36">6201 13899 7866,'-15'14'373,"1"1"1,1-1-1,2 1 344,1-1 1,7 0-1,-2 1 1,4-1 259,1 1 1,1-3 0,4-1-1,5-1 52,2 1 0,8-4 0,0-3 1,3 0 70,2 0 1,1-2 0,-1 3 0,-1-4-213,2-1 0,1 0 0,2 0 0,0 0-680,-1 0 0,-4 0 0,-1 0 1,-1 0-209,1 0 0,-6 0 0,2 0 0,-3 0-837,-1 0 1,-6-4-1,1-1-1445,1 2 0,-5-1 1,1 1-5541,-1-2 7822,-4 1 0,-72 23 0,22-7 0,0 0 0</inkml:trace>
  <inkml:trace contextRef="#ctx0" brushRef="#br0" timeOffset="37">7582 14460 7806,'-7'10'1354,"-2"-2"1285,-4-2-1995,5-1 0,-3-7 0,6-2 311,2-6 0,-4-4 0,3-4 0,-1-1-113,-2 1 1,6-4 0,-6-2 0,3-5-201,-1-5 1,-5 3 0,4-9-1,-1-4-151,1-2 0,0-8 1,2 3-1,0-2-121,0 0 0,3 0 0,1-4 0,0-1 63,0 1 1,-5 4-1,0 2 1,2 1-434,1 4 0,2-5 0,0 1 0,2 2 0,3 5 0,-2 3 0,7-2 0,1 2 0,2 2 0,1 6 0,2 0 0,2 5 0,1 3 0,1 6 0,-2-1 0,3 5 0,1 4 0,-3-1 0,4 6 0,-1 2 0,1 1 0,-1 2 0,3 0 0,-1 0 0,2 0 0,-5 0 0,-2 2 0,-3 1 0,-2 2 0,1 0 0,-2-4 0,-2 3 0,-2 0 0,-1 3 0,4-4-1012,-3 2 1,-4 1 0,3-1-1373,-2 5 1,-1-2-1,-7 1-1649,-2 2 1,-6 1 4032,-9-3 0,-25 12 0,-11 3 0,-8 0 0,1 0 0</inkml:trace>
  <inkml:trace contextRef="#ctx0" brushRef="#br0" timeOffset="38">7092 13885 7801,'-12'9'1375,"1"-1"-193,1-1 0,8 2 0,2-4 0,8-2-499,5-1 1,8-2 0,3 0 0,3 0 861,2 0 1,6-2-1,3-3 1,4-3-623,1 0 0,0-4 0,0 2 0,-1-3-563,-4-1 1,7 4 0,-7 2 0,-2 0-1021,-4 0 0,-4 5 1,1-2-1,-2 4-684,-3 1 1,-3 0-1,-7 1-2424,1 4 0,-2 3 3768,-4 6 0,-2 1 0,-7-1 0</inkml:trace>
  <inkml:trace contextRef="#ctx0" brushRef="#br0" timeOffset="39">7898 14518 7711,'-14'0'4634,"6"0"-3480,1 0 0,14 6 1,2 4-1,4 2-96,2 3 1,-1 1-1,0 3 1,2 5-393,3 3 1,-1 4-1,4 1 1,1 1-74,-1-1 1,-3 3 0,4 0 0,-1 1-253,1-1 0,-4-6 0,3-7 0,-1 0-278,-4 1 1,-1-6-1,-1 1 1,-2-5-604,-4-4 1,-1-4-1,-5 5-2738,2 1-654,0-5 1,-7-1-1058,-2-10 4989,-4-3 0,-26-45 0,-4-9 0</inkml:trace>
  <inkml:trace contextRef="#ctx0" brushRef="#br0" timeOffset="40">8301 14575 7711,'-2'-14'0,"-1"-1"0,-3 3 1105,-2 2 0,5 2 1,-4 5 29,1-2 0,3 0 0,-5 7-550,1 3 0,-2 4 0,2 10 0,-1 4 415,-3-1 0,-2 10 0,-3-3 0,-1 3-1,-2 3 0,-7-3 0,2 5 0,-3 0-583,-2-1 0,0 3 0,0 2 1,1-1-472,-1-1 1,5-12-1,3 0 1,4-5-1469,4-4 1,10-8 0,3-6-998,8-2 1,6-10-1,4-6 2520,1-9 0,-13-55 0,-7 32 0,1-1 0</inkml:trace>
  <inkml:trace contextRef="#ctx0" brushRef="#br0" timeOffset="41">9063 13093 7689,'-6'-9'291,"-3"-1"0,1 7 1,0-3-1,0 1 0,0 0 1,-4 3 764,0 6 0,-1 4 0,2 6 1,1 0-351,-1 1 1,-2 5-1,-1 4 1,-2 4 895,-4 0-1322,4 8 0,-9-3 0,4 9 0,0 2 0,1 3 0,0 2 0,1 3 430,0-1 0,1 9 0,9-4 0,4 0-420,3-1 0,2-4 0,0 3 0,2-3-193,3-1 1,3-4 0,6-6 0,1-1-141,-1 1 0,0-5 0,1-2 0,-1-2-202,1-3 0,-3 1 1,0-2-1,-3-1-409,2-2 0,-3-6 0,2-1 1,1-4-1433,2-3 1,1-2-1,1 1-3474,-1-4 5560,-6-3 0,-2-47 0,-6-11 0</inkml:trace>
  <inkml:trace contextRef="#ctx0" brushRef="#br0" timeOffset="42">9135 13755 7689,'-9'0'1340,"-1"0"0,7 2 0,0 3-178,6 4 0,5 6 1,6 2-1,1 4-372,-1 1 1,5 2 0,1 5-1,-1 0-322,2 0 1,-5-2-1,3-2 1,-3-1-220,-2 2 0,-1-5 0,-2-1 0,-1 0-528,1-1 0,-5 0 1,-1-5-1,-2-1-2526,2-3 1,-3-2-185,2-3 1,-2-5 2988,-2 0 0,-19-77 0,7 26 0,0 0 0</inkml:trace>
  <inkml:trace contextRef="#ctx0" brushRef="#br0" timeOffset="43">9423 13698 8432,'-14'0'1216,"-1"1"0,1 4 0,0 6-322,-1 7 1,1 4 0,-2 7 0,-2 0-144,-1-1 1,-6 8 0,2 0 0,-1 3-343,0-1 1,2-1-1,-4 1 1,2-4-49,-1-4 0,4-3 0,2-3-765,3-4 1,1-6 0,3-3 0,0-3-2702,3-1 0,4-3 871,-5-4 0,6-1 2234,-6-4 0,-6-22 0,-6-12 0</inkml:trace>
  <inkml:trace contextRef="#ctx0" brushRef="#br0" timeOffset="44">9538 13280 7689,'8'-14'837,"5"0"-1,-3-1 1,2 2-1,3 4 72,-1 4 0,1 5 0,1 6 0,1 7 138,2 5 0,5 12 1,-3 1-1,0 4-457,0 5 1,-1 1-1,-2 4 1,1 3 490,-1 5 1,-7 3 0,-3 1 0,-2 1-366,-2-1 1,-4 1 0,-5-1 0,-6-1-648,-7-3 1,0 1 0,-4-6 0,0-1-69,-1-2 0,1-4 0,-2-4 0,5-7-915,3-4 1,-3-9 0,-1 3 0,3-6-1470,1-4 1,1-4 0,-1-8 2383,-3-2 0,-38-8 0,-17-4 0,19 4 0,0-1 0,1 0 0</inkml:trace>
  <inkml:trace contextRef="#ctx0" brushRef="#br0" timeOffset="45">5395 8705 7747,'0'-15'458,"-5"6"1,0-1 0,4 1 743,4 1 1,5 1 0,6 9 0,2 3 22,3 4 1,-3 6-779,4 4 1,0-2 0,1 7 0,0 0 0,1 0 0,-1 0 100,0 2 1,0 0 0,-4-1-1,2-1-472,-1 2 1,-2 1-1,-3 0 1,-2-1-536,-1-2 0,-6-5 0,4 3 1,-1-1-2855,-4-3 0,-1-2-34,-2-2 3347,0-6 0,-20-27 0,-4-13 0</inkml:trace>
  <inkml:trace contextRef="#ctx0" brushRef="#br0" timeOffset="46">5841 8633 7752,'-10'-5'493,"1"0"1,4 1 0,-5 4 693,-1 0 0,3 4 0,-2 4 1,1 4-486,1 4 1,-10 7 0,4 3 0,-4 6-196,-2 6 1,-3 6 0,-7 4 0,-4 4-189,-4 4 1,1-5-1,0-1 1,2-4-87,3-3 0,-1 1 1,4-16-1009,6-5 1,16-14-1074,11-9 1,6-8 0,12-11 0,1-5 1847,-1-3 0,8-34 0,7-7 0</inkml:trace>
  <inkml:trace contextRef="#ctx0" brushRef="#br0" timeOffset="47">5884 8777 8297,'0'-15'1430,"5"6"1,1 1 0,2 1-432,3 4 1,7-3 0,3 1 0,0 2-150,-1 1 1,7 2-1,1 0 1,4 0-497,0 0 0,-2 0 0,-1 0 1,0 2-423,-1 3 0,-1-4 0,-3 6-893,-4-1 0,-6 2 0,-4 6 1,-6 1-3848,-2-1 4808,-2 1 0,-31 9 0,-15 4 0,-2 4 0,0-1 0</inkml:trace>
  <inkml:trace contextRef="#ctx0" brushRef="#br0" timeOffset="48">5956 8935 7752,'-14'0'2589,"-1"0"-1710,7 0 0,8 0 0,11 0 1,7 0-218,6 0 0,-2 0 0,2 0 0,2 2-462,1 2 0,2-2 1,-2 3-1,-1-4-601,-2-1 0,-2 2 1,2 1-1,-3 2-2775,-1-2 3176,-4-1 0,-8 11 0,-9 3 0</inkml:trace>
  <inkml:trace contextRef="#ctx0" brushRef="#br0" timeOffset="49">6560 8734 7741,'-14'0'0,"-1"0"0,1 0 0,4 0 1887,1 0 0,6 6 0,-4 2 0,2 3-886,1 4 1,-1-3 0,5 12-1,0 2-559,0 1 0,0 4 0,0 0 0,1 3-271,4-2 0,-2 2 1,7-4-1,3-4-170,4-4 0,1-4 0,6-9 0,2-4-91,1-3 0,2-6 0,-1-4 0,1-8-209,0-4 0,-7-9 0,-1-6 1,-3-1 113,-4 1 1,-3 2 0,-11 6 0,0 1 121,0 2 0,-11 2 0,-5-4 1,-6 4-321,-9 1 0,1 6 0,-7 7 0,2 2-614,3 3 0,2 1 1,1 4-1,2 1-451,3 2 0,3 4 1448,6-4 0,7 6 0,2-3 0</inkml:trace>
  <inkml:trace contextRef="#ctx0" brushRef="#br0" timeOffset="50">6920 6705 7795,'-7'-8'3017,"4"2"715,-6 6-2700,5 0-809,-2 0 1,16 1 0,1 2-1,-2 4 216,-1 1 1,-1 1-1,-4 6-277,2-1 0,0 0 1,-5 1-1,-2-1-233,-3 1 0,2-6 0,-7 1-174,-1 1 1,3-5 0,-1-1-49,-3-3 0,6-4 0,1-3 81,4-4 1,1-4 0,0-1-1,1-1 310,4 1 1,-2-1-1,7 1 1,1 1 283,2 4 1,-4-2-1,1 4 335,1-1 1,2 5-366,1-2 1,-4 5-1,-2 5 1,-2 5-232,-2 2 1,-3 3 0,-1-1 0,-1 2-123,-4 3 1,3-3-1,-4 2 1,1-5-115,0-4 0,-4 1 0,2 3-392,-1-4 1,3-2 204,-4-7 1,6-2 0,-2-3 0,3-4-232,2-4 0,0-2 1,0 1-1,0-2-188,0-3 0,2 8 0,1-4 1,3 2-343,2 1 1,0 2 0,4 2 1062,-3 2 0,15 35 0,7 20 0,4 3 0,0 0 0</inkml:trace>
  <inkml:trace contextRef="#ctx0" brushRef="#br0" timeOffset="51">7610 5626 8140,'-14'-8'1213,"6"1"0,6 15 0,9 5 0,1 6-426,3 4 0,2 1 0,3 5 0,1-1-57,3 1 1,0 0 0,-2 0 0,1-2 233,-1-3-877,-2 3 1,3-5 0,-2 6 0,-2-3 0,-4-3 0,-1-1 0,-1-3-1453,1-2 0,-7-2-5489,2 1 6854,3-7 0,-13-66 0,3-22 0</inkml:trace>
  <inkml:trace contextRef="#ctx0" brushRef="#br0" timeOffset="52">7984 5626 7759,'-23'-8'0,"0"3"586,2 3 0,2 4 0,5 3 1,-1 4 272,1 4 1,0 2 0,-1 1 0,1 3-286,-1 5 0,-4 4 0,-2 4 1,1 4-191,-1 0 0,-5 1 0,4 3 0,-2-1-247,0 0 0,6-5 1,1-4-710,6-4 1,6-10-1,10-2-943,4-7 1,4-12-1,1-6 1515,1-7 0,-1-23 0,1-12 0</inkml:trace>
  <inkml:trace contextRef="#ctx0" brushRef="#br0" timeOffset="53">8071 5727 7733,'-8'-7'2375,"3"6"-1194,10-4 1,3 2-1,6-1 1,2 0-388,3 0 1,4 3-1,4 1 1,-2 0-453,-1 0 0,0 0 0,5 0 0,-2 0-581,-3 0 0,2 0 0,-7 0 0,-1 0-917,-2 0 0,-2 1 165,0 4 0,-7-2 0,-7 7 0,-8 1-2166,-5 2 3157,-8 1 0,-25 8 0,-13 3 0,-8 2 0,1 0 0</inkml:trace>
  <inkml:trace contextRef="#ctx0" brushRef="#br0" timeOffset="54">8042 5928 7733,'-14'0'0,"-1"2"521,1 2 398,-1-2 0,9 9 1,8-6-1,9-2-6,6-1 1,9-2-1,-2 0 1,5 1-448,4 4 1,-2-3-1,2 3 1,-2-2-236,-3 2 0,1-4 1,-2 4-1,-1-4-1060,-2-1 1,-5 5 0,4 0 0,-3-2-4953,-2-1 5781,-9-2 0,-41-26 0,-15-6 0</inkml:trace>
  <inkml:trace contextRef="#ctx0" brushRef="#br0" timeOffset="55">8689 5468 7727,'0'-10'0,"0"0"662,0-1 0,7 5 1,2 1-1,4 3 652,2 2 0,5 0 0,3 2 0,2 3-582,4 4 0,-3 4 1,6 3-1,-7 3-377,-6 5 0,-3 3 0,-3 4 0,-3 2-303,-5 6 0,-5-1 1,-5 4-1,-6 2-251,-7 1 1,-11 0 0,-8-2 0,-1-1-806,0-4 1,4-3-1,-3-8 1,2-3 344,3-4 0,8-11 1,5-6-1,5-6 561,4-6 1,4-12 0,6-6 0,1-5 346,4 0 1,3 1 0,8 4 0,2 2 195,1 1 0,5 11 1,-3 0-1,-1 5 422,1 5 1,5 1 0,-4 2-1,2 2-486,0 3 0,-6 4 1,1 9-1,-3 3-735,-2 1 0,-4-4 1,-2 2-1,0 0-4979,0-1 5333,-5 0 0,-35-11 0,-16-2 0</inkml:trace>
  <inkml:trace contextRef="#ctx0" brushRef="#br0" timeOffset="56">6186 5266 7723,'-1'10'2458,"-4"-1"-2103,3-6 1,-4 5-1,4-4 420,-3 0-458,4 1 1,-6-3 0,7 3-1,0 4 117,0 4 0,0 1 0,0 1 0,-1-1-145,-4 1 1,3 4 0,-2 2 0,2 1-60,2 4 1,0 5 0,0 5-1,0-1-80,0 0 1,-2 5 0,-1-2 0,-2 2-23,2-1 0,2 1 0,1-5 0,0 0 2,0 0 1,0 4 0,0-6-1,0-1-6,0-2 1,0 1 0,0 1 0,0 1-52,0-1 1,0 0 0,-2 0 0,-1 2-27,-2-2 1,0 3-1,4 0 1,-3 0-56,0 1 0,-3 3 0,4 0 1,-3 1-43,-2-2 0,4-1 1,0-5-1,0 2 36,0-3 1,2 5 0,-3-3 0,4-1 21,1-1 0,-2-3 0,-1 1 1,-2 0 18,2 0 0,0-1 1,-1 1-1,0 2-37,0 2 0,1-2 1,0 2-1,-2-3-68,2-1 0,1-2 1,2 1-1,0-3-42,0 1 1,0 3 0,0-9 0,0 3 81,0 2 1,0-2 0,0 1 0,0 0 34,0-2 0,0 4 1,0-6-1,0 3 50,0 2 1,0-2-1,0-1 1,0 0 15,0 1 1,0-1 0,0 2 0,0-3-40,0 0 0,0-4 0,0 7 1,0 2-46,0 1 1,0-3-1,0-2 1,0 1-54,0-1 0,-4 1 1,-1 2-1,2-2-42,1-3 0,2 4 0,0-3 0,0 0 23,0 0 1,0-2 0,0-5 0,0 1-11,0-1 1,0 0 0,0 1 0,0-1 12,0 1 0,0-1 0,0 0 0,0 1-154,0-1 0,0 1 0,0-1-715,0 0 0,0 1-4409,0-1 5368,0-6 0,-13 5 0,-3-5 0</inkml:trace>
  <inkml:trace contextRef="#ctx0" brushRef="#br0" timeOffset="57">18746 3093 8473,'-7'-8'2505,"4"2"-1383,-6 6 1,5 8-397,0 6 0,4 2 0,3 7 0,3-1 0,2 1 0,3 2 533,2 2 1,2 4 0,-1 2-944,0 6 1,2-3 0,2 3 0,3 1 0,1 1 956,4 3-1122,-6-1 0,8 0 0,-6-2 0,2-1 0,-2-3 0,-1-2 0,-2-3-305,2-1 1,-5-9-1,3-3 1,-3-3-1546,-1-1 1,-1-7 0,0-4 301,1-2 1,-1-4-1,1-2 1,-1-8-974,0-5 2370,-6-6 0,-16-13 0,-9-8 0,-3-2 0,0 0 0</inkml:trace>
  <inkml:trace contextRef="#ctx0" brushRef="#br0" timeOffset="58">19364 3022 8473,'-27'0'0,"3"0"714,5 0 1,3 0-1,2 0 1,-1 1 172,1 4 1,4 5 0,2 7 0,0 5-373,0 6 0,-1-1 0,-6 10 0,-1 1 138,-3 4 0,-5-1 0,-9 12 0,-6 1-194,-2 2 0,-9 2 0,-2-1 0,-4 2-107,27-27 1,0-1-1,-24 26 1,2 1-1,3-7-295,7-1 0,-1-7 0,10 0 1,6-9-1247,10-9 0,12-12 0,13-13-870,10-8 0,13-13 1,7-8 2058,2-7 0,-10-2 0,1-4 0,1-4 0,1 0 0</inkml:trace>
  <inkml:trace contextRef="#ctx0" brushRef="#br0" timeOffset="59">19537 3266 7695,'-13'-1'1557,"2"-3"-436,2 0 0,7-1 1,2 5-1,8-2 1217,5-3-1889,8 4 1,3-7-1,7 5 1,5-2 0,0 0-1,4 0 1,2 0 182,1 2 1,-1 0-1,-2 0 1,-2-2-596,2 2 1,-5 1 0,-1 2-1,-6 0-813,-4 0 1,-8 0 0,-8 2-439,-1 3 1,-4 4 0,-8 9-1,-6 1-126,-7-1 0,-4 4 1340,-7 2 0,13-10 0,4-1 0</inkml:trace>
  <inkml:trace contextRef="#ctx0" brushRef="#br0" timeOffset="60">19451 3669 7694,'-15'2'1076,"1"2"1,12-2-1,10 3 1,13-4 108,13-1 1,6-1-1,3-2 1,2-2-568,3 2 1,3-4 0,5 2 0,-2 1-388,-1-3 0,-7 6 0,1-4 0,-6 3 17,-3 2 0,-7 0 0,-2-1 0,-9-3-911,-4 0 0,-6-1-7125,0 5 7788,-7 0 0,-22-32 0,-13-8 0</inkml:trace>
  <inkml:trace contextRef="#ctx0" brushRef="#br0" timeOffset="61">20616 2662 7686,'2'-7'3984,"1"7"-2668,2 8 1,0 16 0,-5 7 0,0 6-194,0 7 1,0 7-1,0 12 1,0 4-441,0 3 0,0 4 0,0 1 0,0 3-153,0 2 1,0-5 0,0 1-1,0-8-597,0-5 1,0-9 0,0-4 0,0-4-651,0-5 1,1-9 0,2-1-1,2-7-1905,-2-3 0,1-4 2622,0-7 0,-38-15 0,-20-9 0,2-2 0,-1 0 0</inkml:trace>
  <inkml:trace contextRef="#ctx0" brushRef="#br0" timeOffset="62">6085 8230 7775,'-14'6'282,"0"2"1,-1 5-1,1-2 1,1-1 0,2 0-1,3-1 1780,2 1 0,1-5-1439,5 4 1,8-6-1,4 2 1,6-3 995,0-2-1367,4 0 0,-6 0 1,5 0-1,-2 0 0,0 0 1,0 0-1,1 0 178,-1 0 1,0 0 0,-5 0-141,1 0 1,-6 0-177,1 0 1,-7 1-1,0 3 1,-6 0-259,-7 0 1,-2 2 0,-4-1 0,-2-2-97,-1-1 0,-5-2 0,5 0 1,1 0-1,2 0 0,2 0 0,-1 0 0,3-2-54,2-3 1,-1 2 295,6-7 1,2 7 0,8-2 230,4 4 1,-1 1 0,2 0-1,3 0 132,4 0 0,-1 1 0,3 3 1,-3 0-6,-1 0 0,1-1 0,1 0 0,2 2-209,-1-2 0,-2-1 0,-2-2 1,1 0-840,-1 0 1,1 0-1,-1 0 1,0-2-1326,1-3 0,-1-3 1,1-8 2012,-1-3 0,-34-36 0,-16-15 0,11 18 0,1 0 0,-1 0 0</inkml:trace>
  <inkml:trace contextRef="#ctx0" brushRef="#br0" timeOffset="63">6301 5280 7816,'0'-14'1209,"0"0"0,2 6 1,3 3-1,4 3-636,4 2 0,1 2 0,1 1 1,1 4-222,3 0 1,-3 1-1,3 4 1,-3-4-139,-2-2 0,1 4 1,-1-4-1,1 0 64,-1 1 1,-4 2-189,-1-4 0,-6 2 1,1-4-205,-8 2 0,-5-1 0,-9-4 1,-3 2-181,-1 3 0,-2-4 0,-5 4 0,1-3 38,-1-2 0,2 0 1,3 0-1,4-2-215,4-3 609,2 4 0,8-10 361,6 6 1,8 0-1,9 5 1,2 0 67,-1 0 1,3 0-1,0 0 1,-1 0-140,1 0 0,3 0 0,-5 0 0,0 2-303,2 2 1,0-2-1,3 3 1,-5-4-451,-3-1 0,3 2 0,1 1 0,-3 2-1222,-1-2 1,-1-1-1,-1-2-2574,0 0 4121,1 0 0,-58 13 0,-15 3 0</inkml:trace>
  <inkml:trace contextRef="#ctx0" brushRef="#br0" timeOffset="64">18616 6302 7870,'0'10'-388,"0"-1"1713,0 2 0,0-3-289,0 2-476,0 0 1,-4-1 0,-3 1 0,-1 1 177,-3 2 1,3 1 0,-2 1 0,-1-1-279,-2 0 0,-1 7 1,0 3-1,-1 3-83,1 2 0,1 5 1,2-1-1,3 1-119,2 1 0,1-5 0,5 4 0,3-5-48,7-5 1,2-4-1,15-7 1,7-2 150,6-1 0,2-7 0,10 2 0,6-3 54,7-2 0,3-5 0,10-2 0,2 1-225,-37 3 1,0 0-1,2-1 1,0 1-1,3 1 1,1 1-1,1-1 1,-1-1-94,0 1 1,0 1-1,-3 0 1,0 0-1,2 1 1,0 0-1,2 0 1,0 0 15,1 0 1,1 0-1,-1 0 1,-1 0 0,1 0-1,0 0 1,-2 0 0,0 0-60,0 1 1,-1-2-1,2-1 1,0 0-1,0-1 1,0 1-1,0 0 1,-1 1-55,0 0 0,-2 0 0,0 1 0,-1 0 0,-3 0 0,0 0 0,1 0 0,0 0 0,2 0 0,-1 0 0,-1 0 0,-1 0 0,1 0 0,0 0 0,-3 0 0,1 0 0,-1 0 0,1 0 0,0 3 0,1 0 0,-1 1 0,0 0 0,-1 1 0,0 0 0,36 5 0,-9-2 0,-2 3 0,-1-2 0,1 3 0,-5-1 0,1 0 0,-4-3 0,-6-2 0,6 4 0,-2-5 0,5-2 0,-1-1 0,4 4 0,0 2 0,2 0 0,2-3 0,-8-4 0,-4-1 0,-4 0 0,-1 0 0,2 0 0,3 0 0,-3 0 82,-5 0 0,-3-1 0,-4-3 0,1 0-82,1 0 0,-8 3 0,7 1 0,-6 0-55,-4 0 0,0-5 1,0 0-1,2 2-138,-2 2 1,-2 1 0,-1 0 0,0 0-92,0 0 1,-7 0 0,-3 0 388,-3 0 0,-6 0 237,-1 0 1,-6-2-41,2-3 0,-3 2 1,-2-7-294,0-1 0,1-6 0,3-3 0,2 1-14,2-2 0,2-1 0,4-7 0,2-3-226,3-6 0,-3 3 0,3-12 0,-3-1 253,-1-1 0,4-4 0,2-3 0,-1 2 171,1 1 0,0 7 0,-3-2 0,1 3-172,-2 2 0,-1 1 0,-3 4 0,-2 4-313,-1 4 1,-7 6-1,2 2-840,-3 1 0,-9 8 0,-2 8 0,-6 4-2976,-4 1 4108,3 0 0,-30 10 0,-12 5 0,-1 1 0,0 0 0</inkml:trace>
  <inkml:trace contextRef="#ctx0" brushRef="#br0" timeOffset="65">13984 16618 8530,'0'-9'3584,"0"-1"1,1 2-2712,4-1 0,-2 2 1,7 7-3,1 0 0,2 2 1,1 3-1,2 4 312,4 4 0,2 3-790,7 3 1,-1-1 0,1 6 0,2 1 0,1 2-1,1 2-19,-1 0 1,-2 1-1,-1 1 1,-2-1-259,-3-3 0,2-6 1,-7 2-1,-1-3-501,-2-2 0,-7 3 0,-1-2 0,0-3-1499,0-5 1,-5 2 0,2-4-4891,-3 4 6774,4-5 0,-36-40 0,-4-16 0</inkml:trace>
  <inkml:trace contextRef="#ctx0" brushRef="#br0" timeOffset="66">14617 16431 7900,'-16'-8'0,"-2"4"0,-1 2 978,1 2 0,3 0 1,0 0-1,1 2 399,-1 2 0,-1 6 0,0 8 0,0 2-463,4 3 1,-4 1-1,-4 4 1,3 3-393,1 2 1,-3 4-1,-2 6 1,-1 0-139,-4 1 1,4-3 0,-1-1 0,2-3-413,4-2 1,1-6 0,1-7 0,3-1-2627,2-3 165,-3-9 0,18-2 0,1-11 2489,10-5 0,13-65 0,-10 24 0,-1 0 0</inkml:trace>
  <inkml:trace contextRef="#ctx0" brushRef="#br0" timeOffset="67">14775 15985 7900,'-6'-12'0,"-2"0"452,0 3 0,1-1 0,7-4 1196,0-1 0,2 1 0,4 0 1181,9-1-2471,-1 1 1,8 4 0,-2 2-1,2 2 1,2 1 0,0 0-1,2 0 249,1 2 0,-5 2 0,-1 2 1,-2 4-255,0 5 0,-4 4 0,-7 5 0,-2 7-208,-3 6 0,-3 0 1,-6 6-1,-7 2-281,-5 2 1,-7 1 0,1 0-1,-3 0-118,-2 0 0,-5-1 1,1-2-1,1-5-298,1-5 1,4 2-1,3-11 1,5-3 217,3-9 1,7-7-1,1-7 1,1-6 115,4-7 0,8-4 0,4-7 1,4 0 351,2 1 0,-1 4 0,0 1 0,1 2 550,-1 4 0,0 3 0,1 2 1,-1 4-63,1 2 1,-1 0 0,0 2-570,1 0 1,-1 4-1,1 6 1,-3 2-1011,-2 3 0,3 2 0,-4 3 0,4 1-1999,1 3 0,1 0 2956,-1 0 0,-6 40 0,-1 17 0</inkml:trace>
  <inkml:trace contextRef="#ctx0" brushRef="#br0" timeOffset="68">15408 16388 7875,'-9'0'2197,"-1"0"362,-1 0-1965,4 0 1,-4 2 0,6 3-1,2 6 1,2 6 0,1 7 0,0 5-1,0 5 1,0 4 771,0 4 1,0 2-1,0 4 1,0 5-1078,0 3 1,0-3-1,0-4 1,0-2-693,0-6 0,0-7 0,0-2 0,1-7-779,4-5 0,-3-9 1,4-3-1302,0-2 1,-2-3 0,4-7 2482,-2-6 0,-33-35 0,-13-9 0</inkml:trace>
  <inkml:trace contextRef="#ctx0" brushRef="#br0" timeOffset="69">15164 16777 7875,'-7'-8'2085,"1"-5"1079,-4 3 0,5 2-1865,10-1 1,3 4 0,8-3 0,3 2-338,5 2 0,3 1 0,2 0 0,0-2-556,0 2 0,0 1 0,-2 2 0,-2 0-1356,-1 0 0,0 2 0,3 1 0,-1 4-1445,-2 1 0,-6-4 1,1 6 2394,-3 1 0,-15 15 0,-2 4 0</inkml:trace>
  <inkml:trace contextRef="#ctx0" brushRef="#br0" timeOffset="70">15739 16633 7875,'-14'0'2457,"6"0"1,8 1-1,9 4 1,4 3-1554,1 0 1,6 5-1,-1-2 1,0 5-921,2 3 0,-5 0 0,3-3 0,-3 2-942,-2 1 0,1 2 0,-1-3 0,0 1-1361,1-2 0,-1-1 2319,1-1 0,18-58 0,6-15 0</inkml:trace>
  <inkml:trace contextRef="#ctx0" brushRef="#br0" timeOffset="71">16142 16690 7875,'-7'-8'1825,"-1"2"0,-4 8-398,2 2 1,-3 6-1,4 8 1,-4 4-283,-1 5 1,-2 0 0,-4 12-1,-4 2-538,-3 6 0,-3 5 0,-2 9 0,-3 0-509,-2-5 1,7 0-1,1-10 1,8-4 183,5-7 1,10-13-1,7-7 53,12-9 0,6-19-335,5-11 0,5-17 0,1-9 0,1-7 0,1-1 0</inkml:trace>
  <inkml:trace contextRef="#ctx0" brushRef="#br0" timeOffset="72">16286 16057 7813,'-13'-14'1127,"3"-1"1,4 6-1,8 1 1,2 0 719,6 0 0,4 3 0,5-3 1,7 2-977,6 3 1,-2 1 0,6 2 0,-3 0-385,1 0 1,-1 2 0,-4 2-1,-2 8-112,-3 5 1,-3 1 0,-8 7 0,-4 4-401,-4 3 0,-6 8 0,-9 0 1,-11 5-423,-9 3 0,-2 4 0,-8-4 0,-3-1-391,-4-2 1,-1-2 0,7-2-1,2-4-12,6-8 1,7-13-1,4-11 524,1-4 0,8-9 0,10-5 0,6-6 265,7-3 0,4-1 0,4-1 0,1 5 482,-1 3 0,-2 3 0,-2 4 1,2 4 292,3 4 0,-3 1 0,3 0 0,-3 0-467,-1 0 1,1 4 0,1 3 0,3 1-1682,-3 3 1,-4 2 0,-2 1 0,2 0 1433,-2 1 0,-44 38 0,-9 9 0</inkml:trace>
  <inkml:trace contextRef="#ctx0" brushRef="#br0" timeOffset="73">17437 16187 7740,'-15'-8'1015,"1"3"1,-1 3 0,1 2 1262,0 0 1,4 0-1708,1 0 0,4 0 1,-3 2-1,0 3 1,0 4-1,-2 4 1,1 2-1,-1-1 559,-1 0 0,-7 5 0,-3 2 0,-1 2-617,-4 2 0,-1 4 0,-3 3 0,-4 3-116,-4 2 1,1-4-1,-1 4 1,-1 0-250,3 0 1,2-10-1,9 0 1,2-3-149,2-1 0,7-11 0,4 3 0,9-6 0,1 1 0,6-4 0,9-6 0,-1 0 0,5 0 0,2 0 0,1 0 0,4 0 0,1 0 0,3-1 0,2-3 0,2 0 0,6-6 0,-3 5 0,1 2 0,0 1 0,-1-2 0,2-1 0,-6 2 0,-2 1 0,-4 2 0,-2 0 0,-2 2-348,-3 3 0,-7-2 0,-8 6 0,-3 4-843,-2 5 1,0-1 0,-2 6 0,-3-1 1190,-4 0 0,-30 15 0,-7 8 0</inkml:trace>
  <inkml:trace contextRef="#ctx0" brushRef="#br0" timeOffset="74">16804 17151 7740,'-15'0'0,"2"1"2608,4 4 1,4-3-1542,10 3 1,4-4-1,11-2 1,5-3 193,7 0 0,0-3 0,7 2 0,0-3-524,3 0 0,1-4 0,0 2 0,1-1-457,-1 1 0,-2-1 0,-1 5 0,-5-1-867,-4 1 0,-1-4 0,-11 5-1218,-1 2 1,-2 2 0,-3-1 1804,-4-3 0,-22-3 0,-11-6 0</inkml:trace>
  <inkml:trace contextRef="#ctx0" brushRef="#br0" timeOffset="75">18127 16172 7740,'-9'-4'3863,"-1"-1"0,5 0-2458,-4 5 1,5 2 0,0 2 426,2 6-1601,2 3 1,-6 6-1,-2 0 1,-2 0 0,0 2-1,-1 3 1,-1 2 436,-3-2 1,2 3 0,2-3 0,2 1-338,-3-1 0,4 2 0,0-7 1,2-1-101,3-2 0,1-2 0,4 0-80,3 1 0,3-7 0,6-3 0,2-4-92,3-1 1,2 0-1,4 0 1,-2 0-60,-2 0 0,3-5 0,-4-1 0,3 0-275,2-1 0,-4 1 0,-2 3 1,-3-4-1186,-1-1 1,-1 5 0,0-3-1485,1-1 0,-7 4-1717,-3-7 4661,-4 7 0,-20-29 0,-5 0 0</inkml:trace>
  <inkml:trace contextRef="#ctx0" brushRef="#br0" timeOffset="76">18357 16201 7740,'0'-9'502,"-1"1"4398,-4 1-3823,3 2 1,-4 12-1,6 4 1,0 7-314,0 6 0,-5 7 0,-1 5 1,-2 0 505,-3 4 0,3 8 0,-2 5 1,-1 3-1047,-2 2 0,-1-1 0,-1-1 0,3-2-1122,2-1 1,4-6-1,6-1 1,0-6-2670,0-7 1,0-4 3566,0-5 0,0-3 0,0-7 0</inkml:trace>
  <inkml:trace contextRef="#ctx0" brushRef="#br0" timeOffset="77">15610 18129 7788,'-7'-14'3118,"6"6"0,-6 3-2478,7 10 0,7 3 0,2 6 1,4 1 1324,1-1-1556,7 0 0,-5 6 1,3-1-1,-3 0 1,-1 0-1,-1 0 0,0 0 243,1 2 0,-1-5 1,1 5-1,-3-2-490,-2 0 0,1 1 1,-4-6-1590,1 0 0,-4 1-2172,6-1 1,-5-1 3598,4-4 0,-18 4 0,-1-5 0</inkml:trace>
  <inkml:trace contextRef="#ctx0" brushRef="#br0" timeOffset="78">16199 18158 7840,'-14'-8'2309,"0"3"0,-1 5 0,2 5-1352,4 5 0,-4 4 0,5 5 0,-2 5-255,1 3 0,-6 4 1,-5 2-1,-3 6-149,-2 2 0,-4 4 0,-5 1 1,-2 4-354,-1 1 0,-3-5 0,6 2 0,2-5-304,2-4 1,3-1 0,3-9 0,6-7-1630,7-4 0,5-8-1407,6-1 1,6-7 3139,4-2 0,15-19 0,6-12 0</inkml:trace>
  <inkml:trace contextRef="#ctx0" brushRef="#br0" timeOffset="79">16430 17755 7840,'0'-14'411,"0"-1"0,0 1 1,0 0-1,0-1 1,1 1-1,4 1 1,5 2 465,2 1 0,8 5 1,0-3-1,1 2 488,0 3-710,-2 1 1,0 7-1,0 3 1,-1 3 0,-4 7-1,-2 3 1,-4 4-8,-2 2 1,-1 4 0,-5 1 0,-2 3-625,-3 2 1,-7-1 0,-9 4 0,-2-3-169,-2-2 1,-7 4 0,-3-4 0,0-2-495,-1-2 1,-2-1-1,4-11 1,4-3 63,4-5 1,1-4 0,7-9 378,6-3 0,5-7 0,12-9 1,5 0 343,2 0 0,4 2 0,2 5 0,1-1 226,-1 1 1,-1 4-1,1 2 1,1 2 124,-1 3 1,2 1-1,0 2 1,-3 0-511,-1 0 0,-1 2 0,-1 3 1,0 4-1522,1 4 0,-1-2 0,0 2 1531,1 3 0,-7 34 0,-2 4 0</inkml:trace>
  <inkml:trace contextRef="#ctx0" brushRef="#br0" timeOffset="80">17336 17928 7790,'-14'-8'1839,"-1"1"-1144,1 7 1,-1 2 0,1 3 0,1 4 0,2 4 0,3 1 152,2 1 0,-6-1 1,3 2-1,-6 3-130,-4 5 0,2 4 0,-7 0 1,-2 3-138,-1 2 0,-3-1 0,-4 7 0,-4 1-158,-4 1 1,1 1 0,1-5 0,3-7 69,2-5 0,9-7 0,10 0 95,5-7 1,9-5-489,2-6 0,7 0 0,7-1 1,2-3 155,3 0 0,2-1 0,5 5 0,-2-2-131,1-3 0,2 4 0,2-4 1,0 3-126,0 2 0,-1 0 0,1 0 0,2 0 0,2 0 0,-2-4 0,2-1 0,-1 2 0,2 1 0,-4 2 0,4 0 0,-6 0 0,-4 0 0,2 0 0,-7-2 0,-1-1-862,-2-2-4884,-2 1 4031,-6 4 0,-3 0 1,-10 0-1,-5 0 1715,-2 0 0,-34 20 0,-12 11 0,-5 1 0,-1 0 0</inkml:trace>
  <inkml:trace contextRef="#ctx0" brushRef="#br0" timeOffset="81">16832 18791 7795,'-14'-8'0,"0"2"1626,-1 6 1,9 0-555,6 0 0,8 0 1,11 0-1,5 0-57,3 0 0,4-2 0,1-1 0,3-4-137,1-1 1,-2 5-1,3-3 1,0 1-343,-1 0 0,-2-4 0,3 4 0,-2 0-402,-3-1 0,-7 4 0,-2-4 0,-2 1-938,-4 0 0,-1 0 0,-2 5-1295,1 0 1,-6 0 2098,1 0 0,-7 0 0,4 0 0</inkml:trace>
  <inkml:trace contextRef="#ctx0" brushRef="#br0" timeOffset="82">18041 17928 7775,'-14'-15'654,"1"6"1,2 1 0,3 0-1,1 0 4227,4-3-4014,1 4 0,2 7 1,2 11-180,3 7 0,-4 0 0,4 6 1,-3 1-48,-2 2 0,-2 2 0,-3 1 0,-4 2-213,-4 2 0,3 0 1,1-6-1,-2 3-91,-2 2 1,0-4 0,2 0 0,3-8-117,1-5 1,3-2-1,5-1-155,4-4 1,3-2 0,8-7 0,2-2 141,1-3 0,5 2 0,-5-5 1,0 0-47,2 0 1,-5 3-1,3-3 1,-3 2-163,-2 3 0,6-4 0,-1 3-136,-2 0 0,-1-2 0,-1 1-315,-1 2 1,-4 1-1,-1 2-2178,3 0 0,0 0 2629,3 0 0,-26-19 0,-7-5 0</inkml:trace>
  <inkml:trace contextRef="#ctx0" brushRef="#br0" timeOffset="83">18285 17971 7785,'-14'0'1682,"0"0"1,-1 1 0,3 4-709,2 5 0,2 4 0,5 5 0,-2 5 41,2 4 1,1 2-1,1 4 1,-3 4-590,0 3 0,-6 7 0,4 0 0,-1-1-98,1-2 0,-4-2 1,5 0-1,2-2-669,2-2 1,1-6 0,0-9 0,1-3-1171,4 0 0,-2-7 1,7 1-1,-1-7 1511,-1-2 0,-8-24 0,-8 1 0</inkml:trace>
  <inkml:trace contextRef="#ctx0" brushRef="#br0" timeOffset="84">18616 18316 7785,'-8'-6'5294,"2"3"-2149,6-7-2498,6 0 0,2 1 1,8-1-1,4 1 0,2-1 1,2 0-1,0 1 3146,1 1-3472,3-5 1,0 10-1,3-5 1,-1 2 0,1 1-1,-4 0 1,-2 0-156,-2 2 1,2 1 0,-6 2-611,-1 0 1,-2 0 0,-2 0-1884,1 0 0,-6 0 0,1 0-3162,1 0 5489,-4 0 0,-33 13 0,-14 3 0</inkml:trace>
  <inkml:trace contextRef="#ctx0" brushRef="#br0" timeOffset="85">19336 18014 7785,'0'-14'1258,"0"-1"1,1 6-1,4 1 1,5 1 48,2 4 1,4 3 0,2 5 0,1 4-549,-1 4 0,-1 2 1,1 1-1,1 3-188,-1 5 0,-2 3 1,-2 2-1,1 0-284,-1-1 1,-5 1 0,1 0 0,0 0-463,-2-1 0,3 0 0,-5-3 0,1-1-824,-1 2 1,4-5 0,-4-2 0,0-3-6474,1-2 7472,4-6 0,-9 5 0,4-5 0</inkml:trace>
  <inkml:trace contextRef="#ctx0" brushRef="#br0" timeOffset="86">19810 17942 7768,'0'-14'663,"-6"6"1,-2 1 328,0 1 1,-5 4-1,5-1 1,-1 6 238,-1 7 0,1 8 1,-7 2-1,-2 4-221,-1 7 0,-5-1 0,3 8 0,-1 2-840,-4 2 0,-1 6 0,-2 0 0,0-2-647,1-1 1,-1-2 0,0-1 0,2-4-471,3-4 0,9-6 1,11-4 946,2-4 0,2-30 0,0-8 0</inkml:trace>
  <inkml:trace contextRef="#ctx0" brushRef="#br0" timeOffset="87">19882 17654 7768,'0'-22'0,"0"1"0,0 7 0,2-1 361,3 1 1,3 1 0,5 2 0,-1 3 957,3 2 0,-4-4 1,10 5-1,-2 2 34,0 1 0,2 4 1,-4 3-1,3 3-832,-3 0 1,-2 9 0,-4-2 0,-3 1-81,-2 0 0,-1 3 1,-5 2-1,0 1-297,0 4 0,-6-4 0,-6 2 0,-4 2-617,-3 1 1,-5 0 0,3-1 0,-1-4-547,-3-1 0,2 3 0,1-7 0,1-2-110,3-4 1,2-8 887,2 2 1,6-5-1,3-5 1,5-4 260,5-4 1,-2-2 0,7 1-1,1 0 434,2-1 0,1 6 1,1 1-1,-1 1-152,0 4 1,1 1 0,-1 2 0,1 0-784,-1 0 1,0 0 480,1 0 0,-7 7 0,-2 1 0</inkml:trace>
  <inkml:trace contextRef="#ctx0" brushRef="#br0" timeOffset="88">22040 16144 7724,'-6'-8'1210,"4"-5"1,-2 11 0,8-3-654,6 4 1,3 1-1,1 1 1,2 4 560,3 5 1,4 4-681,6 5 0,-5-1 1,-1 6-1,3 2 1,1 1-1,2 1 0,0 3 1,0 1-1,-2 1 1,-2 1 407,-1 1 0,-5-3 1,4 5-1,-2-4-823,-4-5 1,-1-1 0,-1-10-1,-3-2-1966,-2-4-639,3-1 0,-12-4 864,4-6 1,-8-2 0,-3-9 0,-1-3 1717,1-4 0,-18-27 0,0-1 0</inkml:trace>
  <inkml:trace contextRef="#ctx0" brushRef="#br0" timeOffset="89">22817 16014 7778,'-1'-8'1306,"-4"3"1,-1 5 0,-6 7-319,3 7 0,4 2 1,-5 8-1,-1 3-201,-2 5 0,-1 5 0,0 6 0,-1 2-339,1 3 1,-7 5 0,-3 7 0,-5 3 372,-4-3 0,2 0 0,-2-3 0,1 1-591,-2-1 0,4-1 0,-2-3 0,6-7-639,7-6 1,3 0 0,3-8-1,4-5-4875,4-6 2716,3-11 0,7-5 0,0-12 2568,-2-7 0,-27-58 0,8 26 0,0-1 0</inkml:trace>
  <inkml:trace contextRef="#ctx0" brushRef="#br0" timeOffset="90">23465 15913 7740,'-13'-9'175,"2"1"1,1 1 414,-1 4 1,-2 2-1,-1 1 1,-2 0-1,-2 0 1,-1 1 0,0 4-1,0 6 260,0 7 0,-5-1 0,3 7 0,-2 2-247,-2 1 0,-2 7 0,-2 1 0,0 2-89,0 3 1,2 6 0,2 3 0,1 1-87,-2 0 1,7-4-1,3-6 1,6-3-196,4-2 0,3-2 0,7-5 1,6-4-125,3-5 1,8-5-1,1-3 1,2-3-208,0-1 0,0-2 1,5-5-1,-1 0-602,1 0 0,0 0 0,-2 0 0,-1 0-64,-2 0 0,-7 0 0,4-2 0,-2-1-289,0-2 1,-4-6 0,-7 1-1541,-2-3 2593,-1-1 0,-11 0 0,-2-1 0</inkml:trace>
  <inkml:trace contextRef="#ctx0" brushRef="#br0" timeOffset="91">22904 16403 7741,'-15'0'830,"1"0"46,-1 0 0,11-5 1,7-2-277,10-1 0,12 4 1,2-4-1,7 0 143,3 0 0,1 4 1,5-2-1,0 1 40,1 0 1,-6 1 0,0 2 0,1-1-624,-3-2 0,0 0 0,-9 5 0,-3 0-1061,-5 0 1,-3 0-1,-2 0-3897,1 0 4798,-7 0 0,-66-25 0,18 9 0,0 0 0</inkml:trace>
  <inkml:trace contextRef="#ctx0" brushRef="#br0" timeOffset="92">24242 15669 7736,'-2'-10'178,"-3"1"1,-4-1 0,-3 0 0,1 2 0,3 0 0,0 0 1013,0-3 0,5 3 0,-3 0-606,-1 2 1,4-1 0,-6 4 744,-3-2-1098,6 1 0,-7 4 1,4 0-1,-4 0 1,-2 0-1,1 0 1,0 1 267,-1 4 1,-4 1-1,-2 6 1,0-3-292,1 2 1,1 7-1,4 1 1,1-1-28,-1-2 0,1-2 0,0 1 1,1-1-109,3 0 0,4 1 0,6-1 0,0 0-171,0 1 0,1-2 0,4-2 0,3-2 99,0 3 0,5 2 1,-5 4-1,2 1 89,-1-2 0,-6 6 0,3-2-14</inkml:trace>
  <inkml:trace contextRef="#ctx0" brushRef="#br0" timeOffset="93">23910 16226 21221,'-14'49'2,"0"7"-76,0 1 0,-1 1 1,1-1-1,-1-1 92,1-3 1,1-8 0,2-8-1,3-2 46,2-3 0,1-4 0,5-4 0,0-4-51,0-4 1,0-2 0,0 0-1,0 1 44,0-1 1,1-4 0,4-1 43,5 3 0,-2-4 0,1 0 1,3-2-69,0-3 1,3-1 0,1-1-1,1 3 71,3 0 1,-1 1-1,-3-5 1,1 0 66,2 0 0,2-2 0,-3-1 1,1-3-522,-1-2 0,-2 3 0,-2-3 0,0 0-945,1 0 0,-6-1 1,1-6-366,1 1 1,-4-1 0,-3 1 0,-2 0 1659,-2-1 0,-70-12 0,26 12 0,0 0 0</inkml:trace>
  <inkml:trace contextRef="#ctx0" brushRef="#br0" timeOffset="94">23911 16345 7765,'-10'0'0,"1"0"111,-3 0 1,4 0 588,-1 0 0,4 0-314,-5 0 0,7-2 0,-2-2 0,4-6 0,1-3 100,0-1 0,0 4 0,0-1 0,0-3-81,0-4 1,1-7 0,3 2 0,2-2 1,2-4 1,-3 3-1,3-7 1,0 1-80,0-2 0,-3 4 1,3-4-1,-2 4-168,-3 1 1,0 2-1,1 1 1,0 4-20,0 1 1,-3 2 0,1 4 0,1 1-834,2 0 1,0-1-653,-5 1 1,0 0-2247,0-1 591,0 7 2999,6 2 0,-17 12 0,1 2 0</inkml:trace>
  <inkml:trace contextRef="#ctx0" brushRef="#br0" timeOffset="95">24357 16244 7765,'-7'-8'-337,"-2"4"1,-2 0 1035,1 0-334,4 2 413,6-4 1216,0 6 4515,0 0-6444,-7 0 24,6 0 282,-6 0-9,7 0-58,0 0 0,5-2 1,1-1-178,2-2 0,-3 0 0,5 5-89,1 0 0,2 0 0,1 0 1,1-1-30,-1-4 0,-3 3 0,2-3 33,3 4 0,3 1 1,-1 0-1,1 0 16,-2 0 0,-1 0 0,0 0 1,2 0 43,1 0 1,0 0 0,-3-2-1,2-1-16,1-2 0,0 0 1,-4 5-1,-1 0-16,0 0 1,1 0 0,-1 0-218,1 0 1,-1 0-295,0 0 0,-4-4-1798,0-1 232,-7-6 0,3 3-118,-6-7 0,0 6 2125,0-1 0,-32 26 0,-8 2 0</inkml:trace>
  <inkml:trace contextRef="#ctx0" brushRef="#br0" timeOffset="96">25162 16302 7765,'-6'-8'43,"-4"3"277,-2 3 1,2-2 167,0-1 1,7-2 0,-2 3 0,4-6 0,2-1 292,4 1 1,3 2 0,7 5 0,-1-3-391,0-2 1,1 3 0,1-3 0,1 2 19,3 2 1,0-2 0,-2 0 0,1-1-65,-1 1 0,2-1 1,1 4-1,0-2-97,0 2 1,3 2 0,-5 1 0,-1 0-97,-2 0 1,-2 6-1,-1 5 1,-2 7-81,-2 6 1,-5 3 0,0 3 0,-2 4-160,-2 4 0,-6 4 1,-4-1-1,-3-1-87,-1-1 0,4-3 0,1 3 1,-1-6 64,2-2 1,2-9 0,6-3-192,0-3 187,0-8 1,1-8-1,3-9 1,0-6 56,0-4 1,2 2-1,-1-7 1,-2-2 0,-1-1 0,-2-2 0,1-1 0,2-2-40,2-2 1,0-6 0,-5 2 0,0-4 6,0-1 0,0 0 1,0-2-1,0-1 85,0-2 0,0 0 0,0 6 0,0 4 158,0 4 0,0 2 0,0 2 0,0 1 80,0 7 0,0 4 1,0 4-1,0-1 838,0 1-255,0 6-512,0 2 0,2 6-185,2 0 1,-1 0-1,7 0 85,1 0 0,4 0 1,2 0-1,2 0 54,-1 0 1,4 0-1,2 0 1,5 0 68,5 0 0,2 0 1,8 0-1,0-2 26,4-3 0,5-3 0,9-6 0,4-2-159,0-3 0,2 3 0,-4-3 1,0 1-122,0-1 0,-2 3 0,-6-5 0,-3 2-89,-5 0 0,2 0 1,-2 4-1,-4 1-247,-4-1 0,0 3 0,-6 0 1,-2 3-330,-2-2 0,-7 3 0,-4 0 0,-3 0-720,-2 0 1,-4 4 0,-2-2-254,-2 0 1,-3 4 0,-7-4 99,-6-1 1,-3 6 0,-3-4 1460,-3 3 0,-30 17 0,-23 12 0,-2 2 0,13-7 0,0 0 0,0 0 0,-1-1 0</inkml:trace>
  <inkml:trace contextRef="#ctx0" brushRef="#br0" timeOffset="97">25867 16000 8034,'8'0'2614,"-1"0"0,-7 6 0,0 4-2086,0 2 1,-5 4 0,-1 2 0,-1 3-68,1 1 1,-5-3 0,3 5 0,-2 2 664,0 1-941,7-4 1,-10 2-1,5-4 1,0 0 0,4-1-1,2-2 150,2-2 1,2-8-257,2-3 0,4-4 0,7-1 0,1 0 121,3 0 1,3-6 0,9-2 0,2-2 85,6 1 0,-3-1 1,3-4-1,-1 1 9,-1 3 1,0-2 0,-7 4-1,0 0-315,-2 3 0,-9-1 0,0 1-2247,-3 2 169,-8 1 1,-3 2 0,-10 0-404,-5 0 0,2 0 0,-1 0 2501,-2 0 0,-23-18 0,-9-9 0,-4-1 0,0 0 0</inkml:trace>
  <inkml:trace contextRef="#ctx0" brushRef="#br0" timeOffset="98">26256 15913 7765,'-15'0'914,"1"0"258,0 0 0,4 7 0,2 2 0,2 4 205,2 2 1,3 4 0,1 3 0,0 4-672,0 4 1,0 8 0,-2-1-1,-1 2-295,-2-1 1,-1 2-1,3 6 1,-4 2-283,-1-1 0,3-7 0,-4-4 1,-1 1-600,2 0 0,-4-5 0,4 1 0,0-4-661,3-5 1,-2 2 0,3-7 0,0-1-1542,3-3 0,2-2 908,4-3 0,-2-7 1764,7-13 0,-7 7 0,4-10 0</inkml:trace>
  <inkml:trace contextRef="#ctx0" brushRef="#br0" timeOffset="99">26472 16244 9556,'1'-8'1513,"4"4"1,6 0-278,7 0 1,-1-3-1,9-4 1,3 3-837,3 2 1,8-6 0,-2 4 0,2-1 253,-2-1 1,2 5-1,-6-3 1,-2 0-491,-2 0 1,-3 5 0,-3-2 0,-4 4-1115,-4 1 1,-8-2-3934,-4-3 1075,-2 4 3808,-2-6 0,-38 1 0,-10-2 0</inkml:trace>
  <inkml:trace contextRef="#ctx0" brushRef="#br0" timeOffset="100">27277 15985 9592,'8'-14'774,"5"6"0,-5 2 950,0-1 1,5 7-234,-4 0 1,4 11-1025,2 9 0,-1 5 0,0-1 0,1 3 0,-1 4 1,1 1 11,-1 1 0,-5 6 0,1-4 0,1 0-546,2 0 0,-3-1 0,-2-7 0,0-3-773,0-5 0,-5 2-6123,2-2 6963,-4-6 0,-39-64 0,14 15 0,0 0 0</inkml:trace>
  <inkml:trace contextRef="#ctx0" brushRef="#br0" timeOffset="101">27738 15928 8708,'-20'5'637,"1"-1"1,0 8 0,5-3 0,-1 4 58,1 1 1,-2 2-1,-3 3 1,-5 5 337,-3 4 0,3 0 1,0 3-1,-2 1-446,-1 1 0,-7 6 0,1-6 0,1-1-701,1-1 1,4-3 0,2 1 0,2-2-1834,3-3 0,5-3-572,6-6 0,5-9 2518,0-6 0,8-51 0,4-20 0</inkml:trace>
  <inkml:trace contextRef="#ctx0" brushRef="#br0" timeOffset="102">27738 15482 7705,'8'-15'0,"-4"1"472,-2 0 0,4-1 0,4 2 796,3 4 0,1 2 0,2 7 1,2 0 8,1 0 1,7 2-843,-3 3 0,3 3 0,0 6 0,-4 2 0,0 3 0,-1 5 215,0 3 1,-3-3 0,-7 2 0,-3 3-502,-2 3 0,-1-3 0,-7-5 0,-2 1-234,-6 2 0,-9 2 0,-5-2 0,-3-3-284,-2-5 0,-5-1 0,-1 0 0,0-1-923,0-4 1,6 0 0,7-8 0,1-2 695,3-2 1,2-2 0,3-4-1,4-5 375,4-2 0,5-8 1,5 1-1,4 2 488,4 1 0,2 6 0,-1 2 1,2 2 71,3 2 1,-3 3-1,3 1 1,-1 0 463,1 0 1,-3 0 0,5 0 0,-2 1-286,0 4 0,0-2 0,-4 5 1,-1 0-574,1 0 1,-3-3 0,0 3-3529,-3-1-1178,-6 4 4761,4-10 0,-78-13 0,27 0 0,1 0 0</inkml:trace>
  <inkml:trace contextRef="#ctx0" brushRef="#br0" timeOffset="103">26932 15352 7702,'-14'0'793,"-1"0"0,4 0 372,6 0 1,13 5 0,16 0-385,3-2 1,7-1 0,1-2 0,2 0 223,3 0 1,6 0-1,4 0 1,-1 0-333,1 0 0,4 0 0,1-2 0,4-1-184,3-2 0,-1 0 0,-8 5 0,-4 0-234,1 0 1,-6-5 0,4 1 0,-4-1-131,-6-2 0,-3 4 1,-6-6-1,0-1-49,-1 2 1,-5-3 0,-6 4 0,-4 1-275,-3 0-1733,-7-5 273,3 3 0,-7-5-1239,-4 3 0,2-1 2897,-7 6 0,-44 0 0,-17 5 0</inkml:trace>
  <inkml:trace contextRef="#ctx0" brushRef="#br0" timeOffset="104">28716 16259 7684,'0'-15'492,"0"1"0,0 4 0,0 1 408,0-2 1,2 4-1,1 4 1,2 6 162,-2 7 1,-3 7 0,-5 6 0,-5 2 720,-2 6-1617,-9 7 1,3-6 0,-6 6-1,-1 2 1,-3 2 0,0-1-1,-1-2-329,0-6 1,7-4 0,3-5-1,4-5-504,6-3 666,2-8 0,26-65 0,-7 17 0,0 0 0</inkml:trace>
  <inkml:trace contextRef="#ctx0" brushRef="#br0" timeOffset="105">29522 15928 7715,'-10'0'31,"0"0"1,1-2 0,-1-1 0,1-2 1875,-3 2-1002,6 1-251,0 2 1,6-1 0,1-4 27,4-5 0,-2 4 1,7 0-1,1 1-299,2 0 1,6-6-1,2 1 1,1-3-140,4-1 0,1 1 1,2 2-1,1 1-95,4-1 0,-4-2 1,5 1-1,-1 1 27,-1 1 0,-4 7 0,-5 0 0,0 6-339,-2 6 1,-7 10 0,-10 7 0,-4 6 20,-1 6 0,0 4 0,-1 1 0,-6 2 107,-7 3 1,-1-2 0,-4 5 0,3-3 7,2-6 1,4-1 0,1-7-1,-1 0 18,2 1 1,2-11 0,6 0-1,0-7-11,0-2 1,1-7-55,4-3 1,2-5 0,4-7 0,-2-6 14,2-4 1,-3-14-1,2 1 1,1-5 21,2-5 1,-3-3 0,-1-5-1,1-5-67,-2-3 0,3-2 0,-6 1 1,0-2 49,1-4 0,-4 4 1,2-1-1,-2 5 32,-2 7 0,5 3 0,0 5 1,-2 7 164,-2 9 0,4 6 266,0 4 1,1 6-1,-1 3 91,5 4 0,-2 1 0,1 1 0,4 2-90,5 2 0,-1 2 0,9-4 1,4 2 2,7-2 0,5-2 0,2-1 0,6 0-15,7 0 0,9 0 0,11 0 0,4-1-210,-39-1 0,1-1 0,1 0 0,0-2 0,1-2 0,1 0 0,3-1 0,1 1-49,4 0 0,1 0 1,-6 0-1,1-1 1,3 1-1,-1 0 1,-2 0-1,0 0-59,-3-1 1,0 1 0,2 0 0,1 0 0,-4 0 0,-1-1 0,-1 1 0,-2 0-135,35-7 0,-15 1 0,-4 3 0,-10 4-502,-8 0 1,-11 4 0,-10-3-1814,-3 4 1118,-8 1 1,-8 0-1,-10 0-623,-3 0 1,-6 0 0,-1 0 1873,-3 0 0,-24 1 0,-20 1 0,-3 1 0,-6 0 0,0-1 0,0 1 0</inkml:trace>
  <inkml:trace contextRef="#ctx0" brushRef="#br0" timeOffset="106">30327 15913 8407,'-14'0'2383,"-1"0"1,6 0-1878,-1 0 0,6 7 0,-4 2 1,0 4-31,0 2 1,3-1 0,-5 0-1,1 2-157,1 3 0,-5-1 0,3 4 0,-1 1 121,1-1 1,-1-3-1,6 4 2,2-2 1,2-2-270,1-5 1,8-6 0,4-3 0,8-3 34,2-2 0,2 0 0,5 0 0,1 0-50,4 0 0,-2-2 0,4-1 0,1-2-179,0 2 1,-5 1-1,1 1 1,-2-3-346,-2 0 1,-2-1 0,-3 5-3573,-5 0 2339,-3 0 0,-10 0 0,-6 0 1599,-8 0 0,-62-39 0,27 15 0,0 0 0</inkml:trace>
  <inkml:trace contextRef="#ctx0" brushRef="#br0" timeOffset="107">30744 15813 7726,'-14'0'1107,"0"0"1,4 6 0,1 4 0,-1 4-143,2 5 0,-5 4 0,4 7 0,-4 4-31,-2 4 0,-1 5 0,-1 3 0,-2 4-312,1 1 0,-3-3 1,0 3-1,1-1-471,-1-4 0,2-6 0,4-3 0,1-2-418,0-3 0,1-3 1,3-5-1,4-5-981,-1-3 0,6-2-884,-4 1 0,5-9 0,5-7 2132,4-12 0,4-24 0,0-11 0,2-6 0,0-1 0</inkml:trace>
  <inkml:trace contextRef="#ctx0" brushRef="#br0" timeOffset="108">30960 16201 7726,'-8'0'4087,"15"0"1,12 0-3131,6 0 0,4 0 0,2 0 0,1 0-365,1 0 1,7 0 0,-2 0 0,4 0-313,1 0 0,4 0 0,-3-1 0,-4-4-261,-3-5 1,-8 2 0,-7 0 0,-3 0-2681,-6 0 1,-6 5 1004,-12-2 0,-3 4 0,-8 1 1656,-3 0 0,-23 12 0,-11 4 0</inkml:trace>
  <inkml:trace contextRef="#ctx0" brushRef="#br0" timeOffset="109">31824 15885 7710,'1'-13'530,"4"3"1,-2 4 0,5 4 752,-2-3 1,1 4-1,-4-2 1,3 6-491,2 6 0,-4 6 1,2 4-1,-1 5-130,0 3 0,1 4 1,-3 4-1,4 6-174,1 6 0,-4 1 1,4-5-1,0 0-509,0 0 0,-3 0 0,5-1 0,-1-5-1186,-1-9 1,-1 0-840,-7-9 1,1-6 0,3-10 574,0-6 0,3-7 1470,-2-9 0,3-55 0,-1 28 0,0-1 0</inkml:trace>
  <inkml:trace contextRef="#ctx0" brushRef="#br0" timeOffset="110">32255 15928 7710,'-6'14'0,"3"-1"0,-7-2 0,-1-1 1110,-2 1 1,-1-3-1,-1 1 1,-1 3 145,-3 0 1,-3 8-1,-9 0 1,-2 3-536,-6 2 0,-2 7 0,-2 2 0,-1 0-494,1 1 1,3-7 0,5 3 0,8-7-1368,5-3 0,4-2-237,8-5 0,6-6 0,8-5 0,6-4-1940,3-4 3317,1-13 0,-12-30 0,-4-20 0</inkml:trace>
  <inkml:trace contextRef="#ctx0" brushRef="#br0" timeOffset="111">32442 15582 8283,'0'-9'1239,"2"1"1,3 1 437,4 4 0,4 2-1134,1 1 0,5 0 1,2 0-1,2 1 0,1 2 1,0 4 332,0 1 1,-7 6-666,2 5 1,-3 5 0,-3-3 0,-3 2 0,-5 2 0,-5 2-164,-5 2 1,-5 0 0,-9 0 0,-7-2-385,-6-3 1,0 1 0,-4-5 0,0-3-369,5-1 1,0-8 0,2-3 0,2-3 178,3-2 1,5-2-1,9-3 1,6-6 322,2-7 1,4 1-1,2-6 1,6 3 212,3 2 1,1 7 0,1 1 0,-1 1 454,0 1 1,1 1 0,-1 7 0,1 0-3,-1 0 1,0 2-1,1 1 1,-1 3-158,0 2 0,1 2 0,-1 3 0,1-2-354,-1-1 0,0-2 0,-1 3 1,-2-3-1958,-1-2 1,0 4-2824,4-5 4827,-6-1 0,-2-10 0,-6-2 0</inkml:trace>
  <inkml:trace contextRef="#ctx0" brushRef="#br0" timeOffset="112">32068 15266 7919,'-16'0'0,"-1"0"171,-3 0 1,1 0-1,5 0 338,-1 0 1,1 0 0,0 0-159,-1 0 0,6 5 0,1 1 1,1 2-1,4 3 0,3 0 1,5-1 833,4-5 1,11 1-1,4-1 1,3-2-300,2-1 0,6-2 0,5 0 1,4 0-154,4 0 1,7-5 0,-4-1 0,2-1-181,-1 1 0,-5 1 0,2 5 0,-1 0-227,0 0 1,-1 0-1,-7 2 1,-4 2-163,-1 6 1,-1 3-1,-7 0 1,-3-2-241,-5-2 0,-7-1 1,-4 4-1490,-2-3 348,-1 1 0,-7-2 0,-3-5 625,-4-6 1,1 0 0,-2-5 0,1 0-3272,1 0 1,-5 0 3862,3-2 0,-41-9 0,-11 3 0</inkml:trace>
  <inkml:trace contextRef="#ctx0" brushRef="#br0" timeOffset="113">32874 14978 7518,'9'-5'1123,"-1"-1"1,0 0 246,0-1 0,-3 2 0,3 4 16,-1-4-1066,-3 3 0,-2-4 1,3 6-1,3 2 1,1 1 285,1 2 0,-1-1 0,6-4 0,1 0-158,3 0 0,-1 0 0,6 0 0,0 0-38,-2 0 0,5 0 0,-3 0 0,2 0-120,-2 0 1,1 0 0,-6-1 0,-1-2-67,-2-2 1,-2 0-1,-1 3 1,-2-1-13,-1-2 1,-5 1 0,3 2-77,-2-3 0,1 4-45,-3-4-45,-2 3 0,4 4 0,-6 3 29,0 4 1,0 6 0,0 2 0,0 4-29,0 1 0,0 9 0,0 7 0,0 5-84,0 5 0,-5 3 1,1 8-1,1 2-72,1 2 0,2 4 1,0-5-1,0 0-121,0 2 0,0-9 0,0 1 0,0-5 29,0-5 1,2-1 0,1-3-1,1-2 24,0-2 0,-3-5 0,-1 4 0,0 0 88,0 0 0,0-5 1,0 3-1,0-2 119,0 1 0,0 6 0,0-3 0,0 0 92,0-4 0,0 2 0,0-1 0,2-2-313,3-2 1,-4-3-1,6-3 1,-3-4-343,1-4 1,2-2 0,-4 0-704,2 1 2458,-1-1-602,-4-6 1,0-3-486,0-10 1,-6 4-1,-2-6 1,-2 2-140,1 1 0,-1-3 0,-4 4 0,0-2-89,-1 2 1,-1 1 0,-1 1-1,-3-2-301,3-2 1,-4 0-1,2 5 1,0 0-419,-2 0 0,3 0 0,-4 0 0,0 0-123,-1 0 0,4 0 0,-3 0 0,-1 0-2022,1 0 2957,4 0 0,-35-13 0,-1-3 0</inkml:trace>
  <inkml:trace contextRef="#ctx0" brushRef="#br0" timeOffset="114">10747 13654 7777,'0'-14'-562,"-2"1"1,-1 2 1566,-2 1 1,-4 6 242,4-6-410,-6 7 1,9-5 0,-4 5 3448,-1-2-3333,6 0 0,-4 5 1,10 0-411,4 0 1,4 5-1,3 0 1,3-2-28,5-2 0,3 1 0,4 1 0,1 2-150,1-2 1,2-1-1,-3-2 1,4-2-250,0-3 0,-4 4 0,2-6 1,-4 3-123,-1-1 1,-7-5-1,-1 5 1,-3 1-2378,-4-3-2222,4 6 2840,-17-6 0,-1 7 0,-9 0-27,-4 0 0,-1 7 1790,-1 2 0,7-2 0,2-1 0</inkml:trace>
  <inkml:trace contextRef="#ctx0" brushRef="#br0" timeOffset="115">10646 14086 8092,'-6'10'802,"-4"-1"1,4-4 332,1 5 1,5-2 0,5 1 0,6-2-286,6-1 1,1-4 0,6 2 0,2-2 8,1-2 0,6 0 0,1 0 0,-1 0-167,3 0 0,0 0 1,6-2-1,-2-1-359,-2-2 1,-6-1 0,3 3 0,-3-4-486,-3-1 1,2 4 0,-12-4 0,-2 1-1340,-1 4-5249,-1-5 3072,-7 6 3668,-8-4 0,-66 32 0,23-10 0,0 0 0</inkml:trace>
  <inkml:trace contextRef="#ctx0" brushRef="#br0" timeOffset="116">3093 13985 7738,'-14'0'-180,"4"0"1086,0 0-463,7 0 0,-5 0 1442,3 0-420,4 0 0,-6 2-645,7 3 1,0-2-271,0 7 0,7-7 1,2 2-254,4-4 0,2 4 0,-1 0 0,0-2 40,1-1 1,4-2 0,0 0 0,0 0 9,2 0 0,0 0 1,3 0-1,-3 0-73,-1 0 1,1 0 0,5 0-1,-4 0-45,-1 0 0,3 0 0,-5 0 0,0 0-26,2 0 0,-3 0 0,4 0 0,-1 0-20,-4 0 0,6 0 1,-1 0-1,0 0 13,-2 0 0,0 0 0,1-2 0,0-1 6,0-2 1,3-1 0,-3 2-1,-1 0 3,1 0 1,3-2-1,-3 1 1,0 0-32,-1-1 1,4 3 0,-3-5-1,2 1-24,2 4 1,-2-3 0,-1-1 0,0 1-149,1 0 1,1-1-1,3 4 1,-2-2-3,-1 2 0,0-3 0,4 1 0,-3 0 0,-1-1 0,-2 4 0,4-4 0,-4 1 0,-1 0 0,3-1 0,-5 2 0,-1 0 0,-2 0 0,-2 1 0,1 0 0,-1-2 0,0 0 0,1 5 0,-2-1 0,-2-2 0,-2-2 0,1 0 0,4 5 0,1 0 0,-6 0 0,1 0 0,1 0 0,-3 0 0,2 0 0,-1 6 0,6-4 0,-7 4 0,-3-6 0,-10 0 0,-5 0 0,2 0 0,-1 0 0,-3 0-169,0 0 0,-8 0 0,0 0 1,-3 0-276,-2 0 0,-3 0 1,-2 0-1,-3 0 94,-6 0 1,2 0 0,-1 0-1,-2 0 178,-1 0 1,-3 0 0,1 0 0,0 0 32,0 0 1,5 0-1,-1 0 1,1 2 75,1 3 0,-3-4 0,6 6 0,3-2 116,0-1 0,2 3 0,1-4 1,-1 3-23,0 2 0,5 0 0,2 4 0,-1-4-1,1-2 0,4 4 1,-1-4 105,3 2 0,2-3 261,-1 4-243,7-5-145,2 2 0,4-6-78,-2 0 0,0-5-216,-5 0 1,4 1 0,-5 4-899,-1 0 1,3 0-2705,-1 0-2329,5 0 6216,-2 0 0,-13-45 0,-5-11 0</inkml:trace>
  <inkml:trace contextRef="#ctx0" brushRef="#br0" timeOffset="117">3294 14244 7683,'0'-14'345,"-1"1"0,-4 2 322,-5 1 1,-2 7-1,-1-3 770,3-1-461,-3 6 0,10-6-167,-6 7 0,5 7 1,0 2-1,2 4-368,2 2 1,0 5 0,0 3-1,0 1 21,0 0 0,0 1 0,0 7 0,0 2-121,0-2 1,0 3 0,0 0 0,0 0-43,0 0 1,0 4 0,-2-7 0,-1-3-115,-2-4 1,1-7 0,4 1-65,0-3 0,1-8 1,4-3-1,5-4 9,2-1 1,3 0 0,-1-1 0,2-4 192,3-5 1,-1 2-1,6-1 1,0-2 63,-2-2 1,5-2-1,-3 1 1,4 0-133,0-1 1,4 1 0,-1 1-1,-4 2-241,0 1 1,-1 1 0,-1-6 0,-2 2-292,-3 4 1,0 1-1,-6 5-2535,0-2 1584,-6 0 1,-1 11 0,-7 4 0,0 3-905,0 1 1,-5 1 0,-1-1-1480,-2 0 3611,4 1 0,-28-7 0,0-2 0</inkml:trace>
  <inkml:trace contextRef="#ctx0" brushRef="#br0" timeOffset="118">3697 14302 7736,'-6'-22'458,"3"2"1,-5 9 787,1 2 1,1 5-408,1 0 0,3 4 1,-2 4-1,2 8-120,2 5 1,0 1 0,0 6 0,2 3-213,2 5 1,-2-2 0,3 5 0,-4 1 31,-1 2 1,5-1 0,0 1-1,-2 2-220,-1 2 0,-2-1 1,0-1-1,0-3-299,0-2 0,0 3 0,0-4 0,0-2-530,0-2 0,0-6 1,0-1-1,1-2-1441,4-4 0,-2-3 211,7-4 1,-5-4 0,3-7 1739,-2-4 0,-7-48 0,-7-17 0</inkml:trace>
  <inkml:trace contextRef="#ctx0" brushRef="#br0" timeOffset="119">4186 14532 7749,'-14'0'197,"4"0"0,1 0 0,-2 0 492,-2 0 1,3 0-1,1 0 85,-3 0 0,6-1 0,1-4-156,4-5 0,1-3 1,0-1-1,1 0 48,4-1 1,3 1 0,5-1 0,-2 1-24,-1 0 1,-1-6-1,6 1 1,1 2-195,3 1 0,-3 0 0,3-2 1,-2 1-131,3 4 1,-4-2-1,3 7 1,-3 0-58,-2 4 0,5 2 0,1 2 1,-3 0-72,-1 0 0,-1 6 0,-1 4 0,0 4-22,1 6 0,-1-3 1,0 5-1,1 1-53,-1-1 1,1-4 0,-1 1-1,0-5-31,1-4 0,-1 1 0,2-6 0,2-2 0,1-1 0,0-2 0,-4 0 0,-1-2-111,0-3 0,1-4 0,-1-9 0,0-1-420,1 1 1,-2-2 0,-2-1 0,-3 0-1145,-2 0 1,1 2-1,-4 5 511,2-1 0,-2 6 0,-8 1 0,-5 1-482,-2 4 1,2 3 0,-1 3-1,-4 4-1730,-2 1 3291,-9 1 0,-8 15 0,-5 5 0,-8 2 0,1 0 0</inkml:trace>
  <inkml:trace contextRef="#ctx0" brushRef="#br0" timeOffset="120">4388 14446 7749,'0'-15'1203,"-2"1"16,-3 0 1,4 4-194,-4 0 0,3 9 0,2 1-317,0 8 1,5 6 0,0 4 0,-2 3-190,-1 1 1,-2 2 0,0 6 0,0 2-265,0 2 1,0 1 0,0-3 0,0 2-304,0-2 1,1 3-1,3-2 1,0-2-1116,0-6 1,-1 1 0,2-7-395,4-1 1,4-9 0,1-4 0,-1-5-1643,-3-5 3198,2-3 0,-3-36 0,-3-16 0,5-3 0,0 0 0</inkml:trace>
  <inkml:trace contextRef="#ctx0" brushRef="#br0" timeOffset="121">4661 14489 9723,'-8'6'4048,"3"4"-3195,4 3 1,2 6 0,3 2-1,0 1-229,0 4 1,2 6 0,-1 1 0,-2 1-264,-1 1 1,-2 0-1,0 5 1,0-3-1207,0-2 1,0-1 0,1-6 0,2 0-3400,2-4 4244,0-4 0,-5-5 0</inkml:trace>
  <inkml:trace contextRef="#ctx0" brushRef="#br0" timeOffset="122">12171 14805 7753,'-14'5'959,"-1"0"322,1 6 1,1-8 76,4 7-1018,2 0 1,9 4 0,3 0-1,4 1 1,4-2 0,1-2 244,1-2 0,4 1 1,2 4-1,1-1-210,4-3 0,1-2 1,2-5-1,-1 2-64,1-2 0,0-1 0,0-4 1,-1-4-5,1-9 1,-5-1 0,-1-8-1,-1-3 32,0-5 1,-4-5 0,1-6 0,-3 0-54,-2 0 1,-4 0 0,-2-1 0,-2 1-57,-2 0 1,-3 0 0,-1 0 0,0 1 14,0 4 0,0-5 1,0 1-1,0-6 57,0-3 0,0 3 0,0-5 0,0-3-40,0-4 1,0-4-1,0-4 1,0 6-106,0 3 0,-5 1 0,1 1 0,0 1-62,3 3 0,-4-1 0,-1 4 1,-1-1-96,1-3 0,-4 3 0,4-1 0,-1 3 0,1 2 0,-4 1 0,4 0 0,0-2-102,-1 1 0,-2 1 0,4 0 0,2-4-67,1-1 0,2 6 0,0 0 0,0 7 125,0 3 0,2-3 0,3 4 0,4 2 51,4 2 0,1-4 1,1 0-1,1 3 135,3 0 0,-2 2 0,6 1 0,-1-1 23,1 0 1,-4 0 0,3 2 0,-1 3-166,-4 5 0,4 3 0,-2 3 0,-1 2 0,-2 1 0,-2 7 0,1-2 0,-1 4-118,1 1 1,-6 5-1,1 1 1,1 2-899,2 3 0,-4 2 0,1 3 0,1 2-1717,2 1 0,1 6 2733,1-1 0,-1-9 0,0-3 0</inkml:trace>
  <inkml:trace contextRef="#ctx0" brushRef="#br0" timeOffset="123">12646 15108 7729,'-15'0'1320,"6"0"2327,-1 0-3067,7 0 1,-3 1-1,9 2 1,5 4-1,6-1 1,2 2-1,2-1 1,1-1-1,5-1 1,3 0 540,2-1 0,-2 1 0,-1-5 0,-2 0-441,1 0 0,2 0 0,1 0 1,-3 0-134,-1 0 0,-5 0 0,4 0 0,-3 0-288,-2 0 0,-2 0 0,-2 0-259,1 0 0,-1 0 0,-1 2-181,-3 3-3763,-4-4 1026,-6 6 1,-2-9 749,-2-3 0,-4-3 0,-7-6 2168,1-1 0,-29-17 0,-12-8 0,-4-3 0,0 0 0</inkml:trace>
  <inkml:trace contextRef="#ctx0" brushRef="#br0" timeOffset="124">13480 15007 7720,'-1'-8'2141,"-4"3"206,3-3-1405,-4 7 1,12-6 0,4 7-370,3 0 0,-4 0 0,1 0 0,1 0-114,2 0 1,1 0 0,2 0 0,2 0-189,1 0 1,0 0 0,-3 0-1,2 0-69,1 0 0,5 0 1,-3 0-1,-1 0-69,1 0 0,-2 0 0,-4 2 0,-1 1 89,1 2 1,-3 6 0,0-1-129,-3 2 1,-6 3-1,2-1 1,-3 2-96,-2 3 0,-2 4 1,-1 5-1,-3 1-159,-2 0 0,3 0 0,-3 0 0,0-2 44,0-3 0,3 1 0,-3-6 0,2-1 10,2-2 0,3-6-71,1-1 1,0-7 130,0-2 1,0-7-1,0-7 1,0 0 49,0-1 0,0-1 0,0-1 0,0-4 5,0-2 0,0 1 0,0-3 1,0 1-6,0-2 0,0-6 0,0-2 0,0 2-10,0 2 0,1 1 1,3 1-1,0-1 0,0 0 1,-3 0 0,-1 2 0,2 3 55,3 5 1,-4-2-1,4 2 446,-3 1 5,4 9 0,-3 2-227,7 7 1,-7 2 0,3 1 0,-1 4-22,0 0 0,6-3 0,-1 2 0,2-1-4,3 0 1,-1 1 0,2-3 0,3 2-96,5-2 1,4-1 0,2-2 0,2 0 30,1 0 1,9-2 0,0-3 0,6-3 14,3 0 1,-3-4-1,3 2 1,0-1-61,0 1 1,2-2 0,3 4 0,-3-2-48,-5 0 1,-5 7-1,-3-2 1,-4 2-94,0-2 0,-3 4 0,-4-4 0,0 3 0,-1 2 0,4 0 0,-1 2 0,-4 1 0,0 2 0,-4 0 0,-1-5 0,0 0-52,1 0 1,-6 0 0,2 0-1,-3 0-764,-1 0 0,-1 0 0,-1-2-1125,-3-3 1,-4 2 0,-8-6 503,-2-3 1,-4 6-1,-8 0 1,-4 1-1773,-4 0 3209,-9 0 0,-35 10 0,-16 3 0,22-3 0,-1 1 0,1-1 0</inkml:trace>
  <inkml:trace contextRef="#ctx0" brushRef="#br0" timeOffset="125">14013 15050 7699,'0'-14'307,"0"-1"1,0 1 486,0 0 0,6-1 0,4 2 0,2 4 1,3 4 542,-1 3 0,1 2 0,-3 2-650,-2 3 0,1-2 0,-6 7 1,-2 1-210,-1 2 1,-2 1-1,0 2 1,0 1-127,0 3 1,0-1 0,0-3 0,0 1-212,0 3 1,0-1 0,0-5 0,0 1-109,0-1 0,0-4 0,0-1-143,0 2 1,1 2 60,4 2 1,-2-7 0,7-2 290,1 0 1,-3-4 0,2 3 59,1-4 0,-3-1 0,1 0 0,3 0-211,0 0 1,0 0-1,0 0 1,4 0-165,0 0 0,0-5 1,-1 1-1,-1-1-280,0-1 0,1 2 0,-1-4 0,1 0-708,-1 0 1,-4 4 0,-2-6-126,-2-1 1,0 4 0,-2 1-367,0 0 1,1 2 0,-6-5 1551,-4-2 0,-16-28 0,-9-7 0</inkml:trace>
  <inkml:trace contextRef="#ctx0" brushRef="#br0" timeOffset="126">14401 14978 7699,'0'-14'252,"0"-1"1151,0 1 0,0 4-328,0 1 0,0 7 1,0 2-444,0 8 1,0 10 0,0 3 0,-2 1 150,-2 4 1,2 2 0,-4 4-1,-1 2-127,-2-2 1,1 3-1,-2 0 1,0 2-391,2 3 1,-4-3-1,4-1 1,0 0-586,3-4 0,-1-2 0,1-1 1,2-2-391,1-3 1,4-5 0,2-9-931,6-6 0,3-2 1,-1-4-1,0-4-3016,-3-8 4655,1-1 0,-9-57 0,-2-6 0</inkml:trace>
  <inkml:trace contextRef="#ctx0" brushRef="#br0" timeOffset="127">14531 15223 7699,'-2'8'1282,"-3"-3"1,5-4 0,0-1-58,8 0 0,11-1 0,5-4 0,2-3-335,-2 0 1,8-3 0,-3 4 0,1-1-598,0-3 0,-3 3 0,-1 0 1,-4 0-440,-1 0 1,0 5 0,-5-4-1,0 3-1802,-3-1 1,-7 0-4605,4 5 6552,-7 0 0,-3 6 0,-8 2 0</inkml:trace>
  <inkml:trace contextRef="#ctx0" brushRef="#br0" timeOffset="128">15005 15007 13270,'15'5'1936,"-1"1"1,0 2-1438,1 3 0,1 7 0,1 3 1,3 1-518,-3 4 1,-1 1 0,-1 2 0,-1-1-227,0 1 1,1 0 0,-3 0-1,0-2-460,-3-3 0,-6-3 1,4-7-1,-2 0-4344,-1 1 5048,1-7 0,-18-34 0,-3-14 0</inkml:trace>
  <inkml:trace contextRef="#ctx0" brushRef="#br0" timeOffset="129">15394 14921 7669,'-23'0'492,"4"1"0,3 2 245,2 2 1,-1 6-1,1-1 1,-2 3-105,-3 1 0,1 5 0,-4 2 0,-1 3-106,1 6 1,-2 1-1,-5 6 1,2-1-227,3 1 0,-1 0 0,4 3 0,2-3-491,3-2 1,0-8-1,11-8-1280,2-3 0,8-8 1,4-5-1,5-6 1470,6-6 0,-5-25 0,-2-9 0,6-4 0,-1 0 0</inkml:trace>
  <inkml:trace contextRef="#ctx0" brushRef="#br0" timeOffset="130">15408 14949 7650,'0'-14'970,"0"4"0,2 2 0,1 0-285,2 0 0,1 5 0,-1-3 267,4-1 0,6 6 1,2-4-1,3 3-388,-3 2 1,-1 2 0,0 3-1,2 4-309,1 4 1,-5 2 0,-6-1 0,0 0-95,0 1 0,-4 6 0,0 1 0,-4 2-211,-4 0 1,-4-2-1,-8 4 1,-2-2-698,-1 1 1,-7-4 0,4-2 0,-1-3-213,4-1 1,2-6-1,-1-1 625,-1-1 0,5-14 1,6-7-1,1-4 395,4-2 0,3 2 0,3-4 0,4 1 205,1 3 0,0 2 0,3 2 0,-2 1 423,2 3 0,2 4 1,2 6-1,1 0-308,3 0 0,-3 0 0,3 2 0,-3 1-1344,-2 2 1,1 6 0,-1-2 0,1 3 962,-1-3 0,-12 17 0,-4-2 0</inkml:trace>
  <inkml:trace contextRef="#ctx0" brushRef="#br0" timeOffset="131">13293 11899 7741,'0'-10'1301,"0"1"-171,0-2 0,2-1 0,3 3-520,4 4 1,-1 4-1,2 1 1,1 0 1637,2 0-1923,1 0 1,5 0-1,2 0 1,0 0 0,3 0-1,1 0 1,4 0 188,-3 0 1,7 0 0,-4 1 0,2 2-463,-1 2 1,-3 1-1,-1-1 1,-4 5-44,-1 3 1,-2 3 0,-5 1 0,-1 4-120,-3 1 0,-4 2 0,-6 5 0,0 2-27,0 2 1,0-4 0,-1 1 0,-3-6 82,0-3 1,-6-2 13,5-4 0,0-9 0,5-6-202,0-8 1,0-6 0,0-6 0,0-4 163,0-3 1,2-3-1,1-2 1,2-3 72,-2-2 1,-1-1 0,-2-4 0,0 0-18,0-1 1,0 8-1,0-8 1,0 3 84,0 3 0,-2-3 1,-1 7-1,-2 1-15,2 1 0,1 4 1,2 2-1,0 2 195,0 2 0,0 2 235,0 5 1,2 1 147,3 3 0,-4 6 346,4 8-724,-3-2 0,-1 9 1,3-4-43,0 1 0,8-5 1,-3 2-1,6-2 17,4 2 0,-2-4 0,7 4 1,3-3-53,5-2 1,2 0-1,8 0 1,4-2 27,3-3 1,4 2-1,5-5 1,1 0-29,3 0 1,4-2-1,4-4 1,-1 0-67,-2-1 1,0-1-1,3-1 1,-4-2-302,-8 1 0,-7 2 0,-10 2 0,-2-1-2096,-6 1 152,-9 6 0,-11 1 1541,-13 7 0,-6 7 0,-9 4 0,1 5-760,-1 3 1,-1 0-1,-1-4 1,-2-1 1358,1 1 0,-31-4 0,-14-2 0,-4 3 0,0-1 0</inkml:trace>
  <inkml:trace contextRef="#ctx0" brushRef="#br0" timeOffset="132">14214 11597 7699,'-2'-10'974,"-1"1"2141,-2-2-578,1-2-1111,4 5-1052,0 1 1,0 9 0,0 3 0,0 4 0,0 4 0,0 2 256,0-1 0,0 2 1,0 1-1,0 3-349,0-3 0,-5 4 0,0 0 0,2 0-137,1-1 0,2 0 1,0-4-1,0 1-16,0 2 0,0-4 1,0-6-92,0 2 0,7-4 0,2-2 1,4-5 33,1-5 0,1-3 0,1-6 1,1-1-23,3 1 1,3-1-1,-2 1 1,0 0-101,0-1 1,3 2-1,-5 2 1,-1 3-1043,-2 2 1,-2-4-3877,0 5 2426,1 1 0,-7 10 1521,-3 4 0,-4-2 1,-2 0 1020,-4-2 0,-22-46 0,-12-16 0</inkml:trace>
  <inkml:trace contextRef="#ctx0" brushRef="#br0" timeOffset="133">14487 11525 7699,'0'14'402,"0"-4"1,0 0 622,0 1 0,0 2 0,0 1 0,0 0-216,0 1 0,0 4 0,0 2 1,-1 1-273,-4 4 1,2 1-1,-5 2 1,0 1-174,0 4 1,3-4-1,-3 3 1,0-2-225,0-2 0,5 4 0,-2-1 0,3-5-1294,2-6 1,0 1-1355,0 2 0,0-8-1363,0-1 3871,7-10 0,-12-37 0,3-16 0</inkml:trace>
  <inkml:trace contextRef="#ctx0" brushRef="#br0" timeOffset="134">14646 11856 7686,'4'-10'672,"1"1"0,2 4 523,-3-5 0,4 6 0,7-4 0,-1 1-23,1 4 0,4 1 0,1 2 1,3-1-520,2-4 1,-2 3 0,1-2-1,0 2-336,-2 2 0,5 0 0,-4 0 1,-1 0-723,-3 0 1,-3 0 0,-1 0-1674,-1 0 1,-4 0-3845,-1 0 5922,-6 0 0,-28 6 0,-15 2 0</inkml:trace>
  <inkml:trace contextRef="#ctx0" brushRef="#br0" timeOffset="135">15207 11568 7889,'6'-8'1385,"-3"-3"310,7 6 0,-1 0-1053,6 5 1,-2 2 0,-2 4 0,-3 7-36,-2 5 0,5 3 0,-1-2 0,1 5-182,-1 3 1,3 2 0,-5 1 0,1 2-434,1 2 0,-2-2 0,3-7 0,-3-1-1198,-2 2 1,4-1 0,-4-1-751,2-5 0,2-4-1507,4-6 3463,-6-2 0,5-78 0,-9 27 0,0 1 0</inkml:trace>
  <inkml:trace contextRef="#ctx0" brushRef="#br0" timeOffset="136">15581 11496 7670,'-15'2'0,"1"3"570,0 4 0,4-1 1,0 0-1,1 0 553,1 0 0,-3 7 1,6 4-1,0 0-625,-1 2 0,-1-4 1,-6 7-1,2 2-303,0 1 0,-10 2 0,7-2 0,-2-1-360,0-2 0,-3-2 0,0 2 0,1-5-1055,2-3 1,2-3 0,-1-4 1219,1-4 0,-7-35 0,-1-10 0</inkml:trace>
  <inkml:trace contextRef="#ctx0" brushRef="#br0" timeOffset="137">15624 11295 7639,'5'-15'0,"-1"1"0,0 0 0,-3-1 521,6 7 1,-4-3 0,6 6 0,1 0-1,0 1 1,-1-1 0,2 2 937,2 1 1,3 4 0,2 1 0,1 3-727,-1 2 1,-2-3 0,-2 5-1,-1 1-118,-4 2 0,3 1 0,-8 2 0,-1 2-440,-1 1 1,-2 5 0,-2-4-1,-2 3-591,-6 2 1,-7-2-1,-4 1 1,0 0-498,0-2 0,-4 4 0,2-7 0,1-1-271,3-2 1,3-8 0,1-4 904,1-2 1,6-8 0,3-4 0,4-4 197,1-6 1,6 4 0,4-3 0,2 3 596,3 2 0,-6 4 0,1 2 0,1 2 424,2 3 0,1 1 1,1 2-1,-1 2-661,0 2 1,1 4 0,1 7 0,1-1-541,3 1 1,-6-1 0,-4 0 0,-1 1-814,-1-1 0,-2 1 0,-6-1 1074,0 0 0,-48 9 0,-25 1 0,-3 3 0,0 0 0</inkml:trace>
  <inkml:trace contextRef="#ctx0" brushRef="#br0" timeOffset="138">14013 12288 7925,'-15'9'1165,"1"1"0,4-5-440,1 4 1,5 1 0,0 4-423,2 0 0,4 2 1,2 2-1,4 3 1,2 1-1,0 4 1,-1 1-1,-1 2 1,-1 0 436,-1-1 0,-4 1 1,2 0-1,-2 0-410,-2-1 1,0 1 0,0 0 0,0-2-290,0-3 1,0 2 0,0-7 0,0-2-924,0-1 1,0-6-1395,0 0 0,2-9-929,2-1 3205,-2 0 0,-40-25 0,-18 1 0</inkml:trace>
  <inkml:trace contextRef="#ctx0" brushRef="#br0" timeOffset="139">13624 13093 7652,'-13'15'0,"2"-1"1011,2 0 0,9-6 232,4-3 0,6-3 0,14-2 0,3 0 743,5 0-1634,-2-7 1,12 4 0,-2-6 0,5-3 0,4 0 0,1-1 0,1 2 705,0 1 1,-3 5 0,3-3 0,-1 2-461,-4 3 0,-1 1 1,-4 2-1,-1 0-423,-1 0 1,-9 0 0,1 2-1,-7 3-360,-4 4 1,1-1-1,-3 0-4075,1-2-3196,-6 6 7456,-7-11 0,-41-5 0,-26-5 0,1-3 0,0 1 0</inkml:trace>
  <inkml:trace contextRef="#ctx0" brushRef="#br0" timeOffset="140">13538 13381 7652,'-7'-8'3139,"-2"3"-2038,2 4 0,1 2 1,6 4-555,0 5 1,0 2 0,0 3-1,0-1 1,0 1 0,0 4 1,0 0-1,0 0 21,0 2 1,0-5 0,0 5 0,0-2-142,0 0 1,0 0-1,0-4 1,0-1-191,0 0 1,5 1-1,1-2-131,2-4 0,-3-1 1,5-5-1,1 2-19,2-2 0,1-1 1,2-2-1,2-2-103,1-2 1,2 0-1,-2-4 1,3 0-154,0 0 1,1 4 0,-6-4 0,3 0-1108,-3 0 0,-1 4 1,-1-2-362,-1 0 1,-1-2 0,-2-5 1635,-1 3 0,-33-3 0,-2 5 0</inkml:trace>
  <inkml:trace contextRef="#ctx0" brushRef="#br0" timeOffset="141">13826 13410 7652,'-7'14'460,"1"1"0,-4-1 0,4 2 381,-1 3 1,6-3-1,-6 3 1,3-1 195,-1 1 0,0 3 0,5 7 0,0-2-600,0-3 1,-5 4 0,0-4 0,2 3-392,2 2 1,1-1-1,0-1 1,0-3-1423,0-4 1,1-6 1375,4-4 0,-3-36 0,4-14 0</inkml:trace>
  <inkml:trace contextRef="#ctx0" brushRef="#br0" timeOffset="142">13998 13554 7652,'0'-10'828,"0"1"835,0-3-1421,0 6 0,2-7 0,3 4 1,4-4-1,2-2 0,1 1 1,-3 0 490,2-1 0,2 1 1,2-1-1,-1 1 19,0 0 0,-4 1 0,-1 2-317,3 1 1,-1 5 0,0-3 0,-1 2-59,1 3 0,-3 1 0,1 4-165,3 2 0,-4 4 0,1 7 0,1-1 87,-2 1 0,5-1 0,-4 0 0,4-1-31,1-3 0,1 3 1,-1-5-1,0 0-105,1-4 0,-1-2 0,1-2 0,-1 0-245,0 0 0,2 0 1,0-2-1,0-2-191,-3-6 1,-2-3 0,2-1 0,-2-1-1006,-1 1 1,-7 4 0,2 1-858,-3-2 0,-9 4 0,-2 1 2135,-4-1 0,-40 19 0,-9-3 0</inkml:trace>
  <inkml:trace contextRef="#ctx0" brushRef="#br0" timeOffset="143">14185 13453 7652,'-5'14'0,"-1"1"697,-2-1 0,5-4 1,-2-1-1,3 3 173,2 0 0,0 3 0,2 1 0,1 1-319,2 2 0,1 2 1,-2-3-1,0 3-359,0 1 1,-3-4-1,-1 2 1,2 0-513,3-1 1,-4-5-1,4-4-2718,-3 1 3038,-2-5 0,12-82 0,-4 24 0,0 0 0</inkml:trace>
  <inkml:trace contextRef="#ctx0" brushRef="#br0" timeOffset="144">14315 13439 7906,'-7'14'504,"-2"0"1,1-4-1,0 0 1,1 1 496,4 2 1,2 1 0,1 0-1,0 2-403,0 3 0,4 2 1,3 5-1,1-2-386,3 1 0,2 3 0,1-1 0,0-3-587,1-5 1,-2-3-1,-2-2 1,-3 1 374,-2-1 0,-39-19 0,-15-4 0</inkml:trace>
  <inkml:trace contextRef="#ctx0" brushRef="#br0" timeOffset="145">15135 12949 7642,'-15'-8'0,"1"4"82,0 2 1,-1 2-1,1 0 1005,-1 0 0,1 0-765,0 0 1,4 0-1,0 0 1,1 2 0,-1 2-1,1 6 1,-1 4-1,1 6 1,-1 4 0,-1 3 416,-2 2 0,3 1 0,2 3 0,0 7-502,0 7 0,5-7 1,-2 1-1,5-6-83,5-7 0,3-6 1,7-9-1,1-4-117,3-4 1,3-6 0,7-9 0,0-9 66,-1-7 1,-4-9 0,0-3 0,0-4 4,-1-1 1,-1-2 0,-4-1 0,1-4 31,-2-1 0,-15 45-123</inkml:trace>
  <inkml:trace contextRef="#ctx0" brushRef="#br0" timeOffset="146">15227 12978 19173,'7'-24'71,"2"-27"70,-2-2-72,-1-3 1,-4 8 0,3-4 0,-5 5-267,-5 4 0,-2 6 0,-2 5 1,2 7-2483,1 6 518,4 3 1,-4 9 2160,6 7 0,-13 51 0,-3 20 0</inkml:trace>
  <inkml:trace contextRef="#ctx0" brushRef="#br1" timeOffset="147">15638 12863 7933,'-14'0'2119,"6"0"0,2 2-1329,6 2 1,0 4 0,1 7-80,4-1 0,-2 2 0,7 2-349,1 1 0,2 7 1,1-2-1,0 1 0,-1 1 1,-2-2-1,-1 0 0,1 0 1,2-2 130,1-1 1,-1-2 0,-2-5 0,-1 1-1306,1-1 0,-3-1-151,2-3 1,-1-4-1,4-8-594,-3-2 0,1-4 0,-5-7 0,1-1-1668,-1-3 3225,-1 3 0,1-50 0,2-4 0</inkml:trace>
  <inkml:trace contextRef="#ctx0" brushRef="#br1" timeOffset="148">16099 12877 8155,'-15'2'800,"1"3"0,-2 3 1,-2 6-1,-1 1 176,2-1 1,1 2 0,0 3 0,-2 5-166,-1 3 0,-2 4 0,2 2 1,-4 4-303,1 0 0,-5 8 1,3-5-1,-2 0-136,2 1 1,-3 1-1,5 1 1,-2-2-212,0-2 0,6-4 0,-1-6 0,3-2-406,2-3 0,1-3 0,2-7 1,3 0-1819,1 1 1,1-6 1306,1 1 0,5-8 0,0-2-3761,8-8 4516,5 1 0,-11-31 0,-4-2 0</inkml:trace>
  <inkml:trace contextRef="#ctx0" brushRef="#br0" timeOffset="149">16962 12849 7850,'-7'-8'1578,"6"0"1,-6 4-37,1 0 1,5 1-1,-3 6-1031,8 1 1,-1 6 0,6-4-1,2 1-135,2-1 1,2-1-1,-1-3 1,0 1 1,1 2 0,-1-1 1,1-4-1,-1 0 58,0 0 0,2 0 1,2 0-1,1 0-201,-1 0 1,-2 0-1,-2 0 1,0 0-59,1 0 0,-1-4 1,1-3-267,-1-1 1,0 0 0,1-3-1,-1 3-179,1 2 0,-6-4 0,1 4 0,1-1-1092,2 1 1,-4-4-1,1 4-3009,1-2 69,2-2 1717,-5 2 2583,-8 2 0,-33 26 0,-19 18 0,-3-3 0,0 1 0</inkml:trace>
  <inkml:trace contextRef="#ctx0" brushRef="#br0" timeOffset="150">16933 13165 7823,'-19'0'0,"0"2"684,1 3 0,7-4 0,3 6 393,2-1 1,1-3-1,6 7-422,4 1 1,8-5 0,8 1 0,0-2-67,-1-1 1,6 1 0,-2-5 0,3 0-168,2 0 0,0 0 1,-1 0-1,1 0 406,0 0 0,0 0 1,-2 0-1,-2 2-448,-1 3 0,-1-4 0,2 4 1,-2-3-333,-2-2 1,-2 0 0,-5 0 0,0 0-570,1 0 1,-2-2 0,-2-1-1635,-2-2 1,1-6-2684,4 1 1074,-6 4 3764,-1-1 0,-71 7 0,-16 0 0</inkml:trace>
  <inkml:trace contextRef="#ctx0" brushRef="#br0" timeOffset="151">18976 12359 7702,'5'-9'30,"0"-1"1,-2-1 0,0-2 0,0-1 422,2 0 0,0-1 1,-5 1-1,0-1 621,0 1-427,0 6 1,1-3 0,3 4 0,2 1 441,2 0 1,-3 1 0,3 6 0,-2 6-103,-3 7 1,4 2-1,-2 7 1,-1-1-328,3 0 0,-6 2 1,6 3-1,-2-1-147,-1-2 0,6 0 0,-4 3 0,1-1-118,-1-2 0,4-7 0,-4 3 0,2-3-212,3 2 1,2-4 0,0 1 0,-2-5-265,-1 0 1,-2-3 0,3 0-2590,-2-2-1565,-5-1-198,2-5 559,-6-6 3874,0-2 0,-32-13 0,-8-1 0</inkml:trace>
  <inkml:trace contextRef="#ctx0" brushRef="#br0" timeOffset="152">19537 12172 7707,'-8'-6'1760,"2"3"0,6-7 0,-2 7 0,-1 0-794,-2 6 0,-1 5 0,1 6 0,-5 2-134,-2 4 1,-3-3 0,-1 9 0,-3 3-217,-5 3 1,-3 7-1,-3 0 1,-2 4 162,-2 5 1,-9 2 0,3 4 0,0-3-494,-2-1 0,2 2 0,0-2 0,5-2-360,5-3 0,4-5 1,13-13-1,2-3-837,2-5 0,6-3 1,-1-3-746,8-4 1,3-2 0,8-9-135,-1-3 1,1-3 0,-3-6 1789,-2 0 0,-36-20 0,-14-4 0</inkml:trace>
  <inkml:trace contextRef="#ctx0" brushRef="#br0" timeOffset="153">18458 13093 7670,'-14'0'1101,"-1"0"0,1 0 0,0 0 170,-1 0 0,15-5 0,10-1 0,12 0-221,10-1 0,11-4 0,10 3 0,5-1 2041,4-1-2591,3 0 1,7-4-1,2 0 1,1 1 0,2 2-1,-2 1 1,-3 0-47,-5 2 1,-5-3 0,-9 6 0,-5 2-455,-3 2 0,-4-4 0,-2 0 0,-7 2 0,-7 1 0,1-3 0,-5 1 0,-2-1 0,-3-2 0,1 4-2844,-7-6 813,-4-1 1,-6 2-1,-9 3 1,-4 4 979,-1 1 0,-2 0 1051,-4 0 0,4 0 0,-4 0 0</inkml:trace>
  <inkml:trace contextRef="#ctx0" brushRef="#br0" timeOffset="154">18573 13295 7989,'-14'0'1326,"-1"0"158,7 0 0,2 1 0,6 4 0,0 5-15,0 2 1,0 0 0,0 0 0,0 4-705,0 0 1,-5 2-1,-1 0 1,-2 2-236,-3 3 1,3-1 0,-2 4 0,0-4-271,3-1 0,-5-2 0,8-5 1,0 1 110,3-1 1,1 1-337,0-1 1,6-1 0,4-4-1,2-4 72,3-3 1,-1-2-1,1-2 1,-1-1-108,0-2 0,7-4 0,2 4 0,1 0 0,0-1 0,-5-1 0,5-4 0,1 3 0,2 2 0,2-6 0,-2 4 0,-1-1 0,-2-1 0,-2 7 0,2-3 0,-4 1-1435,-5 0 0,-5 0 0,0 4-6781,1-4 8216,-5 3 0,-44-23 0,-18 1 0</inkml:trace>
  <inkml:trace contextRef="#ctx0" brushRef="#br0" timeOffset="155">18890 13323 7668,'-15'0'2580,"1"0"1,6 2-1278,3 3 0,4 3 0,2 6 0,2 1-578,2-1 0,0 7 0,-5 3 0,0 5-252,0 4 1,0-1-1,-2 6 1,-2 4-97,-6 4 1,-3-1 0,-1 3 0,-1-3-514,1-2 1,-5 3 0,0-1-1,1-5-771,2-3 1,2-3-1,1-6 1,3-1-6049,6-3 6955,2-3 0,27-64 0,7-14 0</inkml:trace>
  <inkml:trace contextRef="#ctx0" brushRef="#br0" timeOffset="156">19091 13410 7641,'-6'8'1257,"-4"-3"614,-3-4 0,7-1 213,6 0-1764,6-6 0,9 3 0,-1-5 1,1 0-1,-1 0 0,0-2 1,1 0 546,-1 1 1,-4 6-1,-1-4 1,2 2-254,2 1 1,2-3 0,-1 4 0,0-2-152,1 2 1,-1 0 0,1 0-1,-1-2-127,0 2 1,6 1 0,-1 2 0,0-1-93,2-4 0,-1 3 1,6-3-1,-4 2 35,-1-2 1,0 4-1,-3-4-224,1 3 0,0 4 0,-6 3 1,-2 3-155,-2 0 0,-5 4 0,2-2 0,-1 3-159,0 1 0,1-4 1,-1-1-132,4 3 1,4-1 0,2-2-1,-1-4-71,0-3 1,1-2-1,-1-2 1,1-3-101,-1-4 1,2-6 0,0-2 0,0-2-1328,-3 1 1,-4 2 0,1 2 417,-5-1 1,-5 3 0,-5 2-549,-5 5 2017,-9 4 0,-28 16 0,-11 8 0,-9 1 0,1 0 0</inkml:trace>
  <inkml:trace contextRef="#ctx0" brushRef="#br0" timeOffset="157">19221 13439 8117,'0'8'4863,"1"-2"-4044,4-6 0,3 2 1,6 1-91,1 2 0,-2 6 0,-2-2 0,-3 4-295,-2 2 0,-1-1 0,-5 0 0,0 2-436,0 3 1,0-1 0,0 4 0,0 1-571,0-1 1,-5-3-1,-1 4 1,-1-2-1626,1-4 1,1-1-2446,5-1 4642,0-7 0,32-66 0,-12 18 0,0 0 0</inkml:trace>
  <inkml:trace contextRef="#ctx0" brushRef="#br0" timeOffset="158">19580 13338 10736,'0'14'1426,"0"1"0,0-1 0,0 2-454,0 3 0,0 4 0,0 5 0,0 3-334,0 2 1,0-1 0,0 7 0,0 1-206,0 1 0,0-2 0,0-3 0,0 0-646,0-5 1,0-5 0,0-2-4848,0 2 5060,0-6 0,0-24 0,0-14 0</inkml:trace>
  <inkml:trace contextRef="#ctx0" brushRef="#br0" timeOffset="159">20156 14503 7677,'-15'-4'1138,"1"-1"0,6-2 1,2 4-1,1-3-42,0-2 1,0 3 0,5-5-292,0-1 1,0-3 0,0-4 0,0-3-49,0-1 1,2 3 0,1-7-1,2-3 3,-2-2 0,-1-11 0,-2 0 0,0-6-134,0-3 0,0-1 1,0-6-1,0-3-288,0-6 0,-2 5 0,-1-10 1,-2 1-339,2 1 0,1-3 0,2-3 0,2 0 0,3 1 0,-2 1 0,6 4 0,3-1 0,0-1 0,-4 10 0,-1-5 0,-2 8 0,-1 6 0,3-3 0,-4 5 0,2-2 0,-2 0 0,-1 7 0,-2-4 0,0 1 0,0-4 0,0-1 0,0-1 0,0 3 0,0-3 0,0-1 0,1 0 0,4 4 0,5 4 0,-2 8 0,1 3 0,2 2 0,2 3 0,0 3 0,-4 5 0,-4 5 0,-3 3 0,-1 1 0,3 1 0,0 0 0,0 1 0,-8 2 0,-2 1 0,-2-1 0,3-2 0,-3-1-337,2-1 1,-1 6 0,4-1-1168,-2-1 1,1-2 0,5-1-362,4-1 0,3 7 1,6 4-1,1 2 1865,-1 2 0,-31-6 0,-9-2 0</inkml:trace>
  <inkml:trace contextRef="#ctx0" brushRef="#br0" timeOffset="160">20472 11381 7810,'-14'0'2583,"0"0"1421,-1 0-2129,7 6-1511,2-4 0,7 4 0,4-6 0,5 0 0,3 0 0,1 0 0,2-1 708,3-4 0,-3 3 0,5-4 0,0 1-541,3 0 0,3 1 0,0 2 0,-1-1-307,-3-2 0,1 0 0,4 5 1,-3 0-107,-1 0 0,-5 0 0,4 0 1,-2 0 1,-4 0 0,-2 2 0,-4 1-240,-2 2 0,-4 4 1,3-2-111,-2 1 0,-1 1 0,-5 6 85,0-1 1,-5 1 0,1-1 0,0 0-88,3 1 1,-4-1 0,0 1 0,2-1-100,1 0 0,2-4 1,0 0 126,0 1 0,0 2 235,0 1 161,0-6 0,-1-2-94,-4-6 0,4-1 0,-4-4-105,3-5 1,2-2-1,0-3 1,0-1-8,0-3 1,0 1-1,0-6 1,0-1 9,0-2 0,0-2 1,0-2-1,0 0 47,0-3 0,-5-4 0,1 4 0,0 0-9,3-1 0,1 5 1,0-5-1,-2 3-20,-3 3 0,4-3 0,-4 10 0,3-1 28,2 4 0,0 3 1,-1 3 568,-4 4 353,3-4 175,-4 11-665,6-4 0,2 6-251,2 0 0,0 0 0,5 0 0,2 0-223,2 0 0,1 0 0,1 0 0,1 1 0,3 4 0,3-3 0,7 3 0,0-4 0,0-1 0,4 0 0,4 0 0,3 0 0,5 0 0,8 0 0,-2 0 0,3 0 0,4 0 0,-2-1 0,12-4 0,3-3 0,-1 0 0,3-5 0,-10 5 0,-2-1 0,-2-1 0,-2 5 0,-1-3 0,-5 2 0,-7 3 0,-1-1 0,-5 1 0,2-2 0,-2 2 0,-2 2 0,-8 1 0,0-2 0,-5-3 0,5 4 0,-6-6 0,0 2 0,-2 1 0,-4-1 0,-2 5-1342,-6-7 0,-8 6 0,-10-4 0,-2 3-52,-3 2 0,1 0 0,-2 0 0,-5 0 1394,-8 0 0,-15 9 0,-14 6 0,-3 0 0,-6 1 0,-1 0 0,0 0 0</inkml:trace>
  <inkml:trace contextRef="#ctx0" brushRef="#br0" timeOffset="161">21148 11122 7671,'-6'-8'239,"3"2"1,-5 4 2379,1-3-1201,3 4-649,4-6 219,0 7 487,0 0 402,6 0-482,-4 0-940,4 0 0,-4 0 863,2 0-866,-2 0 0,4 7 1,-6 2-103,0 4 1,0 1-1,0 1 1,-1-1-121,-4 1 1,3-1 0,-2 2-1,2 2-4,2 1 0,0 0 1,0-5-68,0 1 1,0-1-291,0 1 1,0-6-173,0 1 360,0-7 0,2 3 173,2-6 0,4 0 1,7 0 82,-1 0 0,2-1 0,2-2 1,1-2 40,-1 2 0,2-4 1,1 1-1,2-1-314,2 1 1,-3-4-1,1 6 1,-2 0-597,-4 3 1,-1-4 0,-1 0-778,-1 2 0,-4 1-5015,-1 2 4927,-6 0 1,-47 0 0,-20 0 0</inkml:trace>
  <inkml:trace contextRef="#ctx0" brushRef="#br0" timeOffset="162">21407 11050 7673,'0'-14'6730,"2"6"-5879,3 3 0,-4 5 0,6 6 0,-2 7 47,-1 5 1,1 7 0,-5 1-1,-1 4-362,-4 4 0,2 6 0,-5-2 0,0 5-359,0 5 1,-2-3 0,-4 3 0,-1-3-353,1-2 1,-1 0-1,3 0 1,1-1-691,1-4 0,7-4 1,-4-9-1,3-2-1638,-1-2 0,2-4-2776,7-7 5279,-2-4 0,11-51 0,-5-11 0</inkml:trace>
  <inkml:trace contextRef="#ctx0" brushRef="#br0" timeOffset="163">21551 11525 7673,'0'-10'2230,"2"2"0,3 2-1251,4 3 1,4-4-1,3 3 1,3-1 706,5-2 0,3 6 1,1-6-1,-3 3-949,-1-1 0,2 0 1,6 3-1,0-1-570,-5-2 1,0 1 0,-6 4 0,0 0-715,-1 0 1,-5 0 0,-6 0-4799,2 0-4052,-4 0 9397,-1-7 0,-12 6 0,-2-6 0</inkml:trace>
  <inkml:trace contextRef="#ctx0" brushRef="#br0" timeOffset="164">22156 11223 7658,'0'-10'2611,"0"1"1,1 5-1556,4 0 1,-2 2 0,5 4 0,0 2-245,0 6 0,-3 0 0,3 2 0,0 6-343,0 3 0,0-2 1,3 5-1,-1 2-123,1 1 1,-3-3 0,0 0-1,0 1-582,0 2 0,0 2 0,3 0 0,-3-2-849,-2-3 1,4-3 0,-5-5 0,0 0-2563,1-2 0,-3 2 3647,7-11 0,-7-64 0,3-21 0</inkml:trace>
  <inkml:trace contextRef="#ctx0" brushRef="#br0" timeOffset="165">22501 11194 8153,'-15'0'1548,"1"0"0,4 0 0,1 0-390,-2 0 1,-2 5 0,-1 1 0,-1 4-387,1 6 1,-2 0 0,-2 8 0,-3 1-440,-1 3 1,-2 7 0,-6 3 0,-2 4-257,-2 1 1,-1-2 0,3-1 0,0-3-586,5-2 0,4-3 1,11-8-1572,2-5 1,5-9 0,10-7-2720,5-6 4798,2-11 0,7-22 0,2-8 0,3-7 0,-1 1 0</inkml:trace>
  <inkml:trace contextRef="#ctx0" brushRef="#br0" timeOffset="166">22501 11079 7630,'-5'-10'2177,"0"1"0,2 4 0,8-3 0,4 2-1035,4 2 0,2 3 0,1 1 0,1 1-591,2 4 0,2-2 0,-3 5 0,1 0-46,-2 0 0,-1 2 0,-1 4 0,-1 1-268,1-1 1,-3 0-1,0 2 1,-4 2-388,-2 1 0,-3 2 0,-8-2 0,-4 5-789,-4 3 0,-8 2 0,-3-2 0,-3-1 136,-2-2 0,-1-7 1,0 3-1,-1-6 127,4-4 1,8-4-1,0-6 1,3 0 390,1 0 0,7-6 1,3-4-1,4-3 579,1-1 1,1-1 0,4 3 0,5 0 349,3 3 1,6 6-1,2-2 1,-1 3 131,1 2 1,3 0 0,-3 0 0,0 2-698,0 3 1,-1-2-1,-2 6 1,1 3-1459,-1 0 0,-7 3 0,-3-1 0,-2 2 1379,-3 3 0,-35-1 0,-17 0 0,-3 4 0,0 0 0</inkml:trace>
  <inkml:trace contextRef="#ctx0" brushRef="#br0" timeOffset="167">20300 14475 7733,'-15'0'4078,"7"0"-1888,2 0 1,17 0-1228,3 0 0,4-5 0,-4 0 0,2 2-328,4 1 1,-3 2 0,6-1 0,-3-3-88,-2 0 0,4-1 0,1 5 0,1 0-322,0 0 0,-7 0 0,2 0 0,-1 0-166,1 0 1,-3 0 0,3 0-1743,-3 0 1,-6 0-1,-2 1-5918,-2 4 6254,-1-3 1346,-5 4 0,-32-6 0,-8 0 0</inkml:trace>
  <inkml:trace contextRef="#ctx0" brushRef="#br0" timeOffset="168">20976 14417 7679,'-13'-6'1232,"3"-4"0,7-1 0,6 0-24,7 1 0,3 7 0,3-2 1,3 2-833,5-2 1,-2 3-1,1-2 1,-1 2 21,0 2 1,1 0 0,1 0-1,-5 0-41,-3 0 0,-2 0 1,1 0-1,-1 0-69,1 0 0,-6 0 1,-1 2-279,-1 2 1,2 4-1,-4 7 1,-2 1 16,-1 3 0,-2 3 1,0 7-1,0 0-194,0 0 1,-5 1 0,-1 2 0,-1 3-104,1 2 0,-4-5 0,5 2 0,2-6 173,2-4 0,1 2 0,0-7 100,0-1 1,1-10 3,4-8 0,-2-8 1,5-10-1,0-3-84,0-1 0,-5-2 0,4-5 0,-2 0-158,-1 1 0,1-1 0,-5-2 0,0-1-10,0-1 1,0-7 0,0 3 0,0-1 150,0-1 1,0 1 0,0-5 0,0 1 90,0 4 0,0 8 0,0 7 0,0 2 988,0 4 1090,0 1-1208,0 8 1,2 6-501,2 7 0,4 1 0,7-2 1,-1 0-17,1 0 0,4-3 1,2-1-1,1 0 63,4 0 1,1 0-1,2 0 1,1 0-29,3 0 0,4 0 0,8-1 1,1-3-223,2 0 0,7-3 0,-1 4 0,5-3-164,3-2 0,-4 3 0,-5-3 0,1 0 0,2 0 0,0 5 0,-3-4 0,-5 2 0,-3 1 0,-4-3 0,-1 4 0,-3-3 0,-2-2 0,-3 3 0,-6-3 0,-4 2 0,-1 2 0,-7-2-1039,-4 1 1,-9 0-274,-1 5 0,-1 0 1,-9 0-224,-1 0 0,-2 0 1,-3 0-1,-1 2-2869,-3 3 4404,-5-4 0,-25 16 0,-12 5 0,-8-2 0,-1 0 0</inkml:trace>
  <inkml:trace contextRef="#ctx0" brushRef="#br0" timeOffset="169">21523 14302 7646,'0'-14'1570,"0"-1"46,0 1 0,1 6-304,4 3-856,-3 3 1,4 4 0,-6 3 0,0 4 145,0 4 1,0 1 0,-2 1-1,-1-1-218,-2 1 1,-4 1 0,2 1 0,1 2-145,0-1 1,1-2 0,5-2 0,0 1 189,0-1 0,0 1-338,0-1 1,6-6 0,2-2 0,2-1 70,-1 0 1,1 0-1,4-5 1,1 0 45,-1 0 1,0 0 0,1 0-1,-1 0-20,1 0 1,-1-2-1,0-1 1,1-2-493,-1 2 0,-4 1 0,-1 2-822,3 0 0,-1-1 0,0-2-1218,-2-2 0,-5-2-2293,0 3 4636,-2 2 0,-34-17 0,-8 3 0</inkml:trace>
  <inkml:trace contextRef="#ctx0" brushRef="#br0" timeOffset="170">21810 14288 7646,'-5'-10'2018,"1"0"0,-6 9-579,5 1 1,0 6-1,5 8 1,0 2-718,0 4 1,-4 2 0,-1 7 0,2 0-407,1-1 0,0 3 0,-1 1 0,-1 1-296,0-1 0,-2-1 0,0-3 0,-1 1-709,1 0 1,-4-5-1,5-2 1,1-1-2291,-3-3 0,6-2-529,-4-2 3508,-3-6 0,6 5 0,-4-5 0</inkml:trace>
  <inkml:trace contextRef="#ctx0" brushRef="#br0" timeOffset="171">21911 14575 9000,'0'-14'1491,"2"1"1,4 2 0,7 3-784,4 2 0,7-4 1,-3 4-1,1-1 124,4 1 0,1-1 0,0 4 0,-3-2-405,-4 2 0,-4 2 0,-2 1 1,0 0-1040,1 0 0,-7 1-626,-4 4 1,-2-2-1,-2 7-830,0 1 1,0-3 0,-2 0 2067,-2-2 0,-23-1 0,-12-5 0</inkml:trace>
  <inkml:trace contextRef="#ctx0" brushRef="#br0" timeOffset="172">22271 14460 8143,'1'-8'2291,"2"2"-1135,2-1 1,2 6 0,-3-4-438,6 3 0,1 4 1,0 1-1,-1 4-73,1 1 1,0 1-1,1 7 1,-3 3-217,2 5 1,-3-1-1,0 1 1,0 0-321,0-2 0,-3 5 1,3-3-1,0 2-288,0-2 0,-5 1 1,4-5-1,-3-3-1653,1-1 1,6-3-106,-1-4 0,-2 3 1,0-9 1935,-2-5 0,-7-62 0,-3 21 0,0 0 0</inkml:trace>
  <inkml:trace contextRef="#ctx0" brushRef="#br0" timeOffset="173">22630 14388 7314,'-1'-13'1046,"-4"4"1,-3 2 0,-6 9 0,-1 3-432,1 4 1,-1 4 0,1 2 0,0 1-255,-1 3 0,-4 2 0,-2 4 1,-1-1-281,-4 2 1,4 1 0,-2 2-1,0-1-346,2 1 1,-4 0 0,5-2 0,2-3-789,3-5 0,0-7-2329,11-3 3382,7-6 0,38-54 0,-13 15 0,0 0 0</inkml:trace>
  <inkml:trace contextRef="#ctx0" brushRef="#br0" timeOffset="174">22688 14230 7630,'0'-14'769,"0"4"0,1 0 493,4-1 0,-2 5 0,7 1-336,1 3 0,2 2 0,1 2 0,1 3-288,-1 4 1,1 4 0,-1 2-1,0 1-47,1 3 1,-1-3 0,-1 4 0,-2 0-288,-1-1 0,-7 5 1,2-3-1,-4-1-273,-1 1 1,-1 3 0,-6-3 0,-6 0-625,-4 0 1,-4 3 0,2-5-1,-3-2-444,-1-1 1,1-6-1,4-2 1,-1-2 414,1-3 1,2-1 0,4-5 0,2-5 387,5-7 1,4-4 0,1 2 0,0-2 482,0 1 0,1 4 0,2 2 1,4 3 429,1-2 0,1 4 0,6 2 0,-2 2 485,-4-2 0,4 4 0,-2-4-1298,7 3 1,3 7 0,3 2 0,-5-1-661,-3 0 1,-2 6 0,-1-3 793,-4 4 0,-21 14 0,-12 3 0</inkml:trace>
  <inkml:trace contextRef="#ctx0" brushRef="#br0" timeOffset="175">23134 12806 7684,'-15'0'568,"1"0"0,0 0 0,2 0 0,9 0 0,13 0 774,11 0 0,12 0 0,6 0 1,4 0 600,5 0-1471,-4-7 1,6 6 0,-7-4 0,0 3 0,1 1 0,-3-3 0,-1 0 318,-2 0 1,-6 3 0,2 1 0,-5 1-653,-5 4 1,-4-2-1,-5 5 1,-1-1-1081,1-4 1,-7 0-1009,-4 2 0,-4 1 1,-4 5 544,-6-1 0,-4-7 0,-4 2 1404,-1-3 0,-51 4 0,-9 2 0</inkml:trace>
  <inkml:trace contextRef="#ctx0" brushRef="#br0" timeOffset="176">23220 13122 8072,'-14'2'1266,"-1"2"1,9-2-55,6 3 0,8-4 1,11-1-1,7 0-2,6 0 0,0 5 1,6 0-1,2-2-547,2-1 1,-1-2-1,-1 0 1,-2 0-505,2 0 0,-3 0 0,0 1 1,-3 3-687,-7 0 0,0 1 1,-10-3-1,-2 1-1710,-4 2 1,-3 1-3492,2-1 5728,-4-3 0,-70 4 0,-16-6 0</inkml:trace>
  <inkml:trace contextRef="#ctx0" brushRef="#br0" timeOffset="177">25767 12331 7831,'-10'-2'1918,"2"-3"-587,2-4 0,1 1 0,6 0 0,4 1 765,5 4-1673,3 2 0,6 1 0,2-2 0,1-1 1,5-2-1,4 2 0,4 1 423,1 2 1,1 0 0,3 0-1,-1 0-470,1 0 0,-1 2 0,0 1 0,-6 3-135,-2 2 1,-2 2-1,-2 4 1,-3 2-112,-5 3 0,-8-1 1,-3 6-1,-2 2-88,-2 1 0,-3 6 0,-2 1 0,-4 0-165,-5 1 0,-2-5 0,-4 5 0,-2-1-231,-1-1 1,-5 3-1,3-4 1,-1 1-154,-4-1 1,-1 2-1,0-4 1,1-4-45,2-4 1,0-3 0,-5-6-1,2-3 163,3-6 1,2-4-1,4-6 1,-1-7 198,1-4 0,4-9 0,3 2 1,3-3 164,2-2 1,1 0 0,6 1-1,3 0 368,0 4 1,9 4 0,0 5-1,4 2 591,1 4 1,4-2 0,2 6 0,4 2-145,0 1 1,6 8 0,1 4 0,2 3-328,3 1 1,-3 2 0,-1 2 0,0 1-370,-4-1 0,-4-2 0,-4-2 1,-5 0-988,-3 1 0,-8-6 0,-1-1-3014,-1-1 0,-6 1 3906,0-8 0,-38-67 0,11 19 0,0 1 0</inkml:trace>
  <inkml:trace contextRef="#ctx0" brushRef="#br0" timeOffset="178">26529 12618 7801,'-14'0'828,"-1"0"1,1 0 0,1-1 946,4-4 1,4 3 0,11-2 0,7 2-972,5 2 1,6 0-1,-4 0 1,3 0-309,2 0 1,2 2 0,2 1-1,0 2-176,0-2 0,-2 3 1,-1 1-1,-2-1-55,1 0 0,-3 6 1,1-4-1,-2 1-241,-4 1 0,-1-1 0,-3 6 0,-3-1-161,-6 1 0,-2 1 0,-2 1 1,0 4-13,0 1 1,0 2 0,-2 5 0,-2-2-298,-6-3 0,4-1 0,-1-6-145,1 2 1,4-4 174,-3-6 0,4-7 1,1-4 226,0-10 0,0-4 0,0-7 1,0 1 84,0-1 1,5-1 0,-1-4 0,0-3-30,-3-2 1,-1 2 0,0-2 0,0 1 63,0-2 0,0 2 1,0-5-1,-1 2 64,-4 3 0,2 2 0,-5 1 0,1 0 70,4 1 0,1 0 0,2 3 0,0 3 38,0 1 0,0 0 0,0 3 1,0-1 247,0 2 1,5 5-1,2 3 1301,1-2-873,-5 4 0,5 1-341,-3 6 0,-2 0-211,6 0 1,1 0 0,4 0-2,1 0 1,-1 0-1,1 0 1,-1 0-11,0 0 0,2 0 0,2 0 0,3 0 35,1 0 0,-3 0 0,5 0 0,2 0-10,1 0 0,2 0 0,1 0 1,2 0-167,2 0 1,6 0-1,-2 0 1,5 0-76,5 0 0,3 0 0,8 0 0,4 0 0,4 0 0,5-5 0,3 0 0,2 2 0,-2 1 0,-2 1 0,-1-2 0,3-2 0,-34 3 0,0 1 0,34-6 0,-34 4 0,1 0 0,36-4 0,-1 1 0,0-5 0,-7 3 0,-3-2 0,-4 1 0,-12 4 0,-8-3 0,-8 2 0,-4 2 0,-9-4 0,-9 7-1263,-13-4 1,-2 3 108,-7 2 1,-1-1-1,-4-2 1,-1-2-1041,1 2 1,-2-4 2193,-3 2 0,-55 1 0,28 4 0,-1 0 0</inkml:trace>
  <inkml:trace contextRef="#ctx0" brushRef="#br0" timeOffset="179">27594 12345 7749,'-15'0'100,"6"0"0,1-2 0,0-1 134,0-2 1106,5 1 1,-9 5-1,6 2-461,-2 2 1,5 6 0,-2-1-382,3 3 1,2 1 0,0 1 0,0-1-93,0 0 1,-1 2-1,-4 4 1,-3 4 26,0 3 0,-5 2 0,4-2 0,-2-2-29,1-1 1,-1-5-1,6 4-181,2-2 0,3-4 0,6-7-121,9-5 1,0-5 0,9-5 0,0-5 74,-1-3 0,4-1 0,-3 0 0,3-1 56,2 1 0,0 1 0,-1 2 0,1 3-116,0 1 0,-5 3 1,-2 4-1,-1 0-391,-3 0 1,-2 0 0,-2 0 0,-1 1-434,-3 4 0,1 3 0,-7 6-735,0 1 0,-4-6 1,-4 1-1,-2 0-467,-2-2 1,3-2 1908,-4-6 0,6 6 0,-4 2 0</inkml:trace>
  <inkml:trace contextRef="#ctx0" brushRef="#br0" timeOffset="180">27882 12374 7723,'-15'0'882,"1"0"1,4 0 0,2 1 0,2 4 86,3 5 1,1 4-1,2 5 1,0 5-357,0 4 0,-2 5 0,-1 2 0,-3 2-111,-2 3 0,3 3 0,-5 4 0,-1 1-122,-2-2 1,4-6-1,1-3 1,0-2-353,0-3 0,5-7 0,-2-2-1221,3-2 1,2-7-680,0-4 1,2-9 0,3-1 1871,4-8 0,-15-62 0,1 27 0,0-1 0</inkml:trace>
  <inkml:trace contextRef="#ctx0" brushRef="#br0" timeOffset="181">28054 12719 8577,'7'-8'4581,"4"3"-3499,6 4 0,1 1 1,6 0-1,3 0-254,5 0 1,0 0 0,5 0 0,0 0-442,-1 0 1,-4 5 0,2 1-1,-4 0-285,-1 1 1,-5 2 0,-2-2-873,-1 1 1,-2-3-5006,-4 4 4012,-1-6 1,-6 2 0,-3-10 1762,-4-4 0,-20-17 0,-5-4 0</inkml:trace>
  <inkml:trace contextRef="#ctx0" brushRef="#br0" timeOffset="182">28716 12475 7723,'0'-10'2320,"0"0"0,2 9-1249,2 1 1,0 5 0,5 6 0,2 0-402,2 5 1,0-2-1,-2 7 1,-1 0-240,1 3 0,2 3 0,-1 3 0,0 2 34,-3 2 0,-4 4 0,3-2 0,0 0-241,0 4 0,-3-5 0,3-1 1,-2-5-1451,-3-5 0,4-2-1355,-2-3 1,1-9 1563,-1 0 1,-4-9-1,4-7 1,-3-7 1016,-2-5 0,-7-26 0,-1-3 0</inkml:trace>
  <inkml:trace contextRef="#ctx0" brushRef="#br0" timeOffset="183">29047 12518 7723,'8'-8'2179,"-3"1"1,-10 9-1195,-5 3 0,-3 3 0,-1 6 1,0 1-402,-1-1 1,-4 5-1,-2 2 1,-1 1-268,-4 4 0,4 1 0,0 2 0,-1 1-154,1 4 0,-1-4 1,0 4-1,3-4-529,4-1 1,2-2 0,0-3 0,1-5-1882,3-3 1,4-9-215,6-7 1,0-7 2460,0-7 0,0-45 0,0-12 0</inkml:trace>
  <inkml:trace contextRef="#ctx0" brushRef="#br0" timeOffset="184">29191 12172 7919,'-10'0'2293,"1"0"1,7 0-1,2 0-1436,8 0 0,5 2 0,3 1 0,1 4-250,2 1 0,5-4 1,-3 6-1,0 1-119,0 2 1,-2 1 0,-5 1 0,1 1-187,-1 3 0,-6-3 0,-3 5 0,-3-1-510,-2 4 1,-8 4-1,-7 0 1,-7 0-595,-5-4 1,-4 3-1,-1-5 1,-3 1 84,-2-4 0,7-3 1,0-4-1,6-2 267,3-5 0,2-5 0,6-5 0,3-5 304,5-2 1,5-7-1,5-1 1,5 3 352,3 1 0,1 3 0,0 2 0,1 3 507,-1 1 1,5 3 0,1 4 0,-3 0-129,-1 0 1,3 0 0,0 1 0,1 4-401,0 5 0,-4 2 0,4 3 1,-4-2-1280,-2-4 1,-1 4-1,-2-3-4654,-1 2 5747,-7-4 0,-54-8 0,-21-8 0</inkml:trace>
  <inkml:trace contextRef="#ctx0" brushRef="#br0" timeOffset="185">26155 13136 7690,'-22'0'182,"1"2"0,7 1 0,-1 2 704,1-2 1,7-1-1,7-2-436,8 0 0,7 0 0,2 0 0,4 0 96,1 0 1,2 0 0,7 0 0,1 0 17,1 0 1,7 0-1,-1 0 1,2 0 149,2 0 0,7 0 0,3 1 0,3 4-114,1 5 1,6-2 0,1 1 0,1 1-113,4-2 1,-5 5-1,0-4 1,-2 4-188,0 2 1,6-1 0,-5-1 0,1-4-102,0-4 1,0 2 0,-1-3-1,2 0 89,1-3 1,-1-6 0,-2 1 0,4-1-3,3-2 1,2 6-1,-2-4 1,-1 3-288,-2 2 0,-4 0 0,2 2 0,-1 1 0,-3 2 0,-4 6 0,-4-3 0,-7 2 0,-6-1 0,-1-1 0,-9 3 0,-4-1 0,-4 1 0,-3-3 0,-4 2 0,-3 1-33,-2 2 1,3 0 0,-5-2 0,1-3-720,1-2 1,-2 1-1,3-4-490,-1 2 0,-5-1 0,3-5 59,-2-4 1,-1-3-1,-5-8 1183,0-3 0,-28-12 0,-21-9 0,-2-1 0,-2-6 0,-1 0 0,1 0 0</inkml:trace>
  <inkml:trace contextRef="#ctx0" brushRef="#br0" timeOffset="186">27306 13741 19940,'14'0'340,"1"1"0,-1 3-155,1 0 1,-6 8-1,1-3 1,1 2-73,2-1 0,-4 3 1,1-5-1,1 1 43,2 1 1,1-7 0,1 2 0,-1-4-29,0-1 1,6 0 0,0 0-1,1 0-68,0 0 0,3 0 0,-5 0 0,-1 0-583,-2 0 1,-2-4 0,0-1 0,-1 0-1093,-3-1 1,-2 2-1,-5-5 21,2-2 0,-2-2 1,-8-1 1593,-4-1 0,-42 1 0,-12-1 0</inkml:trace>
  <inkml:trace contextRef="#ctx0" brushRef="#br0" timeOffset="187">27306 14029 17445,'3'11'30,"4"11"30,-3-3 0,-4 4-1,0-3-198,0-2 0,0-2 0,0-2-3832,0 1 3971,0-7 0,6-39 0,1-21 0,1-4 0,0 0 0</inkml:trace>
  <inkml:trace contextRef="#ctx0" brushRef="#br0" timeOffset="188">27536 13813 7684,'-8'14'1021,"2"-1"1,1-2 180,0-1 1,0 4 0,5 7-1,0 1-481,0 4 1,0 1-1,0 2 1,0 1-516,0 4 1,0-4-1,0 4 1,2-4-447,3-1 0,-4 0 0,4-2 0,-3-3-1275,-2-5 1515,6-10 0,2-34 0,7-15 0</inkml:trace>
  <inkml:trace contextRef="#ctx0" brushRef="#br0" timeOffset="189">26558 13597 7699,'-14'-7'170,"4"6"1,0-6 564,-1 1 0,5 3 1681,1-7-1429,3 7 1,2-2 0,0 10-537,0 5 0,0 2 0,0 3 1,0-1-195,0 1 1,-1 4 0,-2 2 0,-4-1 49,-1 1 1,-1 5-1,-6-2 1,1 3-80,-1 2 0,1-1 0,1 0 0,4-4-34,4-5 0,3-3 0,4-3-196,3-4 1,4-4-1,10-10 1,5-4-70,4-4 1,2-6-1,2-1 1,2 1 87,-3-2 1,0 7-1,-4-2 1,-1 5 11,-2 0 0,-2 3 0,2 0 0,-3 1-30,0 4 1,-6 2-1,5 1 1,-4 1-278,-2 4 0,-6-2 0,-2 7 1,-1 1-823,0 2 1,0-4 0,-5 1-612,0 1 0,0-3 133,0 2 1578,0-7 0,-32-35 0,-8-16 0</inkml:trace>
  <inkml:trace contextRef="#ctx0" brushRef="#br0" timeOffset="190">26874 13482 11880,'-8'14'1154,"0"1"0,5 1 0,-2 4-456,2 9 1,2 6-1,1 8 1,0 2-233,0 3 0,-5 3 0,0 7 0,2-1-31,1 1 0,1 0 1,-3-3-1,0 0-384,0-2 1,-2-12 0,0-1 0,-1-6-1634,1-7 0,3-10-1505,8-2 3087,2-7 0,-9-44 0,-7-24 0,1 0 0,-1 0 0</inkml:trace>
  <inkml:trace contextRef="#ctx0" brushRef="#br0" timeOffset="191">28601 6791 8023,'-24'-6'228,"0"-4"1,6 2 0,-1 0-1,3 0 1,2 0 0,-1-1 0,3-1-1,0 1 2665,3-3-1663,6 0 1,-4 2 761,7 0-1885,0 7 0,7-3 1,2 6-1,4 1 1,1 3-1,1 2 1,-1 0 68,1 1 0,-6 2 0,1-4 1,-1 0-179,-1 1 1,3-2-57,-6 5 1,0-4 0,-7 3 0,-2-2-160,-6-3 0,-7-1 0,-4-2 0,0 0-35,0 0 0,-3 0 1,5-2-1,1-2-8,2-6 0,4-7 0,2-4 0,5-2 39,4-2 0,2 2 1,4-1-1,6 0 297,7 2 1,4 1 0,9 8 0,1 4 261,1 4 1,1 3 0,-6 4 0,0 4 324,-4 9 1,-4 1 0,-5 8 0,-2 1-211,-4 3 1,2-1-1,-6-2 1,-2-1-120,-1 2 0,-4-4 0,-2-1 0,-6-3-1191,-3-6 1,4-2 0,-1 0-3710,-1-6 4566,-2-8 0,-1-29 0,1-13 0,-2-5 0,-1 0 0</inkml:trace>
  <inkml:trace contextRef="#ctx0" brushRef="#br0" timeOffset="192">30529 2619 8160,'-10'-5'839,"1"0"0,5-1 0,0 1 0,2-5 0,2-3 334,0-1 1,6 5 0,4 1 0,4 0-694,5 0 0,4 0 0,6-4 1,-1 4-106,1 2 0,0 1 1,1 4-1,2-3-27,2 0 0,1 0 0,-3 8 1,2 2-112,-2 2 1,-2 2 0,-3 6-1,-1 3-65,-2 5 0,-8-2 1,0 4-1,-7 2-70,-2 4 0,-3 4 1,-4-3-1,0 4-105,0 0 0,-8 4 0,-4-4 1,-6 1-111,0 1 1,-2-2 0,-1 1 0,0-5-127,0-2 0,-3-7 0,4 0 0,-3 0-97,-2-2 1,-3 4-1,0-7 1,-1-1 17,0-2 0,0-8 1,2-4-1,2-4 177,1-4 0,6-6 1,-1-9-1,4-5 69,6-3 0,2-7 1,7 0-1,0 2 164,0 2 0,7 8 0,4 1 0,5 2 100,3 0 1,5 4 0,-3 7 0,1 2 105,4 3 0,-4 1 1,2 2-1,2 0-18,1 0 0,2 6 0,-2 4 1,-1 3-202,-2 1 0,-7 1 0,2-1 0,-4 0-591,-6 1 0,-1-1 0,-5 0 0,2 1-1334,-2-1 1,-1 1 0,-2-1-1017,0 0 2862,0 1 0,-26-1 0,-5 1 0</inkml:trace>
  <inkml:trace contextRef="#ctx0" brushRef="#br0" timeOffset="193">31119 2935 8092,'-13'-1'540,"3"-4"1,-3 3 1762,4-3-1806,2 4 0,3-1 0,8-1 1,6-2-1,4 2 0,4 0 0,3 0 553,1-2 0,-3-2 0,5 4 0,0-2-608,-1 2 0,2-3 0,-4 1 0,0 2-210,0 1 1,3-3 0,-5 1 0,-2 0-75,-1 3 1,-1 1 0,-1 0-54,0 0 1,-6 6 0,-3 4-264,-3 3 0,-2 3 0,0 1 1,-2 4-28,-3 1 0,-3 2 0,-6 5 1,0 0-54,-1 0 0,1 1 0,1 2 0,2 2-55,1-2 1,6-2 0,-4-3-1,1-3-163,4-5 0,1-3 255,2-1 0,7-7 0,1-5 0,1-6 115,1-7 0,-5-9 1,4-5-1,1-3 101,-2-2 0,3 0 0,-6 0 1,0-1-76,1-4 1,-4 2-1,2-4 1,-2-1-44,-2 0 1,0 4 0,0-6 0,0 1 74,0 1 0,0 2 1,0 6-1,0-1 45,0-4 1,0 10 0,0-1 0,0 4 134,0 2 1,0 4 0,0 6 215,0-2 0,2 4 393,2 2-172,-2 4-427,4 1 1,-4 0 2,3 0 1,-4 1 82,4 4 0,-2-3 132,2 3 1,-2-4 67,7-1 1,-5 0-248,4 0 1,1 0 0,4 0 0,1 0 60,-1 0 1,1 0-1,1-1 1,3-3 53,5 0 1,3-3 0,3 4 0,4-3-61,4-2 1,4 3 0,1-3 0,0 1-55,0 4 0,0-3 0,1 1 1,-1 0-117,0-1 1,-5 4-1,-1-3 1,-3 4-228,-7 1 1,2 0 0,-7 0 0,0 0-170,-3 0 1,-3 0 0,-1 0-130,-1 0 1,1 0-1,-1 0-14,0 0 1,-4-7 0,0-1 0,-1-1-332,-1-1 1,0 2-1,-5-3-605,2 1 0,0 1 725,-5-6 0,-6 7 1,-4 4-496,-3 2 1,-6 2 1158,0 0 0,-14 18 0,-5 9 0,-1 1 0,0 0 0</inkml:trace>
  <inkml:trace contextRef="#ctx0" brushRef="#br0" timeOffset="194">31694 2748 8053,'-14'5'-217,"-1"1"0,1 1 2707,-1-1-676,7-1-310,2-5-642,6 0 0,0 2-69,0 2 1,0 4 0,0 7-400,0-1 1,0 0-1,-2 1 1,-1-1-112,-2 1 0,1-1 0,2 0-123,-3 1 1,4-1-1,-4 1 1,3-1 35,2 0 0,0 1 0,0-1-249,0 1 1,0-6 0,0 1-28,0 1 0,0-3 25,0 1 307,0 1 1,7-2-68,2-3 0,4-4 0,1-1-28,1 0 1,-1-4 0,1-1 0,-1 0-93,0-1 0,6 4 0,-1-3 1,-2 4-195,-1 1 0,-1-2 1,-1-1-1,1-2-290,-1 2 1,-5 1 0,1 2-1004,1 0 1,-3 0-3143,2 0 146,-7 0 4418,3 0 0,-31-19 0,-7-5 0</inkml:trace>
  <inkml:trace contextRef="#ctx0" brushRef="#br0" timeOffset="195">31996 2777 8456,'-14'-8'1999,"1"8"0,3 10 1,6 2-1163,2 3 0,-3 5 1,-1 4-1,-1 5-232,1 5 1,-5 1 0,1 5 0,-3-3-531,-1-2 1,1 3 0,0-3-1,2 1-435,0-1 1,-5-2 0,8-4-1,-1 0-561,-1 0 0,2-2 0,-2-3 0,6-5-1061,2-3 0,2-2 1982,0 1 0,-19-14 0,-5-2 0</inkml:trace>
  <inkml:trace contextRef="#ctx0" brushRef="#br0" timeOffset="196">30270 3712 10272,'0'-8'2347,"6"2"1,5 6-1521,7 0 1,-1 1 0,9 4 0,4 3-104,7 0 1,8 3 0,8-4 0,11-1 862,9 1-1442,7-3 0,-37-3 0,0-2 0,1 1 0,0-1 0,2-1 0,-1-1 0,2-2 0,-1-1 0,0-2 0,-1 0 0,-2-2 0,-1 1 283,-2 0 0,0 0 0,37-12 1,-4 0-1,1 1-302,-2-1 1,-5 6 0,-13 7 0,-3 0-144,-1 0 0,-4 5 0,-7-2 0,-7 4-261,-7 1 1,1 0-1,-5 0 1,-1 0-98,1 0 1,-7 5 0,-4 1-563,1 2 1,-3 0-1644,2 2-618,-7 2 1251,3-10 1,-6 3-49,0-10 1,0-3 1994,0-6 0,-32-14 0,-8-2 0</inkml:trace>
  <inkml:trace contextRef="#ctx0" brushRef="#br0" timeOffset="197">30773 3842 7940,'7'-8'1356,"-6"0"-456,4 3 907,-3 3-1298,4-4 1,-4 7-1,1 3 1,-5 2-291,-3 2 1,-4 2 0,2 4 0,1 0-23,0 1 1,-6 4 0,3 0-1,-2 0-48,1 2 1,-1-5-1,5 3 1,-1-1-103,1 1 1,-1-3 0,4 3 0,-2-3-66,2-1 0,2-1 1,1 0 121,0 1 1,4-6-1,3-1 56,1-1 0,1-2 0,6-5 0,-1 0 132,0 0 0,-4 0 0,0 0 0,2 0 101,6 0 0,-7 0 1,5 0-1,0-2-138,2-3 0,1 4 0,-5-4 0,1 3-202,-1 2 1,1 0 0,-1 0 0,0 0-256,1 0 1,-1 0-1,0 0-833,1 0 1,-6 0-975,1 0 1,-2 2-10,2 3 0,-6-4 2018,-8 4 0,-30-55 0,-12-14 0</inkml:trace>
  <inkml:trace contextRef="#ctx0" brushRef="#br0" timeOffset="198">31162 3813 7940,'-15'0'320,"1"0"0,0 0 1,1 1 550,3 4 1,-3 5 0,5 7 0,-1 6-97,-1 4 1,1-1 0,-4 9 0,2-2-308,1 1 0,5 6 0,-3-3 0,0 1-272,0 0 0,5-6 1,-2 2-1,4-4-245,1-1 0,0 0 0,0-2 1,0-3-845,0-5 1,1-1 0,2-1-1743,2 3 1,2-1 2634,-3-5 0,-8-19 0,2-4 0</inkml:trace>
  <inkml:trace contextRef="#ctx0" brushRef="#br0" timeOffset="199">31349 4187 7920,'-10'0'271,"1"0"119,-3 0 1,4 0 556,-1 0 1,4 0 677,-5 0-1313,7 0 0,-3-2 0,6-2 0,1-6 0,4-3 229,5-1 0,3-1 0,1 1 0,2-2-75,3-3 0,2 1 0,4-4 1,-1 0-66,2-1 0,0 6 0,-2-3 0,-4 4-21,1 2 1,-5 1-1,3 4-216,-3 4 0,-3 5 0,-3 5 0,-4 6-72,0 6 0,-4-1 0,4 5 0,-1-2-111,0 1 1,5-1-1,-4-5 1,2 0-45,3 1 1,2-1 0,1-1 0,2-3 15,4-6 1,-3 3-1,7-2 1,2-2-32,1-2 0,-3-7 0,0-4 1,0-2-397,-2-3 1,1-1 0,-6-1-1,1-3-430,-5 3 1,-1-1 0,-7 1 0,-2-2-137,-1 1 0,-4 7 1,-2 3-1,-6 1-1879,-3 4 2919,-8 2 0,-23 16 0,-11 8 0,-7 1 0,0 0 0</inkml:trace>
  <inkml:trace contextRef="#ctx0" brushRef="#br0" timeOffset="200">31608 4158 7920,'0'-9'2602,"0"-1"-1969,0 7 0,0-5-314,0 3 1,0 5 0,0 0 0,0 8-192,0 5 1,0 1-1,0 2 1,-2 2-209,-3 1 1,4 7 0,-6-2-1,3 1-382,-1-1 1,0 3 0,3-3 0,-1 2-466,-2-2 1,1-3 926,4-7 0,0-19 0,0-4 0</inkml:trace>
  <inkml:trace contextRef="#ctx0" brushRef="#br0" timeOffset="201">31867 4086 7920,'-2'10'805,"-1"-1"14,-2 3 0,0 0 0,4 3 0,-3-1-251,0 1 0,-3 1 0,4 3 0,-3 5-233,-2 3 0,3 6 1,-3 3-1,0 0-225,0 4 1,3-4 0,-3-4 0,2-5-465,3-3 1,1-7 353,2 2 0,6-35 0,2-9 0</inkml:trace>
  <inkml:trace contextRef="#ctx0" brushRef="#br0" timeOffset="202">33277 2791 7978,'-8'7'1549,"0"-6"-1021,3 4 1,3 3 0,-3 2 0,4 2 0,-1 3 62,-3-1 1,4-4-1,-4-1 1,3 3-354,2 0 1,-4 4-1,-1 2 1,2 1-76,1-1 1,-3-2 0,0 0 0,2 1 10,2 3 1,1-1-1,0-5-104,0 0 0,0 1 0,1-2 64,4-4 1,3 2 0,6-6-1,1-2 237,-1-1 0,2-2 0,2 0 0,3-2 12,1-2 0,-3 2 1,3-4-1,-1 1-175,-3 0 0,3-1 0,-2 2-762,-2 0 0,-1-6-1198,-1 5 1,-7-1-434,-3 1 0,-4 2 2185,-1-7 0,-45-38 0,17 17 0,0 0 0</inkml:trace>
  <inkml:trace contextRef="#ctx0" brushRef="#br0" timeOffset="203">33521 2763 9122,'-8'6'1147,"2"2"0,6 6 1,0 1-413,0-1 1,0 7 0,0 3 0,0 3-115,0 2 1,-5 4 0,-1 3 0,-1 0-326,1 4 1,-5 2-1,3-1 1,-2-1-465,0-1 1,6-2-1,-4 1 1,1-5-127,4-2 0,1-2 1,1-1-1,-2 0-889,-2-4 1,0-4 0,5-5 0,0-1-2459,0 1 3641,0-1 0,-6-13 0,-2-2 0</inkml:trace>
  <inkml:trace contextRef="#ctx0" brushRef="#br0" timeOffset="204">32974 3741 8762,'-6'-5'2288,"6"-1"-1675,8-2 1,11 5 0,7-4 0,6 2 205,6 1 0,9-6 0,2 4 0,4-1-11,6 1 0,-1-4 1,5 5-1,-2 2-543,-3 2 0,1 1 0,-11 0 0,-3 0-1734,-5 0 1020,-12 0 1,-15 0-1,-13 1 1,-9 4-454,-9 5 902,-4 2 0,-18 7 0,-7 2 0,-3 3 0,0-1 0</inkml:trace>
  <inkml:trace contextRef="#ctx0" brushRef="#br0" timeOffset="205">33248 3885 7978,'-15'0'100,"1"0"1,0 0 0,-1 0 0,1 0 0,1 1 1122,3 4 1,-2-2-277,2 7 1,-3 0 233,-1 4-906,0 0 0,4 1 0,2-1 0,0 1 1,2-1-1,-2 0 377,0 1 0,4-1 1,0 0-207,2 1 1,4-1-201,2 1 0,9-3 0,6-2 0,1-5-50,0-4 0,-2 4 0,4 0 0,1-2-285,-1-1 0,-3-2 0,4 0 0,-3 0-405,-2 0 1,-2 0 0,-2 0-1039,1 0 1,-7-7-2197,-3-2 3728,-4 2 0,-33-31 0,-8-2 0</inkml:trace>
  <inkml:trace contextRef="#ctx0" brushRef="#br0" timeOffset="206">33334 3928 8640,'-14'8'0,"1"-2"564,3 1 0,2-4 0,5 7 0,-3 1-8,-2 2 1,0 3 0,-3 1-1,1 4-204,-1 1 1,0 2 0,-1 5 0,3 0-144,-2 0 0,-1-1 1,1 1-1,3 0-477,2 0 1,1-1 0,5 1-1,0-2-1746,0-3 0,0-3 2014,0-6 0,26-39 0,6-10 0</inkml:trace>
  <inkml:trace contextRef="#ctx0" brushRef="#br0" timeOffset="207">33377 4057 7978,'0'-14'1192,"0"0"1,2 6 0,1 1-535,2 1 1,1 4 0,-3-4 201,2 0 1,6 4-386,-1-3 1,-2 4 0,2 1-190,1 0 1,-3 1 0,1 2-42,3 2 1,0 5-1,3-5 1,-1-1 20,1 3 1,-1-6 0,0 4 0,1-3-31,-1-2 0,5 1 0,2 2 0,0 2 18,0-2 1,-2-1-1,-5-2 1,2 0-275,3 0 0,-3-5-159,4 0 1,-9 1 0,-3 2-1012,-2-3 0,-3 4 273,-7-4 0,0 3 1,-5 2 916,-2 0 0,-47 0 0,-12 0 0</inkml:trace>
  <inkml:trace contextRef="#ctx0" brushRef="#br0" timeOffset="208">33449 4101 8388,'0'9'1941,"0"1"-1260,0 1 1,5-3-1,0 2-316,-2 1 0,3 2 0,-1 3 0,-2 1-430,-1 2 0,-2 1 1,0-6-1011,0 0 1,0 1 1074,0-1 0,13-32 0,3-7 0</inkml:trace>
  <inkml:trace contextRef="#ctx0" brushRef="#br0" timeOffset="209">33737 4201 7790,'-5'28'0,"-1"-3"662,-2-1 0,0-2 0,-3 4 1,1-4-728,-1-1 1,3-2-2292,-2-4 2356,7-7 0,-23-15 0,2-9 0</inkml:trace>
  <inkml:trace contextRef="#ctx0" brushRef="#br0" timeOffset="210">32600 3583 7899,'10'-5'238,"0"0"0,1-6 1,6 3 775,3 0 0,0-3 0,-2 6-646,1 2 1,2 0 0,-4-1 0,3 0-1,-3 0 1,-2 4-726,-6 5 1,-2-2 0,-9 7-1340,-3 1 0,-3 2 1696,-6 1 0,-52 26 0,27-17 0,0 1 0</inkml:trace>
  <inkml:trace contextRef="#ctx0" brushRef="#br0" timeOffset="211">32586 3798 7814,'0'10'906,"0"0"-251,0 1 0,2 2 1,4-1-1,7 0-194,4-3 0,9-1 0,-2 3 0,3-1-186,2 1 0,0-3 0,-2 0 0,-2-1-928,-1-4 1,-4-2 0,2-1 652,-1 0 0,-28 7 0,-10 1 0</inkml:trace>
  <inkml:trace contextRef="#ctx0" brushRef="#br0" timeOffset="212">29320 5827 7843,'0'-14'737,"0"-1"0,0 6-402,0-1 0,2 7 1,3-2-1,3 5 0,1 5 1,-1 5-1,0 4 383,0 5 1,-3-1-1,3 6 1,-2 1-436,-2 3 0,-1 5 0,0 1 0,2-2-116,-2-2 1,-1-1-1,-4 0 1,-1-1-185,-2 1 1,-1-2 0,2-3 0,0-3-902,0 0 0,3-5-3119,1 3 1466,0-3 2571,-7-2 0,-33 20 0,-14 4 0</inkml:trace>
  <inkml:trace contextRef="#ctx0" brushRef="#br0" timeOffset="213">29018 6906 9408,'3'-16'645,"7"-3"0,1 0 0,15-8 0,4-5 86,7-3 0,6-5 0,5-7 1,5-2-265,3-2 1,1 3 0,-1-3-1,-2 1-33,-1 4 0,-6 2 0,-1 6 0,-6 4-385,-7 4 0,-2 1 1,-4 2-1,-3 3-563,-5 5 1,-8 8-533,-1 1 1,-8 7 0,-2 0 333,-8 6 1,-5 0-1,-3 7 1,-2 1 711,-1 2 0,-16 8 0,-7 4 0,-1 2 0,0 0 0</inkml:trace>
  <inkml:trace contextRef="#ctx0" brushRef="#br0" timeOffset="214">29665 6503 8039,'0'-9'1344,"0"-1"0,5 5-444,0-4 1,1 6 52,-1-2 1,-3 5-368,3 5 0,-4 3 0,-1 6-198,0 0 1,0 6-1,-1-1 1,-3 0-133,0 2 1,-6-4-1,4 6 1,-1-2-74,1-4 1,-1-1 0,4-1 0,-1-1-117,0 0 0,4 1 0,5-3-92,5-2 1,2-4 0,3-6 0,1-1 139,3-4 1,-1 2 0,4-7 0,-1 1-12,-4 1 1,4-5 0,-2 3 0,1-1-55,0 2 1,-4 1-1,3 4 1,-3 0-410,-1 0 0,-1 3 1,-1-1-2427,-3-3 838,2 4 1,-5-4-749,2 10 2695,-2 3 0,-26 13 0,-5 1 0</inkml:trace>
  <inkml:trace contextRef="#ctx0" brushRef="#br0" timeOffset="215">29637 6863 7843,'-10'0'252,"1"0"1388,-3 0-323,6 0 1,0-1 448,6-4-1033,0 3 1,1-4-1,2 4-200,2-3 0,6 4 1,-1-6-1,3 3-226,1-1 0,0-6 1,2 1-1,2-3 75,1-1 1,7-1 0,-2-1-1,3-1-110,2-2 0,0-5 0,-1 3 1,1 0-96,0 0 1,-7 2 0,-3 5-1,-1-1-71,1 1 0,-3 4-126,3 1 1,-3 7 0,-3 2 138,-3 8 1,1 0 0,-5 2 0,2 1-29,3 2 0,2 1 0,2 1 0,-1-3-33,0-2 0,1 1 0,-1-4 0,2-1-51,3 0 0,-1 4 0,4-5 0,1-2-34,-1-1 0,-3-2 1,4 0-1,-3-2-198,-2-3 1,-2-1 0,-2-5 0,1 1-430,-1-1 0,-4 3 0,-2-2-855,-2-1 0,-1-2 0,-7-1 113,-2-1 0,-4 3 0,-8 2 0,-2 5 1396,-1 4 0,-30 5 0,-11 4 0,-3 0 0,0 0 0</inkml:trace>
  <inkml:trace contextRef="#ctx0" brushRef="#br0" timeOffset="216">29853 6676 12482,'0'15'906,"0"-1"0,1 0 0,4 1 0,3 1-261,0 3 1,3 2-1,-5 6 1,1 0 545,-1 3-1193,5 2 0,-9-3 1,3 0-1,-4 0 0,-1-2 1,0-2-1,0-2-451,0-2 1,0 3-1,0-5 1,0-2-1997,0-1 0,0-1-1110,0-1 3559,0-6 0,7-46 0,1-18 0</inkml:trace>
  <inkml:trace contextRef="#ctx0" brushRef="#br0" timeOffset="217">30227 6705 7824,'0'-10'2629,"0"1"0,0 7-2060,0 2 1,0 8 0,0 11-1,0 5 22,0 3 0,0 7 1,0 1-1,0 2-168,0 3 1,0 2 0,0 1 0,0-2-575,0-2 0,0 2 0,1-4 1,2 0-402,2-4 1,5-2 0,-4-4 0,2-2-420,3-1 1,-3-6 970,2 1 0,0-9 0,4-4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1:16:03.6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13552 14964 7738,'0'-15'704,"-5"1"0,1 0 0,0-1 349,3 1 1,2 1 0,4 3-1,5 4 434,3 0-1282,7 4 1,1-4-1,5 6 1,-2 0-1,1 0 1,4 0 0,3 1 266,2 4 0,-1-2 0,-2 5 0,-1 0-263,-1 0 0,3 2 0,-10 4 0,0 1-62,-2-1 0,-4 5 0,-4 2 0,-2 0-67,-5 0 0,-4 4 0,-1-1 0,-3 3-191,-6 2 1,-1 5-1,-11 1 1,0 0-186,-3 0 1,-4 3 0,-4-2-1,-2-1-166,2 0 0,-3 2 1,1-7-1,4-4 217,4-4 0,1-4 0,4-9 273,-1-4 1,6-5 0,1-6-1,9-7 30,4-5 0,7-6 1,2 5-1,1 2 78,3 1 1,6 3 0,2 2 0,-1 3 102,-2 1 0,0 1 0,2 3 0,1-2 222,-2 2 0,-1 1 0,-1 2 0,-1 0-383,1 0 1,-1 2 0,0 1 0,-1 3-521,-3 2 0,1-3 1,-6 5-1,-1-1-911,3-1 0,-6 5 1,6-5 1352,-1 0 0,-23 24 0,-1 0 0</inkml:trace>
  <inkml:trace contextRef="#ctx0" brushRef="#br0" timeOffset="1">14171 14834 7699,'-7'-8'2615,"-2"3"1,4 9-2081,5 0 0,6 6 0,9-5 0,-1 0-5,1 1 1,-1-4-1,0 2 1,1-2 180,-1-2 1,1 0-467,-1 0 0,0 0 0,2 2 0,2 1 0,1 2 0,-1-2 27,-2-2 0,-2-1 0,0 0-2,1 0 0,-2 2 0,-2 1-315,-2 2 0,-5 6 0,0-1-223,-2 3 0,-4 3 0,-2 1 0,-6 4-425,-3 1 0,-6 2 1,-2 5-1,0 1-763,1 4 0,-4 3 0,3 4 0,0-1 140,0-1 1,4-3 0,6 4 0,3-3 1315,1-2 0,2-1 0,5-7 0,0-3-195,0-5 1,0-3 296,0-1 1,2-7 0,1-2 3793,2 0 777,0-4-4462,-5 11-3903,0-12 3692,0-1 0,-19-20 0,-5-11 0</inkml:trace>
  <inkml:trace contextRef="#ctx0" brushRef="#br0" timeOffset="2">23997 10964 7747,'-14'0'1399,"7"0"1,7 0 0,8 0 0,7 0 158,4 0 0,3-2 0,9-1 0,1-2 1164,1 2-2266,7-5 0,-2 5 1,9-5-1,1 0 1,0 1-1,1-1 1,2 2 337,1 0 0,-3 1 0,-6 5 0,0 0-794,1 0 0,4 5 0,0 1 0,-2 0 0,-1 1 0,4 4 0,6-3 0,4 2 0,3-1 0,7-6 0,-2 2 0,5-3 0,5-2 0,-36 0 0,2 0 0,3 0 0,1 0 0,-1-1 0,1 0-42,-1-1 0,0-1 0,4 1 0,0-2 0,0-1 1,0-1-1,3 1 0,0 0 42,-1 0 0,0-1 0,1 0 0,-1-1 0,-4 0 0,0 0 0,1 0 0,1-1 0,0 1 0,1 0 0,1 0 0,0 0 0,-2 0 0,1-1 0,-3 1 0,-1 0 0,1 0 0,-1 0 0,-3 0 0,0 1 0,3 0 0,0 1 0,0 0 0,0 2 0,1-1 0,0 1 0,1-2 0,0 1 0,-4 0 0,1 1 0,2 0 0,0 0 0,1 0 0,1-1 0,5 0 0,0-1 0,0 1 0,0 1 0,0 0 0,-1 0 0,1 0 0,-1 0 0,0-3 0,1 0 0,3 2 0,2 0 0,0 0 0,0-1-79,0 0 1,0 0 0,2 1-1,-1 0 1,-6-1 0,0-1-1,2 2 1,0 0 78,0 1 0,1 0 0,-1-1 0,-1 1 0,0 2 0,-2-1 0,-1 0 0,0-1 0,-2 2 0,0-1 0,0 1 0,-1 1 0,1-1 0,0 2 0,0-1 0,1 0-38,-2-1 1,0 2-1,-1 1 1,0 0 0,-5 1-1,0-1 1,0 0 0,1 1 37,1 0 0,-1 0 0,1-1 0,-1-1 0,-2 3 0,-1 0 0,0 0 0,-1-1 0,0-1 0,0-1 0,40 1 0,-38-2 0,1 0 0,-2 0 0,0 0-1,40 0 1,-4 0 0,-7 0-1,-4 0 1,-5 0 0,-3-5 0,-3 0 0,-3 0-203,-5-1 1,-8 4 0,-3-3 0,-2 4-3686,-3 1 0,-8 0 589,-5 0 3299,-10 6 0,-2-4 0,-7 4 0</inkml:trace>
  <inkml:trace contextRef="#ctx0" brushRef="#br0" timeOffset="3">27781 10734 7731,'-7'14'632,"6"0"1,-4-6 80,10-3 1,-2-3 406,7-2-296,-7 0 1107,3 0-854,-6 0 1,0-2-285,0-3 0,0 2 1,0-6-112,0-3 1,0 0-1,0-3 1,0-1-109,0-3 1,0-5 0,2-10-1,1-4-118,2-3 1,4-9-1,-4-4 1,-2-7 37,-1-6 1,-2-4 0,0 1 0,0 1-244,0 2 0,0 5 0,0-4 1,0 2-252,0 4 0,0 5 0,0 2 0,0 1 0,0 1 0,0-9 0,0 6 0,0 1 0,0 2 0,0-3 0,2 1 0,1-3 0,2-1 0,4-3 0,-2 0 0,-1-4 0,0-2 0,6-1 0,-4-3 0,1 1 0,1 2 0,-2 4 0,3-4 0,-3 0 0,-2 2 0,1 2 0,-4 9 0,2 1 0,-2-1 0,-2-5 0,-1-1 0,0 6 0,0 3 0,0-3 0,0 1 0,0-3 0,0-2 0,0 1 0,0-1 0,0 1 0,0-1 0,2-4 0,1 1 0,2 3 0,-2 4 0,4 1 0,-3-6 0,1 0 0,2 1 0,-6 4 0,6 11 0,-3 0 0,1 0 0,0 1 0,-3 4 0,1 6 0,2 6 0,-1 1 0,-4 4 0,0 0 0,0 0 0,0 2 0,0 5 0,0-1 0,0 1 0,0 4-1733,0 1 1,0 7 0,2 2-1055,3 8 0,4 11 0,9 5 2787,1 3 0,-12 47 0,-8-32 0,0 1 0</inkml:trace>
  <inkml:trace contextRef="#ctx0" brushRef="#br0" timeOffset="4">25090 10604 7770,'-8'-9'1229,"4"-1"0,2 0 1,4-2-267,2 2 0,4-1 0,7 6 0,-1 3-279,1 6 0,-1 5 0,-1 10 0,-2 5 14,-1 4 0,-2 5 1,1 4-1,-4 3-235,-3 5 1,-2 7 0,0 1 0,-2 3-106,-3 2 0,-3-7 0,-6-3 0,1-5-133,3-5 0,-2-6 0,4-11-243,0-7 1,1-10 0,7-6 0,0-11-247,0-9 0,0-12 0,2-6 0,1-8-28,2-9 1,1-7 0,-3-8 0,2 0-83,-2 0 1,-1-6-1,-2-1 1,0 4 290,0 8 1,0 14-1,0 10 268,0 8 1,2 17 0,1 12 0,3 12 169,2 14 0,2 8 0,4 9 0,1 6 93,-1 2 1,-4 0-1,-2 0 1,-2 3-41,-3 4 0,-1-2 1,-2-1-1,-2-1-152,-3 0 0,-3 7 0,-8-3 0,-1 3-105,-2-2 0,-5 1 1,3-6-1,0 0-396,0 1 1,2-9-1,6 2 1,4-7-1094,4-8 1,3 0 0,2-7 0,2-4-4507,3-5 5844,9-5 0,21-76 0,-12 26 0,-1 0 0</inkml:trace>
  <inkml:trace contextRef="#ctx0" brushRef="#br0" timeOffset="5">30572 10575 7674,'0'-14'302,"1"0"0,4-1 0,5 1 0,3-1 0,1 1 0,0 0 1159,1-1 1,4 6 0,0 1-1,0 1-596,2 4 0,-5 1 0,2 4 0,-6 3-72,-2 4 0,-7 11 0,2 4 0,-3 4-442,-2 6 1,-8 3-1,-7 7 1,-7 4-336,-5 5 0,-2-3 0,2-1 1,1-2-206,2-4 0,5 2 1,-2-12-1,4-4-487,4-8 0,10-8 0,3-15 44,8-3 0,6-11 0,5-13 0,4-7 342,-1-6 0,5-3 1,-3-1-1,2-2 180,-2 2 1,-2 7 0,-4 6 0,1 2 249,-2 3-40,-7 5 1,-5 22-1,-12 15 1,-5 10-490,-6 5 0,-8-1 0,4 1 0,-2 2 389,0 2 0,-6-2 0,-7 4 0</inkml:trace>
  <inkml:trace contextRef="#ctx0" brushRef="#br0" timeOffset="6">24702 11885 7696,'-10'-10'234,"1"2"1,-1 0-1,1 0 1,1-3 1045,1-2 0,2 4 2382,5-1-3124,0 7 0,0 9 1,0 13-1,0 8 185,0 7 1,-4 4 0,-3 12-1,1 6-96,-1 5 0,3 1 0,5-6 1,6-3-288,7-5 0,8-10 1,12-8-1,4-9-194,4-11 1,3-15-1,1-11 1,2-11-41,-2-10 0,-2-6 0,-6-5 0,-6-5-84,-7-3 1,-4-1 0,-8 1 0,-3 1-362,-6 3 1,-15 5 0,-8 1 0,-8 4-270,-7 4 1,-2 12-1,-6 4 1,2 9-342,2 8 0,1 5 1,-1 5-1,6 6 7,6 7 1,0-2 0,9 3 0,2-1-3038,4 1 3979,2-3 0,-38-2 0,-7-7 0</inkml:trace>
  <inkml:trace contextRef="#ctx0" brushRef="#br0" timeOffset="7">23278 11165 7769,'-23'-14'178,"4"-1"0,3 6 1,3-1-1,4-1 2032,4-2-1759,3-1 0,7 0 0,3-1 0,5 2 1,8 2-1,6 2 1429,6-3 0,11 0-1475,8-3 0,11 6 0,4-1 0,6 0 0,-32 5 0,2 1 0,4 0 0,1 0 46,5 1 1,2-1-1,2 0 1,1-1-1,1 1 1,2 1 0,0 0-1,1 0-348,-1 0 1,1 0 0,0-2 0,-1 0 0,-3 2-1,-1 1 1,-1 1 0,-2-1-176,-3 1 0,-3 0 0,31 1 0,-15 0 0,-13 0-710,-13 0 0,-20 2 331,-14 3 0,-21-4 1,-17 4-1,-9-3 305,-10-2 0,-7 0 1,-20 0-1,35 0 0,-1 0 89,-6 0 0,0 0 1,-4 0-1,0 0 1,-2 0-1,-1 0 0,-1 0 1,0 0-46,-2 0 1,0 0 0,-4 0 0,0 1 0,-1 1 0,-1 0-1,-1 0 1,0 0 43,3 0 0,1 0 0,3-1 1,3-1-1,6 0 0,3 0 1,7 1-1,2 0 334,-25 4 0,31-4 0,27 4-92,24-3 1,19-2-1,19 0 1,13 0-93,12 0 1,-31-3-1,1-1 1,4 0-1,0-1 1,4-2 0,1-1 84,4-1 1,1-1 0,-4 2 0,0 0 0,3-1 0,1-1 0,-4 2 0,0 0-10,-2 0 1,1 2-1,0 0 1,-1 2 0,-1 0-1,-2 0 1,-4 1 0,-2 0 301,29-1 1,-29 3-1,-28 2-269,-12 4 0,-19-2 0,-21 7 1,-13 1-196,-9 2 1,-7 1-1,-12 1 1,-1-2-968,2-4 1,-3 2 0,10-6 0,-1-2-2248,4-1 0,17-10 3208,11-6 0,2-4 0,13-1 0,3 6 0</inkml:trace>
  <inkml:trace contextRef="#ctx0" brushRef="#br0" timeOffset="8">30932 10619 7697,'-29'-8'367,"6"-4"1,4 8 0,5-1 0,4-2 0,7-1 0,6-1 1294,7-1 0,11 1 1,6-4-1,6 2-777,4 1 1,8 5 0,8-3 0,4 2-213,5 3 0,-1 1 0,6 4 0,2 2-276,1 6 1,4 4 0,1 4 0,0 3-138,-4 1 0,-6-4 0,-9 1 0,-3-3-208,-5-2 1,-16 1-251,-8-1 1,-26-1 0,-14-2 0,-16-3 61,-16-2 1,-11 1 0,-19-4 0,34 0 0,-2 0-140,-5 2 0,-2-2 0,1-1 0,-1 0 1,-6 0-1,0 0 0,-1 0 0,0 0 101,-1 0 1,0 0-1,1-1 1,0 0 0,0 1-1,0-1 1,4-1 0,0-1 493,6-1 1,1-1 0,-27-13 0,15 0 0,16-3 82,15-2 0,17 2 1,19 3-1,18-2-215,16-1 1,11 5 0,12 4 0,6 0-137,6 2 0,5 2 0,-38 6 0,2 0 0,0 0 0,1 0-51,3 0 0,0 0 0,-2 1 0,-1 0 0,6 0 1,-1 1-1,0 1 0,1 0 65,1 1 1,0 0 0,-1 0 0,0 0 0,3 2-1,-1-1 1,-1 0 0,-2 0 95,-1 0 0,-2 1 1,33 7-1,-27 1 0,-16 1-425,-15-1 0,-12-4 0,-21-1 0,-15 1 56,-14-2 1,-11 5-1,-13-4 1,-6 2-311,-5-1 1,33-4 0,0-1 0,1-2 0,-1-1 0,-1 0-1,-2-1 195,0 0 0,-1 0 0,1-1 0,1 0 1,-36 0-1,9-2 411,12-3 0,23-4 1,16-9-1,16-3-270,12-1 0,20 4 0,23-1 1,13 3 117,13 2 0,-31 7 0,2 0 1,3-1-1,1 1 0,1-1 1,1 0-28,2-1 0,0-1 1,1 2-1,1 0 1,2-2-1,0 1 1,1 0-1,-1 0-218,0-1 0,-1 1 0,-3 3 0,-1 1 1,-7-2-1,-1-1 0,-4 3 0,-2-1-2822,33-2 3130,-2-5 0,-13 7 0,3-4 0,-2 6 0,-3 2 0</inkml:trace>
  <inkml:trace contextRef="#ctx0" brushRef="#br0" timeOffset="9">27968 6921 7714,'-21'-7'162,"5"1"1,-3-5 0,3 3 0,2 0 0,-1 1 0,1-1 1046,-1 0 0,1 4 998,0-6-787,6 7-1102,1-4 0,9 7 0,3 0 1,6 0-1,5 0 0,3 0 256,-1 0 0,-2 5 1,-1 0-1,1 0-356,-1 1 1,2-3-1,-7 5 1,1 0-95,-1 0 1,-4 2-1,-6 4 1,0 1-59,0-1 0,-1 1 0,-4-1 1,-5 0-195,-3 1 0,-7-1 1,-3-1-1,-1-4-114,0-4 0,7-3 1,-2-2-1,3-3-82,1-7 1,7-6 0,3-14 0,5-4 29,5-4 0,5 1 1,9-1-1,5-1 217,3 2 1,2 4 0,0 9-1,1 5 480,4 3 1,-6 3 0,3 3 0,-7 7 207,-3 6 0,-7 5 0,-6 8 1,-2 4-99,-3 4 1,-7-2 0,-8 2 0,-5 1-217,-7 3 1,-3 0-1,-2 0 1,0-4-160,0-5 0,2 0 0,2-3 0,2-5-472,3-3 0,0-3-274,6-5 1,6-6 0,6-4 0,9-3-162,7-1 1,10 1-1,0 2 1,3 3-17,2 1 1,-5-2-1,-2 4 1,-1 2 784,-3 1 0,-45 20 0,-20 9 0,-2 1 0,1 0 0</inkml:trace>
  <inkml:trace contextRef="#ctx0" brushRef="#br0" timeOffset="10">25105 10964 7705,'-15'8'119,"6"-2"0,1-4 468,1 3 1,3-5 0,5 1 404,4-4 0,1-8-399,4 1 1,-2-3 0,-5-1 32,2 0 1,0 4 0,-5 0-270,0-1 0,-2 0 0,-1 0 0,-2 1-165,2-1 0,1-2 1,2-1-1,0 0-15,0-1 0,0 1 0,0-2 0,0-2-19,0-1 1,0-2-1,0 4 1,0-3 45,0 3 1,-1-4-1,-2 0 1,-2 1 49,2-1 1,-1 2-1,1 3 1,-2-2-60,2-1 1,0 0 0,0 4 0,-2 1-64,2-1 0,1 1 0,2 0 0,0-1-37,0 1 0,0-2 0,0-2 0,0-1-5,0 2 1,0 1 0,2 0 0,1-2 6,2-1 0,1-5 1,-1 5-1,3-1-38,0 0 1,3 2 0,-4-6 0,-1 0 62,0 2 1,4-1 0,-4 4 0,1-5-8,-1-3 0,4 0 0,-5 1 0,-1 2-87,3-1 0,-1-2 1,5-2-1,-3 0 42,-1 0 1,4 5 0,-3 0 0,2-1-19,-1-3 1,-1 1 0,3 2-1,-1 1-43,1-2 0,-3-1 0,2-2 0,1 0-1,2 1 1,-4-1 0,1 0 0,1 0 70,2 1 0,1-6 0,2 0 0,2 2 15,1 2 1,0 1 0,-4-1 0,-1-2-43,0-2 0,1 1 0,-1 4 1,-1 2-51,-4 3 1,4-3 0,-3 4 0,1-1-35,-1 0 0,2 7 0,-4-4 0,2 2-22,0 0 1,-2-5 0,3 4 0,-2 3 31,3 1 0,0-5 0,3-1 0,-1-2 17,0 0 1,1 1-1,-1-4 1,2 2 5,3-1 0,-3-4 1,4 6-1,-4-2 8,-2 2 1,0-3 0,1 5 0,-1-2 5,1 0 1,-1 6 0,0-3 0,-1 2 19,-3 0 1,2 0 0,-2 4 0,1 1 4,-1 0 0,3-6 1,-4 1-1,4 2-12,1 1 0,6 0 0,-1-2 0,0-1-24,2 1 0,-5-3 0,4 2 0,0 2 13,-1 1 0,0-3 1,-3-1-1,2 3-20,1 1 1,0 1 0,-5 1 0,1 0-14,-1-1 0,0 1 1,1-1-1,1 1 0,3 0 0,-3-6 1,3 1-1,-3 2 23,-1 1 0,4 1 0,0 1 0,-1 0 15,-2-1 0,-2 1 0,0-1 0,1 3-30,-1 2 0,0-3 0,1 4 0,-1-3-2,1 3 1,-1-4 0,0 3 0,1-2-50,-1-3 0,1 6 0,1-1 1,1-1-11,2-2 1,2-1 0,-3-1-1,1 1 50,-2 0 1,-1 1 0,-1 2 0,-1 1 6,1-1 0,-1-2 1,0-1-1,1-1 0,-1 1 0,1 1 0,-1 2 1,0 1-4,1-1 0,-1-2 0,0-1 0,1 1-6,-1 4 1,1-4 0,1 3-1,1-1-38,2 1 0,1-2 0,-6 2 0,2-3 138,3-1 1,-3 1 0,5 2-1,-2 1 4,0-1 0,5-2 1,-3-1-1,0-1-42,0 1 1,4 0-1,-2-1 1,-1 2-53,-3 4 1,2-4 0,0 4 0,-1-3 4,1 3 0,-2-2 1,-4 6-1,-1 0 44,1-1 0,-1 4 0,0-3 0,-1 2 66,-3-2 1,2 4 0,-2-4 0,3 2-36,1-2 1,1 2-1,-1-5 1,0 0 2,1 0 0,1 3 1,1-5-1,3 1 1,-3 1 0,1 0 1,-1 4-1,2-2-7,-1-2 0,-2 5 0,0-2 0,2 3 24,1 2 1,0-4 0,-5-1 0,1 2-36,-1 1 0,1 2 0,-1 0 0,0 0-56,1 0 0,-1 0 0,0 0 0,2 0 92,4 0 0,-4 0 0,3 0 0,-3 0-14,-2 0 1,5 0-1,1 0 1,-1 0-78,2 0 0,-6 0 0,5 2 0,-4 1 0,-2 2 0,2 1 0,2-3 0,1 4 0,-2 1 0,-1-4 0,-1 4 0,-1 0 0,1 0 0,-1-4 0,0 2 0,1-1 0,-1 0 0,0 6 0,1-3 0,-1 1 0,1 1 0,1-2 0,1 3 0,4-1 0,1 1 0,-4-3 0,3 2 0,-1-1 0,4-1 0,4 5 0,0-4 0,0 4 0,-4 2 0,3-1 0,-3-1 0,3-2 0,2-1 0,-1-1 0,1 6 0,0-1 0,0 0 0,-5 1 0,0 1 0,1 1 0,2 3 0,1-1 0,-3-5 0,1 0 0,4 1 0,-6-1 0,5 1 0,-2-1 0,0 0 0,4 2 0,1 2 0,1 1 0,-1-1 0,-1-2 0,-3-2 0,1 1 0,0-1 0,-5 0 0,-2 1 0,1-1 0,-1 0 0,-3 6 0,4-1 0,-1-2 0,0-1 0,-3 0 0,4 2 0,-1 3 0,1 1 0,-4-4 0,3 3 0,-1-2 0,-3 0 0,-1 2 0,1-4 0,1 2 0,-2-1 0,-1 3 0,-1-2 0,-1 0 0,1 2 0,-1-3 0,0 4 0,1-1 0,-1-4 0,1 6 0,-3-1 0,0 0 0,-3-2 0,1 2 0,4 0 0,-1 2 0,-4 0 0,4 0 0,-3 4 0,3-3 0,1-1 0,0 0 0,-1 3 0,-2-1 0,-1-2 0,-2 0 0,3 5 0,-3-1 0,-1 1 0,-3 0 0,-2 0 0,1 1 0,2 4 0,1-4 0,-1 4 0,5-4 0,3-1 0,-4-1 0,1 0 0,1-3 0,2-1 0,-4 0 0,1 3 0,1-1 0,2-2 0,-4 0 0,-1 3 0,0-1 0,0-2 0,-3 0 0,3 4 0,-1 3 0,-4 2 0,-2-4 0,-1 2 0,0-6 0,0 1 0,0 2 0,0 4 0,0 2 0,0-2 0,0-2 0,0-1 0,0 0 0,0 0 0,0-1 0,0 1 0,0 0-189,0 0 1,2 0 0,1-1 0,2 1-253,-2 0 1,4 0 0,-3-1 0,1 1-21,2 0 1,-6 0 0,4 0 0,-3-2-117,-2-3 1,0 3 0,0-3-1,0 1-294,0-1 1,-7 4 0,-2-4 0,-3 3-418,3 2 0,-9-1 1288,4 1 0,-12 6 0,-4 4 0,-1 3 0,0 0 0</inkml:trace>
  <inkml:trace contextRef="#ctx0" brushRef="#br0" timeOffset="11">28212 5280 7973,'-14'-6'191,"-5"0"0,0-4 1,1 5-1,2 4 1,2 2-1,-2 4 1,-2 6 591,-1 7 0,-2 11 1,4 9-1,-3 5 517,3 5-997,7 10 0,4 1 0,6 3 1,1-4-1,6-5 0,9-7 0,11-6 160,10-7 1,4-15 0,2-8-1,1-7-149,-1-3 1,3-7 0,-1-4 0,-5-6-69,-3-7 0,-5-8 0,-7-5 1,-4-1-203,-5-2 0,-5-5 1,-12 6-1,-4-2-52,-5-2 1,-9 0 0,-7 1 0,-4 4-275,-4 4 0,-7 4 1,-1 1-1,-2 2-882,2 3 0,2 5 0,10 9-720,2 5 1,11 12 1883,3 7 0,6-6 0,8 5 0</inkml:trace>
  <inkml:trace contextRef="#ctx0" brushRef="#br0" timeOffset="12">30687 9842 7812,'-5'-20'85,"0"1"1,1 5 0,4 4 0,1-1 0,4-2 0,5 0 842,2 4 1,3 2-203,-1 7 0,-4 2 1,-2 3-172,-2 4 1,-3 4 0,-6 3 0,-3 3-159,-2 5 0,0 10 1,-3 4-1,3 4-26,1 1 1,-2 2 0,4 1 0,2 4-96,1 1 0,2 6 1,0 6-1,2-4-97,2-5 1,4 1 0,7-6-1,-1 1-125,0-1 0,-4-7 0,0-9 1,-1-4-358,-1-5 1,3 2 0,-6-7-480,-2-1 1,-6-2-1,-3-4 1,-2 0-262,-3-3 0,-2-6 0,-2 2 1043,1-3 0,-7-15 0,-1-3 0</inkml:trace>
  <inkml:trace contextRef="#ctx0" brushRef="#br0" timeOffset="13">24616 12043 11652,'9'14'442,"1"1"1,-1 1 0,6 1 0,-1 4-1,1 0 1,-1 1 0,0-1 0,-1 1-92,-3 1 0,-4-6 0,-6 3 0,0-4-99,0-2 1,-1-6-274,-4-3 0,3-5 1,-3-7-1,4-7-75,1-8 1,1-10-1,4-4 1,5 0 56,3-4 1,6 0 0,2 0 0,1 3 19,3 2 0,1 3 0,-2 8 1,-3 6 177,0 7 0,-5 5 1,1 9-1,-6 6 285,-6 11 0,-5 7 0,-6 5 0,-9 5 91,-7 4 0,-10-1 0,-3 8 0,-2-5-259,-3-4 0,0 2 1,0-2-1,3 0-191,2 0 1,3-9 0,8-7 0,5-4-295,3-6 1,11-9 0,10-13-179,13-10 1,14-13-1,6-8 1,5-7 61,5-5 0,3-4 1,5-4-1,-1 0 121,-29 29 1,0-1-1,26-30 1,0 4 0,-5 4 247,-7 6 1,-5 7 506,-6 12 0,-13 19 0,-7 12 0,-9 14 77,-9 13 0,-3 6 0,-12 9 1,-1 3-168,-2 1 1,-9 5 0,0-5 0,-3-2-172,1-1 0,6-4 1,-3-1-1,1-3-4,1-2 0,6-8-472,7-8 0,17-15 1,10-9-1,9-9-330,7-10 0,11-7 0,4-12 0,4-2-42,1-3 0,-5-3 0,-1-5 0,-2 2 218,-3 1 0,-8 2 1,-6 0-1,-7 8 342,-6 7 1,-5 12 0,-6 7 0,-9 6 110,-7 6 1,-5 3 0,-2 4-1,-2 3-350,-2 4 1,1 10-1,-5 5 1,2 4-1022,3 0 1,8 1 0,5 0 0,3 1 1257,1 4 0,-5 28 0,-3 13 0</inkml:trace>
  <inkml:trace contextRef="#ctx0" brushRef="#br0" timeOffset="14">24386 13151 7796,'-28'14'0,"4"-1"605,5-3 0,8 1 1,3-5-1,2 2 1042,2 3 1,4-3-1205,5 2 1,5-7-1,9 4 1,5-3-1,3 1 1,3-2 608,4-1 1,3-2 0,6-2-679,0-2 1,0-3 0,0-4 0,-1 1 0,-2-1 6,-2-2 1,-4-1-1,1 0 1,-3 1-566,-5 3 1,-8-3 0,1 5 0,-4-1-1971,-2-1 1,-1 5 2153,-4-4 0,-15 12 0,-10-1 0</inkml:trace>
  <inkml:trace contextRef="#ctx0" brushRef="#br0" timeOffset="15">25292 12676 7796,'-7'-14'745,"6"4"0,-1 2 512,10 2 0,3-4 0,13 5 0,2 2 1472,1 1-2414,8 2 0,-3 7 1,7 2-1,1 4 1,1 2-1,2 1 1,-1 3 194,-4 5 0,-3 0 0,-6 3 1,-3 3-257,-7 1 0,-6-1 1,-15 0-1,-3 2-165,-4 2 0,-17 4 1,-7-2-1,-9-1-429,-6 0 0,-5 3 0,-7-4 1,-1-2-101,5-2 1,5-7 0,8-4 0,1-5 228,4-4 1,11-5 0,12-10 0,9-6 158,4-7 0,10-3 0,7-4 0,7 2 235,5 2 0,2 2 0,1 5 1,2 1 384,2 3 0,4 4 0,-4 6 0,-2 0-461,-2 0 0,4 2 1,-1 2-1,-1 8-1043,-1 5 0,-1-1 1,2 3-1,3-3 936,2-1 0,14 6 0,8 1 0</inkml:trace>
  <inkml:trace contextRef="#ctx0" brushRef="#br0" timeOffset="16">30385 11985 7722,'-16'-8'294,"0"2"0,0 1 0,5-1 1,3-2-1,4-3 0,4-2 1076,5-2 1,10 1 0,9 0 0,3-1-624,2 1 1,6 0 0,5 1 0,4 3-227,4 5 1,0-1 0,-4 1 0,0 5-28,4 8 1,2 3 0,1 13-1,-6 2-197,-5 1 1,-13 8 0,2 4 0,-5 1-172,-7-2 0,-4 3 0,-13-2 0,-2 2-187,-2 3 1,-11-1 0,-10-2 0,-7-1-332,-7-1 0,-4-6 0,-5 6 0,-5-1-281,-3-1 0,-1 0 0,-1-6 0,2 1 295,4-4 0,-3-1 1,9-10-1,6-4 356,10-6 1,9-12 0,11-6 0,5-9-14,4-8 0,12-8 0,7-8 1,6-3 99,6-1 0,7 0 0,-4 7 0,1 4 237,1 8 0,-3 7 1,6 9-1,1 4 140,-2 4 0,3 6 0,-5 11 1,0 10-77,0 8 0,-1 10 0,-7-1 0,-2 1-458,-1-2 1,-8-3 0,0-6 0,-5 0-1227,1-1 1,-4-7 1317,1-6 0,-6-20 0,4-11 0</inkml:trace>
  <inkml:trace contextRef="#ctx0" brushRef="#br0" timeOffset="17">4992 5914 7953,'0'28'0,"-2"1"21,-2 0 0,2 0 1,-3-1-1,4 1 572,1 0 0,0-5 0,0-2 1,-2 1-1,-1-1 0,-2 2 1,0 0-1,-1 0 882,-4 2 0,2 1 0,-1 2 0,-3-1-989,0 1 1,-3-2 0,1-1 0,1-4-248,4-1 1,1-8 0,4-10-233,0-6 0,-1-13 0,5-15 1,0-12 35,0-13 0,0-9 0,1-10 0,4-4-198,5-1 1,3 5-1,1 0 1,0 8 47,1 9 0,1 9 0,1 12 0,4 10 106,1 11 1,-4 22 0,3 22 0,-2 18 123,0 19 0,-6 14 1,-10-34-1,-1 1 1,-1 2-1,-1 0 34,1 1 1,-2 1 0,1 0 0,-1 1 0,-1-2 0,-1 1 0,-1-2-1,-2 0-78,1-2 0,-2-1 0,-3-4 1,0-1-1,-9 35 0,2-6 303,1-6-543,1-17 1,7-36 0,5-31-1,5-21-58,2-15 0,8-15 0,-8 29 0,0-1 0,0-3 0,0-2 100,-2-2 0,0-1 0,0 0 1,-2 0-1,0-3 0,0 1 1,0 0-1,0-1 41,0 1 0,0-1 0,-3 1 1,0 0-1,-1 0 0,0 2 1,-1 7-1,0 2 170,-5-21 1,6 26 0,-4 27 0,1 14 443,4 15 1,1 15 0,2 14 0,0 12-133,0 11 1,2 8 0,3-1 0,3 1-150,0-4 1,5-5 0,-4-2-1,4-5-275,1-3 1,1-7 0,-2-8 0,-2-7-458,-2-8 1,1-15 0,4-4-46,1-12 0,-6-11 1,-1-20-1,-1-9 341,-4-9 0,-3-2 0,-5-9 1,-4 3 68,-4 1 1,-2 1-1,3 1 1,0 5 231,3 7 1,1 14-1,-3 13 167,1 5 0,7 20 0,-2 18 0,3 15-97,2 15 0,0 8 0,2 7 0,1-3-349,2 0 0,0-9 0,-4-2 0,3-6-328,0-1 0,3-18 1,-2-3-1,4-12 487,4-7 0,-9-59 0,-6-30 0,1 23 0,0 0 0,1 0 0</inkml:trace>
  <inkml:trace contextRef="#ctx0" brushRef="#br0" timeOffset="18">7049 6575 6749,'8'2'2148,"-3"3"-1650,-3-4 0,-7 7 0,-1-4 42,-2 0 0,3 1-272,-5-5 0,1 5 1,-6 0-40,1-2 1,4-1 0,1-2-300,-3 0 1,4-5-1,0-2-20,2-1 0,1-1 0,5-6 148,0 1 1,2 0-1,1-1 1,3 2 323,2 4 1,-3-2-1,5 4 43,1-1 0,-3 5 0,0 0-13,-2 6 0,-1 0 0,-5 7 1,0 1-172,0 2 0,0 1 1,0 1-1,0-1-145,0 0 0,-1 1 0,-3-1-1220,0 1-144,-1-1 0,11-8 1,4-7 1267,3-12 0,6-32 0,2-14 0,2-7 0,0-1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1:16:03.6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5510 6288 7880,'-11'0'-83,"-2"0"589,-3 0 0,-2 1 0,4 2 1482,0 2-1630,6 6 1,0-3 0,4 7 0,0-1-1,-1 1 1,0 1 422,0 3 1,0-2-562,5 7 0,0-4 0,0 3 0,0 3 0,0 1 1,0 2 198,0 0 1,2 4 0,1 1 0,2-2-227,-2-2 1,4-1 0,-1-2 0,2-1-39,3-2 0,-3-2 1,2 2-1,1-5 0,2-3 0,3-1 0,1-2 0,4-4-111,2-4 1,0 1 0,6-1 0,0-2 132,0-1 1,4-7-1,3-1 1,0-2 38,4-3 0,2 3 0,1-2 0,0 0-102,0 2 0,-4-3 0,-1 5 0,4-1 7,4 1 0,-3 0 0,3 2 0,-2 0-80,0 0 0,4 1 1,-1 0-1,2-2 7,2 2 0,-3 0 0,5 0 0,1-4 37,2-1 1,-3 5-1,0-3 1,0 1 49,-2 0 0,5 0 0,-5 5 0,2 0 30,-1 0 1,-5 2-1,2 1 1,-1 3 33,0 2 0,0 2 0,-3 3 0,1-2-34,2-1 1,7-6-1,-4 4 1,2-1 0,-1-4 0,6-1 0,7-2 1,4-2 7,5-3 1,1-3-1,-2-6 1,2-1 63,2 1 1,2 0 0,-4 1-1,1 2-171,0 1 0,2 2 0,-1-2 0,-1 4-67,3 0 0,-6 4 0,4-3 0,-2 4 0,2 1 0,-1 0 0,-34 0 0,0 0 0,-1 0 0,1 0 0,36 0 0,-1 0 0,-2 0 0,5 0 0,-38 0 0,1 0 0,33-5 0,-34 2 0,-1 1 0,39-3 0,-39 2 0,0 0 0,1 2 0,1 0 0,-1-2 0,0 0 0,0 0 0,-1 1 0,0 0 0,0-1 0,36-1 0,3 4 0,1 0 0,-38 0 0,-1 0 0,30 0 0,5 0 0,-6 0 0,0 0 0,2 0 0,1 1 0,-1 2 0,-2 2 0,-4 0 0,2-3 0,-1 1 0,6 2 0,-7-1 0,5-4 0,0 0 0,3 0 0,5 0 0,-37 0 0,0 0 0,0 0 0,-1 0 0,40 0 0,-40-2 0,0 0 0,-1-2 0,0 1 0,2-1 0,0 0 0,3-1 0,-1-1 0,-1 2 0,0 0 0,1 0 0,0 0 0,-3 0 0,0 0 0,-1 0 0,0 0 0,0 2 0,1-1 0,2-1 0,0 0 0,-1 0 0,0 0 0,37-4 0,-5 5 0,-4-2 0,-1 4 0,2 1 0,-10 0 0,5 0 0,-6 0-14,-3 0 0,4 0 0,-1 0 1,-4 1-36,-2 4 1,-9-2 0,2 5 0,-3 0 13,-2 0 0,-2-3 0,-1 3 0,-3-2 34,-2-2 1,5 2-1,-3-1 1,1 0 19,1 1 1,-6-4 0,4 2-1,0-2-3,0-2 1,-5 0 0,1 0-1,-4 0 7,-5 0 1,2-2 0,-7-1 0,-2-2-60,-1 2 0,-6 2 0,0 1-12,1 0 18,-5 0 1,7 0-43,-4 0 0,4 0 0,2 0-18,-1 0 1,5 0 0,2 0 0,1 0-77,4 0 1,1 1 0,2 2-1,0 2 39,-1-2 0,1-1 0,-2 0 0,-1 1 63,-2 2 1,-2-1 0,2-2 0,-4 1 113,-5 2 0,0 1-642,-1-1 238,-6-3 412,-1 4-499,-14-6 1,4 0 107,-7 0 0,1 0 2,-6 0 0,1 0 6,0 0 0,-1 0 0,1 0 28,0 0 1,4 0 0,0 0 0,-1 0-110,-2 0 0,4 0 0,-1 0 91,-1 0 0,-2 0-819,-1 0 911,-1 0 893,7 0 422,2 0-146,19 0 0,-5-6 1,8-4-1,-5-3-238,0-1 1,0-2 0,1-3-1,-3-7-263,2-6 1,1-5 0,-3-7 0,-4-3-385,-3-1 0,2-4 0,1 4 1,-2 1-203,-1 2 0,-7 9 1,0 4-1,2 6-1123,2 7 1,-1 9-1,-1 7-1193,-2 6 0,0 12 1,5 10 2456,0 7 0,-16 20 0,-6 10 0,-2 7 0,0 1 0</inkml:trace>
  <inkml:trace contextRef="#ctx0" brushRef="#br0" timeOffset="1">16228 5309 8091,'-17'15'0,"1"-1"242,3 0 1,2 1 0,-4-2 2012,1-4-789,6 4-1099,1-11 0,7-2 0,2-10 0,1-4 0,4-4 0,-1-1 0,2 0 0,-2-2 645,1-3 1,2 1-1,-2 0 1,-1-1-504,1 1 0,4-4 1,-2 3-1,4-3-210,2-2 0,4 5 1,2 0-1,1-1 116,3-3 1,4 0-1,3 0 1,3 3-98,2 1 1,3 5-1,6-4 1,2 4-61,-1 6 1,-2-1 0,-4 6 0,1-2 55,1 1 1,-8 1 0,7-3 0,-4 3-145,-1 1 0,1-2 0,4 2 1,-4 1-171,-4-1 0,1-2 0,-2 4 0,1 2 0,1 1 0,-5 2 0,4 0 0,-4 2 0,-1 3 0,1-2 0,1 5 0,-1 0 0,-3 0 0,-1 1 0,3 6 0,0 1 0,-1 3 0,-4-3 0,0 3 0,2-3 0,1-2 0,-3 1 0,0-1 0,0 1 0,-2-1 0,5-4 0,-3-2 0,4-2 0,0-3 0,1 4 0,0-3 0,0 0 0,0-3 0,-1-2 0,3-4 0,1-3 0,1 0 0,-1-5 0,-6 3 0,-4-1 0,-1 2 0,3-4 0,-3 3 0,-1-3 0,1-1 0,3 0 0,-3-1 0,1 1 0,4 0 0,-4-1 0,2 1 0,0-1 0,-1 1 0,4 0 0,-3-1 0,3 1 0,2-1 0,0 1 0,1 0 0,2 1 0,1 3 0,7-1 0,-3 6 0,2 2 0,-1 1 0,-1 2 0,1 0 0,-4 0 0,-4 0 0,-6 7 0,0 2 0,0 4 0,-2 2 0,1-1 0,-6-1 0,4-2 0,1-1 0,-2-1 0,2 6 0,-1-3 0,-4-2 0,1 3 0,0-4 0,2 3 0,3-3 0,1 2 0,4-4 0,1-1 0,0 0 0,1-1 0,2-6 0,3-4 0,2-5 0,2-2 0,4-3 0,0 1 0,0-1 0,-6 1 0,-2 0 0,-1-1 0,-1 1 0,6-1 0,-7 3 0,-4 2 0,-2 5 0,-4-1 0,4 1 0,-4 2 0,-1 1 0,-2 7 0,-4 1 0,-1 2 0,0 4 0,5 0 0,1 3 0,-3-1 0,-1 1 0,-1 1 0,1 1 0,1 4 0,2 1 0,1-3 0,-6 5 0,0 0 0,1-1 0,-1 9 0,1-5 0,-1 0 0,0-1 0,1-4 0,-1 4 0,0-4 0,1-1 0,-1-2 0,1-5 0,-1 1 0,0-1 0,6 4 0,0-2 0,1-3 0,0-1 0,0 0 0,-4-1 0,4-3-153,1-2 0,-2 1 0,2-4 0,-1 2-2216,-4-2 0,-1 0-3083,-1 2 5452,-7-4 0,-41 0 0,-24-2 0,-3-3 0,0 0 0</inkml:trace>
  <inkml:trace contextRef="#ctx0" brushRef="#br0" timeOffset="2">17379 3957 7871,'8'6'4114,"0"-4"-3081,-3 3 0,-4-7 0,4-6 0,-3-8 0,-1-6 57,4-9 1,-2-6 0,7-11 0,3-6-655,4-7 0,6-6 0,6-8 0,-14 36 0,0 0-166,1-1 0,2 0 0,-1 2 0,1 1 0,1-1 0,0 1 0,15-31 97,-4 11 0,-1 7 1,0 12-88,-1 4 1,-5 14-124,-4 10 0,-10 16 0,-4 18 1,-3 4 16,-2 0 0,0 7 1,0 5-1,0 5-172,0 3 1,0 0 0,0-5-1,0 0-121,0 1 1,-2 4 0,-1 0 0,-2 0-806,2 1 0,1-9 0,2 3 0,0-1-355,0-1 0,0-6 0,2-4 0,3-9-1464,4-6 0,-1 5 705,2-11 1,-7-7 2037,2-13 0,-31-13 0,-17-5 0,-1-3 0,0 0 0</inkml:trace>
  <inkml:trace contextRef="#ctx0" brushRef="#br0" timeOffset="3">17437 3655 8130,'-15'-8'763,"1"3"1,1-3 312,3-2 0,12 2 0,12-1 0,10-1 181,8 2 1,5-5 0,6 4-1,2-4-401,3-1 1,3-1-1,7 2 1,-1 2-563,1 2 0,-1 1 0,1-4 0,0 4-294,-1 2 0,-6 1 0,-1 5 0</inkml:trace>
  <inkml:trace contextRef="#ctx0" brushRef="#br0" timeOffset="4">17581 2906 7841,'-10'-6'0,"2"-4"1410,2-2 1,-4 2 0,4 0 2773,-2-1-3245,4 5 1,-2 6 0,8 9 0,4 6 0,7 6 0,6 7 0,2 9-1,1 6 285,0 5 0,2 3 0,5 9 0,2 4-1224,2 8 0,-1-1 0,-13-31 0,1-1 0,-1-1 0,1 1 0,1-1 0,0 0 0,1 1 0,-1-1 0,0-3 0,0 0 0,17 32 0,-4-4 0,-10-12 0,-5-8 0,-3-6 0,-2-2 0,-6-9 0,-3 1 0,-3-5 0,-2-4 0,-2-9 0,-3-4 0,-3-5 0,-6-6 0,-2-9 0,-3-7 0,-5-13 0,-10-8-313,-4-8 1,-5-7-1,-5-6 1,21 29-1,-1-2 1,-1-2-1,-1-2 5,-1-1 0,0-1 0,-1 0 0,1-1 0,2-2 0,1 0 0,0-1 0,0-2 194,1 0 1,1-1-1,4 7 1,1 0-1,4 4 1,2 1-1,-9-27 45,10 6 1,6 7 0,11 6 0,5 8 317,6 9 0,9 8 0,-3 10 1,3 3 190,2 2 1,-2 2-1,1 11 1,1 7 236,3 9 1,0 10 0,-1 5 0,-1 6-616,-2 4 1,-2 3-1,2 6 1,-3 2-63,0 4 0,-7-4 0,2 3 0,-4-3 0,-1-1 0,-3 1 0,0 0 0,-2-1 0,-3-7 0,-1-5 0,-2-2 0,0 0 0,0 4 0,0-8 0,0 2 0,0-4-801,0-1 1,0-3-1,1 2 1,3-2-293,0-7 1,6 0 0,-4-8-6397,2-1 7489,-4-8 0,-49-55 0,13 13 0,0 0 0</inkml:trace>
  <inkml:trace contextRef="#ctx0" brushRef="#br0" timeOffset="5">17393 4115 7841,'-51'14'0,"3"4"0,12-2 0,7-5 2149,8-3 0,11-5 0,7-11-740,6-11 1,13-11 0,15-18 0,10-6-856,11-7 0,-21 23 1,1-1-1,4-5 0,0-2 1,4-1-1,0-1-236,2-3 0,1-1 0,4-2 0,2 0 1,0 1-1,-1 2 0,1 0 0,0 1-312,0 1 0,1 0 1,-1 4-1,0 1 0,-1-2 1,0 1-1,-4 2 0,-1 1-27,-3 3 1,-1 1 0,-4 4 0,-1 1 0,17-16-1,-10 9-312,-10 8 1,-15 6-1,-13 13 127,-6 4 1,-13 9 0,-13 11-1,-8 6 363,-4 7 0,-15 13 0,-7 10 0,28-19 0,0 1-84,-3 2 0,-1 2 0,-3 5 1,-1 1-1,-2 3 0,-1 1 0,1-1 1,-1 2 56,0 0 1,-1 1 0,1 5 0,-2 1 0,-3 1-1,0 0 1,-1 2 0,2 1-90,-1 1 1,1 0-1,4-4 1,2-2-1,9-7 1,2-1-1,5-6 1,3-2-42,-10 20 0,19-14 0,17-20 0,14-11-229,12-6 0,10-11 0,12-8 1,9-11-6744,7-10 6972,-27 14 0,1-2 0,-2 0 0,1-1 0,3-2 0,0-1 0,-1 0 0,1 0 0</inkml:trace>
  <inkml:trace contextRef="#ctx0" brushRef="#br0" timeOffset="6">19724 2331 7818,'0'14'922,"0"2"0,0 2 1,0 3-1,0 1 0,0 4 1,0 2-1,0 6 404,0 4 1,0 5-1,-1 5 1,-3 5-789,0 3 1,-3 3-1,2 2 1,-4 3-204,-4 2 1,-3-4 0,-2 3 0,-2-1-208,-3-3 1,6-8 0,-4-7-1,2-6-32,0-6 1,1-5-1,8-5 1,4-7-105,0-6 1,4-6 0,-3-10-173,4-4 1,5-6-1,3-5 1,1-8 81,3-4 1,2-8 0,1 2-1,2-2 176,3 2 1,-1 3 0,6 6-1,0 0 49,-2 0 1,4 7 0,-5 4 0,1 7 110,4 6 0,1 4 1,0 2-1,-3 6 4,-5 7 1,-5 7 0,-2 9 0,-4 2-18,-2 2 1,-8-1-1,-7-2 1,-6 1 5,-4 1 1,-3 1 0,-7-5 0,0-2-394,1-3 1,-6 0 0,0-8-1,2-3-1098,2-1 1,8-5-1,3-2 1,3-5-4210,1-5 5469,1-3 0,12-51 0,4-12 0</inkml:trace>
  <inkml:trace contextRef="#ctx0" brushRef="#br0" timeOffset="7">20141 3209 7821,'-6'8'0,"4"4"0,-2-2 1389,2 3 1,4-5 0,2-3 0,6-4-26,3-1 1,8 0 0,3-1 0,1-4-770,-1-5 1,3-3 0,-3-3 0,3-1-372,2-2 0,0-5 1,-2 4-1,-3 1-50,-5-2 0,-4 5 0,-6-3 1,-4 3-259,-3 2 1,-4 0 0,-3 1 0,-6 2-260,-7 1 0,-5 7 1,-9-2-1,-4 7 211,0 7 0,-3 4 1,-4 14-1,2 5 486,2 3 0,2 5 0,7 7 0,0 2 249,2 2 1,11 5 0,3 3-1,7-4-395,6-4 1,9-10 0,6-7 0,8-7-780,5-8 1,7-6-1,1-13 1,2 0-946,3 0 1,1-8 0,3-6 0,-1-10 1515,0-8 0,-11-33 0,-2-16 0,-7 22 0,-1-1 0,0 0 0</inkml:trace>
  <inkml:trace contextRef="#ctx0" brushRef="#br0" timeOffset="8">20702 2691 7821,'-22'28'892,"3"1"0,5 0 441,4 0 0,2-1 1,5 3-1,-2 2-6,2 6 0,0 7 1,-1 2-1,0 0-615,0 2 0,1-4 0,0 5 1,-2-1-1318,2-4 1,1-3 0,2-6 0,0-7-1717,0-4 1,0-8 2320,0 1 0,-44-16 0,-12-5 0</inkml:trace>
  <inkml:trace contextRef="#ctx0" brushRef="#br0" timeOffset="9">20343 3165 9518,'14'0'2454,"7"0"0,3 0 1,3 0-1212,2 0 0,6 0 0,3 0 0,4 0-923,1 0 0,0 0 0,0 0 0,1 0-2362,-1 0 0,-6-4 1,-5-3-1,-5 1-565,-3-1 1,-7-2-1,1 2 2103,-7-1 1155,-5 5 197,-6-3 1,0 7 0,0 4 0,0 5 324,0 3 0,0-4 0,0 1 0,0 3-35,0 4 0,0-1 0,0 5 0,0-2-354,0 0 1,2 5-1,1-3 1,2 0-301,-2 0 1,-1 3-1,-2-5 1,1-2-600,4-1 0,-2-1 1,7-2-1,1-4-100,2-4 1,3-3-1,3-4 1,4-3-547,-1-4 1,7-11-1,-2-5 1,5-6 107,0-2 1,-3-1 0,-4 6-1,-2-1 439,-3 0 0,-1 7 0,-4 4 286,-1 7 0,-6 6 0,-3 10 0,-2 6 66,2 7 0,-3-1 1,2 7-1,0 2 1103,0 1 0,0-5 1,5-3-1,4-3-812,5-1 1,1-7 0,8-3 0,5-5-762,3-5 1,-1-3-1,6-8 1,3-5-1596,3-8 1,8-4 0,-2-7 1926,-1 1 0,-17 4 0,1-6 0,-2-5 0,1 1 0</inkml:trace>
  <inkml:trace contextRef="#ctx0" brushRef="#br0" timeOffset="10">21810 5496 7782,'-16'-1'373,"-3"-4"0,5 2 1,-1-7-1,7-1 0,4-3 1,-1-6-1,3-4 0,7-4 671,9-6 1,7-3 0,8-8 0,1-2-663,4-6 0,3 3 1,6 4-1,0 4 610,0 4 1,2 4-1,1-1 1,2 5-446,-2 7 1,4 7 0,0 7 0,-1 4-237,1 3 0,-2 4 0,-4 4 0,3 9-131,1 7 1,1 5 0,-2 2 0,2-2-35,2-3 1,-3 2 0,5-5 0,1 1 37,2 4 1,-3-6 0,-2 0-1,-1-4-97,-4-2 0,-1 0 1,-2 1-1,0-1-42,0 1 1,-4-3 0,-2-2 0,-1-4 65,1 1 0,-5-6 0,2 4 0,-4-3-120,-1-2 1,-5 0 0,-2 0 0,-1 0-53,-4 0 0,-1 0 0,-1 0 0,1-2-74,3-3 0,-1-3 0,6-8 1,1-3-90,2-5 0,4-9 0,1-6 0,3-2 35,2-3 1,-4 1 0,4 0-1,0-2 78,-1-3 0,-8 10 0,0 0 0,-2 6 84,-4 3 0,-1-1 1,-6-1-1,-1 1 30,0 3 0,1 1 0,-1-1 0,1 0-51,-1-2 1,0 8-1,1-6 1,-3 5-55,-2 4 0,-2 2 526,-3 2-60,-4 6 1,6 3 0,-7 10-181,0 4 1,-5 6 0,-1 2-1,-2 4-132,-4 1 0,0 2 0,-3 5 0,-1 1-59,-3 4 1,3-4-1,-3 6 1,3-3-29,2 1 0,-1 4 1,1-3-1,-1 0-26,1 1 1,1 2-1,4-4 1,4-1 35,3 2 0,2-9 0,2 1 0,3-5-262,4-4 1,9-4-1,3-4 1,1-5 162,4-4 1,1-2-1,3-4 1,2-5 143,2-2 1,-1-3 0,-4-1-1,0-1 133,0-2 0,-1-1 0,1 6 1,0 0 72,0-1 0,-2 1 0,-2 1 0,-1 2-146,2 1 0,1 2 1,2-3-1,0 3-28,-1 2 1,3-4 0,1 5 0,3 2 55,2 1 0,1 2 1,5 0-1,0 0 50,1 0 0,0 0 0,4-1 0,5-2 19,3-2 0,3-5 1,3 4-1,6-1-161,2 1 1,-3 1 0,-1 5 0,-1 2-29,1 3 1,-14 4 0,-2 9 0,-10 3-192,-5 1 1,-1 4-1,-7 7 1,-3 6-198,-5 2 0,-3-3 0,-2 1 1,1 1-287,-1 1 0,-4-2 0,-1-2 0,3-2-579,0-3 0,1-7 0,-2-2 0,-1-4 1265,1-6 0,8-18 0,4-11 0</inkml:trace>
  <inkml:trace contextRef="#ctx0" brushRef="#br0" timeOffset="11">26227 3597 7809,'0'-10'-87,"0"1"0,0-2 0,0-2-201,0-1 0,0-1 0,0 1 196,0-1 0,0-1 1,0-1-1,0-4 90,0-1 1,0 2 0,2-2 0,1 0-104,2-1 1,4 6 0,-2-4-1,-1 2 94,0 0 0,4-1 0,-5 6 0,0 0 26,1-1 1,-3 1 0,5-1 0,-1 1 54,-4 0 1,0 4 0,0 0 0,2-1 553,-2-2 1,4-1 0,-3-2 85,0-3 0,-1 8 1,0-4-1,2 3 739,-2-1 0,0-2-769,2 1 0,-4 8 0,4 6-292,-3 8 0,3 11 0,-1 6 0,0 7-149,-3 7 0,-1 7 1,-1 4-1,-3-1-49,0 1 1,-3-2 0,4-5 0,-2 2-42,2 3 1,0-8-1,0 0 1,-2-7-26,2-6 0,1-3 1,2 0-1,0-5-67,0-3 1,5-6 0,1-2-33,2-2 1,2-1-1,4-5 1,1 0 39,-1 0 0,0 0 0,2 0 0,2 0 326,1 0 0,7 0 0,-1 0 0,6 0 21,2 0 1,2 0 0,-3 0 0,4 0-152,0 0 1,-2-5 0,3-1-1,-2 0-142,-3-1 0,-7-4 0,-2 3 0,-2-2-652,-4 1 0,-2 4-1388,-6-5 1,-4 7-1071,-10-2 0,-3 4 336,-6 1 1,4 0 2654,1 0 0,5-13 0,-2-3 0</inkml:trace>
  <inkml:trace contextRef="#ctx0" brushRef="#br0" timeOffset="12">27162 3309 7809,'0'-14'263,"-6"0"1,-2-1 1381,0 1 1,-5 6 0,3 3-350,-2 3 1,-3 9 0,1 4 0,-2 7-317,-3 6 0,1 4 0,-6 6 0,-1 6-283,-3 6 1,0-1-1,-3 5 1,-1-3-273,-1 1 0,-1 5 0,5-5 0,2-1-283,3-3 1,5-7 0,8-3 0,3-4-798,1-1 1,3-7 0,5-3-1668,4-3 0,-2-8 1,7-3-763,1-3 0,-3-2 3084,2 0 0,-7 6 0,3 2 0</inkml:trace>
  <inkml:trace contextRef="#ctx0" brushRef="#br0" timeOffset="13">26400 3223 7700,'0'-21'51,"-5"4"1,-2-6 0,1 2 0,-2 4 0,2 1 0,-1 1 0,4-1 623,2-3 1,-4 3 0,0-3 674,2 3 1,1 7 2108,2-1-2397,0 7 0,7 14 0,4 13-441,6 5 0,-1 7 1,5 3-1,-2 2-109,0 3 0,5-1 0,-4 2 0,-1 2-219,2 6 0,-5 2 1,1-1-1,-4-1-69,-4 1 1,-4-3 0,3 0 0,-1-3-55,-4-6 1,-2-2 0,-1-10 0,0-4 130,0-4 1,-1-4-288,-4-9-288,3-2 0,-4-14 0,6-2 22,0-4 0,0-1 0,0-1 120,0 1 1,5-1 0,0 1 0,-1 0 34,3-1 0,-4-1 0,5-1 0,0-4 78,0-1 1,2 2-1,4-4 1,2-1 11,3-2 1,-1-4 0,7-1 0,4-3 145,3-2 0,3 4 0,-1-4 1,4 2-50,4 3 0,1 1 0,-2 3 0,-1 1-70,-1 3 1,-7 1 0,1 6-1,-4-3-217,-5 3 0,-3 6 99,-7 1 163,-6 0 1,-8 2-1,-8 5-53,0 6 0,-5 1-50,4 5 0,2-4 0,1 3 0,1 0 9,1 0 0,-3-3 1,2 4 119,-4 3 1,1 0 0,-2 3 0,-1-1 24,-2 1 1,-1 1-1,-1 1 1,1 4-83,0 1 1,-6 4 0,-2 7 0,-4 6-49,-4 2 1,-8 9 0,-1 3-1,-2 3-101,-2 1 1,-5 6-1,0-3 1,1-4 39,3-6 0,7-7 1,5-3-1,6-7-83,7-7 0,11-4-46,8-17 1,7-2-1,9-7 1,1-8 14,2-5 1,0 1-1,-4-3 1,-1 3 182,1 1 0,-1 1 0,0 0 0,-1-1 337,-3 1 0,3-1 250,-4 1 1,-1 1 28,2 4 0,-5 2-198,4 7 1,-6 2-1,2 3 1,-3 6-293,-2 6 1,0 6 0,0 7 0,-2 2-121,-3 2 0,2 10 0,-6 1 0,-1 5 0,2 4 0,-3 7 0,4 1 0,-1-1 0,-3-2 0,5-3 0,1-2 0,3-2 0,2-3 0,0-7 0,0-9 0,0-4-1352,0-5 0,12-3 1,2-8-1,2-4-2099,0-4 0,5-3 3451,3-2 0,-10-7 0,-1-1 0</inkml:trace>
  <inkml:trace contextRef="#ctx0" brushRef="#br0" timeOffset="14">28745 3194 7687,'-15'-6'1492,"1"4"0,6-3 1,3 10-1,4 6-685,1 7 1,0 4-1,-2 10 1,-1 5-234,-2 6 1,-1 15 0,2 1-1,-2 5-147,-2 5 0,-2 6 1,-4 0-1,-2-3-37,-3-3 0,1-4 1,-4 2-1,0-6-148,-1-7 1,6-6 0,-1-9 0,5-7 174,4-7 0,5-4-369,0-7 0,4-7 1,4-7-97,6-8 1,4-7 0,4-4 0,3-5-30,1-3 1,2-6-1,6-1 1,2 2 12,2 2 0,0 1 0,-4 2 0,2 3 87,1 5 0,3 4 0,-4 6 0,1 4 114,-1 3 0,2 4 0,-4 4 0,-6 9 25,-6 7 0,-2 7 0,-12 3 1,0 3 263,-3 2 1,-7-4 0,-5 4 0,-7 0-23,-6-1 1,-5-4 0,-3 2-1,-3-4-515,-2-1 0,1-5 0,-6-1 0,2-4-980,0-6 0,2-1 0,9-7 1,2-3-289,3-5 0,3-10 0,8-10 0,4-2-1033,4-6 0,10-5 2412,4 2 0,14-3 0,5-4 0,4-2 0,-1 1 0</inkml:trace>
  <inkml:trace contextRef="#ctx0" brushRef="#br0" timeOffset="15">29133 4158 7697,'-14'7'973,"-1"-6"2814,1 4 1,9-3-2578,10-2 1,5 0 0,14-2 0,1-3-507,2-4 0,4-4 0,2-2 0,4 1-339,0 0 1,4-6 0,-4 0 0,1-1-490,1 0 0,-7-3 0,0 3 1,-7 1-416,-5-1 0,-11 2 0,-4 4 0,-7 2-29,-7 4 1,-9 2 0,-15 7 0,-6 2 174,-2 3 1,-7 4-1,-2 11 1,1 2 679,-1 0 1,2 10-1,5-1 1,1 2 325,4 2 1,4 5 0,10-3 0,7 2 11,6-1 0,4-6 0,9 1 0,4-2-408,9-2 0,5-7 1,11-3-1,1-3-526,1-1 0,6-3 0,-4-2 0,0-5-1181,0-4 1,4-1 0,-4 0 0,0-1-26,0-4 0,-1-8 0,-6-6 0,1 0 1515,0-2 0,-5-25 0,0-14 0,2-6 0,1 0 0</inkml:trace>
  <inkml:trace contextRef="#ctx0" brushRef="#br0" timeOffset="16">29996 3410 7697,'-14'-2'0,"0"-1"957,-1-2 1,6 1 0,-1 4 665,-1 0 0,4 8 0,1 4 1,1 9-471,0 6 1,1 1 0,4 12-1,0 3-458,0 3 0,6 8 1,2-1-1,2 3-561,-1 2 1,-6-1 0,2-1 0,-2-3-566,2-5 0,-3 1 0,3-1 1,-5-3-759,-5-5 1,-3 0-1,-5-6 1,2-2-479,1-2 0,-4-8 0,-7-2 1,-1-6 1666,-4-4 0,-10-24 0,-6-11 0,-5-3 0,1 0 0</inkml:trace>
  <inkml:trace contextRef="#ctx0" brushRef="#br0" timeOffset="17">29651 4043 7697,'0'-14'710,"2"1"1,2 2 0,6 1 471,3-1 1,8 3-1,3 0 1,4 0 45,6 0 0,1 5 0,5-2 0,-2 3-668,2 2 0,-3 0 0,0 0 0,-2 0-756,-3 0 0,-8 7 0,-5 2 1,-4 4-1329,-6 2 1,2 4 0,-6 0 0,-2-2 1523,-1-1 0,-21-1 0,-5-1 0</inkml:trace>
  <inkml:trace contextRef="#ctx0" brushRef="#br0" timeOffset="18">30313 4029 7697,'8'-15'770,"3"6"0,-5 1 0,1 0 4276,-1 0-3560,-1 5 1,-5-2-1,0 11 1,0 7-843,0 5 0,0 7 0,-2-1 0,-1 3-320,-2 2 0,-1-5 0,3 0 1,-2 2-95,2 1 0,1 0 1,2-3-1,0-5 193,0-3 1,2 3-298,3 0 0,3-6 1,8-8-1,1-5-20,2-5 1,7-4 0,0-9 0,4-3-188,4-1 1,1-7 0,-3-3 0,1 3-171,-1 4 0,3 2 1,-1-1-1,-2 5-90,-2 3 1,-7 3-1,-4 4 1,-3 2-155,-2 1 0,-1 6 742,-3 0 1,-6 11 0,-8 10-1,-6 1 17,-3 4 1,-1 0 0,-1-1 0,1-1 134,0 2 1,4-1-1,2 1 1,2-4-118,2-1 0,3-2 0,2-4 0,4-1-282,5 0 0,4-6 0,4-3 0,3-3 0,1-2 0,2-2 0,5-3 0,0-6 0,-1-6 0,1 1 0,0-4 0,0 3-468,-1-2 1,-5 3 0,-4-3-1,-3 3-1504,-2 1 0,1 1 1,-2-1 189,-4 1 0,2 0 1,-6-2-1,0-2 480,1-1 1,-3 0 0,7 4 1301,1 1 0,8 6 0,4 1 0</inkml:trace>
  <inkml:trace contextRef="#ctx0" brushRef="#br0" timeOffset="19">31291 4057 7354,'10'-4'291,"-1"-1"1,-4 0 1039,5 5 0,-5 0 0,4 0 148,2 0 1,-3 0 0,2 0-636,1 0 1,2 0 0,3 0 0,1 0-113,3 0 1,4 0 0,-4-2 0,3-1-397,2-2 1,7-4 0,2 3 0,-2-2-614,-2-4 0,-1 1 1,-2 0-1,-3 1-103,-5-1 1,-7-2 0,-4-1 0,-2 0-164,-3-1 1,-12 1 0,-7 1 0,-7 2 72,-7 1 0,-4 7 1,-6-2-1,2 7 547,-2 7 0,3 3 0,-1 10 1,-1 0 493,3 1 0,1 2 1,7 7-1,3 4 117,1 0 0,6-2 0,1 3 0,4-2-265,3-3 1,7 3 0,-2-1-1,5-4-432,5-5 1,5-4-1,9-6 1,3-1-899,1 0 1,4-1-1,-3-3 1,5-5-921,4-4 1,-3-1-1,4 0 1827,-4 0 0,5-18 0,4-9 0,3-1 0,1 0 0</inkml:trace>
  <inkml:trace contextRef="#ctx0" brushRef="#br0" timeOffset="20">31838 4245 7697,'-8'-7'2695,"2"4"0,6-7-1804,0-1 1,6 3 0,3-1 0,4-3 208,2 0 1,5-1-1,3 2 1,1 1-335,0-1 1,0-4-1,5-2 1,-1-1-506,1 5 0,-2-1 1,-3 4-1,-3-2-177,0-3 0,-7 1 0,2 1 0,-6 2-232,-4 1 1,-1 1 0,-7-6 0,-2 3-516,-6 2 1,-9-1-1,-5 6 1,-3 2 364,-2 1 1,-5 2-1,-1 2 1,-2 4 59,-3 9 0,4 1 1,-1 9-1,2 4 550,3 3 0,3 3 0,3-1 0,4 2-126,1 1 1,8 3-1,9-6 1,2-2-576,2-2 1,0 4-1,2-1 1,2-2-424,6-6 0,8-2 0,1-6 0,-2 2-147,-1-1 1,4-4 0,-1-3 0,0-3-3,2-1 1,-4-2 0,6-5 0,-3 0 386,-2 0 0,3 0 0,0-2 0,-1-1 245,1-2 0,3-5 1,-5 4-1,-1 0 299,-2-1 0,-7 1 0,1 3 1295,1-2 711,-4 0 0,-1 4 2125,-6-4 131,-6 3-884,-2-4-2492,0-1 1,3-1 0,10-6-383,4 0 1,4-1-1,3 1 1,3-2-134,5-3 0,3 1 0,4-6 1,2 0-342,6 2 0,2-5 0,1 4 0,-2 1 0,-2 3 0,-1 3 0,1 3 0,-4 2 0,-4 1 0,-3 7 0,-3 0 0,-4 4 0,-5 4 0,-5 8 0,-2 0 0,-2 4 0,-2 1 0,-1 3 0,0-2 0,2 0 0,-2 2 0,-1-5 0,-2 3 0,0-3 0,0-2 0,0 1 0,0-1 0,0 0 0,0 1 0,-2-2 0,-1-2-2984,-2-2 1,-1-4-1652,1 5 4635,3-7 0,-36 10 0,-2-5 0</inkml:trace>
  <inkml:trace contextRef="#ctx0" brushRef="#br0" timeOffset="21">27766 10561 7466,'0'-14'554,"0"-1"0,0 1 0,0-1 3468,0 1-3709,0 6 1,0 3-1,0 10 1,0 6 0,2 7-1,1 7 1935,2 7-1967,0 5 1,0 13-1,-1 2 1,0 3 0,-1-1-1,0-1 1,2 1 89,-2 2 1,-1 0 0,-2-1 0,0-6-298,0-4 1,-5 1 0,0-9 0,2 0-664,1-4 0,2-4 0,-1-5 1,-3-5-2072,0-3 1,-1-1 981,5-1 1,0-8-1,0-7 1678,0-12 0,-13-27 0,-3-13 0</inkml:trace>
  <inkml:trace contextRef="#ctx0" brushRef="#br0" timeOffset="22">27421 10575 7812,'-6'-9'573,"-4"-1"1,-1 5 323,1-4 1,10 4-1,12-3 1,5 0-21,7 0 1,5 3 0,4-3 0,6 0-100,2 0 0,3 5 1,-1-2-1,0 2-103,0-2 1,0 4 0,-1-4 0,-2 3-254,-2 2 1,-1 5 0,1 1 0,-4 1-372,-4-1 1,-3 4-1,-1-4 1,-4 1-488,-1-1 0,-7 4 1,-6-4-1,-1 2-558,-4 3 0,3-3 0,-1 2 0,-2 3-1666,-1 4 0,-8 1 2660,-4 6 0,-28 8 0,-13 4 0,-5 7 0,1-1 0</inkml:trace>
  <inkml:trace contextRef="#ctx0" brushRef="#br0" timeOffset="23">27392 11568 7795,'15'0'1550,"1"0"0,5 2 1,7 1 29,9 2 1,13 0-1,7-4 1,7 2-881,2 2 1,2 0 0,-5-5-1,-4 2-480,-5 2 0,-6-1 1,-9 5-1,-7-1-1347,-7-4 0,-4 5 0,-7 2-1480,1 2 0,-7-2 2607,-4 0 0,-34-52 0,-10-7 0</inkml:trace>
  <inkml:trace contextRef="#ctx0" brushRef="#br0" timeOffset="24">28831 11640 7690,'-21'0'188,"-3"0"0,-1-2 0,1-1 0,5-3 0,3-2 1,3-3-1,2-2 0,3-3 57,1-3 1,2-4-1,5-5 1,0-3 322,0-2 1,7-6-1,1-7 1,1-4 897,1-1-1239,0-2 1,2-1-1,0 0 1,-3-2-1,2 1 1,1 1 0,-1 1 252,-2 1 1,1 0-1,6 0 1,1 4-116,3 3 0,-1 8 0,-3 4 0,1 4-127,3 5 0,4 3 0,-4 8 0,3 4-188,2 4 0,2 3 0,2 2 0,0 2-337,0 3 0,-5 3 1,0 6-1,0 0-418,-2 1 0,-1 4 0,-8 0 0,-2 0-303,-2 2 0,-5 0 1,0 4-1,-2-1-617,-2 2 1,-3 0 0,-5-1 1624,-7-1 0,-20-11 0,-11-2 0,-1 4 0,0-1 0</inkml:trace>
  <inkml:trace contextRef="#ctx0" brushRef="#br0" timeOffset="25">28327 11194 7690,'16'-6'0,"13"-4"1420,11-3 0,18-8 0,4-1 1,8-2-549,7 0 0,2 2 0,-39 10 0,-1 0 0,33-6-880,-8 7 0,-14 5 1,-10 6-1,-11 0-707,-7 0 1,-9 6 0,-8 5 0,-5 7-2809,-5 6 3523,-3 9 0,-26 0 0,-11 3 0,-2 6 0,0-1 0</inkml:trace>
  <inkml:trace contextRef="#ctx0" brushRef="#br0" timeOffset="26">30658 11266 7665,'0'-22'690,"0"2"1,0 0 491,0 0 165,0 1 0,0 13 0,2 6-628,3 8 1,-4 11 0,4 7 0,-3 4 672,-2 4-1229,0 6 0,0-4 0,0 7 0,0 1 0,-2-1 1,-1 0-1,-2 0 160,2 0 0,-4-1 0,3-4 1,0-3-706,3 1 0,-1-8 0,-1 3 1,-2-6-2106,2 1 1,1-10 1245,2-2 1,0-11 0,0-3 0,0-9 1240,0-9 0,-12-42 0,-4-17 0</inkml:trace>
  <inkml:trace contextRef="#ctx0" brushRef="#br0" timeOffset="27">30428 11108 8464,'-6'-8'3504,"6"-3"-2814,0 6 1,12 0 0,12 5 0,4 0 85,0 0 0,6 0 0,1 0 1,3 0-147,7 0 1,3 0-1,6 0 1,-1 0-483,2 0 0,1 0 0,-1 0 1,-2 0-596,-5 0 1,-9 0 0,-7 2 0,-7 1-1186,-6 2 1,-9 1 0,-9-1-988,-9 4 2619,-8 10 0,-23 2 0,-19 2 0,-1 1 0,-4 4 0,0 0 0,0 0 0</inkml:trace>
  <inkml:trace contextRef="#ctx0" brushRef="#br0" timeOffset="28">30169 11899 7665,'0'14'572,"2"1"0,2-1 0,9 1 732,10-1 0,4 0 0,16 1 0,6-1-316,6 1 1,10-3 0,6 0 0,4-4-512,0-2 1,-3-1-1,-5-5 1,-5 0-524,-2 0 1,-14 0 0,-6 0-1,-7 0-1544,-5 0 0,-14-5 0,-1-1 1590,-5-2 0,-48-2 0,-16-4 0</inkml:trace>
  <inkml:trace contextRef="#ctx0" brushRef="#br0" timeOffset="29">26846 12403 7702,'-2'-15'165,"-3"1"1,4-1 0,-4 1 0,3 0 469,2-1 0,2 7 0,3 4 997,4 2-1332,4 2 0,0 11 0,-2 5 0,-3 5 0,0 4 0,-2 4 0,1 3 0,-4 3 0,-1 1 0,-2 0 217,0 1 0,0-3 1,-2 4-1,-1 2-357,-2 2 0,-5-4 0,4-1 0,0-2-254,-1-3 0,2-3 0,5-5 94,0-5 0,13-42 0,3-10 0</inkml:trace>
  <inkml:trace contextRef="#ctx0" brushRef="#br0" timeOffset="30">27436 12374 7658,'-20'9'381,"1"1"1,-6-5-1,1 4 1,-4 3 188,0 0 1,0 4-1,3 2 1,1 3 263,-2 1 0,-1-3 0,-2 4 0,2-2-473,3-4 1,-1 4-1,4-2 1,0 0-70,0 2 1,-3-5 0,5 3-78,2-3 1,2-1-1,4-3 1,3 0-17,2-3 1,1-4 0,6 3 0,4 0-6,5 0 0,3-5 0,3 2 0,3-2 68,5 2 1,5-3 0,2 4 0,3-1-12,-2-1 1,-2 3-1,-1-2 1,2 3-190,2 0 1,-7 3 0,1-5 0,-5 2-86,-4 3 0,-4 2 0,-4 3 0,-5 2-511,-4 1 1,-1 5 0,-1-3 0,-4 1-510,-5 4 0,2-4 1,-1 0-1,-1-1 139,2-3 1,2-2-1,4-3 904,-3-4 0,4-41 0,-6-16 0</inkml:trace>
  <inkml:trace contextRef="#ctx0" brushRef="#br0" timeOffset="31">27551 12921 7658,'-7'-8'181,"-2"3"0,-3 2 1,1-1 1409,2 0 1,1-8-1,-2 3-606,5-4 1,10-1 0,6-2 0,7-2-448,6-1 1,3 0-1,2 4 1,0 3-147,-1 2 1,1 2-1,0 5 1,0-2-175,-1 2 0,0 8 0,-4 4 0,-7 6-74,-6 4 1,-3 5-1,-4 8 1,0 1-160,0-1 0,-9 3 0,-5-1 1,-1-2-972,1-2 1,-1-2 0,5-3-5385,-2-1 4986,5-6 0,7-12 0,12-16 0,4-12 1384,0-10 0,6 0 0,-2-6 0,1-2 0,-1-2 0,4 4 0,-4 1 0,0 4-80,-5 5 1,-2 6 1064,-12 8 1,-2 6-1,-7 4 1,-6 9-69,-3 10 0,-6 5 1,-2 9-1,0 0-424,1 0 0,0 4 0,8 1 1,0-2 52,3-2 0,6-1 1,-2-2-1,3-3-204,2-5 0,11-8 0,5-3 0,5-1-246,5-4 0,6-9 1,1-9-1,-1-7-246,-1-5 0,-9-7 1,-4 1-1,-7 1-223,-6 1 0,-4 4 1,-4 1-1,-5 4-350,-6 1 0,-10 4 1,0 7-1,-3 4-341,-2-1 1,2 6-1,3-4 1,4 3-231,4 2 0,8 7 0,7 1-80,9 0 1374,1 5 0,33-13 0,14-5 0,-1 4 0,0 0 0</inkml:trace>
  <inkml:trace contextRef="#ctx0" brushRef="#br0" timeOffset="32">28313 12777 7816,'13'1'1573,"-2"3"-327,-1 0 0,-7 8 1,2-3-463,-4 4 1,-1 1-1,0 2 1,0 2-233,0 1 0,0 5 1,0-3-1,0 0-125,0-1 1,0 0 0,0-6 0,2 0-215,3 1 0,3-6 0,6-1 0,0-1-211,1-4 0,4-3 1,2-5-1,0-4-325,-1-4 1,0-2 0,-6 1 0,0 1-411,1 4 1,-6-3 533,1 8 1,-7 0 0,2 9 0,-4 5 226,-1 3 0,0 3 0,2 1 0,1 4 208,2 1 0,1-4 0,-1 1 1,5-3 54,3-2 0,1-4 0,2-2 1,2-2-46,1-2 0,8-9 0,0-5 0,5-4-326,0-5 0,0-5 0,0-8 1,3-2-866,2 2 0,-5 2 1,1 1-1,-2 0 945,-2 0 0,-13-19 0,-4-4 0</inkml:trace>
  <inkml:trace contextRef="#ctx0" brushRef="#br0" timeOffset="33">29939 12719 7632,'0'-14'1357,"0"4"-357,0 1 0,1 5 0,3 1 0,2 8-198,2 9 1,0 7 0,3 8-1,-1 0-251,1 0 1,2 6-1,1 1 1,-1 3-366,-3-1 0,2-1 0,-2 3 0,3-2-328,1 2 1,-4-5 0,-2-1 0,-2-4-1267,-3-1 1,-1 0-1,-1-2-2668,4-3 4076,-3-3 0,17-51 0,-3-12 0</inkml:trace>
  <inkml:trace contextRef="#ctx0" brushRef="#br0" timeOffset="34">30572 12906 7632,'-21'0'0,"3"5"0,-4 1 0,0 2 991,-1 4 1,-1 7 0,-4 5-1,-3 5 512,-2 4 0,-11 10 0,-8 10 0,-4 3-1077,-2 2 0,27-27 0,0 1 1,-1 2-1,0 0 0,0 0 0,0 0-153,0 0 0,0 0 0,1-2 1,1-1-1,-21 25 0,10-4-603,10-9 0,10-6 1,12-10-1,6-5-196,6-8 0,11-6 1,10-8-1,5 0-4723,5 0 5249,2-6 0,4-24 0,2-12 0,3-5 0,1 0 0</inkml:trace>
  <inkml:trace contextRef="#ctx0" brushRef="#br0" timeOffset="35">30744 13065 7632,'0'-10'911,"0"0"163,0-1 1,7 0-801,2 1 0,4-2 1,3 4-1,3-2 0,5 2 1,5 0 1645,5 0 1,3 3-1356,6-4 0,0 5 0,0 0 0,0 2 0,2 2 1,0 0-190,-2 0 1,2 6-1,-13 2 1,-4 2-626,-2 0 1,-8-6-1,1 6-621,-3 1 1,-8 2 0,-5 1-1,-8 1-1304,-9-1 0,-7 1 2174,-8-1 0,-27 7 0,-13 4 0,-5 2 0,0 1 0</inkml:trace>
  <inkml:trace contextRef="#ctx0" brushRef="#br0" timeOffset="36">30673 13395 8478,'1'8'2694,"6"-3"-1834,7-3 0,7-2 0,7 0 0,1-2-131,0-3 0,6 4 1,5-4-1,5 3-335,3 2 1,0 0 0,-3 0-1,-1 0-1044,0 0 1,0-4-1,-10-1 1,-2 0-3555,-2-1 4204,-1 4 0,-13-30 0,-3 0 0</inkml:trace>
  <inkml:trace contextRef="#ctx0" brushRef="#br0" timeOffset="37">31651 12964 7636,'1'-19'524,"3"-1"1,2 3 543,2 1 0,3 1 0,7 1 0,3 0-256,1-1 0,2 1 0,5 1 1,0 4 141,-1 4 1,1 5-1,0 5 1,0 6-364,-1 6 1,-4 1-1,-1 7 1,-4 4-450,-6 3 0,-5 8 0,-8-3 0,-4 1-301,-5 1 1,-7 4 0,-14 5 0,-6-2-291,-7-1 0,-2-2 0,-6-1 0,0-2-400,0-2 1,6-8-1,2-1 1,10-10 537,7-7 0,7-8 0,9-10 1,5-8 349,4-9 1,9-6 0,6-3-1,9-1 402,4 1 1,1 3-1,3 5 1,1 7 74,1 5 0,1 1 0,-4 6 0,2 2 131,2 2 1,4 2 0,-4 6 0,-2 5-609,-2 6 1,-7 7 0,-4-2 0,-5 1-1465,-4 0 0,-4-2 0,-8 4 1425,-2-2 0,-33-2 0,-24 1 0,-3 1 0,-5 4 0,1 0 0,-1 0 0</inkml:trace>
  <inkml:trace contextRef="#ctx0" brushRef="#br0" timeOffset="38">32514 13942 7664,'-29'7'539,"5"-4"1,0 6 0,-1 3 0,-2 2 0,-4 5 0,-2 7-1,-6 6 924,-2 6 0,-14 15 1,-2 4-1,27-27 0,1 0-1065,-1-1 1,1 1-1,-21 26 1,5-4-1,8-7-744,7-10 1,11-8-142,14-12 487,4-7 0,-63-8 0,-16-8 0</inkml:trace>
  <inkml:trace contextRef="#ctx0" brushRef="#br0" timeOffset="39">29795 15223 7657,'0'-10'1395,"0"4"1,0 4-196,0 9 0,5 12 0,0 10 0,-2 7-906,-2 6 1,-1 3 0,-1 3 0,-4 6 364,-5 7 0,-4-1 0,-4 6 0,-2 0-579,-3-1 0,-1-4 0,-5 1 0,1-6-818,-1-8 0,7-6 0,2-15 0,6-3-3437,4-5 4175,-2-9 0,10-4 0,-4-6 0</inkml:trace>
  <inkml:trace contextRef="#ctx0" brushRef="#br0" timeOffset="40">29594 15726 12493,'20'-4'0,"4"-1"632,3 2 1,9-4-1,4 2 1,4 1-714,4-3 0,5-1 0,-3-6 0,1-1-587,3 1 668,-4 0 0,-14-7 0,-8-2 0</inkml:trace>
  <inkml:trace contextRef="#ctx0" brushRef="#br0" timeOffset="41">30284 15309 7662,'-19'6'0,"0"4"0,1 3 0,2 1 590,2 1 1,-1 1 0,1 3 0,1 5 0,2 3 0,3 3 0,0 2 344,0 2 1,3 6 0,-3-2 0,0 5-400,0 5 0,-1-3 1,-6 3-1,1-3-207,0-2 0,1-5 0,2-1 0,3-3 215,1-7-484,-4-5 1,11-14-1,0-5 1,10-6-90,7-6 1,2-9 0,9-1 0,2 0 106,0-2 1,1 7-1,-3-2 1,1 6 167,0 4 0,-5-4 0,-2 5 1,-1 4-69,-3 4 0,-2 5 0,-4 6 0,-2 2-137,-5 3 0,-4 4 0,-2 5 0,-2 1-919,-2 0 1,-6 0 0,1-2 0,-3-1-1699,-1-2 1,4-7 2575,1 2 0,6-22 0,-4-6 0</inkml:trace>
  <inkml:trace contextRef="#ctx0" brushRef="#br0" timeOffset="42">30572 15827 12314,'14'0'862,"1"0"1,1 0 0,3-2-215,5-2 0,8-4 1,1-7-1,1 1-596,1-1 0,-5 1 1,2 0-1,-6-1-447,-7 1 1,-4 0-1,-7 1 1,-8 3-128,-8 5 1,-18 5 0,-8 7 0,-7 7 240,-7 9 1,-3 10 0,-5 5-1,1 6 463,3 4 1,2 3 0,2 5 0,11-2 340,10-1 0,13-12 1,12 1-1,12-7-891,14-8 0,11-11 1,13-11-1,5-3-779,3-2 0,1-7 1,1-4-1,-1-6 1147,1-7 0,-17-14 0,1-9 0,3-4 0,-1 1 0</inkml:trace>
  <inkml:trace contextRef="#ctx0" brushRef="#br0" timeOffset="43">31018 16000 7650,'-21'14'377,"-1"0"1,-2 1 337,0-1 0,8 1 1,0-1-1,5-1 2571,-1-4-2697,6 4 1,6-11 0,11 1 0,7-6 43,6-7 1,5-9 0,4-5-1,5-3-352,4-2 1,1 0 0,0 2 0,0 2-28,1 1 0,-4 1 1,0-1-1,1 7 94,-1 5 0,-6 6 0,-2 9 0,-5 7-311,-3 9 1,-13 8 0,-1 5 0,-7 3-577,-3 2 0,-11 1 0,-4 4 0,-2-2-1051,-4-2 0,0-6 0,-5 2 1590,2-4 0,-39 1 0,-19-1 0,22-7 0,0 0 0,-1 0 0</inkml:trace>
  <inkml:trace contextRef="#ctx0" brushRef="#br0" timeOffset="44">29809 16877 7624,'-14'0'560,"0"7"0,1 2 1,3 4-1,7 3 0,6 3 1,8 5 1228,7 3 1,6 4-1,8 2 1,3 6-1171,2 2 0,0 3 0,3-1 0,-2 1-241,2 4 1,-5-4 0,-3 0 0,-6-4-440,-7 0 0,-3-3 1,-3 0-1,-4-4-2078,-4-5 1,1-1-3185,-1-8 5323,0-6 0,-5-13 0,0-8 0</inkml:trace>
  <inkml:trace contextRef="#ctx0" brushRef="#br0" timeOffset="45">30442 16906 7625,'-20'2'0,"-4"3"0,-4 4 790,0 4 0,-1 3 1,0 3-1,-1 5 477,-4 3 0,2 8 0,-5 5 0,-1 7-549,-3 6 0,7 1 0,-4 0 1,6-3-367,3-1 1,2 3 0,3-5 0,6-4-530,7-4 1,5-6 0,6-10 0,3-6-1305,6-7 0,2-5 0,13-9 1481,2-7 0,3-32 0,1-15 0,5-9 0,-1 0 0</inkml:trace>
  <inkml:trace contextRef="#ctx0" brushRef="#br0" timeOffset="46">30601 17122 7618,'0'14'671,"0"1"0,3-7 0,6-2 766,11 1 0,5-6 0,6 4 0,2-3-312,5-2 1,9-2 0,2-1 0,3-2-879,2 2 0,0-4 1,-1 1-1,-5 0-466,-3-1 0,-4 1 0,-4 3-1765,-8-2 1,-15 2 1983,-14 7 0,-32 14 0,-19 4 0,-4 6 0,0-1 0</inkml:trace>
  <inkml:trace contextRef="#ctx0" brushRef="#br0" timeOffset="47">30529 17510 10020,'14'-6'1498,"7"3"1,4-5 0,7 0-868,7 0 1,4 5 0,5-2-1,5 3-365,3 2 1,-5 0-1,-5 0 1,-6 0 207,-6 0 0,-4 0 1,-1 0-1,-2 0-1919,-3 0 1445,-3 0 0,-7-12 0,0-4 0</inkml:trace>
  <inkml:trace contextRef="#ctx0" brushRef="#br0" timeOffset="48">31536 17194 7618,'-19'19'653,"-1"0"1,0 2 0,2-3 0,-1 2 508,1 3 1,2 1 0,4 5 0,0 1-557,3 4 0,6 2 0,-2 6 0,5-2-292,5-2 0,4-7 0,10-3 0,7-7-344,6-5 1,5-3 0,7-5 0,4-8-51,5-8 0,3-6 0,2-7 1,-2-6 87,-4-5 1,-4-8-1,-9 1 1,-7-2 270,-7-2 1,-10 4-1,-12 2 1,-8 1 26,-9-1 0,-9 5 1,-10-2-1,-6 4-783,-2 1 1,-9 7-1,-3 3 1,-4 3-1610,-6 1 0,12 7 2086,3 3 0,-9-3 0,4 0 0</inkml:trace>
  <inkml:trace contextRef="#ctx0" brushRef="#br0" timeOffset="49">1395 14546 7893,'-1'-12'617,"-4"2"0,5 1 1,0 9-1,8 6 0,5 7 723,1 6 0,7 8 1,3 8-1,3 2 520,2 3-1611,0 2 1,6 2-1,3 3 1,4 2-1,1 2 1,0 4-1,-1 1 424,-4 1 0,2-6 0,-7-3 1,-1-3-113,-1-2 1,-4-6 0,-1-3 0,-4-4-527,-1-1 1,-7-2 0,-4-1 0,1-2-599,2 1 1,-4-4 0,1-4 0,-1-4-2416,-1-3 0,0-7 213,-3 2 0,-3-5 2765,3-5 0,-61-48 0,20 18 0,0 0 0</inkml:trace>
  <inkml:trace contextRef="#ctx0" brushRef="#br0" timeOffset="50">2302 14662 7696,'-28'0'484,"5"0"1,3 0 358,4 0 1,2 1 0,0 2-1,-1 4 23,1 1 0,4 3 1,1 7-1,-3 2 27,0 3 0,-4 5 0,-2 6 0,-3 0-220,-1 1 1,-7 6 0,-8 11-1,-3 2 11,-4 5 1,-4 2 0,1-4 0,-2 2-267,-2 4 1,1-4 0,1 0-1,7-8-401,5-8 0,12-11 1,9-3-1,6-8-550,4-5 0,7-8 0,9-3 0,4-5-1173,5-5 0,5-5 1,8-9-1,4-5-3032,0-3 4738,3-8 0,-15-40 0,-15 29 0,1 1 0</inkml:trace>
  <inkml:trace contextRef="#ctx0" brushRef="#br0" timeOffset="51">2690 14935 7664,'-6'-8'3864,"4"-5"-2397,-3 4-978,4 2 0,12-1 1,5 5-1,6-3 0,7-1 1,5-1-1,2 2 3221,4-1-3552,2 3 1,1-1 0,0 0 0,0 2 0,1 1 0,-1 2-1,-2 0-214,-2 0 0,-4 0 0,-8 0-835,-3 0 1,-5 2-1,-9 3-730,-5 4 1,-12 9 0,-7 3 0,-9 1 1620,-4 4 0,-4-4 0,-5 2 0,-2 2 0,-1 1 0</inkml:trace>
  <inkml:trace contextRef="#ctx0" brushRef="#br0" timeOffset="52">2633 15395 9932,'16'-1'691,"3"-4"1,3-1 0,7-6 0,3 3 272,6-2 0,1-1 0,9 1 0,-4 3-543,-1 2 0,-1 1 0,-2 5 0,-3 0-591,-2 0 1,-8 0 0,-8 0 0,-3 0-3101,-1 0-254,-1 0 3524,0 0 0,-38-6 0,-9-2 0</inkml:trace>
  <inkml:trace contextRef="#ctx0" brushRef="#br0" timeOffset="53">4215 14331 7615,'-14'-15'423,"4"7"0,1 3 0,-1 5 1,2 5-1,3 8 835,4 9 1,1 9 0,0 14-1,0 4-464,0 9 0,0 2 1,1 11-1,2 2-163,2 1 1,2 1-1,-4-1 1,2-1-149,-2-3 1,-2-7 0,-1-1 0,0-4-193,0-6 1,0-4 0,0-9 0,0-6-391,0-2 0,0-7-1900,0 0 0,2-13 1,3-3 1998,4-10 0,-34-22 0,-20-11 0,0-4 0,0 0 0</inkml:trace>
  <inkml:trace contextRef="#ctx0" brushRef="#br0" timeOffset="54">5625 15957 7646,'-11'-8'0,"-4"3"459,-1 3 0,2 9 0,4 4 1,4 6 525,0 7 1,-1 5-1,-4 5-449,2 4 1,-1 8 0,-4 6 0,-2 0-1,-4 4 1,-4-1 0,-3 1 0,-3 0-1,-2 1-377,-2 1 1,-4-9-1,4-6 1,4-9-977,4-9 0,6-4 0,5-8 817,1-3 0,-7-30 0,-1-12 0</inkml:trace>
  <inkml:trace contextRef="#ctx0" brushRef="#br0" timeOffset="55">8215 14705 7634,'-5'-10'0,"-2"2"630,-1 2 0,7 3 661,1 7 1,3 11 0,10 9-972,3 3 1,1 8 0,-1 3-1,2 6 1,3 4 0,1 4 0,2 4-1,0 2 1,0-1 262,2 1 0,-4-2 1,0-3-1,-1-4 194,-3 1 1,-2-12 0,-2 1 0,-1-9-1355,-3-6 0,1-3 0,-5-9 1,2-2-1068,3-5 0,2-5 0,2-5 1,0-5 1643,5-2 0,-8-28 0,-2-11 0,4-5 0,1 1 0</inkml:trace>
  <inkml:trace contextRef="#ctx0" brushRef="#br0" timeOffset="56">9222 14906 7634,'-39'16'409,"3"2"0,-1 3 1091,0 1 1,4 4 0,-4 5 0,0 5-666,0 0 1,-1 9-1,-7 10 1,-3 7-535,22-27 0,-1 2 0,2-1 0,-1 0 0,0 3 0,-1 0 0,1 0 0,0-1-136,0 0 0,1 1 0,-3 2 1,0 1-1,2-2 0,0 0 0,1 0 1,1 0 106,2-2 0,1 0 1,-21 29-1,10-6 1,5-8-185,6-10 1,12-12 0,5-14 0,8-6-1918,5-6 1,10-5-1,7-6 1,6-9 1828,6-7 0,1-4 0,4-7 0,3-7 0</inkml:trace>
  <inkml:trace contextRef="#ctx0" brushRef="#br0" timeOffset="57">10301 14892 7648,'0'-15'0,"-2"1"210,-3 0 1,2 4 0,-6 2 0,-4 2 581,-5 2 0,1 9 0,-7 5-292,-2 3 1,-6 7-1,-3 4 1,0 4-1,-2 0 1,2 3 0,0 1-1,3 3 1,1 2 771,3 3 0,4 3 0,0 3 0,0 4-749,1 1 1,2 0 0,9 3 0,2-1 37,5 1 1,5-1 0,5-3 0,6-9-197,7-4 0,9-2 1,8-4-1,2-3-517,3-5 1,1-7-1,1-7 1,0-2-193,1-1 1,-10-4-1,6 3 1,-9-4-1859,-6-1 0,-3-1 842,-7-4 0,-7 2 0,-7-7 0,-8-1-2826,-5-2 4186,-8 5 0,-26-7 0,-11-2 0,-9 1 0,1 0 0</inkml:trace>
  <inkml:trace contextRef="#ctx0" brushRef="#br0" timeOffset="58">9653 15525 7656,'-6'0'2369,"8"-2"0,12-1-1475,13-2 0,5-1 0,10 1 0,4-3 107,4 0 0,2-5 1,7 4-1,2-4-603,2-1 1,-1-1-1,-6 2 1,-3 4-1091,-5 4 1,-10-1-1,-6 1 1,-5 2-2625,-3 1 3316,-13 2 0,-36 19 0,-23 5 0</inkml:trace>
  <inkml:trace contextRef="#ctx0" brushRef="#br0" timeOffset="59">11351 15395 7673,'-8'-6'775,"-5"4"317,4-2 0,1 0-634,-2 0 1,8 2-1,2-3 1,8 4 0,5 1-1,3 0 1,3 0-1,5 1 1,5 2 439,5 2 1,-2 5-1,4-4 1,0 2-574,-4 3 1,3-3 0,-2 2-1,-1 0-97,-1-2 1,-3 4 0,0-4 0,-3 2-42,-1 0 1,-6-6 0,1 4 0,-5 0-10,-4 0 0,-2 0 0,-5 3 0,2-1-28,-2 1 0,-1 7 0,-2 3 0,1-1-131,4 1 1,-3 5-1,2-2 1,-2 1-11,-2-1 1,5 2 0,0-5-1,-2-1-361,-2 1 0,-1 3 0,0-5-472,0-1 877,0-8 0,0-7 67,0-13 1,0-1 0,-1-13 0,-2-2-77,-2-1 0,0-3 0,5-4 0,0-4-42,0-4 1,0-1 0,0-2-1,0-3-7,0-4 0,0-4 0,0-2 0,0 1 47,0-1 1,5 2 0,0 2-1,-1 4 116,3 5 1,-6 6 0,6 11-1,-2 4 354,-1 5 0,1 3-143,-5 2 1,-1 1 4,-4 3 74,3 4-478,-4 6 0,7 0 263,4 0 1,3 0 0,7 2 0,-1 1 115,0 2 0,1 4 0,1-4 0,3 0-3,5 1 1,3-4 0,3 3 0,4-4-347,4-1 0,6 0 0,4-1 0,4-4 0,4-5 0,7-3 0,1-3 0,-1-1 0,1-2 0,-1-1 0,-6 6 0,-1 0 0,-3-1 0,-10 3 0,-11 0 0,-6 4-4242,-7 2 2965,-3 1 0,-10 7 0,-6 1-162,-8 2 0,0 6 0,-1-1 1,-4 2-2992,-5 3 4430,-4 5 0,-33 14 0,-15 6 0,21-9 0,-1 0 0,1 0 0</inkml:trace>
  <inkml:trace contextRef="#ctx0" brushRef="#br0" timeOffset="60">12315 15266 7688,'0'-14'784,"0"-1"0,0 1 2317,0-1 0,0 1-2267,0 0 0,6 6 0,4 3 0,3 3-170,1 2 1,2 0-1,3 0 1,5 0-172,3 0 1,7 0-1,0 0 1,-1 2-184,2 3 1,0-2 0,5 5 0,-1-2-160,1-3 1,-10 4 0,-3-2 0,-4-1 102,-6 3 1,-2-4 0,-6 7-70,-4 1 0,-11 3 1,-7 4-1,-6 1-348,-4-2 1,-2 6 0,-7-1-1,-2 2-235,2 0 0,2-1 0,1 1 1,2-5-79,3-3 0,-2-2 0,7 0 0,3 1-196,5-1 0,5-4 550,6-1 0,1-1 0,4 2 0,5-5 245,2-4 0,4 1 0,2 1 0,1 4 208,-1 1 0,2-4 0,0 4 0,-1 0 88,2 0 0,-5 4 0,3 5 0,-3 2 11,-2-1 0,-1 3 0,-2 0 0,-3-1-46,-1 1 0,-3 5 0,-4-4 0,-1 2-105,-4 0 1,-3-2 0,-8 2 0,-2-3-280,-1 0 0,-6-5 0,1 2 0,-4-6-411,0-2 1,-1-7-1,0 2 1,-1-4-701,-4-1 1,4-1-1,-5-4 1,3-5-171,3-2 0,-1-4 0,10-2 0,4-3-3000,5-1 4281,5-2 0,19-43 0,3-10 0</inkml:trace>
  <inkml:trace contextRef="#ctx0" brushRef="#br0" timeOffset="61">13451 15985 7629,'-12'29'1011,"1"0"0,-12 1 0,1 1-329,-1-3 1,1 6 0,-5-7 0,0 7 858,-4 2-1383,-7 3 0,3 4 0,-5-1 0,3-2 0,2-2 0,3 0 0,5-1-956,8-3 798,-1-10 0,6-4 0,-8-5 0</inkml:trace>
  <inkml:trace contextRef="#ctx0" brushRef="#br0" timeOffset="62">14415 15352 7630,'-14'-5'1268,"0"1"0,6-8-329,3 3 1,10-2-1,6-1-555,6 3 1,6 4 0,6-3 0,-1 2 0,3 2-1,2 3 1,4-1 0,1-1 0,1-2-20,1 2 0,-5 3 0,-2 5 0,-2 4-200,-2 4 0,-7 6 1,-4 4-1,-7 2 41,-6 6 1,-4 7 0,-2 2-1,-4 5-100,-5 3 1,-4 5 0,-4-5 0,-1-2-39,1-1 1,7-4-1,3-4 1,0-7-30,0-4-196,5-8 1,-2-6-1,10-12 1,3-9-5,0-9 1,3-11 0,-4-9 0,-1-4 193,0-1 0,1-6 0,-4-6 0,2-4-8,-2-3 1,-1-7-1,-4 0 1,-1-7-19,1 33 0,-1-1 0,-2-1 0,0-1 0,2-1 0,0 0 0,0 4 0,0 1 127,-4-31 0,2 13 0,5 14 0,0 8 353,0 9 1,2 13-1,3 11-8,4 4 1,-1 1 0,4 0 0,2 0-45,4 0 1,7 0-1,1 0 1,4 0-71,4 0 0,6 0 0,-2 1 0,5 2-142,5 2 1,-3 5 0,3-4 0,-2 1-168,2-1 0,-3-1 0,3-4 0,-5 3-525,-5 0 0,2 1 1,-8-5-1,-4 0-1370,-8 0 1,-4 5 0,-3 1 654,-3 2 1,-6 2 0,-8 4 0,-6 2-3289,-3 3 4472,-7-3 0,-25 17 0,-10 6 0,-7 1 0,0-1 0</inkml:trace>
  <inkml:trace contextRef="#ctx0" brushRef="#br0" timeOffset="63">15120 15151 7631,'-14'-10'0,"1"1"328,4-3 0,5 0 0,12-1 1441,7 3 1,9-1-1,1 5 1,6-1-97,2 1 0,6 1 1,-4 5-1,0 0-1013,0 0 1,4 6 0,-6 4 0,-3 3-432,-4 1 1,0 5 0,-9 2 0,-2 2-233,-4 2 1,-8-2 0,0 1-1,-6 1-275,-7 2 1,-9 2-1,-5 0 1,-3-2-116,-2-3 0,0-3 0,2-7 0,2-1-534,1-3 1,6-2-1,-1-5-1156,3 2 1846,8-1 0,8-4 0,11 2 1,5 1 250,3 2 0,5 6 0,-4-1 0,-1 2 156,1 3 0,-4-1 0,4 2 1,-6 3 472,-4 5 0,-2-1 1,-5 1-1,2 3 61,-2 5 1,-8-2 0,-5 4-1,-2-4-508,-3-1 1,-1 0-1,-3 0 1,-3-2-803,-1-3 0,-5 1 0,0-5 0,-5-4-218,-4-5 0,-1-5 1,-5-6-1,-1-2 824,1-2 0,-3-2 0,-13-1 0,0-1 0,-6-2 0,0 0 0,0 0 0</inkml:trace>
  <inkml:trace contextRef="#ctx0" brushRef="#br0" timeOffset="64">10776 15424 7991,'-23'0'1402,"4"0"0,6 0 1065,8 0-1977,13 7 0,13-6 0,5 4 0,-1-2 0,4 0 0,3 2 1,0-2-1,-2-1 0,-1-2 0,0 2 632,0 2 0,-1-2 1,1 3-1,-2-4-1075,-3-1 0,-3 0 1,-6 0-1,-1 0-1863,0 0 54,-6 0 0,-3 0 0,-10 0-2467,-4 0 4229,-4 0 0,-59-32 0,29 12 0,0 0 0</inkml:trace>
  <inkml:trace contextRef="#ctx0" brushRef="#br0" timeOffset="65">11236 14345 7643,'-14'-22'0,"-1"1"0,-1 8 0,-1 2 330,-3 1 0,0 7 93,0-2 1,4 4 0,-4 1 0,0 0 0,1 0 0,2 0 1199,1 0 0,-3 0-1371,-1 0 1,-4 5-1,4 1 1,-1 2 0,-2 3-1,3 2 52,-1 1 0,-5 1 0,4-1 1,0 0-111,2 1 0,4-1 0,2 1 1,0-1-46,-1 0 0,1-1 1,1-2-1,3-1-83,6 1 0,-3-3 0,2 2 1,2 1 73,2 2 0,1 3 1,0 1-1,0 4-27,0 1 1,0 2 0,1 5 0,4 0 9,5 0 0,-2 6 1,1 3-1,1 5-19,-2 5 1,3 4-1,-6 5 1,-2 4-126,-1 6 0,-2 0 1,-2 12-1,-4 0-14,-1-36 0,-1 1 0,1 0 0,-2 0 0,-2 3 0,-2 0 0,0 0 0,-1-1 2,-2-1 1,0-1 0,2 0-1,-1 0 1,0-2 0,0-1-1,2-1 1,0-1 98,-12 33 0,9-16 0,3-4 0,5-7 28,5-7 1,1-2 0,2-8-1,0 0-41,0-4 1,7-4-1,2-5 1,4-1 75,1 1 0,-4-7 0,0-2 0,1-1 169,2-1 1,1 1 0,0-5 0,2 2 127,4 3 1,-3-4 0,7 4 0,3-3-30,5-2 1,0-2 0,5-1 0,0-2-282,-1 2 0,3-4 0,4 3 1,-1 0-605,-4 3 0,2-4 1,-7 0-1,1 2-1519,1 2 0,-3 1 0,5 0 0,-2 0 2007,-3 0 0,-2-20 0,-1-4 0</inkml:trace>
  <inkml:trace contextRef="#ctx0" brushRef="#br0" timeOffset="66">15566 14057 7641,'-1'-9'321,"-2"-1"275,-2-1 0,2-2 0,9 0 0,8 2 1,9 3-1,4 0 0,3 2 321,4-1 1,3 3-1,7 4 1,4 0-449,5 0 0,1 4 1,1 3-1,-4 1-68,-2 3 1,6 2 0,-6 1 0,-1 2-173,-4 3 1,-6-3-1,0 5 1,-4 0-48,-4 3 1,-7 3 0,-4 2 0,-5 1 74,-4 4 1,-4 2 0,-6 9 0,0 2-78,0 1 1,-1 11 0,-3 0 0,0 5-87,0 5 1,-2 1-1,1 3 1,2 3-161,1 0 0,2-34 0,0 1 1,0-1-1,0 1 0,0 1 0,0 1-132,1 0 0,-2 0 1,-1-3-1,0-1 1,-3 39-1,2-2-102,1-3 0,2-7 1,0-8-1,0-7 67,0-10 1,0-1 0,0-10 0,0-3 355,0-4 1,2-7 0,1 2 0,2 0 825,-2-1 1,-2 0-516,-1-5 0,-1 1 0,-4-2 0,-5-2-220,-2-2 1,-9-1-1,-3 4 1,-3-3-291,-2 2 0,-5 2 1,-2 3-1,-4 2-267,-5 1 1,-3 2 0,1-4 0,0 2-383,0-1 1,4-7 0,3-3 0,3-1-896,2-4 0,8-2 0,8-2 1620,3-4 0,-9-25 0,-3-12 0,-3-5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69E78D-A8C0-480E-889F-8EC1F2071405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A6D8E4-4389-4BDB-844A-A58F014B2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675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119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97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4A518-1A6E-4987-06B9-76CE1CA24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5050A-712E-CDD3-1BFB-4525A5C42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30D68E-B75A-2392-F747-A658F7FEF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27060-5A92-22FA-A72A-257E3843D6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81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3EC55-B7E1-FF0C-5204-60809F8BD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1E17D3-9C8B-16DE-1965-DCB1F338A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594BE-E651-037E-144C-9D58F78FA8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DB5EC-835F-6D41-37E9-E188935077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29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55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783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77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FA840-FD59-C96A-38CC-6C4AC9DC7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4879F5-17F2-1023-90EB-1800A9E56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D83F9C-E06B-455C-1C51-D8BE0C21C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D2D21-27F5-B83E-7252-79C959863E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843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3D019-44BB-548D-C1B7-CFE77F2C2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57CE23-8C74-2540-4299-68B5F360B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8EA1C3-0C9A-39A3-8FB9-720C14D0D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FC530-D775-1511-1435-AECAD2D75A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755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6;p5">
            <a:extLst>
              <a:ext uri="{FF2B5EF4-FFF2-40B4-BE49-F238E27FC236}">
                <a16:creationId xmlns:a16="http://schemas.microsoft.com/office/drawing/2014/main" id="{54018777-5825-1DD9-F0F1-CB39782E2522}"/>
              </a:ext>
            </a:extLst>
          </p:cNvPr>
          <p:cNvSpPr/>
          <p:nvPr userDrawn="1"/>
        </p:nvSpPr>
        <p:spPr>
          <a:xfrm>
            <a:off x="7883" y="10251"/>
            <a:ext cx="6019800" cy="6858125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B9C4DB-FE1C-AFF9-6D3D-BE4C2F5EB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483" y="2878327"/>
            <a:ext cx="4716517" cy="2387601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228E1-E086-EB78-46DA-64561B133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3857" y="5430837"/>
            <a:ext cx="4719145" cy="6096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1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oogle Shape;29;p5">
            <a:extLst>
              <a:ext uri="{FF2B5EF4-FFF2-40B4-BE49-F238E27FC236}">
                <a16:creationId xmlns:a16="http://schemas.microsoft.com/office/drawing/2014/main" id="{A126BCB9-91F0-D815-1454-67C972B79D9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55" y="6687727"/>
            <a:ext cx="457200" cy="16002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21;p4">
            <a:extLst>
              <a:ext uri="{FF2B5EF4-FFF2-40B4-BE49-F238E27FC236}">
                <a16:creationId xmlns:a16="http://schemas.microsoft.com/office/drawing/2014/main" id="{0517905A-48BB-F8DB-1DE9-61D6A041865B}"/>
              </a:ext>
            </a:extLst>
          </p:cNvPr>
          <p:cNvCxnSpPr>
            <a:cxnSpLocks/>
          </p:cNvCxnSpPr>
          <p:nvPr userDrawn="1"/>
        </p:nvCxnSpPr>
        <p:spPr>
          <a:xfrm>
            <a:off x="223344" y="5311596"/>
            <a:ext cx="4882056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BE7FE5-5841-F18C-6EA7-DAFDA72B17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650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algn="l">
              <a:buSzPct val="125000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>
              <a:buFont typeface="Courier New" panose="02070309020205020404" pitchFamily="49" charset="0"/>
              <a:buChar char="o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>
              <a:buFont typeface="Wingdings" pitchFamily="2" charset="2"/>
              <a:buChar char="§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algn="l"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7212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30F85-F851-4F4D-E2E6-07F71CABE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02A28-2CC0-D2A6-A218-DE8C7CFEF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7" y="533400"/>
            <a:ext cx="11488745" cy="56387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>
              <a:buSzPct val="100000"/>
              <a:buFont typeface="Courier New" panose="02070309020205020404" pitchFamily="49" charset="0"/>
              <a:buChar char="o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>
              <a:buFont typeface="Wingdings" pitchFamily="2" charset="2"/>
              <a:buChar char="§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>
              <a:buFont typeface="Arial" panose="020B0604020202020204" pitchFamily="34" charset="0"/>
              <a:buChar char="•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3DC90-05B5-A90A-60DC-914CE36E0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6E4CF-373C-401B-BBC8-66AC3A72A4A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Google Shape;21;p4">
            <a:extLst>
              <a:ext uri="{FF2B5EF4-FFF2-40B4-BE49-F238E27FC236}">
                <a16:creationId xmlns:a16="http://schemas.microsoft.com/office/drawing/2014/main" id="{B141A41B-8850-A20F-A868-FF9415A83C2E}"/>
              </a:ext>
            </a:extLst>
          </p:cNvPr>
          <p:cNvCxnSpPr>
            <a:cxnSpLocks/>
          </p:cNvCxnSpPr>
          <p:nvPr userDrawn="1"/>
        </p:nvCxnSpPr>
        <p:spPr>
          <a:xfrm flipV="1">
            <a:off x="88284" y="457202"/>
            <a:ext cx="10439400" cy="1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08068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FD4A60-6C16-80BA-4FEA-981785C72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105156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6B9CB-D30E-202E-2F40-9EBE6ACE7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06E4CF-373C-401B-BBC8-66AC3A72A4A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29;p5">
            <a:extLst>
              <a:ext uri="{FF2B5EF4-FFF2-40B4-BE49-F238E27FC236}">
                <a16:creationId xmlns:a16="http://schemas.microsoft.com/office/drawing/2014/main" id="{7A750F8F-3D3A-3346-1992-68E79F83A01D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5" y="6687727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3393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rgbClr val="0B5394"/>
          </a:solidFill>
          <a:latin typeface="Inter Medium" panose="02000603000000020004" pitchFamily="2" charset="0"/>
          <a:ea typeface="Inter Medium" panose="02000603000000020004" pitchFamily="2" charset="0"/>
          <a:cs typeface="Inter Medium" panose="02000603000000020004" pitchFamily="2" charset="0"/>
        </a:defRPr>
      </a:lvl1pPr>
    </p:titleStyle>
    <p:bodyStyle>
      <a:lvl1pPr marL="0" indent="0" algn="l" defTabSz="914377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customXml" Target="../ink/ink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ustomXml" Target="../ink/ink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customXml" Target="../ink/ink6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customXml" Target="../ink/ink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customXml" Target="../ink/ink8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customXml" Target="../ink/ink9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customXml" Target="../ink/ink10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customXml" Target="../ink/ink11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customXml" Target="../ink/ink12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customXml" Target="../ink/ink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customXml" Target="../ink/ink18.xml"/><Relationship Id="rId4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customXml" Target="../ink/ink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customXml" Target="../ink/ink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customXml" Target="../ink/ink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1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2.png"/><Relationship Id="rId7" Type="http://schemas.openxmlformats.org/officeDocument/2006/relationships/customXml" Target="../ink/ink2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customXml" Target="../ink/ink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customXml" Target="../ink/ink2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7.png"/><Relationship Id="rId4" Type="http://schemas.openxmlformats.org/officeDocument/2006/relationships/customXml" Target="../ink/ink2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89.png"/><Relationship Id="rId7" Type="http://schemas.openxmlformats.org/officeDocument/2006/relationships/image" Target="../media/image95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11" Type="http://schemas.openxmlformats.org/officeDocument/2006/relationships/image" Target="../media/image98.png"/><Relationship Id="rId5" Type="http://schemas.openxmlformats.org/officeDocument/2006/relationships/image" Target="../media/image93.png"/><Relationship Id="rId10" Type="http://schemas.openxmlformats.org/officeDocument/2006/relationships/customXml" Target="../ink/ink27.xml"/><Relationship Id="rId4" Type="http://schemas.openxmlformats.org/officeDocument/2006/relationships/image" Target="../media/image90.png"/><Relationship Id="rId9" Type="http://schemas.openxmlformats.org/officeDocument/2006/relationships/image" Target="../media/image9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2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customXml" Target="../ink/ink29.xml"/><Relationship Id="rId3" Type="http://schemas.openxmlformats.org/officeDocument/2006/relationships/image" Target="../media/image103.png"/><Relationship Id="rId7" Type="http://schemas.openxmlformats.org/officeDocument/2006/relationships/image" Target="../media/image95.png"/><Relationship Id="rId12" Type="http://schemas.openxmlformats.org/officeDocument/2006/relationships/image" Target="../media/image107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11" Type="http://schemas.openxmlformats.org/officeDocument/2006/relationships/customXml" Target="../ink/ink28.xml"/><Relationship Id="rId5" Type="http://schemas.openxmlformats.org/officeDocument/2006/relationships/image" Target="../media/image105.png"/><Relationship Id="rId10" Type="http://schemas.openxmlformats.org/officeDocument/2006/relationships/image" Target="../media/image106.png"/><Relationship Id="rId4" Type="http://schemas.openxmlformats.org/officeDocument/2006/relationships/image" Target="../media/image104.png"/><Relationship Id="rId9" Type="http://schemas.openxmlformats.org/officeDocument/2006/relationships/image" Target="../media/image97.png"/><Relationship Id="rId14" Type="http://schemas.openxmlformats.org/officeDocument/2006/relationships/image" Target="../media/image108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.xml"/><Relationship Id="rId3" Type="http://schemas.openxmlformats.org/officeDocument/2006/relationships/image" Target="../media/image103.png"/><Relationship Id="rId7" Type="http://schemas.openxmlformats.org/officeDocument/2006/relationships/image" Target="../media/image106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4.png"/><Relationship Id="rId9" Type="http://schemas.openxmlformats.org/officeDocument/2006/relationships/image" Target="../media/image111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10" Type="http://schemas.openxmlformats.org/officeDocument/2006/relationships/image" Target="../media/image119.png"/><Relationship Id="rId4" Type="http://schemas.openxmlformats.org/officeDocument/2006/relationships/image" Target="../media/image114.png"/><Relationship Id="rId9" Type="http://schemas.openxmlformats.org/officeDocument/2006/relationships/customXml" Target="../ink/ink31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1.png"/><Relationship Id="rId7" Type="http://schemas.openxmlformats.org/officeDocument/2006/relationships/customXml" Target="../ink/ink32.xml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8.png"/><Relationship Id="rId4" Type="http://schemas.openxmlformats.org/officeDocument/2006/relationships/customXml" Target="../ink/ink3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7" Type="http://schemas.openxmlformats.org/officeDocument/2006/relationships/image" Target="../media/image1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.xml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130.png"/><Relationship Id="rId7" Type="http://schemas.openxmlformats.org/officeDocument/2006/relationships/customXml" Target="../ink/ink36.xml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5" Type="http://schemas.openxmlformats.org/officeDocument/2006/relationships/customXml" Target="../ink/ink35.xml"/><Relationship Id="rId4" Type="http://schemas.openxmlformats.org/officeDocument/2006/relationships/image" Target="../media/image13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8.png"/><Relationship Id="rId4" Type="http://schemas.openxmlformats.org/officeDocument/2006/relationships/customXml" Target="../ink/ink37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9.xml"/><Relationship Id="rId3" Type="http://schemas.openxmlformats.org/officeDocument/2006/relationships/image" Target="../media/image130.png"/><Relationship Id="rId7" Type="http://schemas.openxmlformats.org/officeDocument/2006/relationships/image" Target="../media/image141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8.xml"/><Relationship Id="rId5" Type="http://schemas.openxmlformats.org/officeDocument/2006/relationships/image" Target="../media/image140.png"/><Relationship Id="rId4" Type="http://schemas.openxmlformats.org/officeDocument/2006/relationships/image" Target="../media/image139.png"/><Relationship Id="rId9" Type="http://schemas.openxmlformats.org/officeDocument/2006/relationships/image" Target="../media/image14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7" Type="http://schemas.openxmlformats.org/officeDocument/2006/relationships/image" Target="../media/image1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0.xml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png"/><Relationship Id="rId5" Type="http://schemas.openxmlformats.org/officeDocument/2006/relationships/customXml" Target="../ink/ink41.xml"/><Relationship Id="rId4" Type="http://schemas.openxmlformats.org/officeDocument/2006/relationships/image" Target="../media/image14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2.xml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11E1B-21DC-7427-D340-80970E5A5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Today: An Experiment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11A31-EA1F-325E-FFD1-EE524BA22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3 people have mentioned to me that they really miss the handwriting from Manuel’s lectures.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But at least one person was quite perplexed to hear I would abandon the clarity of slides.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Today I’ll do an experiment where I’ll handwrite on my slides. Let me know what you think at the end!</a:t>
            </a:r>
          </a:p>
        </p:txBody>
      </p:sp>
    </p:spTree>
    <p:extLst>
      <p:ext uri="{BB962C8B-B14F-4D97-AF65-F5344CB8AC3E}">
        <p14:creationId xmlns:p14="http://schemas.microsoft.com/office/powerpoint/2010/main" val="2908386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967C7-4E7A-8933-85B3-2CA9818F8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80F08-7F87-640B-FB4A-C4CBBCE97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Continuous Probability Distributions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E0775-E7D4-DC2B-994A-581CF4017F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23, CS70 Fall 2025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B1C541-9394-0C85-DF91-38F7B66D35E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  <a:p>
            <a:endParaRPr lang="en-US" b="1">
              <a:solidFill>
                <a:schemeClr val="accent3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8D4D9728-1E4E-5E4B-70C4-22D0C904A649}"/>
              </a:ext>
            </a:extLst>
          </p:cNvPr>
          <p:cNvSpPr txBox="1">
            <a:spLocks/>
          </p:cNvSpPr>
          <p:nvPr/>
        </p:nvSpPr>
        <p:spPr>
          <a:xfrm>
            <a:off x="6248400" y="2174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A0BEB622-4ACA-47E0-8756-79D3B715AFC9}"/>
              </a:ext>
            </a:extLst>
          </p:cNvPr>
          <p:cNvSpPr txBox="1">
            <a:spLocks/>
          </p:cNvSpPr>
          <p:nvPr/>
        </p:nvSpPr>
        <p:spPr>
          <a:xfrm>
            <a:off x="6096000" y="76200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Continuous Probability Distributions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The Exponential Distribution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Expectation and Variance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Joint Distributions and Independence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Summary and Reflections</a:t>
            </a:r>
          </a:p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8767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2F0A9-9142-83CA-C633-620B8A8AD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8628B-D291-975B-836A-7177D65DC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Framing: A Random Variable with Range [0, 2]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44A5E4-F40F-3DA2-27CC-5B81A4C81D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Imagine that we choose a real number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, uniformly at random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[0,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What is the probability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0.3</m:t>
                    </m:r>
                  </m:oMath>
                </a14:m>
                <a:r>
                  <a:rPr lang="en-US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≤1/2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0.7, 0.9</m:t>
                            </m:r>
                          </m:e>
                        </m:d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44A5E4-F40F-3DA2-27CC-5B81A4C81D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95B30E0-49E2-812E-06CD-FC213B721930}"/>
                  </a:ext>
                </a:extLst>
              </p14:cNvPr>
              <p14:cNvContentPartPr/>
              <p14:nvPr/>
            </p14:nvContentPartPr>
            <p14:xfrm>
              <a:off x="3739320" y="1083600"/>
              <a:ext cx="7929720" cy="5691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95B30E0-49E2-812E-06CD-FC213B7219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29960" y="1074240"/>
                <a:ext cx="7948440" cy="571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3481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987D3-691B-AF31-13DD-C866E3C8E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B9729-6BE3-496C-2582-B026D803F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Framing: A Random Variable with Range [0, 2]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E7940C-9C6B-1350-4CD5-05618C330E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Imagine that we choose a real number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, uniformly at random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[0,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Following the pattern 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0.7, 0.9</m:t>
                            </m:r>
                          </m:e>
                        </m:d>
                      </m:e>
                    </m:d>
                  </m:oMath>
                </a14:m>
                <a:r>
                  <a:rPr lang="en-US"/>
                  <a:t>, we can fill in the table below:</a:t>
                </a:r>
              </a:p>
              <a:p>
                <a:endParaRPr lang="en-US" sz="2400" b="0" i="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  <a:p>
                <a:endParaRPr lang="en-US" sz="2400" b="0" i="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E7940C-9C6B-1350-4CD5-05618C330E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1A9DC2C-B92C-08B3-3D5B-9F061FD649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8371799"/>
                  </p:ext>
                </p:extLst>
              </p:nvPr>
            </p:nvGraphicFramePr>
            <p:xfrm>
              <a:off x="4142543" y="2975134"/>
              <a:ext cx="4770045" cy="2194560"/>
            </p:xfrm>
            <a:graphic>
              <a:graphicData uri="http://schemas.openxmlformats.org/drawingml/2006/table">
                <a:tbl>
                  <a:tblPr bandRow="1">
                    <a:tableStyleId>{073A0DAA-6AF3-43AB-8588-CEC1D06C72B9}</a:tableStyleId>
                  </a:tblPr>
                  <a:tblGrid>
                    <a:gridCol w="2754453">
                      <a:extLst>
                        <a:ext uri="{9D8B030D-6E8A-4147-A177-3AD203B41FA5}">
                          <a16:colId xmlns:a16="http://schemas.microsoft.com/office/drawing/2014/main" val="42151058"/>
                        </a:ext>
                      </a:extLst>
                    </a:gridCol>
                    <a:gridCol w="2015592">
                      <a:extLst>
                        <a:ext uri="{9D8B030D-6E8A-4147-A177-3AD203B41FA5}">
                          <a16:colId xmlns:a16="http://schemas.microsoft.com/office/drawing/2014/main" val="1643503729"/>
                        </a:ext>
                      </a:extLst>
                    </a:gridCol>
                  </a:tblGrid>
                  <a:tr h="42211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=0.3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4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6081523"/>
                      </a:ext>
                    </a:extLst>
                  </a:tr>
                  <a:tr h="42211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≤1/2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4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25%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6426770"/>
                      </a:ext>
                    </a:extLst>
                  </a:tr>
                  <a:tr h="422114"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0.7, 0.9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sz="24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0403588"/>
                      </a:ext>
                    </a:extLst>
                  </a:tr>
                  <a:tr h="422114"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sz="24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  <a:p>
                          <a:pPr algn="ctr"/>
                          <a:endParaRPr lang="en-US" sz="24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537026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1A9DC2C-B92C-08B3-3D5B-9F061FD649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8371799"/>
                  </p:ext>
                </p:extLst>
              </p:nvPr>
            </p:nvGraphicFramePr>
            <p:xfrm>
              <a:off x="4142543" y="2975134"/>
              <a:ext cx="4770045" cy="2194560"/>
            </p:xfrm>
            <a:graphic>
              <a:graphicData uri="http://schemas.openxmlformats.org/drawingml/2006/table">
                <a:tbl>
                  <a:tblPr bandRow="1">
                    <a:tableStyleId>{073A0DAA-6AF3-43AB-8588-CEC1D06C72B9}</a:tableStyleId>
                  </a:tblPr>
                  <a:tblGrid>
                    <a:gridCol w="2754453">
                      <a:extLst>
                        <a:ext uri="{9D8B030D-6E8A-4147-A177-3AD203B41FA5}">
                          <a16:colId xmlns:a16="http://schemas.microsoft.com/office/drawing/2014/main" val="42151058"/>
                        </a:ext>
                      </a:extLst>
                    </a:gridCol>
                    <a:gridCol w="2015592">
                      <a:extLst>
                        <a:ext uri="{9D8B030D-6E8A-4147-A177-3AD203B41FA5}">
                          <a16:colId xmlns:a16="http://schemas.microsoft.com/office/drawing/2014/main" val="1643503729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21" t="-10667" r="-73510" b="-38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608152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21" t="-110667" r="-73510" b="-28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25%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642677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21" t="-207895" r="-73510" b="-180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0403588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21" t="-173333" r="-73510" b="-1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  <a:p>
                          <a:pPr algn="ctr"/>
                          <a:endParaRPr lang="en-US" sz="24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537026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EACC1E6-2C51-87B5-7943-12B7B79176EA}"/>
                  </a:ext>
                </a:extLst>
              </p14:cNvPr>
              <p14:cNvContentPartPr/>
              <p14:nvPr/>
            </p14:nvContentPartPr>
            <p14:xfrm>
              <a:off x="7458120" y="1476360"/>
              <a:ext cx="4200840" cy="3838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EACC1E6-2C51-87B5-7943-12B7B79176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48760" y="1467000"/>
                <a:ext cx="4219560" cy="385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8947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AFF0-EEE0-7B2E-3B2D-870526652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Review: Distributions of Discrete Random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36F98-64C4-FFB7-6881-C4CE0DBB2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7" y="533400"/>
            <a:ext cx="11488745" cy="1667540"/>
          </a:xfrm>
        </p:spPr>
        <p:txBody>
          <a:bodyPr/>
          <a:lstStyle/>
          <a:p>
            <a:r>
              <a:rPr lang="en-US"/>
              <a:t>For a discrete random variable, we have the notion of the distribution of a random variable.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Enumeration of every value and its probability.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C07B4FE-3088-3E81-8715-9C8E692175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2370349"/>
                  </p:ext>
                </p:extLst>
              </p:nvPr>
            </p:nvGraphicFramePr>
            <p:xfrm>
              <a:off x="8803758" y="1173374"/>
              <a:ext cx="2881647" cy="5486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575296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2306351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25964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24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𝑋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𝑎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4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4/36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5/36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6/36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5/36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4/36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2913607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5448312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789327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657536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C07B4FE-3088-3E81-8715-9C8E692175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2370349"/>
                  </p:ext>
                </p:extLst>
              </p:nvPr>
            </p:nvGraphicFramePr>
            <p:xfrm>
              <a:off x="8803758" y="1173374"/>
              <a:ext cx="2881647" cy="5486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575296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2306351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64" t="-1333" r="-408511" b="-1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066" t="-1333" r="-1319" b="-11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4/36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5/36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6/36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5/36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4/36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29136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5448312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789327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65753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2D93CAD-C6FA-972E-C122-2B22283AC5FB}"/>
                  </a:ext>
                </a:extLst>
              </p:cNvPr>
              <p:cNvSpPr txBox="1"/>
              <p:nvPr/>
            </p:nvSpPr>
            <p:spPr>
              <a:xfrm>
                <a:off x="93657" y="2547902"/>
                <a:ext cx="7965822" cy="32801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The function that maps each value to its probability is called the </a:t>
                </a:r>
                <a:r>
                  <a:rPr lang="en-US" sz="2400" b="1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Probability Mass Function</a:t>
                </a:r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.</a:t>
                </a:r>
              </a:p>
              <a:p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  <a:p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Examples: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The PMF of rolling two six sided dice is to the right.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The PMF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𝑋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sz="2400" i="0" dirty="0" smtClean="0"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Binomial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,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)</m:t>
                    </m:r>
                  </m:oMath>
                </a14:m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Inter Light" panose="02000403000000020004" pitchFamily="2" charset="0"/>
                                <a:cs typeface="Inter Light" panose="02000403000000020004" pitchFamily="2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Inter Light" panose="02000403000000020004" pitchFamily="2" charset="0"/>
                                <a:cs typeface="Inter Light" panose="02000403000000020004" pitchFamily="2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Inter Light" panose="02000403000000020004" pitchFamily="2" charset="0"/>
                                <a:cs typeface="Inter Light" panose="02000403000000020004" pitchFamily="2" charset="0"/>
                              </a:rPr>
                              <m:t>𝑖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rPr>
                          <m:t>𝑖</m:t>
                        </m:r>
                      </m:sup>
                    </m:sSup>
                    <m:sSup>
                      <m:sSup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Inter Light" panose="02000403000000020004" pitchFamily="2" charset="0"/>
                                <a:cs typeface="Inter Light" panose="02000403000000020004" pitchFamily="2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Inter Light" panose="02000403000000020004" pitchFamily="2" charset="0"/>
                                <a:cs typeface="Inter Light" panose="02000403000000020004" pitchFamily="2" charset="0"/>
                              </a:rPr>
                              <m:t>1−</m:t>
                            </m:r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Inter Light" panose="02000403000000020004" pitchFamily="2" charset="0"/>
                                <a:cs typeface="Inter Light" panose="02000403000000020004" pitchFamily="2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rPr>
                          <m:t>𝑖</m:t>
                        </m:r>
                      </m:sup>
                    </m:sSup>
                  </m:oMath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The PMF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Geometric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)</m:t>
                    </m:r>
                  </m:oMath>
                </a14:m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Inter Light" panose="02000403000000020004" pitchFamily="2" charset="0"/>
                                <a:cs typeface="Inter Light" panose="02000403000000020004" pitchFamily="2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Inter Light" panose="02000403000000020004" pitchFamily="2" charset="0"/>
                                <a:cs typeface="Inter Light" panose="02000403000000020004" pitchFamily="2" charset="0"/>
                              </a:rPr>
                              <m:t>1−</m:t>
                            </m:r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Inter Light" panose="02000403000000020004" pitchFamily="2" charset="0"/>
                                <a:cs typeface="Inter Light" panose="02000403000000020004" pitchFamily="2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𝑝</m:t>
                    </m:r>
                  </m:oMath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2D93CAD-C6FA-972E-C122-2B22283AC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7" y="2547902"/>
                <a:ext cx="7965822" cy="3280129"/>
              </a:xfrm>
              <a:prstGeom prst="rect">
                <a:avLst/>
              </a:prstGeom>
              <a:blipFill>
                <a:blip r:embed="rId4"/>
                <a:stretch>
                  <a:fillRect l="-1148" t="-1487" b="-3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6BE38B8-8E80-35EC-A70F-2C5D315284F8}"/>
              </a:ext>
            </a:extLst>
          </p:cNvPr>
          <p:cNvSpPr txBox="1"/>
          <p:nvPr/>
        </p:nvSpPr>
        <p:spPr>
          <a:xfrm>
            <a:off x="114923" y="6185626"/>
            <a:ext cx="8369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PMF is just a new term for something we’ve seen before.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E3B0485-5F84-3A6B-0B99-B2F36D419EF1}"/>
                  </a:ext>
                </a:extLst>
              </p14:cNvPr>
              <p14:cNvContentPartPr/>
              <p14:nvPr/>
            </p14:nvContentPartPr>
            <p14:xfrm>
              <a:off x="3240000" y="939960"/>
              <a:ext cx="7237800" cy="59058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E3B0485-5F84-3A6B-0B99-B2F36D419EF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30640" y="930600"/>
                <a:ext cx="7256520" cy="592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574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FD501-6DA0-E68A-3C2C-24A16A215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1C8DA-C10D-902B-C818-5DE45919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Framing: A Random Variable with Range [0, 2]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4A29-352B-6CA2-33FF-224233FE46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Imagine that we choose a real number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, uniformly at random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[0,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For this random variable, the probability mass function is not useful.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=0.3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b="0" i="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,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rPr>
                          <m:t>0, 2</m:t>
                        </m:r>
                      </m:e>
                    </m:d>
                  </m:oMath>
                </a14:m>
                <a:r>
                  <a:rPr lang="en-US" sz="2400" b="0" i="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 sz="2400" b="0" i="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There is, however, a useful analogue called the “probability density function”, that looks like this: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4A29-352B-6CA2-33FF-224233FE46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4F34FB5-54E1-8549-172B-7F5F4E5D868B}"/>
                  </a:ext>
                </a:extLst>
              </p14:cNvPr>
              <p14:cNvContentPartPr/>
              <p14:nvPr/>
            </p14:nvContentPartPr>
            <p14:xfrm>
              <a:off x="264600" y="1390320"/>
              <a:ext cx="11828160" cy="4960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4F34FB5-54E1-8549-172B-7F5F4E5D868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5240" y="1380960"/>
                <a:ext cx="11846880" cy="497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14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C51CC-B144-62ED-4568-8F96B66F3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with a line drawn on it&#10;&#10;Description automatically generated">
            <a:extLst>
              <a:ext uri="{FF2B5EF4-FFF2-40B4-BE49-F238E27FC236}">
                <a16:creationId xmlns:a16="http://schemas.microsoft.com/office/drawing/2014/main" id="{4E33EE09-78A8-2C17-ADC3-CCFD3D84A8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27" y="1542198"/>
            <a:ext cx="10121946" cy="50609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CFF00E-BB15-F4E0-A7B8-7B2171FF3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Framing: A Random Variable with Range [0, 2]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61041B-0815-2FF2-CEA6-2EDF9208BE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954908" cy="5638732"/>
              </a:xfrm>
            </p:spPr>
            <p:txBody>
              <a:bodyPr/>
              <a:lstStyle/>
              <a:p>
                <a:r>
                  <a:rPr lang="en-US"/>
                  <a:t>Imagine that we choose a real number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, uniformly at random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[0,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The “probability mass function” is not useful, always zero.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The </a:t>
                </a:r>
                <a:r>
                  <a:rPr lang="en-US" sz="2400" b="0" i="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“probability density function” looks like this: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endParaRPr lang="en-US" sz="1600"/>
              </a:p>
              <a:p>
                <a:r>
                  <a:rPr lang="en-US"/>
                  <a:t>What should be the y-value of the PDF in the non-zero region? https://joshh.ug/A</a:t>
                </a:r>
              </a:p>
              <a:p>
                <a:endParaRPr lang="en-US" sz="2400" b="0" i="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61041B-0815-2FF2-CEA6-2EDF9208BE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954908" cy="5638732"/>
              </a:xfrm>
              <a:blipFill>
                <a:blip r:embed="rId4"/>
                <a:stretch>
                  <a:fillRect l="-765" t="-541" b="-11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38ABE802-74D9-58D7-1C2F-7970DA6B373B}"/>
              </a:ext>
            </a:extLst>
          </p:cNvPr>
          <p:cNvSpPr/>
          <p:nvPr/>
        </p:nvSpPr>
        <p:spPr>
          <a:xfrm>
            <a:off x="1474158" y="2282588"/>
            <a:ext cx="559358" cy="32856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F99311-1D10-674C-C5A5-66EB0F4556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6424" y="2311592"/>
            <a:ext cx="2566345" cy="25663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1862410-628E-E578-977D-C62644B6A064}"/>
                  </a:ext>
                </a:extLst>
              </p14:cNvPr>
              <p14:cNvContentPartPr/>
              <p14:nvPr/>
            </p14:nvContentPartPr>
            <p14:xfrm>
              <a:off x="3495960" y="1572480"/>
              <a:ext cx="8494200" cy="4840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1862410-628E-E578-977D-C62644B6A06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86600" y="1563120"/>
                <a:ext cx="8512920" cy="485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1699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829E3-C1CD-F2E0-22F2-C927ECAD5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with a line drawn on it&#10;&#10;Description automatically generated">
            <a:extLst>
              <a:ext uri="{FF2B5EF4-FFF2-40B4-BE49-F238E27FC236}">
                <a16:creationId xmlns:a16="http://schemas.microsoft.com/office/drawing/2014/main" id="{E07C0496-FE8D-6FC2-0653-0B5B7235DC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9161" y="2751161"/>
            <a:ext cx="8213677" cy="41068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991F61-85A5-2149-64E9-9EA430943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Framing: A Random Variable with Range [0, 2]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A9339B-744A-C1CB-BF9F-15D1CF8980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488745" cy="2141561"/>
              </a:xfrm>
            </p:spPr>
            <p:txBody>
              <a:bodyPr/>
              <a:lstStyle/>
              <a:p>
                <a:r>
                  <a:rPr lang="en-US"/>
                  <a:t>Imagine that we choose a real number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, uniformly at random from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0, 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To compute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A9339B-744A-C1CB-BF9F-15D1CF8980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488745" cy="2141561"/>
              </a:xfrm>
              <a:blipFill>
                <a:blip r:embed="rId4"/>
                <a:stretch>
                  <a:fillRect l="-796" t="-1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B39F154-FBED-B425-1C3A-E804D1250343}"/>
                  </a:ext>
                </a:extLst>
              </p14:cNvPr>
              <p14:cNvContentPartPr/>
              <p14:nvPr/>
            </p14:nvContentPartPr>
            <p14:xfrm>
              <a:off x="3609720" y="1305360"/>
              <a:ext cx="8301960" cy="5414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B39F154-FBED-B425-1C3A-E804D125034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00360" y="1296000"/>
                <a:ext cx="8320680" cy="543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3469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40C7F-4A41-5B38-3C58-FB4E0D84B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Probability Density Function (as described in the notes)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E1E205-F802-C5D8-D931-A0303354D2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Definition 23.1 (Probability Density Function). A </a:t>
                </a:r>
                <a:r>
                  <a:rPr lang="en-US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probability density function</a:t>
                </a:r>
                <a:r>
                  <a:rPr lang="en-US"/>
                  <a:t> (PDF) for a real-valued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is 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/>
                  <a:t> satisfying: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Distribution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is given by: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Can think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/>
                  <a:t> as the ”probability per unit length” in the vicinity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/>
                  <a:t> values are not a probability, may be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E1E205-F802-C5D8-D931-A0303354D2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304779C2-4589-4A8E-62A1-D7B47B6F16EA}"/>
              </a:ext>
            </a:extLst>
          </p:cNvPr>
          <p:cNvGrpSpPr/>
          <p:nvPr/>
        </p:nvGrpSpPr>
        <p:grpSpPr>
          <a:xfrm>
            <a:off x="8093292" y="1431235"/>
            <a:ext cx="3805267" cy="2367097"/>
            <a:chOff x="8093292" y="1431235"/>
            <a:chExt cx="3805267" cy="236709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477ADCE2-21EE-F555-919B-84F944CD6C8D}"/>
                    </a:ext>
                  </a:extLst>
                </p:cNvPr>
                <p:cNvSpPr txBox="1"/>
                <p:nvPr/>
              </p:nvSpPr>
              <p:spPr>
                <a:xfrm>
                  <a:off x="8405665" y="3429000"/>
                  <a:ext cx="349289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>
                      <a:latin typeface="Inter Light" panose="02000403000000020004" pitchFamily="2" charset="0"/>
                      <a:ea typeface="Inter Light" panose="02000403000000020004" pitchFamily="2" charset="0"/>
                      <a:cs typeface="Inter Light" panose="02000403000000020004" pitchFamily="2" charset="0"/>
                    </a:rPr>
                    <a:t>PDF is usually lowercase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endParaRPr lang="en-US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endParaRPr>
                </a:p>
              </p:txBody>
            </p:sp>
          </mc:Choice>
          <mc:Fallback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477ADCE2-21EE-F555-919B-84F944CD6C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5665" y="3429000"/>
                  <a:ext cx="3492894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571" t="-10000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EDF35CE-178D-3261-2A92-6040E695DC49}"/>
                </a:ext>
              </a:extLst>
            </p:cNvPr>
            <p:cNvCxnSpPr/>
            <p:nvPr/>
          </p:nvCxnSpPr>
          <p:spPr>
            <a:xfrm flipH="1" flipV="1">
              <a:off x="8093292" y="1431235"/>
              <a:ext cx="2073019" cy="199776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FDD8948-85BF-CCD5-5026-DB8AEEF3BA72}"/>
                  </a:ext>
                </a:extLst>
              </p14:cNvPr>
              <p14:cNvContentPartPr/>
              <p14:nvPr/>
            </p14:nvContentPartPr>
            <p14:xfrm>
              <a:off x="336600" y="1460520"/>
              <a:ext cx="7567200" cy="4693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FDD8948-85BF-CCD5-5026-DB8AEEF3BA7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7240" y="1451160"/>
                <a:ext cx="7585920" cy="471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5364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730C47-A6A3-062B-22A7-BBED134E3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5932" y="1485903"/>
            <a:ext cx="10744194" cy="53720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8C670B-4215-8601-D833-A87E085E7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Example Distribution: The Triangle Distribution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171E5A-DAEB-221B-2F59-6F4362F33D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Consider the distribution below: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≤−1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https://joshh.ug/B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171E5A-DAEB-221B-2F59-6F4362F33D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AE3551C-6EF9-04FB-B815-D45161E688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9082" y="685868"/>
            <a:ext cx="2889458" cy="294924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A6D423C-4F7B-F440-BBFC-06542CCA96FF}"/>
                  </a:ext>
                </a:extLst>
              </p14:cNvPr>
              <p14:cNvContentPartPr/>
              <p14:nvPr/>
            </p14:nvContentPartPr>
            <p14:xfrm>
              <a:off x="1538280" y="988200"/>
              <a:ext cx="6442200" cy="56444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A6D423C-4F7B-F440-BBFC-06542CCA96F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28920" y="978840"/>
                <a:ext cx="6460920" cy="566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134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CEDB3-E8CA-BA55-8680-C52BF9D3A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627298-B209-F95A-DA93-83A943F359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5932" y="1485903"/>
            <a:ext cx="10744194" cy="53720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21E594-27CC-0C6C-5533-6B8BC1467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Example Distribution: The Triangle Distribution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294848-B060-7EE4-C661-4FF1832DDB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Consider the distribution below: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≤−1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This is a right triangle with base 1, height 1/4, so </a:t>
                </a:r>
                <a:r>
                  <a:rPr lang="en-US">
                    <a:solidFill>
                      <a:schemeClr val="accent2"/>
                    </a:solidFill>
                  </a:rPr>
                  <a:t>area</a:t>
                </a:r>
                <a:r>
                  <a:rPr lang="en-US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𝑏h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/2=1/8=0.125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294848-B060-7EE4-C661-4FF1832DDB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13062AC-CBA4-CB80-04F9-F0F0F1F09B2E}"/>
              </a:ext>
            </a:extLst>
          </p:cNvPr>
          <p:cNvSpPr/>
          <p:nvPr/>
        </p:nvSpPr>
        <p:spPr>
          <a:xfrm>
            <a:off x="3691240" y="4036816"/>
            <a:ext cx="1073426" cy="1571912"/>
          </a:xfrm>
          <a:custGeom>
            <a:avLst/>
            <a:gdLst>
              <a:gd name="connsiteX0" fmla="*/ 0 w 1073426"/>
              <a:gd name="connsiteY0" fmla="*/ 1571912 h 1571912"/>
              <a:gd name="connsiteX1" fmla="*/ 1073426 w 1073426"/>
              <a:gd name="connsiteY1" fmla="*/ 1571912 h 1571912"/>
              <a:gd name="connsiteX2" fmla="*/ 1073426 w 1073426"/>
              <a:gd name="connsiteY2" fmla="*/ 0 h 1571912"/>
              <a:gd name="connsiteX3" fmla="*/ 0 w 1073426"/>
              <a:gd name="connsiteY3" fmla="*/ 1571912 h 1571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3426" h="1571912">
                <a:moveTo>
                  <a:pt x="0" y="1571912"/>
                </a:moveTo>
                <a:lnTo>
                  <a:pt x="1073426" y="1571912"/>
                </a:lnTo>
                <a:lnTo>
                  <a:pt x="1073426" y="0"/>
                </a:lnTo>
                <a:lnTo>
                  <a:pt x="0" y="1571912"/>
                </a:lnTo>
                <a:close/>
              </a:path>
            </a:pathLst>
          </a:custGeom>
          <a:solidFill>
            <a:srgbClr val="CC4125">
              <a:alpha val="6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955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FDE83-3174-97C6-6C8B-BD91FF3D5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4B4F63F-19D9-860D-5D04-5962818DD1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564176"/>
            <a:ext cx="5768027" cy="28840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8EC373-D85F-8CFB-C96E-CA6B44F7C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Example Distribution: The Triangle Distribution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77BC9C-E9E3-43B6-8E90-26CD205E0B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Consider the distribution below: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≤−1</m:t>
                        </m:r>
                      </m:e>
                    </m:d>
                  </m:oMath>
                </a14:m>
                <a:r>
                  <a:rPr lang="en-US"/>
                  <a:t>? Can also compute using integration.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77BC9C-E9E3-43B6-8E90-26CD205E0B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F42945-659D-C17F-26B0-251481194DD8}"/>
                  </a:ext>
                </a:extLst>
              </p:cNvPr>
              <p:cNvSpPr txBox="1"/>
              <p:nvPr/>
            </p:nvSpPr>
            <p:spPr>
              <a:xfrm>
                <a:off x="291472" y="1807926"/>
                <a:ext cx="5980992" cy="9280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−∞≤</m:t>
                          </m:r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≤−1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F42945-659D-C17F-26B0-251481194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472" y="1807926"/>
                <a:ext cx="5980992" cy="9280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8DBEC6D-3549-7911-47C6-213C114C3C35}"/>
              </a:ext>
            </a:extLst>
          </p:cNvPr>
          <p:cNvSpPr/>
          <p:nvPr/>
        </p:nvSpPr>
        <p:spPr>
          <a:xfrm>
            <a:off x="1729865" y="4940758"/>
            <a:ext cx="575622" cy="836451"/>
          </a:xfrm>
          <a:custGeom>
            <a:avLst/>
            <a:gdLst>
              <a:gd name="connsiteX0" fmla="*/ 0 w 575622"/>
              <a:gd name="connsiteY0" fmla="*/ 836451 h 836451"/>
              <a:gd name="connsiteX1" fmla="*/ 575622 w 575622"/>
              <a:gd name="connsiteY1" fmla="*/ 836451 h 836451"/>
              <a:gd name="connsiteX2" fmla="*/ 575622 w 575622"/>
              <a:gd name="connsiteY2" fmla="*/ 0 h 836451"/>
              <a:gd name="connsiteX3" fmla="*/ 0 w 575622"/>
              <a:gd name="connsiteY3" fmla="*/ 836451 h 836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622" h="836451">
                <a:moveTo>
                  <a:pt x="0" y="836451"/>
                </a:moveTo>
                <a:lnTo>
                  <a:pt x="575622" y="836451"/>
                </a:lnTo>
                <a:lnTo>
                  <a:pt x="575622" y="0"/>
                </a:lnTo>
                <a:lnTo>
                  <a:pt x="0" y="836451"/>
                </a:lnTo>
                <a:close/>
              </a:path>
            </a:pathLst>
          </a:custGeom>
          <a:solidFill>
            <a:srgbClr val="CC4125">
              <a:alpha val="69804"/>
            </a:srgb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A909FF-051C-CBEF-C12F-E0FBBB9AD52E}"/>
              </a:ext>
            </a:extLst>
          </p:cNvPr>
          <p:cNvSpPr txBox="1"/>
          <p:nvPr/>
        </p:nvSpPr>
        <p:spPr>
          <a:xfrm>
            <a:off x="2206978" y="6401553"/>
            <a:ext cx="7344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Hypotenuse of triangle is a line with slope 0.25 and y-intercept 0.5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CCBEAC19-E790-355D-6A58-B97A6361D3BA}"/>
              </a:ext>
            </a:extLst>
          </p:cNvPr>
          <p:cNvCxnSpPr>
            <a:cxnSpLocks/>
            <a:stCxn id="16" idx="3"/>
          </p:cNvCxnSpPr>
          <p:nvPr/>
        </p:nvCxnSpPr>
        <p:spPr>
          <a:xfrm flipH="1" flipV="1">
            <a:off x="8858614" y="2271963"/>
            <a:ext cx="692741" cy="4314256"/>
          </a:xfrm>
          <a:prstGeom prst="bentConnector3">
            <a:avLst>
              <a:gd name="adj1" fmla="val -3299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55F9CA7-4CF5-9003-FA85-C6D2A418F5D4}"/>
                  </a:ext>
                </a:extLst>
              </p14:cNvPr>
              <p14:cNvContentPartPr/>
              <p14:nvPr/>
            </p14:nvContentPartPr>
            <p14:xfrm>
              <a:off x="196560" y="155520"/>
              <a:ext cx="11444400" cy="6236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55F9CA7-4CF5-9003-FA85-C6D2A418F5D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7200" y="146160"/>
                <a:ext cx="11463120" cy="625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8379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BAC90-4A5E-5A47-BB1F-64405A07A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Cumulative Density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B01BDF-822C-B7CF-068C-026DAD395A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In the previous exercise, we computed: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This has a special name: The </a:t>
                </a:r>
                <a:r>
                  <a:rPr lang="en-US" b="1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Cumulative Distribution Function</a:t>
                </a:r>
                <a:r>
                  <a:rPr lang="en-US"/>
                  <a:t> (CDF).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The CDF tells us the probability that the random variable is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The CDF is the integral of the PDF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lang="en-US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The CDF is often given as capital F, e.g.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Likewise the PDF is the derivative with respect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 of the CDF: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B01BDF-822C-B7CF-068C-026DAD395A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CD6AB5-7814-0473-06B2-2DD1CA97CF2E}"/>
                  </a:ext>
                </a:extLst>
              </p:cNvPr>
              <p:cNvSpPr txBox="1"/>
              <p:nvPr/>
            </p:nvSpPr>
            <p:spPr>
              <a:xfrm>
                <a:off x="3105504" y="1224602"/>
                <a:ext cx="5980992" cy="890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−∞≤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CD6AB5-7814-0473-06B2-2DD1CA97C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504" y="1224602"/>
                <a:ext cx="5980992" cy="8903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D365BF-712D-6135-0B24-13C12F6B3271}"/>
                  </a:ext>
                </a:extLst>
              </p:cNvPr>
              <p:cNvSpPr txBox="1"/>
              <p:nvPr/>
            </p:nvSpPr>
            <p:spPr>
              <a:xfrm>
                <a:off x="4130566" y="5368159"/>
                <a:ext cx="4264572" cy="809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𝑑𝐹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𝑑𝑎</m:t>
                          </m:r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D365BF-712D-6135-0B24-13C12F6B3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566" y="5368159"/>
                <a:ext cx="4264572" cy="8090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1D969FA-B6F3-EC15-E866-7B868674A988}"/>
                  </a:ext>
                </a:extLst>
              </p14:cNvPr>
              <p14:cNvContentPartPr/>
              <p14:nvPr/>
            </p14:nvContentPartPr>
            <p14:xfrm>
              <a:off x="7986240" y="1865880"/>
              <a:ext cx="3600000" cy="27334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1D969FA-B6F3-EC15-E866-7B868674A9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76880" y="1856520"/>
                <a:ext cx="3618720" cy="275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1812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A51296-6E5B-7635-E663-FBF2D6460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9089" y="1485900"/>
            <a:ext cx="10286997" cy="51434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08550A-5766-1F6F-A1B2-8273861C1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Cumulative Density Function Example 1: Uniform Distribution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35761C-4FF6-2C8E-EABD-8DC8958545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Below, we plot the PDF and CDF of the Uniform Distribution together.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Note: The CDF is the integral of the PDF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lang="en-US"/>
                  <a:t> to x.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Note: The CDF always grows towards 1 (and never exceeds it).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35761C-4FF6-2C8E-EABD-8DC8958545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C7248C3-CCC4-480E-A15E-7D8668940E02}"/>
              </a:ext>
            </a:extLst>
          </p:cNvPr>
          <p:cNvSpPr txBox="1"/>
          <p:nvPr/>
        </p:nvSpPr>
        <p:spPr>
          <a:xfrm>
            <a:off x="1843003" y="6207183"/>
            <a:ext cx="5125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3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PDF: Probability per unit length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7D7F0A-6F61-8F9E-B810-6755C9CDD35A}"/>
                  </a:ext>
                </a:extLst>
              </p:cNvPr>
              <p:cNvSpPr txBox="1"/>
              <p:nvPr/>
            </p:nvSpPr>
            <p:spPr>
              <a:xfrm>
                <a:off x="7724183" y="6232267"/>
                <a:ext cx="28350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chemeClr val="accent2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CDF: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𝑃</m:t>
                    </m:r>
                    <m:r>
                      <a:rPr lang="en-US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𝑋</m:t>
                    </m:r>
                    <m:r>
                      <a:rPr lang="en-US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)</m:t>
                    </m:r>
                  </m:oMath>
                </a14:m>
                <a:endParaRPr lang="en-US" sz="2400">
                  <a:solidFill>
                    <a:schemeClr val="accent2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7D7F0A-6F61-8F9E-B810-6755C9CDD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4183" y="6232267"/>
                <a:ext cx="2835013" cy="461665"/>
              </a:xfrm>
              <a:prstGeom prst="rect">
                <a:avLst/>
              </a:prstGeom>
              <a:blipFill>
                <a:blip r:embed="rId4"/>
                <a:stretch>
                  <a:fillRect l="-322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99D8D12-41CD-4090-2F85-93CDB5619207}"/>
                  </a:ext>
                </a:extLst>
              </p14:cNvPr>
              <p14:cNvContentPartPr/>
              <p14:nvPr/>
            </p14:nvContentPartPr>
            <p14:xfrm>
              <a:off x="1895400" y="2232360"/>
              <a:ext cx="7904160" cy="41806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99D8D12-41CD-4090-2F85-93CDB561920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86040" y="2223000"/>
                <a:ext cx="7922880" cy="419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0646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CF28F-22A4-F4C0-2F76-5BB940620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0D2AB7-3452-E877-4FC7-7DA1243028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9089" y="1485900"/>
            <a:ext cx="10286996" cy="51434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5DC10D-EBBD-13AE-3E99-B467B2260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Cumulative Density Function Example 2: Uniform Distribution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418C9F-F1E9-D98A-C3B5-8A31255DF6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Below, we plot the PDF and CDF of the Uniform Distribution together.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Note: The CDF is the integral of the PDF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lang="en-US"/>
                  <a:t> to x.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Note: The CDF always grows towards 1 (and never exceeds it).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418C9F-F1E9-D98A-C3B5-8A31255DF6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036364C-3AB4-6894-4241-118400F27575}"/>
              </a:ext>
            </a:extLst>
          </p:cNvPr>
          <p:cNvSpPr txBox="1"/>
          <p:nvPr/>
        </p:nvSpPr>
        <p:spPr>
          <a:xfrm>
            <a:off x="849089" y="5846767"/>
            <a:ext cx="4075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Integral of a line is a parabola.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463674C-C89D-6283-8325-FEDD25A9040B}"/>
              </a:ext>
            </a:extLst>
          </p:cNvPr>
          <p:cNvCxnSpPr>
            <a:cxnSpLocks/>
          </p:cNvCxnSpPr>
          <p:nvPr/>
        </p:nvCxnSpPr>
        <p:spPr>
          <a:xfrm flipV="1">
            <a:off x="4185794" y="5249917"/>
            <a:ext cx="567509" cy="7157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F22749D-C85E-CD65-D091-9163A875FBBC}"/>
              </a:ext>
            </a:extLst>
          </p:cNvPr>
          <p:cNvSpPr txBox="1"/>
          <p:nvPr/>
        </p:nvSpPr>
        <p:spPr>
          <a:xfrm>
            <a:off x="1843003" y="6207183"/>
            <a:ext cx="5125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3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PDF: Probability per unit length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35EBD9-202A-8483-39ED-3E53CA5C6A50}"/>
                  </a:ext>
                </a:extLst>
              </p:cNvPr>
              <p:cNvSpPr txBox="1"/>
              <p:nvPr/>
            </p:nvSpPr>
            <p:spPr>
              <a:xfrm>
                <a:off x="7724183" y="6232267"/>
                <a:ext cx="28350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chemeClr val="accent2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CDF: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𝑃</m:t>
                    </m:r>
                    <m:r>
                      <a:rPr lang="en-US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𝑋</m:t>
                    </m:r>
                    <m:r>
                      <a:rPr lang="en-US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)</m:t>
                    </m:r>
                  </m:oMath>
                </a14:m>
                <a:endParaRPr lang="en-US" sz="2400">
                  <a:solidFill>
                    <a:schemeClr val="accent2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35EBD9-202A-8483-39ED-3E53CA5C6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4183" y="6232267"/>
                <a:ext cx="2835013" cy="461665"/>
              </a:xfrm>
              <a:prstGeom prst="rect">
                <a:avLst/>
              </a:prstGeom>
              <a:blipFill>
                <a:blip r:embed="rId4"/>
                <a:stretch>
                  <a:fillRect l="-322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DCD24BD-6236-3B19-87A0-EB7D8CB15F33}"/>
                  </a:ext>
                </a:extLst>
              </p14:cNvPr>
              <p14:cNvContentPartPr/>
              <p14:nvPr/>
            </p14:nvContentPartPr>
            <p14:xfrm>
              <a:off x="1843560" y="2242800"/>
              <a:ext cx="7997400" cy="39236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DCD24BD-6236-3B19-87A0-EB7D8CB15F3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34200" y="2233440"/>
                <a:ext cx="8016120" cy="394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5397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87CBB-B3E5-DE73-24B8-BA161F836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Applying a CDF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A0F621-7138-B4CE-4224-477328B7B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Given that CDFs are already the integral of the PDF, we can use the CDF directly to compute the probability of events without integrating.</a:t>
                </a:r>
              </a:p>
              <a:p>
                <a:endParaRPr lang="en-US"/>
              </a:p>
              <a:p>
                <a:r>
                  <a:rPr lang="en-US"/>
                  <a:t>Example, consider the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with PDF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/>
                  <a:t> and CDF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/>
                  <a:t> given below: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How would we 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−4, 2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A0F621-7138-B4CE-4224-477328B7B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r="-1061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graph with a red line&#10;&#10;Description automatically generated">
            <a:extLst>
              <a:ext uri="{FF2B5EF4-FFF2-40B4-BE49-F238E27FC236}">
                <a16:creationId xmlns:a16="http://schemas.microsoft.com/office/drawing/2014/main" id="{C8E47365-F405-2713-238C-013B6BD97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487" y="2511287"/>
            <a:ext cx="7626626" cy="381331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1AB5A2F-1708-9552-7E78-53E5A07D84A7}"/>
                  </a:ext>
                </a:extLst>
              </p14:cNvPr>
              <p14:cNvContentPartPr/>
              <p14:nvPr/>
            </p14:nvContentPartPr>
            <p14:xfrm>
              <a:off x="2346840" y="2418840"/>
              <a:ext cx="7830720" cy="3970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1AB5A2F-1708-9552-7E78-53E5A07D84A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37480" y="2409480"/>
                <a:ext cx="7849440" cy="398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0880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A4B21-C4A8-EE87-B53F-AC0DCF337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33658-A20A-A112-7CCC-0EF84D01FB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The Exponential Distribution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9E9FE9-A055-B36E-0DF2-6D0603411A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23, CS70 Fall 2025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BA6674-51E6-F7E4-3876-249CC6411A3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  <a:p>
            <a:endParaRPr lang="en-US" b="1">
              <a:solidFill>
                <a:schemeClr val="accent3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D7F18A3C-3BFC-080B-E1DD-1439345B9ACF}"/>
              </a:ext>
            </a:extLst>
          </p:cNvPr>
          <p:cNvSpPr txBox="1">
            <a:spLocks/>
          </p:cNvSpPr>
          <p:nvPr/>
        </p:nvSpPr>
        <p:spPr>
          <a:xfrm>
            <a:off x="6248400" y="2174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45E1DF41-9849-B80C-7CA0-075E1CD573B1}"/>
              </a:ext>
            </a:extLst>
          </p:cNvPr>
          <p:cNvSpPr txBox="1">
            <a:spLocks/>
          </p:cNvSpPr>
          <p:nvPr/>
        </p:nvSpPr>
        <p:spPr>
          <a:xfrm>
            <a:off x="6096000" y="76200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Continuous Probability Distributions</a:t>
            </a:r>
          </a:p>
          <a:p>
            <a:r>
              <a:rPr lang="en-US" b="1">
                <a:solidFill>
                  <a:schemeClr val="accent3"/>
                </a:solidFill>
              </a:rPr>
              <a:t>The Exponential Distribution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Expectation and Variance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Joint Distributions and Independence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Summary and Reflections</a:t>
            </a:r>
          </a:p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528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9F595-5B3C-7A30-FD47-5C1D347F2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57200"/>
          </a:xfrm>
        </p:spPr>
        <p:txBody>
          <a:bodyPr/>
          <a:lstStyle/>
          <a:p>
            <a:r>
              <a:rPr lang="en-US"/>
              <a:t>Modeling Problem: Waiting Time for an Emission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CB6B43-51C9-3D59-A0B6-BD88168FCA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Suppose we want to model the chance that we’ll need to wait more than 3 minutes for an alpha particle. Assume the expected waiting time is 5 minutes. </a:t>
                </a:r>
              </a:p>
              <a:p>
                <a:endParaRPr lang="en-US"/>
              </a:p>
              <a:p>
                <a:r>
                  <a:rPr lang="en-US"/>
                  <a:t>One natural approach is to define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Geometric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Conceptually, we are flipping a coin every minute,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US"/>
                  <a:t> chance of emission.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Then we can compute: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But we could also run a more accurate simulation!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Geometric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0.2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60</m:t>
                            </m:r>
                          </m:den>
                        </m:f>
                      </m:e>
                    </m:d>
                  </m:oMath>
                </a14:m>
                <a:r>
                  <a:rPr lang="en-US"/>
                  <a:t>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Now we are flipping 60 coins every minute,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=0.2/60</m:t>
                    </m:r>
                  </m:oMath>
                </a14:m>
                <a:r>
                  <a:rPr lang="en-US"/>
                  <a:t> chance of emission.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Now we compute: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          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CB6B43-51C9-3D59-A0B6-BD88168FCA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4D2E468-2E71-5B61-6E43-AADB9C2F2EC7}"/>
                  </a:ext>
                </a:extLst>
              </p14:cNvPr>
              <p14:cNvContentPartPr/>
              <p14:nvPr/>
            </p14:nvContentPartPr>
            <p14:xfrm>
              <a:off x="3859920" y="2867760"/>
              <a:ext cx="7322400" cy="3967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4D2E468-2E71-5B61-6E43-AADB9C2F2E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50560" y="2858400"/>
                <a:ext cx="7341120" cy="398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5407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4553B-1F6E-DD4B-5766-B6528BA7C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CC8DD-0CD7-BB17-9EF9-073165FF7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57200"/>
          </a:xfrm>
        </p:spPr>
        <p:txBody>
          <a:bodyPr/>
          <a:lstStyle/>
          <a:p>
            <a:r>
              <a:rPr lang="en-US"/>
              <a:t>Modeling Problem: Waiting Time for an Emission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4E77F5-5576-5B84-A8BE-41F53863C8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Suppose we want to model the chance that we’ll need to wait more than 3 minutes for an alpha particle. Assume the expected waiting time is 5 minutes. </a:t>
                </a:r>
              </a:p>
              <a:p>
                <a:endParaRPr lang="en-US"/>
              </a:p>
              <a:p>
                <a:r>
                  <a:rPr lang="en-US"/>
                  <a:t>One natural approach is to define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Geometric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Then we can compute: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1−0.2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More accurate approach, 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Geometric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0.2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60</m:t>
                            </m:r>
                          </m:den>
                        </m:f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Now we compute: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180</m:t>
                        </m:r>
                      </m:sup>
                    </m:sSup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Can convert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sub>
                    </m:sSub>
                  </m:oMath>
                </a14:m>
                <a:r>
                  <a:rPr lang="en-US"/>
                  <a:t> from number of flips to number of minutes by defining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60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4E77F5-5576-5B84-A8BE-41F53863C8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b="-36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EACD6A3-A6E4-05E0-B290-1B0C6A8CB2D6}"/>
                  </a:ext>
                </a:extLst>
              </p14:cNvPr>
              <p14:cNvContentPartPr/>
              <p14:nvPr/>
            </p14:nvContentPartPr>
            <p14:xfrm>
              <a:off x="1751040" y="3854160"/>
              <a:ext cx="10197720" cy="2563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EACD6A3-A6E4-05E0-B290-1B0C6A8CB2D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41680" y="3844800"/>
                <a:ext cx="10216440" cy="258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8481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49870-FAF4-7D14-AA2C-A2A1F81DF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4F893-510F-9097-B04C-AA0E3E1CF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57200"/>
          </a:xfrm>
        </p:spPr>
        <p:txBody>
          <a:bodyPr/>
          <a:lstStyle/>
          <a:p>
            <a:r>
              <a:rPr lang="en-US"/>
              <a:t>Modeling Problem: Waiting Time for an Emission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646588-D267-83FA-1F0F-3D9F1DBC3E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Suppose we want to model the chance that we’ll need to wait more than 3 minutes for an alpha particle. Assume the expected waiting time is 5 minutes. </a:t>
                </a:r>
              </a:p>
              <a:p>
                <a:endParaRPr lang="en-US"/>
              </a:p>
              <a:p>
                <a:r>
                  <a:rPr lang="en-US"/>
                  <a:t>One natural approach is to define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Geometric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Then we can compute: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1−0.2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More accurate approach, 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Geometric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0.2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60</m:t>
                            </m:r>
                          </m:den>
                        </m:f>
                      </m:e>
                    </m:d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60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Now we compute: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180</m:t>
                        </m:r>
                      </m:sup>
                    </m:sSup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Can convert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sub>
                    </m:sSub>
                  </m:oMath>
                </a14:m>
                <a:r>
                  <a:rPr lang="en-US"/>
                  <a:t> from number of flips to number of minutes by defining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60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646588-D267-83FA-1F0F-3D9F1DBC3E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b="-36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189D73E-B9AD-F31B-1615-56A24D139439}"/>
                  </a:ext>
                </a:extLst>
              </p14:cNvPr>
              <p14:cNvContentPartPr/>
              <p14:nvPr/>
            </p14:nvContentPartPr>
            <p14:xfrm>
              <a:off x="3922200" y="2512080"/>
              <a:ext cx="6680160" cy="2908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189D73E-B9AD-F31B-1615-56A24D1394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12840" y="2502720"/>
                <a:ext cx="6698880" cy="292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21237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39C67-FFDC-F49C-F574-3ABF35F04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16282-5C76-4054-D1E6-A83308EC9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57200"/>
          </a:xfrm>
        </p:spPr>
        <p:txBody>
          <a:bodyPr/>
          <a:lstStyle/>
          <a:p>
            <a:r>
              <a:rPr lang="en-US"/>
              <a:t>Modeling Problem: Waiting Time for an Emission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06AE20-0BC6-3568-9983-67D78FEAA7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Suppose we want to model the chance that we’ll need to wait more than 3 minutes for an alpha particle. Assume the expected waiting time is 5 minutes. </a:t>
                </a:r>
              </a:p>
              <a:p>
                <a:endParaRPr lang="en-US"/>
              </a:p>
              <a:p>
                <a:r>
                  <a:rPr lang="en-US"/>
                  <a:t>One natural approach is to define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Geometric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Then we can compute: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1−0.2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More accurate approach, 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Geometric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0.2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60</m:t>
                            </m:r>
                          </m:den>
                        </m:f>
                      </m:e>
                    </m:d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60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Now we compute: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180</m:t>
                        </m:r>
                      </m:sup>
                    </m:sSup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Give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60000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&gt;3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06AE20-0BC6-3568-9983-67D78FEAA7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b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F6ACCE7-F83F-9F6D-0A12-0B29847798D8}"/>
                  </a:ext>
                </a:extLst>
              </p14:cNvPr>
              <p14:cNvContentPartPr/>
              <p14:nvPr/>
            </p14:nvContentPartPr>
            <p14:xfrm>
              <a:off x="3214080" y="5205600"/>
              <a:ext cx="4534560" cy="1383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F6ACCE7-F83F-9F6D-0A12-0B29847798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04720" y="5196240"/>
                <a:ext cx="4553280" cy="140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58128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3B597-9910-AE21-3CE5-E4D2F7708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E4DDE-47D1-C6CB-7F2C-9630F98D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57200"/>
          </a:xfrm>
        </p:spPr>
        <p:txBody>
          <a:bodyPr/>
          <a:lstStyle/>
          <a:p>
            <a:r>
              <a:rPr lang="en-US"/>
              <a:t>Modeling Problem: Waiting Time for an Emission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892C8F-5CCA-36B0-C923-09AE44356C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Suppose we want to model the chance that we’ll need to wait more than 3 minutes for an alpha particle. Assume the expected waiting time is 5 minutes. </a:t>
                </a:r>
              </a:p>
              <a:p>
                <a:endParaRPr lang="en-US"/>
              </a:p>
              <a:p>
                <a:r>
                  <a:rPr lang="en-US"/>
                  <a:t>One natural approach is to define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Geometric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Then we can compute: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1−0.2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More accurate approach, 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Geometric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0.2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60</m:t>
                            </m:r>
                          </m:den>
                        </m:f>
                      </m:e>
                    </m:d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60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Now we compute: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180</m:t>
                        </m:r>
                      </m:sup>
                    </m:sSup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Give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60000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&gt;3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892C8F-5CCA-36B0-C923-09AE44356C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b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89643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3B0DAD5-B028-A930-3097-A561424A8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F6325-FDF9-591A-72B0-2F13B6102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57200"/>
          </a:xfrm>
        </p:spPr>
        <p:txBody>
          <a:bodyPr/>
          <a:lstStyle/>
          <a:p>
            <a:r>
              <a:rPr lang="en-US"/>
              <a:t>Modeling Problem: Waiting Time for an Emission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02B60D-C223-17D1-593F-CAB1CE33B7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Suppose we want to model the chance that we’ll need to wait more than 3 minutes for an alpha particle. Assume the expected waiting time is 5 minutes. </a:t>
                </a:r>
              </a:p>
              <a:p>
                <a:endParaRPr lang="en-US"/>
              </a:p>
              <a:p>
                <a:r>
                  <a:rPr lang="en-US"/>
                  <a:t>One natural approach is to define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Geometric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Then we can compute: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1−0.2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More accurate approach, 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Geometric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0.2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60</m:t>
                            </m:r>
                          </m:den>
                        </m:f>
                      </m:e>
                    </m:d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60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Now we compute: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180</m:t>
                        </m:r>
                      </m:sup>
                    </m:sSup>
                  </m:oMath>
                </a14:m>
                <a:endParaRPr lang="en-US"/>
              </a:p>
              <a:p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60000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&gt;3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0.2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60000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3×60000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02B60D-C223-17D1-593F-CAB1CE33B7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b="-6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1189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761DA-3AD0-E89D-F94D-80F23DD53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191A1-FED6-CD75-2D2E-959280ED8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 vs. Temporal Resolution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A32B616-4F67-3FF4-209D-83C9C88BB3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Below, we see the results for different levels of temporal resolution.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X: Model as one flip per minute.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: Model as n flips per minute.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What happen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/>
                  <a:t>? We’ll use </a:t>
                </a:r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A32B616-4F67-3FF4-209D-83C9C88BB3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1BCA85F7-5414-0A1A-DCA0-DC4FCCCB37E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542485670"/>
                  </p:ext>
                </p:extLst>
              </p:nvPr>
            </p:nvGraphicFramePr>
            <p:xfrm>
              <a:off x="1109892" y="2507242"/>
              <a:ext cx="9671616" cy="302749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638499">
                      <a:extLst>
                        <a:ext uri="{9D8B030D-6E8A-4147-A177-3AD203B41FA5}">
                          <a16:colId xmlns:a16="http://schemas.microsoft.com/office/drawing/2014/main" val="794671684"/>
                        </a:ext>
                      </a:extLst>
                    </a:gridCol>
                    <a:gridCol w="3809245">
                      <a:extLst>
                        <a:ext uri="{9D8B030D-6E8A-4147-A177-3AD203B41FA5}">
                          <a16:colId xmlns:a16="http://schemas.microsoft.com/office/drawing/2014/main" val="893804794"/>
                        </a:ext>
                      </a:extLst>
                    </a:gridCol>
                    <a:gridCol w="3223872">
                      <a:extLst>
                        <a:ext uri="{9D8B030D-6E8A-4147-A177-3AD203B41FA5}">
                          <a16:colId xmlns:a16="http://schemas.microsoft.com/office/drawing/2014/main" val="22201015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latin typeface="Inter Light" panose="02000403000000020004"/>
                            </a:rPr>
                            <a:t>Random Variable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latin typeface="Inter Light" panose="02000403000000020004"/>
                            </a:rPr>
                            <a:t>Probability of Being Greater than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latin typeface="Inter Light" panose="02000403000000020004"/>
                            </a:rPr>
                            <a:t>Numerical 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1609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1−0.2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0.512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598369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60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f>
                                          <m:f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0.2</m:t>
                                            </m:r>
                                          </m:num>
                                          <m:den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60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3×60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0.548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3541023"/>
                      </a:ext>
                    </a:extLst>
                  </a:tr>
                  <a:tr h="38096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60000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f>
                                          <m:f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0.2</m:t>
                                            </m:r>
                                          </m:num>
                                          <m:den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60000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3×60000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0.549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59611617"/>
                      </a:ext>
                    </a:extLst>
                  </a:tr>
                  <a:tr h="380969">
                    <a:tc>
                      <a:txBody>
                        <a:bodyPr/>
                        <a:lstStyle/>
                        <a:p>
                          <a:pPr marL="0" marR="0" lvl="0" indent="0" algn="l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f>
                                          <m:f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0.2</m:t>
                                            </m:r>
                                          </m:num>
                                          <m:den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3×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032413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1BCA85F7-5414-0A1A-DCA0-DC4FCCCB37E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542485670"/>
                  </p:ext>
                </p:extLst>
              </p:nvPr>
            </p:nvGraphicFramePr>
            <p:xfrm>
              <a:off x="1109892" y="2507242"/>
              <a:ext cx="9671616" cy="302749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638499">
                      <a:extLst>
                        <a:ext uri="{9D8B030D-6E8A-4147-A177-3AD203B41FA5}">
                          <a16:colId xmlns:a16="http://schemas.microsoft.com/office/drawing/2014/main" val="794671684"/>
                        </a:ext>
                      </a:extLst>
                    </a:gridCol>
                    <a:gridCol w="3809245">
                      <a:extLst>
                        <a:ext uri="{9D8B030D-6E8A-4147-A177-3AD203B41FA5}">
                          <a16:colId xmlns:a16="http://schemas.microsoft.com/office/drawing/2014/main" val="893804794"/>
                        </a:ext>
                      </a:extLst>
                    </a:gridCol>
                    <a:gridCol w="3223872">
                      <a:extLst>
                        <a:ext uri="{9D8B030D-6E8A-4147-A177-3AD203B41FA5}">
                          <a16:colId xmlns:a16="http://schemas.microsoft.com/office/drawing/2014/main" val="22201015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latin typeface="Inter Light" panose="02000403000000020004"/>
                            </a:rPr>
                            <a:t>Random Variable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latin typeface="Inter Light" panose="02000403000000020004"/>
                            </a:rPr>
                            <a:t>Probability of Being Greater than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latin typeface="Inter Light" panose="02000403000000020004"/>
                            </a:rPr>
                            <a:t>Numerical 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1609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31" t="-108197" r="-266975" b="-6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9440" t="-108197" r="-84960" b="-6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0.512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59836995"/>
                      </a:ext>
                    </a:extLst>
                  </a:tr>
                  <a:tr h="7619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31" t="-101600" r="-266975" b="-202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9440" t="-101600" r="-84960" b="-202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0.548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3541023"/>
                      </a:ext>
                    </a:extLst>
                  </a:tr>
                  <a:tr h="7619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31" t="-201600" r="-266975" b="-102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9440" t="-201600" r="-84960" b="-102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0.549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59611617"/>
                      </a:ext>
                    </a:extLst>
                  </a:tr>
                  <a:tr h="7619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31" t="-301600" r="-266975" b="-2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9440" t="-301600" r="-84960" b="-2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032413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D2C908-8A1F-7638-9E09-80E65E86B8AB}"/>
                  </a:ext>
                </a:extLst>
              </p:cNvPr>
              <p:cNvSpPr txBox="1"/>
              <p:nvPr/>
            </p:nvSpPr>
            <p:spPr>
              <a:xfrm>
                <a:off x="2935293" y="5821936"/>
                <a:ext cx="6142244" cy="579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4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40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400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sz="240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40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pt-BR" sz="240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−1/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D2C908-8A1F-7638-9E09-80E65E86B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293" y="5821936"/>
                <a:ext cx="6142244" cy="579774"/>
              </a:xfrm>
              <a:prstGeom prst="rect">
                <a:avLst/>
              </a:prstGeom>
              <a:blipFill>
                <a:blip r:embed="rId4"/>
                <a:stretch>
                  <a:fillRect b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8B262AE-5A9B-5181-FA62-9A2A975E9C61}"/>
                  </a:ext>
                </a:extLst>
              </p14:cNvPr>
              <p14:cNvContentPartPr/>
              <p14:nvPr/>
            </p14:nvContentPartPr>
            <p14:xfrm>
              <a:off x="4749480" y="2910960"/>
              <a:ext cx="4738680" cy="2578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8B262AE-5A9B-5181-FA62-9A2A975E9C6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40120" y="2901600"/>
                <a:ext cx="4757400" cy="259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59862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63D5E-5766-2AB7-974C-64C88EA1D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Closed Form for Infinite Temporal Resolution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11959C-6485-B088-F843-A2A63A5F6C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have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&gt;3)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11959C-6485-B088-F843-A2A63A5F6C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CC1EAA-615D-FB65-D069-1D8CEB5F8D29}"/>
                  </a:ext>
                </a:extLst>
              </p:cNvPr>
              <p:cNvSpPr txBox="1"/>
              <p:nvPr/>
            </p:nvSpPr>
            <p:spPr>
              <a:xfrm>
                <a:off x="5749829" y="685868"/>
                <a:ext cx="6142244" cy="579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4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40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400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sz="240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40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pt-BR" sz="240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−1/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CC1EAA-615D-FB65-D069-1D8CEB5F8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829" y="685868"/>
                <a:ext cx="6142244" cy="579774"/>
              </a:xfrm>
              <a:prstGeom prst="rect">
                <a:avLst/>
              </a:prstGeom>
              <a:blipFill>
                <a:blip r:embed="rId3"/>
                <a:stretch>
                  <a:fillRect b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D6DAF62-8B6F-250B-6568-58A9D4750925}"/>
                  </a:ext>
                </a:extLst>
              </p14:cNvPr>
              <p14:cNvContentPartPr/>
              <p14:nvPr/>
            </p14:nvContentPartPr>
            <p14:xfrm>
              <a:off x="1962720" y="1144800"/>
              <a:ext cx="9654120" cy="4812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D6DAF62-8B6F-250B-6568-58A9D475092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53360" y="1135440"/>
                <a:ext cx="9672840" cy="483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16902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CF197-3F2E-568C-B6BA-7F70B2437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9D145-12EC-F793-A1D0-F488CB9D4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Closed Form for Infinite Temporal Resolution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960D44-0A09-1509-17D0-1D0A3F7CC9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have that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&gt;3)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On the previous slide we showed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−3/5</m:t>
                        </m:r>
                      </m:sup>
                    </m:sSup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More generally, if we have arbitrary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, we can find:</a:t>
                </a:r>
              </a:p>
              <a:p>
                <a:endParaRPr lang="en-US" b="0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/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960D44-0A09-1509-17D0-1D0A3F7CC9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EBF133-18AD-2FAB-4ABE-EF5EB1F6766C}"/>
                  </a:ext>
                </a:extLst>
              </p:cNvPr>
              <p:cNvSpPr txBox="1"/>
              <p:nvPr/>
            </p:nvSpPr>
            <p:spPr>
              <a:xfrm>
                <a:off x="6550717" y="5819120"/>
                <a:ext cx="6142244" cy="579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4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40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400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sz="240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40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pt-BR" sz="240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−1/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EBF133-18AD-2FAB-4ABE-EF5EB1F67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0717" y="5819120"/>
                <a:ext cx="6142244" cy="579774"/>
              </a:xfrm>
              <a:prstGeom prst="rect">
                <a:avLst/>
              </a:prstGeom>
              <a:blipFill>
                <a:blip r:embed="rId3"/>
                <a:stretch>
                  <a:fillRect b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96198A0-4AAE-00CB-B5FF-E93842872A75}"/>
                  </a:ext>
                </a:extLst>
              </p14:cNvPr>
              <p14:cNvContentPartPr/>
              <p14:nvPr/>
            </p14:nvContentPartPr>
            <p14:xfrm>
              <a:off x="1874880" y="507600"/>
              <a:ext cx="4826880" cy="6161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96198A0-4AAE-00CB-B5FF-E93842872A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65520" y="498240"/>
                <a:ext cx="4845600" cy="618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58195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48B3C-A58F-0F17-A5AF-61A4D9E4C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Exponential Distribution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12C93F-0914-7FA0-F7F2-B323E9D87E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Let Y be the random variable if we crank the temporal resolution of our coin flipping experiment to infinity,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/>
                  <a:t>. Then we have that:</a:t>
                </a:r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Y is the </a:t>
                </a:r>
                <a:r>
                  <a:rPr lang="en-US" b="1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exponential distribution</a:t>
                </a:r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This is a continuous distribution, 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/>
                  <a:t> for any specific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The equation above gives the probability of the event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Let’s figure out the CDF and then PDF of this random variable.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12C93F-0914-7FA0-F7F2-B323E9D87E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E2E19F-DE63-A1D9-1032-3D948DE34287}"/>
                  </a:ext>
                </a:extLst>
              </p:cNvPr>
              <p:cNvSpPr txBox="1"/>
              <p:nvPr/>
            </p:nvSpPr>
            <p:spPr>
              <a:xfrm>
                <a:off x="3201132" y="1601217"/>
                <a:ext cx="4955330" cy="916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    1,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E2E19F-DE63-A1D9-1032-3D948DE34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132" y="1601217"/>
                <a:ext cx="4955330" cy="9161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E78A4E9-2DA4-FD55-A569-E62242269145}"/>
                  </a:ext>
                </a:extLst>
              </p14:cNvPr>
              <p14:cNvContentPartPr/>
              <p14:nvPr/>
            </p14:nvContentPartPr>
            <p14:xfrm>
              <a:off x="3221280" y="973800"/>
              <a:ext cx="8582400" cy="3538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E78A4E9-2DA4-FD55-A569-E6224226914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11920" y="964440"/>
                <a:ext cx="8601120" cy="355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29063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5B758-E262-2923-4719-30043A314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664DB-4796-5DC6-3CAF-72C977C6C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Exponential Distribution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D11314-67E9-DEB5-683C-2022D4B516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Exponential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/>
                  <a:t>, then we know:</a:t>
                </a:r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What is the CDF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/>
                  <a:t>? Reminder, a CDF gives the probability that a random variable is less than or equal to some quantity.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https://joshh.ug/E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D11314-67E9-DEB5-683C-2022D4B516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A8D91D-E3BB-3FF9-2C39-3A817E5A85ED}"/>
                  </a:ext>
                </a:extLst>
              </p:cNvPr>
              <p:cNvSpPr txBox="1"/>
              <p:nvPr/>
            </p:nvSpPr>
            <p:spPr>
              <a:xfrm>
                <a:off x="3510136" y="1058883"/>
                <a:ext cx="4955330" cy="916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    1,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A8D91D-E3BB-3FF9-2C39-3A817E5A8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136" y="1058883"/>
                <a:ext cx="4955330" cy="9161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F55E4E4-5B74-A15A-1209-29C8C04268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5466" y="3283895"/>
            <a:ext cx="3480237" cy="341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3554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A4456-8C85-3529-4FD6-7A3CDCA28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25BB4-0E2E-488F-2592-1BFDA9743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Exponential Distribution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A585BD-8BCA-03E2-999A-75D701098F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Exponential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/>
                  <a:t>, then we know: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/>
                  <a:t>, we have that the CDF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/>
                  <a:t> is given by: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What is the PDF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https://joshh.ug/F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A585BD-8BCA-03E2-999A-75D701098F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C71782-B0FC-0CF8-9F13-02EDDB78C689}"/>
                  </a:ext>
                </a:extLst>
              </p:cNvPr>
              <p:cNvSpPr txBox="1"/>
              <p:nvPr/>
            </p:nvSpPr>
            <p:spPr>
              <a:xfrm>
                <a:off x="3510136" y="1058883"/>
                <a:ext cx="4955330" cy="916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    0,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C71782-B0FC-0CF8-9F13-02EDDB78C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136" y="1058883"/>
                <a:ext cx="4955330" cy="9161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C85231-8B23-518A-29BD-937E68A1B6E8}"/>
                  </a:ext>
                </a:extLst>
              </p:cNvPr>
              <p:cNvSpPr txBox="1"/>
              <p:nvPr/>
            </p:nvSpPr>
            <p:spPr>
              <a:xfrm>
                <a:off x="3618335" y="3352766"/>
                <a:ext cx="4955330" cy="916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    0,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C85231-8B23-518A-29BD-937E68A1B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8335" y="3352766"/>
                <a:ext cx="4955330" cy="9161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880DC2D-D743-434A-C37F-C3136C4EF0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3882" y="4048322"/>
            <a:ext cx="2613702" cy="268434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9F3B5D8-2D28-96D7-F0B0-764020B7FC93}"/>
                  </a:ext>
                </a:extLst>
              </p14:cNvPr>
              <p14:cNvContentPartPr/>
              <p14:nvPr/>
            </p14:nvContentPartPr>
            <p14:xfrm>
              <a:off x="880560" y="1062000"/>
              <a:ext cx="7686360" cy="4423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9F3B5D8-2D28-96D7-F0B0-764020B7FC9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1200" y="1052640"/>
                <a:ext cx="7705080" cy="444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4877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B2A4E-2BB2-F9D0-AFC1-38E9B49A4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 of an Exponential Random Variable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EA833B-3305-BF25-3FE8-425F2CF2F4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Suppose that the that the number of minutes until the next neutrino detection is given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Exponential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(0.02)</m:t>
                    </m:r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r>
                  <a:rPr lang="en-US"/>
                  <a:t>What is the chance that the next neutrino detection occurs in the next 100 minutes?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https://</a:t>
                </a:r>
                <a:r>
                  <a:rPr lang="en-US" err="1"/>
                  <a:t>joshh.ug</a:t>
                </a:r>
                <a:r>
                  <a:rPr lang="en-US"/>
                  <a:t>/G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EA833B-3305-BF25-3FE8-425F2CF2F4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FF55CFF-D676-1E17-89C0-0313D19E1779}"/>
                  </a:ext>
                </a:extLst>
              </p:cNvPr>
              <p:cNvSpPr txBox="1"/>
              <p:nvPr/>
            </p:nvSpPr>
            <p:spPr>
              <a:xfrm>
                <a:off x="536177" y="3333459"/>
                <a:ext cx="4955330" cy="916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    0,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FF55CFF-D676-1E17-89C0-0313D19E1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77" y="3333459"/>
                <a:ext cx="4955330" cy="9161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F1F0A8-30A3-45E3-BAE3-A6574864B327}"/>
                  </a:ext>
                </a:extLst>
              </p:cNvPr>
              <p:cNvSpPr txBox="1"/>
              <p:nvPr/>
            </p:nvSpPr>
            <p:spPr>
              <a:xfrm>
                <a:off x="6241454" y="3333459"/>
                <a:ext cx="4955330" cy="916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    0,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F1F0A8-30A3-45E3-BAE3-A6574864B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454" y="3333459"/>
                <a:ext cx="4955330" cy="9161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698D4994-DEF4-EB02-0926-4FA679A6C3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4742" y="4527030"/>
            <a:ext cx="2315931" cy="233097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0EB2F8E-5559-32A9-4D99-B5DF91E25E1E}"/>
                  </a:ext>
                </a:extLst>
              </p14:cNvPr>
              <p14:cNvContentPartPr/>
              <p14:nvPr/>
            </p14:nvContentPartPr>
            <p14:xfrm>
              <a:off x="1024920" y="4370760"/>
              <a:ext cx="2041560" cy="1640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0EB2F8E-5559-32A9-4D99-B5DF91E25E1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15560" y="4361400"/>
                <a:ext cx="2060280" cy="165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55895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DFCD9-7D7E-5507-0051-221D38C18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4938E-53D3-ED25-D427-1FE64685B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 of an Exponential Random Variable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CB6C33-5D32-721C-39F9-AA94EFB7D7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Suppose that the that the number of minutes until the next neutrino detection is given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Exponential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(0.02)</m:t>
                    </m:r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r>
                  <a:rPr lang="en-US"/>
                  <a:t>What is the chance that the next neutrino detection occurs in the next 100 minutes?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Easiest to use the CDF! We want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&lt;100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CB6C33-5D32-721C-39F9-AA94EFB7D7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C9C76B-D928-1FA8-9C8B-BFD013643E5A}"/>
                  </a:ext>
                </a:extLst>
              </p:cNvPr>
              <p:cNvSpPr txBox="1"/>
              <p:nvPr/>
            </p:nvSpPr>
            <p:spPr>
              <a:xfrm>
                <a:off x="536177" y="3333459"/>
                <a:ext cx="4955330" cy="916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    0,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C9C76B-D928-1FA8-9C8B-BFD013643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77" y="3333459"/>
                <a:ext cx="4955330" cy="9161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F380D80-A851-156F-3F0A-4741A45ED0FB}"/>
                  </a:ext>
                </a:extLst>
              </p:cNvPr>
              <p:cNvSpPr txBox="1"/>
              <p:nvPr/>
            </p:nvSpPr>
            <p:spPr>
              <a:xfrm>
                <a:off x="4370990" y="3560700"/>
                <a:ext cx="61446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−100∗0.02</m:t>
                          </m:r>
                        </m:sup>
                      </m:sSup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F380D80-A851-156F-3F0A-4741A45ED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0990" y="3560700"/>
                <a:ext cx="614461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67B834-62A5-8987-B00F-D4479C5656EB}"/>
                  </a:ext>
                </a:extLst>
              </p:cNvPr>
              <p:cNvSpPr txBox="1"/>
              <p:nvPr/>
            </p:nvSpPr>
            <p:spPr>
              <a:xfrm>
                <a:off x="4000500" y="4258288"/>
                <a:ext cx="61446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=86.47%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67B834-62A5-8987-B00F-D4479C565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0" y="4258288"/>
                <a:ext cx="614461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5387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519663-62A7-FDCF-339E-31C47E636F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2879" y="966952"/>
            <a:ext cx="11277600" cy="56388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F328EC-8546-1247-5FBB-62A4F92FF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PDF and CDF of an Exponential Random Variable (Visually)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4287864F-2ECF-44C7-0474-33132465A1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657" y="533400"/>
                <a:ext cx="11488745" cy="563873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77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100000"/>
                  <a:buFont typeface="Courier New" panose="02070309020205020404" pitchFamily="49" charset="0"/>
                  <a:buChar char="o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itchFamily="2" charset="2"/>
                  <a:buChar char="§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/>
                  <a:t>Below are the PDF and CDF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Exponential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(2)</m:t>
                    </m:r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From the plot, how do we verify the </a:t>
                </a:r>
                <a:r>
                  <a:rPr lang="en-US">
                    <a:solidFill>
                      <a:schemeClr val="accent3"/>
                    </a:solidFill>
                  </a:rPr>
                  <a:t>area under the PDF</a:t>
                </a:r>
                <a:r>
                  <a:rPr lang="en-US"/>
                  <a:t> is 1?</a:t>
                </a: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4287864F-2ECF-44C7-0474-33132465A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7" y="533400"/>
                <a:ext cx="11488745" cy="5638732"/>
              </a:xfrm>
              <a:prstGeom prst="rect">
                <a:avLst/>
              </a:prstGeom>
              <a:blipFill>
                <a:blip r:embed="rId3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7BBDF7C-D55A-8D12-2E2C-558950776165}"/>
                  </a:ext>
                </a:extLst>
              </p14:cNvPr>
              <p14:cNvContentPartPr/>
              <p14:nvPr/>
            </p14:nvContentPartPr>
            <p14:xfrm>
              <a:off x="9975240" y="3621960"/>
              <a:ext cx="1186200" cy="2278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7BBDF7C-D55A-8D12-2E2C-55895077616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65880" y="3612600"/>
                <a:ext cx="1204920" cy="229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87581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42BA2-48B3-02B9-E2D7-4AB6A4F63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BA39D-4F33-C1E1-5927-F3A8C77DC9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Expectation and Variance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132FE3-53CD-3435-FAA4-7706677066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23, CS70 Fall 2025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E24C97-F8AA-060B-7E46-F746597AE75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  <a:p>
            <a:endParaRPr lang="en-US" b="1">
              <a:solidFill>
                <a:schemeClr val="accent3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D2D9CFB2-3745-7DA8-0F60-0B638CA6D529}"/>
              </a:ext>
            </a:extLst>
          </p:cNvPr>
          <p:cNvSpPr txBox="1">
            <a:spLocks/>
          </p:cNvSpPr>
          <p:nvPr/>
        </p:nvSpPr>
        <p:spPr>
          <a:xfrm>
            <a:off x="6248400" y="2174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51839104-FAD9-6CE7-035F-64656EE87A8A}"/>
              </a:ext>
            </a:extLst>
          </p:cNvPr>
          <p:cNvSpPr txBox="1">
            <a:spLocks/>
          </p:cNvSpPr>
          <p:nvPr/>
        </p:nvSpPr>
        <p:spPr>
          <a:xfrm>
            <a:off x="6096000" y="76200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Continuous Probability Distributions</a:t>
            </a:r>
          </a:p>
          <a:p>
            <a:r>
              <a:rPr lang="en-US">
                <a:solidFill>
                  <a:schemeClr val="tx2"/>
                </a:solidFill>
              </a:rPr>
              <a:t>The Exponential Distribution</a:t>
            </a:r>
          </a:p>
          <a:p>
            <a:r>
              <a:rPr lang="en-US" b="1">
                <a:solidFill>
                  <a:schemeClr val="accent3"/>
                </a:solidFill>
              </a:rPr>
              <a:t>Expectation and Variance</a:t>
            </a:r>
          </a:p>
          <a:p>
            <a:r>
              <a:rPr lang="en-US">
                <a:solidFill>
                  <a:schemeClr val="tx2"/>
                </a:solidFill>
              </a:rPr>
              <a:t>Joint Distributions and Independence</a:t>
            </a:r>
          </a:p>
          <a:p>
            <a:r>
              <a:rPr lang="en-US">
                <a:solidFill>
                  <a:schemeClr val="tx2"/>
                </a:solidFill>
              </a:rPr>
              <a:t>Summary and Reflections</a:t>
            </a:r>
          </a:p>
          <a:p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46366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A3E33-3B40-3AF6-03DE-689926668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Expectation of a Continuous Random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D4D57-B3B9-0F44-D0E3-2266FB128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do you think are the expectations of the random variables below?</a:t>
            </a:r>
          </a:p>
          <a:p>
            <a:endParaRPr lang="en-US"/>
          </a:p>
        </p:txBody>
      </p:sp>
      <p:pic>
        <p:nvPicPr>
          <p:cNvPr id="4" name="Picture 3" descr="A graph with a line drawn on it&#10;&#10;Description automatically generated">
            <a:extLst>
              <a:ext uri="{FF2B5EF4-FFF2-40B4-BE49-F238E27FC236}">
                <a16:creationId xmlns:a16="http://schemas.microsoft.com/office/drawing/2014/main" id="{754FD45A-0819-C44D-5B30-23FCB1872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58" y="1023256"/>
            <a:ext cx="6859500" cy="34297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6EC125-FF62-49D4-8644-417AA00C97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77543" y="3747922"/>
            <a:ext cx="7048597" cy="352429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302668C-6F3F-55BD-7C29-FA3C7F7F2483}"/>
                  </a:ext>
                </a:extLst>
              </p14:cNvPr>
              <p14:cNvContentPartPr/>
              <p14:nvPr/>
            </p14:nvContentPartPr>
            <p14:xfrm>
              <a:off x="3319920" y="1448640"/>
              <a:ext cx="6640200" cy="3032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302668C-6F3F-55BD-7C29-FA3C7F7F248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10560" y="1439280"/>
                <a:ext cx="6658920" cy="305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47213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4FBDD-A26D-4804-CCF2-7CAB10EC8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5A165-3D13-2CF9-992D-BAC3E0A22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Expectation of a Continuous Random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565F4-9DB5-0545-3205-95E02F2FF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do you think are the expectations of the random variables below?</a:t>
            </a:r>
          </a:p>
          <a:p>
            <a:endParaRPr lang="en-US"/>
          </a:p>
        </p:txBody>
      </p:sp>
      <p:pic>
        <p:nvPicPr>
          <p:cNvPr id="4" name="Picture 3" descr="A graph with a line drawn on it&#10;&#10;Description automatically generated">
            <a:extLst>
              <a:ext uri="{FF2B5EF4-FFF2-40B4-BE49-F238E27FC236}">
                <a16:creationId xmlns:a16="http://schemas.microsoft.com/office/drawing/2014/main" id="{37FC1F19-92E5-6087-E001-493A852ED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58" y="1023256"/>
            <a:ext cx="6859500" cy="34297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6643CB-7C39-3C46-0D21-16D6BAAEB1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77543" y="3747922"/>
            <a:ext cx="7048597" cy="35242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D5ACC6-ADD1-8857-FFE9-1D726E15D7CD}"/>
              </a:ext>
            </a:extLst>
          </p:cNvPr>
          <p:cNvSpPr txBox="1"/>
          <p:nvPr/>
        </p:nvSpPr>
        <p:spPr>
          <a:xfrm>
            <a:off x="8534400" y="3864819"/>
            <a:ext cx="1221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x=0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E5DC2B-7D9B-3028-D36B-98286D51E418}"/>
              </a:ext>
            </a:extLst>
          </p:cNvPr>
          <p:cNvSpPr txBox="1"/>
          <p:nvPr/>
        </p:nvSpPr>
        <p:spPr>
          <a:xfrm>
            <a:off x="3397469" y="1085933"/>
            <a:ext cx="1221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x=1</a:t>
            </a:r>
          </a:p>
        </p:txBody>
      </p:sp>
    </p:spTree>
    <p:extLst>
      <p:ext uri="{BB962C8B-B14F-4D97-AF65-F5344CB8AC3E}">
        <p14:creationId xmlns:p14="http://schemas.microsoft.com/office/powerpoint/2010/main" val="30633991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DAEBD4E-1C51-4468-5644-84735EE9D9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6072" y="974835"/>
            <a:ext cx="11277600" cy="5638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383F48-12C3-BDC5-EFD9-572C19712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Expectation of a Geometric Random Variable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F04640-4314-2DC0-C0B2-A26825CF55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What do you think is the expectation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Geometric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(2)</m:t>
                    </m:r>
                  </m:oMath>
                </a14:m>
                <a:r>
                  <a:rPr lang="en-US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https://</a:t>
                </a:r>
                <a:r>
                  <a:rPr lang="en-US" err="1"/>
                  <a:t>joshh.ug</a:t>
                </a:r>
                <a:r>
                  <a:rPr lang="en-US"/>
                  <a:t>/H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F04640-4314-2DC0-C0B2-A26825CF55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8A7739D-D835-E3D8-201D-C7E603193A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8900" y="-28465"/>
            <a:ext cx="1943100" cy="200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7220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6219A-D570-DB6B-B471-AC1E2B976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 of Expectation for Continuous Random Variable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38A94C-DDF3-6B28-A001-84C789A0A6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is a random variable with PDF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/>
                  <a:t> is:</a:t>
                </a:r>
              </a:p>
              <a:p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Contrast with our discrete expectation formula:</a:t>
                </a:r>
              </a:p>
              <a:p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range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38A94C-DDF3-6B28-A001-84C789A0A6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6D21CB8-CCB4-865C-FEE1-461F0F4C111C}"/>
                  </a:ext>
                </a:extLst>
              </p14:cNvPr>
              <p14:cNvContentPartPr/>
              <p14:nvPr/>
            </p14:nvContentPartPr>
            <p14:xfrm>
              <a:off x="5184360" y="2118960"/>
              <a:ext cx="2372400" cy="554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6D21CB8-CCB4-865C-FEE1-461F0F4C11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75000" y="2109600"/>
                <a:ext cx="2391120" cy="57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43738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79B44-318F-9222-1BF9-7EB43F5BF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99B3F36-D153-D591-4804-BA7E9074297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Expectation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Geometric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99B3F36-D153-D591-4804-BA7E907429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D76E4B-C658-2D8B-8B5E-7F10925911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To compute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Geometric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/>
                  <a:t>, we integrate over the PDF of our exponential random variable.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D76E4B-C658-2D8B-8B5E-7F10925911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4CA6D8-550E-816A-45B0-D77E21CF4A39}"/>
                  </a:ext>
                </a:extLst>
              </p:cNvPr>
              <p:cNvSpPr txBox="1"/>
              <p:nvPr/>
            </p:nvSpPr>
            <p:spPr>
              <a:xfrm>
                <a:off x="3360364" y="1536190"/>
                <a:ext cx="4955330" cy="916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    0,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4CA6D8-550E-816A-45B0-D77E21CF4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0364" y="1536190"/>
                <a:ext cx="4955330" cy="9161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7E24DF-0177-7D3C-C36A-A18256E30AEA}"/>
                  </a:ext>
                </a:extLst>
              </p:cNvPr>
              <p:cNvSpPr txBox="1"/>
              <p:nvPr/>
            </p:nvSpPr>
            <p:spPr>
              <a:xfrm>
                <a:off x="302470" y="3064690"/>
                <a:ext cx="4955330" cy="891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7E24DF-0177-7D3C-C36A-A18256E30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470" y="3064690"/>
                <a:ext cx="4955330" cy="8914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B86D92B-B0EC-BCB0-0C5F-F03EB9D07D10}"/>
              </a:ext>
            </a:extLst>
          </p:cNvPr>
          <p:cNvSpPr txBox="1"/>
          <p:nvPr/>
        </p:nvSpPr>
        <p:spPr>
          <a:xfrm>
            <a:off x="302470" y="5090977"/>
            <a:ext cx="6913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Recall Integration by Parts from HW1: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133EF4-0213-1A4E-98AC-21C81F1646E2}"/>
                  </a:ext>
                </a:extLst>
              </p:cNvPr>
              <p:cNvSpPr txBox="1"/>
              <p:nvPr/>
            </p:nvSpPr>
            <p:spPr>
              <a:xfrm>
                <a:off x="2025699" y="5757084"/>
                <a:ext cx="8489901" cy="930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bSup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133EF4-0213-1A4E-98AC-21C81F16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699" y="5757084"/>
                <a:ext cx="8489901" cy="9303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5518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E20D1-8001-4C05-CB40-389D585E0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7BA105F-63AF-7240-CF0F-9BE5AF8FE35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Expectation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Geometric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7BA105F-63AF-7240-CF0F-9BE5AF8FE3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40F024-A463-4A82-FAE2-7673B80A09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To compute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Geometric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/>
                  <a:t>, we integrate over the PDF of our exponential random variable.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40F024-A463-4A82-FAE2-7673B80A09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01C052-0DFC-1BA4-DC2F-BC36148A9C6A}"/>
                  </a:ext>
                </a:extLst>
              </p:cNvPr>
              <p:cNvSpPr txBox="1"/>
              <p:nvPr/>
            </p:nvSpPr>
            <p:spPr>
              <a:xfrm>
                <a:off x="3360364" y="1536190"/>
                <a:ext cx="4955330" cy="916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    0,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01C052-0DFC-1BA4-DC2F-BC36148A9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0364" y="1536190"/>
                <a:ext cx="4955330" cy="9161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D77BA1-010A-B755-B71A-E373310C59A2}"/>
                  </a:ext>
                </a:extLst>
              </p:cNvPr>
              <p:cNvSpPr txBox="1"/>
              <p:nvPr/>
            </p:nvSpPr>
            <p:spPr>
              <a:xfrm>
                <a:off x="302470" y="3064690"/>
                <a:ext cx="4955330" cy="891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D77BA1-010A-B755-B71A-E373310C5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470" y="3064690"/>
                <a:ext cx="4955330" cy="8914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FD32DDF-4AE1-8177-0B53-FE51F88588B3}"/>
              </a:ext>
            </a:extLst>
          </p:cNvPr>
          <p:cNvSpPr txBox="1"/>
          <p:nvPr/>
        </p:nvSpPr>
        <p:spPr>
          <a:xfrm>
            <a:off x="302470" y="5090977"/>
            <a:ext cx="6913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Recall Integration by Parts from HW1: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9560C7-5564-1E0E-CF93-CA3FFEBDB9C7}"/>
                  </a:ext>
                </a:extLst>
              </p:cNvPr>
              <p:cNvSpPr txBox="1"/>
              <p:nvPr/>
            </p:nvSpPr>
            <p:spPr>
              <a:xfrm>
                <a:off x="2025699" y="5757084"/>
                <a:ext cx="8489901" cy="930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240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d>
                                    <m:dPr>
                                      <m:ctrlPr>
                                        <a:rPr lang="en-US" sz="2400" i="1" smtClean="0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bSup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9560C7-5564-1E0E-CF93-CA3FFEBDB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699" y="5757084"/>
                <a:ext cx="8489901" cy="9303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80CC0B-9918-47F8-1760-EC78DFF1D5C9}"/>
                  </a:ext>
                </a:extLst>
              </p:cNvPr>
              <p:cNvSpPr txBox="1"/>
              <p:nvPr/>
            </p:nvSpPr>
            <p:spPr>
              <a:xfrm>
                <a:off x="2025699" y="4208807"/>
                <a:ext cx="16159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80CC0B-9918-47F8-1760-EC78DFF1D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699" y="4208807"/>
                <a:ext cx="1615965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2BDD63-FEC5-F206-FCC7-2C080CB6D60A}"/>
                  </a:ext>
                </a:extLst>
              </p:cNvPr>
              <p:cNvSpPr txBox="1"/>
              <p:nvPr/>
            </p:nvSpPr>
            <p:spPr>
              <a:xfrm>
                <a:off x="2819547" y="4236415"/>
                <a:ext cx="16159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solidFill>
                    <a:schemeClr val="accent3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2BDD63-FEC5-F206-FCC7-2C080CB6D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547" y="4236415"/>
                <a:ext cx="1615965" cy="369332"/>
              </a:xfrm>
              <a:prstGeom prst="rect">
                <a:avLst/>
              </a:prstGeom>
              <a:blipFill>
                <a:blip r:embed="rId8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ight Brace 10">
            <a:extLst>
              <a:ext uri="{FF2B5EF4-FFF2-40B4-BE49-F238E27FC236}">
                <a16:creationId xmlns:a16="http://schemas.microsoft.com/office/drawing/2014/main" id="{AC88A796-9500-5E14-2934-968508F42FAD}"/>
              </a:ext>
            </a:extLst>
          </p:cNvPr>
          <p:cNvSpPr/>
          <p:nvPr/>
        </p:nvSpPr>
        <p:spPr>
          <a:xfrm rot="5400000">
            <a:off x="2756976" y="3999211"/>
            <a:ext cx="184943" cy="194145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7201C413-FF3D-600A-C290-213D15F3ADDF}"/>
              </a:ext>
            </a:extLst>
          </p:cNvPr>
          <p:cNvSpPr/>
          <p:nvPr/>
        </p:nvSpPr>
        <p:spPr>
          <a:xfrm rot="5400000">
            <a:off x="3417816" y="3716639"/>
            <a:ext cx="216932" cy="766789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7331B2-F731-3A0E-7133-8CBF0E39F12C}"/>
                  </a:ext>
                </a:extLst>
              </p:cNvPr>
              <p:cNvSpPr txBox="1"/>
              <p:nvPr/>
            </p:nvSpPr>
            <p:spPr>
              <a:xfrm>
                <a:off x="4268343" y="3303197"/>
                <a:ext cx="6189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7331B2-F731-3A0E-7133-8CBF0E39F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3" y="3303197"/>
                <a:ext cx="618967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04A1591-AFC9-8487-A373-029001910201}"/>
                  </a:ext>
                </a:extLst>
              </p14:cNvPr>
              <p14:cNvContentPartPr/>
              <p14:nvPr/>
            </p14:nvContentPartPr>
            <p14:xfrm>
              <a:off x="134640" y="2626200"/>
              <a:ext cx="11974680" cy="42318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04A1591-AFC9-8487-A373-02900191020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5280" y="2616840"/>
                <a:ext cx="11993400" cy="425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26404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4D8B8-AEED-BB06-3035-C52291705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8461BB4-B6B3-ACD3-FE6F-210F56D04F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6072" y="974835"/>
            <a:ext cx="11277600" cy="5638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28A56D-59E3-58AF-2B4D-DB54332C0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Expectation of a Geometric Random Variable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D10E38-96A6-6AC4-13F6-389317847C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What do you think is the expectation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Geometric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(2)</m:t>
                    </m:r>
                  </m:oMath>
                </a14:m>
                <a:r>
                  <a:rPr lang="en-US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Answer: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=1/2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D10E38-96A6-6AC4-13F6-389317847C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11815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E0B39-4C45-5499-DA03-0B958E5A5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6A2EA-3B30-8EA7-A38C-5A1B2E2AD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 of Variance for Continuous Random Variable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84F052-ECDC-7856-D7E5-B3CA84BC03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is a random variable with PDF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/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r>
                  <a:rPr lang="en-US"/>
                  <a:t> is: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84F052-ECDC-7856-D7E5-B3CA84BC03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1432D5-2B44-5046-4ECC-ED3B188D7F04}"/>
                  </a:ext>
                </a:extLst>
              </p:cNvPr>
              <p:cNvSpPr txBox="1"/>
              <p:nvPr/>
            </p:nvSpPr>
            <p:spPr>
              <a:xfrm>
                <a:off x="3023695" y="2115140"/>
                <a:ext cx="6144610" cy="9951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1432D5-2B44-5046-4ECC-ED3B188D7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3695" y="2115140"/>
                <a:ext cx="6144610" cy="9951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601635-878B-4FF1-E8E9-087F737B15B8}"/>
                  </a:ext>
                </a:extLst>
              </p:cNvPr>
              <p:cNvSpPr txBox="1"/>
              <p:nvPr/>
            </p:nvSpPr>
            <p:spPr>
              <a:xfrm>
                <a:off x="1020891" y="1497765"/>
                <a:ext cx="61423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601635-878B-4FF1-E8E9-087F737B1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891" y="1497765"/>
                <a:ext cx="6142382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34790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99A4F-C9A6-D86F-07C6-1A47BEA8E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9A3BEA5-752E-A198-8D7D-05AB60F248A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Expectation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Geometric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9A3BEA5-752E-A198-8D7D-05AB60F248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217E97-E070-49F9-3AD2-7596ED0E90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To compute the variance, we’ll need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/>
                  <a:t>. Luckily this isn’t so bad.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217E97-E070-49F9-3AD2-7596ED0E90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5BE30C-FFB9-333B-AFE2-243DAD56C99D}"/>
                  </a:ext>
                </a:extLst>
              </p:cNvPr>
              <p:cNvSpPr txBox="1"/>
              <p:nvPr/>
            </p:nvSpPr>
            <p:spPr>
              <a:xfrm>
                <a:off x="0" y="1471791"/>
                <a:ext cx="4955330" cy="916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    0,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5BE30C-FFB9-333B-AFE2-243DAD56C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71791"/>
                <a:ext cx="4955330" cy="9161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EF498B-F5F9-9BA2-0978-AB19962E61DB}"/>
                  </a:ext>
                </a:extLst>
              </p:cNvPr>
              <p:cNvSpPr txBox="1"/>
              <p:nvPr/>
            </p:nvSpPr>
            <p:spPr>
              <a:xfrm>
                <a:off x="302470" y="3064690"/>
                <a:ext cx="4955330" cy="891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EF498B-F5F9-9BA2-0978-AB19962E6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470" y="3064690"/>
                <a:ext cx="4955330" cy="8914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F164CFF-C626-0110-0CCA-53343AB8F3AE}"/>
              </a:ext>
            </a:extLst>
          </p:cNvPr>
          <p:cNvSpPr txBox="1"/>
          <p:nvPr/>
        </p:nvSpPr>
        <p:spPr>
          <a:xfrm>
            <a:off x="302470" y="5090977"/>
            <a:ext cx="6913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Recall Integration by Parts from HW1: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326A177-9CEA-D8B2-3AB6-C7870F26D865}"/>
                  </a:ext>
                </a:extLst>
              </p:cNvPr>
              <p:cNvSpPr txBox="1"/>
              <p:nvPr/>
            </p:nvSpPr>
            <p:spPr>
              <a:xfrm>
                <a:off x="2025699" y="5757084"/>
                <a:ext cx="8489901" cy="930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240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d>
                                    <m:dPr>
                                      <m:ctrlPr>
                                        <a:rPr lang="en-US" sz="2400" i="1" smtClean="0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bSup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326A177-9CEA-D8B2-3AB6-C7870F26D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699" y="5757084"/>
                <a:ext cx="8489901" cy="9303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1B068D-49E7-75CF-71B3-75A4DA3B9F6E}"/>
                  </a:ext>
                </a:extLst>
              </p:cNvPr>
              <p:cNvSpPr txBox="1"/>
              <p:nvPr/>
            </p:nvSpPr>
            <p:spPr>
              <a:xfrm>
                <a:off x="2025699" y="4208807"/>
                <a:ext cx="16159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1B068D-49E7-75CF-71B3-75A4DA3B9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699" y="4208807"/>
                <a:ext cx="1615965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6F87E6-FAA7-283C-28F3-AC4D4E22ABEA}"/>
                  </a:ext>
                </a:extLst>
              </p:cNvPr>
              <p:cNvSpPr txBox="1"/>
              <p:nvPr/>
            </p:nvSpPr>
            <p:spPr>
              <a:xfrm>
                <a:off x="2819547" y="4236415"/>
                <a:ext cx="16159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solidFill>
                    <a:schemeClr val="accent3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6F87E6-FAA7-283C-28F3-AC4D4E22A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547" y="4236415"/>
                <a:ext cx="1615965" cy="369332"/>
              </a:xfrm>
              <a:prstGeom prst="rect">
                <a:avLst/>
              </a:prstGeom>
              <a:blipFill>
                <a:blip r:embed="rId8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ight Brace 10">
            <a:extLst>
              <a:ext uri="{FF2B5EF4-FFF2-40B4-BE49-F238E27FC236}">
                <a16:creationId xmlns:a16="http://schemas.microsoft.com/office/drawing/2014/main" id="{E14C1FD8-3637-E326-30A6-B5A27FAF3E8A}"/>
              </a:ext>
            </a:extLst>
          </p:cNvPr>
          <p:cNvSpPr/>
          <p:nvPr/>
        </p:nvSpPr>
        <p:spPr>
          <a:xfrm rot="5400000">
            <a:off x="2756976" y="3999211"/>
            <a:ext cx="184943" cy="194145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5E121D31-39C8-3346-24E9-B9F242310B1A}"/>
              </a:ext>
            </a:extLst>
          </p:cNvPr>
          <p:cNvSpPr/>
          <p:nvPr/>
        </p:nvSpPr>
        <p:spPr>
          <a:xfrm rot="5400000">
            <a:off x="3417816" y="3716639"/>
            <a:ext cx="216932" cy="766789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E80B65-DD04-971F-64CE-F6FC03F4AFB1}"/>
                  </a:ext>
                </a:extLst>
              </p:cNvPr>
              <p:cNvSpPr txBox="1"/>
              <p:nvPr/>
            </p:nvSpPr>
            <p:spPr>
              <a:xfrm>
                <a:off x="4268343" y="3303197"/>
                <a:ext cx="6189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E80B65-DD04-971F-64CE-F6FC03F4A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3" y="3303197"/>
                <a:ext cx="618967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C79E723-3C0D-C08C-F465-131D53A5344B}"/>
                  </a:ext>
                </a:extLst>
              </p:cNvPr>
              <p:cNvSpPr txBox="1"/>
              <p:nvPr/>
            </p:nvSpPr>
            <p:spPr>
              <a:xfrm>
                <a:off x="4955330" y="1538297"/>
                <a:ext cx="6142382" cy="8914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C79E723-3C0D-C08C-F465-131D53A53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5330" y="1538297"/>
                <a:ext cx="6142382" cy="8914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CBFB249-6FE4-DEEB-2175-2F6F11690079}"/>
                  </a:ext>
                </a:extLst>
              </p14:cNvPr>
              <p14:cNvContentPartPr/>
              <p14:nvPr/>
            </p14:nvContentPartPr>
            <p14:xfrm>
              <a:off x="4966920" y="3103200"/>
              <a:ext cx="271440" cy="6577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CBFB249-6FE4-DEEB-2175-2F6F1169007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957560" y="3093840"/>
                <a:ext cx="290160" cy="67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6652F35-DF8C-06A1-E8E2-D5AF0C126B64}"/>
                  </a:ext>
                </a:extLst>
              </p14:cNvPr>
              <p14:cNvContentPartPr/>
              <p14:nvPr/>
            </p14:nvContentPartPr>
            <p14:xfrm>
              <a:off x="98280" y="1206720"/>
              <a:ext cx="11992680" cy="53719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6652F35-DF8C-06A1-E8E2-D5AF0C126B6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8920" y="1197360"/>
                <a:ext cx="12011400" cy="539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8143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D0173-D6CE-6A83-CED9-37E760DC4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76212A7-648F-8B5F-F2AB-189BCFD87E8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Expectation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Geometric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76212A7-648F-8B5F-F2AB-189BCFD87E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055ECF-FCF6-5933-CBC8-D722E406F6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To compute the variance, we’ll need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/>
                  <a:t>. Luckily this isn’t so bad.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055ECF-FCF6-5933-CBC8-D722E406F6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2A895F-A8BD-9810-656C-BA6F38CC932D}"/>
                  </a:ext>
                </a:extLst>
              </p:cNvPr>
              <p:cNvSpPr txBox="1"/>
              <p:nvPr/>
            </p:nvSpPr>
            <p:spPr>
              <a:xfrm>
                <a:off x="0" y="1471791"/>
                <a:ext cx="4955330" cy="916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    0,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2A895F-A8BD-9810-656C-BA6F38CC9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71791"/>
                <a:ext cx="4955330" cy="9161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3F60B6-B23E-7FAB-0A4D-C68D3E96752D}"/>
                  </a:ext>
                </a:extLst>
              </p:cNvPr>
              <p:cNvSpPr txBox="1"/>
              <p:nvPr/>
            </p:nvSpPr>
            <p:spPr>
              <a:xfrm>
                <a:off x="4517599" y="2817885"/>
                <a:ext cx="4955330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3F60B6-B23E-7FAB-0A4D-C68D3E967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599" y="2817885"/>
                <a:ext cx="4955330" cy="7861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34FB1F-DA36-0724-DD17-03CDFAD4DE07}"/>
                  </a:ext>
                </a:extLst>
              </p:cNvPr>
              <p:cNvSpPr txBox="1"/>
              <p:nvPr/>
            </p:nvSpPr>
            <p:spPr>
              <a:xfrm>
                <a:off x="6071417" y="4164867"/>
                <a:ext cx="3401512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var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𝑋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2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34FB1F-DA36-0724-DD17-03CDFAD4D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1417" y="4164867"/>
                <a:ext cx="3401512" cy="7861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402047D-405F-C75E-ED48-90DB8AB8E8B7}"/>
                  </a:ext>
                </a:extLst>
              </p:cNvPr>
              <p:cNvSpPr txBox="1"/>
              <p:nvPr/>
            </p:nvSpPr>
            <p:spPr>
              <a:xfrm>
                <a:off x="4955330" y="1538297"/>
                <a:ext cx="6142382" cy="8914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402047D-405F-C75E-ED48-90DB8AB8E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5330" y="1538297"/>
                <a:ext cx="6142382" cy="8914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37D3047-D9B8-C727-AB16-0369E802FD19}"/>
                  </a:ext>
                </a:extLst>
              </p14:cNvPr>
              <p14:cNvContentPartPr/>
              <p14:nvPr/>
            </p14:nvContentPartPr>
            <p14:xfrm>
              <a:off x="6086160" y="1046160"/>
              <a:ext cx="4520520" cy="3160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37D3047-D9B8-C727-AB16-0369E802FD1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76800" y="1036800"/>
                <a:ext cx="4539240" cy="317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95825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97E57-036D-E269-67EF-7FF874271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Geometric vs. Exponential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7CAB4-61ED-0D7F-E38C-87CDA9259F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Compare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Exponential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Geometric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7CAB4-61ED-0D7F-E38C-87CDA9259F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C0FD29-6F6A-9DF3-8DE6-0FECA098623C}"/>
                  </a:ext>
                </a:extLst>
              </p:cNvPr>
              <p:cNvSpPr txBox="1"/>
              <p:nvPr/>
            </p:nvSpPr>
            <p:spPr>
              <a:xfrm>
                <a:off x="2969262" y="2055237"/>
                <a:ext cx="2030896" cy="7861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C0FD29-6F6A-9DF3-8DE6-0FECA0986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262" y="2055237"/>
                <a:ext cx="2030896" cy="7861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24305C-CCC8-E4CC-5C7D-DD04517D7556}"/>
                  </a:ext>
                </a:extLst>
              </p:cNvPr>
              <p:cNvSpPr txBox="1"/>
              <p:nvPr/>
            </p:nvSpPr>
            <p:spPr>
              <a:xfrm>
                <a:off x="6329464" y="2055237"/>
                <a:ext cx="2030896" cy="7861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24305C-CCC8-E4CC-5C7D-DD04517D7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464" y="2055237"/>
                <a:ext cx="2030896" cy="7861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AB3EC3-4104-D301-E3C7-409E485183FE}"/>
                  </a:ext>
                </a:extLst>
              </p:cNvPr>
              <p:cNvSpPr txBox="1"/>
              <p:nvPr/>
            </p:nvSpPr>
            <p:spPr>
              <a:xfrm>
                <a:off x="2852530" y="3192216"/>
                <a:ext cx="2030896" cy="7861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AB3EC3-4104-D301-E3C7-409E48518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530" y="3192216"/>
                <a:ext cx="2030896" cy="7861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39AE9D-6F26-D0F7-747C-2ADE4F1BF921}"/>
                  </a:ext>
                </a:extLst>
              </p:cNvPr>
              <p:cNvSpPr txBox="1"/>
              <p:nvPr/>
            </p:nvSpPr>
            <p:spPr>
              <a:xfrm>
                <a:off x="6196659" y="3184714"/>
                <a:ext cx="2519217" cy="7936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39AE9D-6F26-D0F7-747C-2ADE4F1BF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6659" y="3184714"/>
                <a:ext cx="2519217" cy="79367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268293-7E34-0E03-1871-50D623919AA0}"/>
                  </a:ext>
                </a:extLst>
              </p:cNvPr>
              <p:cNvSpPr txBox="1"/>
              <p:nvPr/>
            </p:nvSpPr>
            <p:spPr>
              <a:xfrm>
                <a:off x="5999781" y="1319970"/>
                <a:ext cx="3748159" cy="468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PMF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268293-7E34-0E03-1871-50D623919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781" y="1319970"/>
                <a:ext cx="3748159" cy="4682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14712B9-919F-A4D7-4C8C-69135AA797F1}"/>
                  </a:ext>
                </a:extLst>
              </p:cNvPr>
              <p:cNvSpPr txBox="1"/>
              <p:nvPr/>
            </p:nvSpPr>
            <p:spPr>
              <a:xfrm>
                <a:off x="2110630" y="1314831"/>
                <a:ext cx="3748159" cy="4754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14712B9-919F-A4D7-4C8C-69135AA79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0630" y="1314831"/>
                <a:ext cx="3748159" cy="475451"/>
              </a:xfrm>
              <a:prstGeom prst="rect">
                <a:avLst/>
              </a:prstGeom>
              <a:blipFill>
                <a:blip r:embed="rId8"/>
                <a:stretch>
                  <a:fillRect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6CC7635-A764-EE53-7588-567DCEA4DECE}"/>
                  </a:ext>
                </a:extLst>
              </p14:cNvPr>
              <p14:cNvContentPartPr/>
              <p14:nvPr/>
            </p14:nvContentPartPr>
            <p14:xfrm>
              <a:off x="2623680" y="1046160"/>
              <a:ext cx="5927400" cy="21445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6CC7635-A764-EE53-7588-567DCEA4DEC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14320" y="1036800"/>
                <a:ext cx="5946120" cy="216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15430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2DFD3-377A-421A-347B-CCA993F93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Expectation and Variance of a Uniform Random Variable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9421B1-F20B-8C7A-BE00-55C5232C7E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In the notes, they show that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is a uniform random variable over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 ℓ</m:t>
                        </m:r>
                      </m:e>
                    </m:d>
                  </m:oMath>
                </a14:m>
                <a:r>
                  <a:rPr lang="en-US"/>
                  <a:t>: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See notes (or just show yourself) for a proof. Contrast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/>
                  <a:t> uniform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{1,2,…,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/>
                  <a:t>, which was: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9421B1-F20B-8C7A-BE00-55C5232C7E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2A1C34-CE91-E782-6279-7880E60F30CA}"/>
                  </a:ext>
                </a:extLst>
              </p:cNvPr>
              <p:cNvSpPr txBox="1"/>
              <p:nvPr/>
            </p:nvSpPr>
            <p:spPr>
              <a:xfrm>
                <a:off x="-175392" y="1300146"/>
                <a:ext cx="6144610" cy="7904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2A1C34-CE91-E782-6279-7880E60F3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5392" y="1300146"/>
                <a:ext cx="6144610" cy="7904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D042E8-84C8-163A-B817-A944F47842CE}"/>
                  </a:ext>
                </a:extLst>
              </p:cNvPr>
              <p:cNvSpPr txBox="1"/>
              <p:nvPr/>
            </p:nvSpPr>
            <p:spPr>
              <a:xfrm>
                <a:off x="4676446" y="1259494"/>
                <a:ext cx="6184024" cy="8310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D042E8-84C8-163A-B817-A944F4784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446" y="1259494"/>
                <a:ext cx="6184024" cy="8310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A92ED74-1302-6021-19D4-F334D77017E3}"/>
                  </a:ext>
                </a:extLst>
              </p:cNvPr>
              <p:cNvSpPr txBox="1"/>
              <p:nvPr/>
            </p:nvSpPr>
            <p:spPr>
              <a:xfrm>
                <a:off x="-275240" y="4187864"/>
                <a:ext cx="6144610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A92ED74-1302-6021-19D4-F334D7701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5240" y="4187864"/>
                <a:ext cx="6144610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2B1F1BB-8D3D-89A0-2F13-E69D2C570EFC}"/>
                  </a:ext>
                </a:extLst>
              </p:cNvPr>
              <p:cNvSpPr txBox="1"/>
              <p:nvPr/>
            </p:nvSpPr>
            <p:spPr>
              <a:xfrm>
                <a:off x="4576598" y="4147212"/>
                <a:ext cx="6184024" cy="8310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2B1F1BB-8D3D-89A0-2F13-E69D2C570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598" y="4147212"/>
                <a:ext cx="6184024" cy="8310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5220833-AE78-0BEA-D6FD-99447FC18B10}"/>
                  </a:ext>
                </a:extLst>
              </p14:cNvPr>
              <p14:cNvContentPartPr/>
              <p14:nvPr/>
            </p14:nvContentPartPr>
            <p14:xfrm>
              <a:off x="3131640" y="1989000"/>
              <a:ext cx="8733240" cy="4444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5220833-AE78-0BEA-D6FD-99447FC18B1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22280" y="1979640"/>
                <a:ext cx="8751960" cy="446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96368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DC0D7-3561-B473-5419-E00CB173F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52E8F-2A24-BBF6-507B-6E25629CA0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483" y="2878327"/>
            <a:ext cx="5067037" cy="2387601"/>
          </a:xfrm>
        </p:spPr>
        <p:txBody>
          <a:bodyPr>
            <a:normAutofit fontScale="90000"/>
          </a:bodyPr>
          <a:lstStyle/>
          <a:p>
            <a:r>
              <a:rPr lang="en-US"/>
              <a:t>Joint Distributions and Independence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000B1C-8E6A-9B8F-89DE-92182BB7C6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23, CS70 Fall 2025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AA7F16-E05E-8D18-9403-5DCBB18E67A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  <a:p>
            <a:endParaRPr lang="en-US" b="1">
              <a:solidFill>
                <a:schemeClr val="accent3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AF23A8C1-1CBC-009E-7544-23F386F50843}"/>
              </a:ext>
            </a:extLst>
          </p:cNvPr>
          <p:cNvSpPr txBox="1">
            <a:spLocks/>
          </p:cNvSpPr>
          <p:nvPr/>
        </p:nvSpPr>
        <p:spPr>
          <a:xfrm>
            <a:off x="6248400" y="2174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1EC05AB-EA8B-8631-3CA8-FBC3638FDF82}"/>
              </a:ext>
            </a:extLst>
          </p:cNvPr>
          <p:cNvSpPr txBox="1">
            <a:spLocks/>
          </p:cNvSpPr>
          <p:nvPr/>
        </p:nvSpPr>
        <p:spPr>
          <a:xfrm>
            <a:off x="6096000" y="76200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Continuous Probability Distributions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The Exponential Distribution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Expectation and Variance</a:t>
            </a:r>
          </a:p>
          <a:p>
            <a:r>
              <a:rPr lang="en-US" b="1">
                <a:solidFill>
                  <a:schemeClr val="accent3"/>
                </a:solidFill>
              </a:rPr>
              <a:t>Joint Distributions and Independence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Summary and Reflections</a:t>
            </a:r>
          </a:p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1808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A46D8-B0D0-247C-BF28-3D77783A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Joint Distributions and 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C865D-C067-361C-73A1-964470D2A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Our usual ideas from discrete probability around joint distributions, marginal distributions, and independence carry over very closely.</a:t>
            </a:r>
          </a:p>
        </p:txBody>
      </p:sp>
    </p:spTree>
    <p:extLst>
      <p:ext uri="{BB962C8B-B14F-4D97-AF65-F5344CB8AC3E}">
        <p14:creationId xmlns:p14="http://schemas.microsoft.com/office/powerpoint/2010/main" val="3972097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7E5AB-DE83-9F69-430E-5B8BC0C87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B80C2-4D1B-00C5-7AE1-970E9C57B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Review: Joint Distributions (Discrete)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C53125-6455-D098-B370-B0F655E4A8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8" y="533400"/>
                <a:ext cx="8553386" cy="5638732"/>
              </a:xfrm>
            </p:spPr>
            <p:txBody>
              <a:bodyPr/>
              <a:lstStyle/>
              <a:p>
                <a:r>
                  <a:rPr lang="en-US"/>
                  <a:t>To refresh our memory on joint distributions, let’s first consider the joint PMF of two discrete uniform random variables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 representing the roll of two independent four sided dice.</a:t>
                </a:r>
              </a:p>
              <a:p>
                <a:endParaRPr lang="en-US"/>
              </a:p>
              <a:p>
                <a:r>
                  <a:rPr lang="en-US"/>
                  <a:t>What is the joint PMF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C53125-6455-D098-B370-B0F655E4A8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8" y="533400"/>
                <a:ext cx="8553386" cy="5638732"/>
              </a:xfrm>
              <a:blipFill>
                <a:blip r:embed="rId2"/>
                <a:stretch>
                  <a:fillRect l="-1069" t="-541" r="-9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05B9534-15A3-3507-173A-62A66F1B884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114020" y="611925"/>
              <a:ext cx="2730110" cy="59588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454338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454338">
                      <a:extLst>
                        <a:ext uri="{9D8B030D-6E8A-4147-A177-3AD203B41FA5}">
                          <a16:colId xmlns:a16="http://schemas.microsoft.com/office/drawing/2014/main" val="1843694133"/>
                        </a:ext>
                      </a:extLst>
                    </a:gridCol>
                    <a:gridCol w="1821434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25964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dirty="0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𝑋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𝑥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,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𝑌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𝑦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2913607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5448312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789327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6575361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9339866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723477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765258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06948636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639031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05B9534-15A3-3507-173A-62A66F1B884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114020" y="611925"/>
              <a:ext cx="2730110" cy="59588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454338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454338">
                      <a:extLst>
                        <a:ext uri="{9D8B030D-6E8A-4147-A177-3AD203B41FA5}">
                          <a16:colId xmlns:a16="http://schemas.microsoft.com/office/drawing/2014/main" val="1843694133"/>
                        </a:ext>
                      </a:extLst>
                    </a:gridCol>
                    <a:gridCol w="1821434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333" t="-1724" r="-504000" b="-1608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2703" t="-1724" r="-410811" b="-1608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167" t="-1724" r="-1672" b="-16086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2913607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5448312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789327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6575361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9339866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723477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765258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06948636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7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639031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49C2AC0-94D4-DF38-651A-A1B7AB1A1811}"/>
                  </a:ext>
                </a:extLst>
              </p14:cNvPr>
              <p14:cNvContentPartPr/>
              <p14:nvPr/>
            </p14:nvContentPartPr>
            <p14:xfrm>
              <a:off x="7225560" y="1227600"/>
              <a:ext cx="1957680" cy="5387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49C2AC0-94D4-DF38-651A-A1B7AB1A1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16200" y="1218240"/>
                <a:ext cx="1976400" cy="540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12003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89D01-398E-59FA-B81E-744BE66ED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Joint Density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6B6722-B7C8-86FD-67E9-2C8EAE4D36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Suppose we have random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 which are continuous. Then their joint PDF is a non-negative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/>
                  <a:t> such that: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And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/>
                  <a:t>, we have: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Can interpret PDF as probability that we are in a small rectangle around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Actual probability is zero since the rectangle infinitesimal.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6B6722-B7C8-86FD-67E9-2C8EAE4D36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96" t="-541" r="-690" b="-2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0958AB5-DA0A-C82A-54A8-BB276CD1DBBF}"/>
                  </a:ext>
                </a:extLst>
              </p:cNvPr>
              <p:cNvSpPr txBox="1"/>
              <p:nvPr/>
            </p:nvSpPr>
            <p:spPr>
              <a:xfrm>
                <a:off x="4103275" y="1773620"/>
                <a:ext cx="3985450" cy="8891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0958AB5-DA0A-C82A-54A8-BB276CD1D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3275" y="1773620"/>
                <a:ext cx="3985450" cy="8891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B391E8-5269-F4B7-45E8-1910F6B3421E}"/>
                  </a:ext>
                </a:extLst>
              </p:cNvPr>
              <p:cNvSpPr txBox="1"/>
              <p:nvPr/>
            </p:nvSpPr>
            <p:spPr>
              <a:xfrm>
                <a:off x="2666343" y="3952421"/>
                <a:ext cx="6859314" cy="9300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nary>
                            <m:nary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B391E8-5269-F4B7-45E8-1910F6B34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343" y="3952421"/>
                <a:ext cx="6859314" cy="9300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6A307B3-DBAD-F92D-0D72-64D460E684B1}"/>
                  </a:ext>
                </a:extLst>
              </p14:cNvPr>
              <p14:cNvContentPartPr/>
              <p14:nvPr/>
            </p14:nvContentPartPr>
            <p14:xfrm>
              <a:off x="4417920" y="1828440"/>
              <a:ext cx="4972320" cy="3346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6A307B3-DBAD-F92D-0D72-64D460E684B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08560" y="1819080"/>
                <a:ext cx="4991040" cy="336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37824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5796B-C186-5F41-BF33-5592194A6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49AFA-6924-D535-BC75-BC651ABFD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Joint Density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8D8BEB-FEBD-3163-F534-3EFAF1FADA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Suppose we have random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 which are continuous. Then their joint PDF is a non-negative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/>
                  <a:t> such that: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Suppose we throw a dart at the origin. Suppose we land uniformly within 2 feet of the origin.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8D8BEB-FEBD-3163-F534-3EFAF1FADA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r="-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36E340-434A-A692-2B2C-2DF9BED3FA57}"/>
                  </a:ext>
                </a:extLst>
              </p:cNvPr>
              <p:cNvSpPr txBox="1"/>
              <p:nvPr/>
            </p:nvSpPr>
            <p:spPr>
              <a:xfrm>
                <a:off x="4103275" y="1773620"/>
                <a:ext cx="3985450" cy="8891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36E340-434A-A692-2B2C-2DF9BED3F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3275" y="1773620"/>
                <a:ext cx="3985450" cy="8891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33311F-AA7E-6605-4969-0539785284FF}"/>
                  </a:ext>
                </a:extLst>
              </p:cNvPr>
              <p:cNvSpPr txBox="1"/>
              <p:nvPr/>
            </p:nvSpPr>
            <p:spPr>
              <a:xfrm>
                <a:off x="3241094" y="4195227"/>
                <a:ext cx="6207706" cy="1271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den>
                              </m:f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≤4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    0,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33311F-AA7E-6605-4969-053978528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094" y="4195227"/>
                <a:ext cx="6207706" cy="12714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428588A7-8CB5-16F9-33A0-935B94ABADEC}"/>
              </a:ext>
            </a:extLst>
          </p:cNvPr>
          <p:cNvSpPr/>
          <p:nvPr/>
        </p:nvSpPr>
        <p:spPr>
          <a:xfrm>
            <a:off x="951759" y="4432995"/>
            <a:ext cx="1431234" cy="14312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6E69DC-6F59-463A-C30F-25D5F270AA71}"/>
              </a:ext>
            </a:extLst>
          </p:cNvPr>
          <p:cNvSpPr txBox="1"/>
          <p:nvPr/>
        </p:nvSpPr>
        <p:spPr>
          <a:xfrm>
            <a:off x="951759" y="5943600"/>
            <a:ext cx="1692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 foot radius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BE422A0-E028-4B0F-FAC0-192477F2D926}"/>
                  </a:ext>
                </a:extLst>
              </p14:cNvPr>
              <p14:cNvContentPartPr/>
              <p14:nvPr/>
            </p14:nvContentPartPr>
            <p14:xfrm>
              <a:off x="1274040" y="5433480"/>
              <a:ext cx="202320" cy="207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BE422A0-E028-4B0F-FAC0-192477F2D92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64680" y="5424120"/>
                <a:ext cx="22104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7F5B2DB-BB84-5A7F-5AB1-59BA149DCFAF}"/>
                  </a:ext>
                </a:extLst>
              </p14:cNvPr>
              <p14:cNvContentPartPr/>
              <p14:nvPr/>
            </p14:nvContentPartPr>
            <p14:xfrm>
              <a:off x="7028280" y="4796280"/>
              <a:ext cx="1875240" cy="2386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7F5B2DB-BB84-5A7F-5AB1-59BA149DCFA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18920" y="4786920"/>
                <a:ext cx="1893960" cy="25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09760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2D922-C6A4-10AC-8934-70EBE1ADD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AA651-2E69-3612-C9F6-22CF7A3AE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Marginal Probabilities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0AD37A-2C99-525C-FAEF-5354F0262A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Suppose we have random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 which are continuous. Then their joint PDF is a non-negative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/>
                  <a:t> such that: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Similar to marginal probabilities for discrete random variables, we can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/>
                  <a:t>. How?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0AD37A-2C99-525C-FAEF-5354F0262A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r="-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5A8B09-599A-D7F8-FE3F-5453C909BB5D}"/>
                  </a:ext>
                </a:extLst>
              </p:cNvPr>
              <p:cNvSpPr txBox="1"/>
              <p:nvPr/>
            </p:nvSpPr>
            <p:spPr>
              <a:xfrm>
                <a:off x="4103275" y="1773620"/>
                <a:ext cx="3985450" cy="8891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5A8B09-599A-D7F8-FE3F-5453C909B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3275" y="1773620"/>
                <a:ext cx="3985450" cy="8891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918606D-373C-CA8C-7500-7B5C48B75559}"/>
                  </a:ext>
                </a:extLst>
              </p14:cNvPr>
              <p14:cNvContentPartPr/>
              <p14:nvPr/>
            </p14:nvContentPartPr>
            <p14:xfrm>
              <a:off x="9286920" y="3392640"/>
              <a:ext cx="2055960" cy="3144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918606D-373C-CA8C-7500-7B5C48B7555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77560" y="3383280"/>
                <a:ext cx="2074680" cy="316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54244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E8B4D-ECF1-A72B-F555-B569A7CCC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6C3B6-4989-EB88-D192-EF4DDAE82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Marginal Probabilities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016DFB-F4B8-F95B-60C8-45EFB05A3C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Suppose we have random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 which are continuous. Then their joint PDF is a non-negative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/>
                  <a:t> such that: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Similar to marginal probabilities for discrete random variables, we can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/>
                  <a:t>. How?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016DFB-F4B8-F95B-60C8-45EFB05A3C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r="-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56DFDE0-742C-8E0A-D7C1-970D4EB63003}"/>
                  </a:ext>
                </a:extLst>
              </p:cNvPr>
              <p:cNvSpPr txBox="1"/>
              <p:nvPr/>
            </p:nvSpPr>
            <p:spPr>
              <a:xfrm>
                <a:off x="4103275" y="1773620"/>
                <a:ext cx="3985450" cy="8891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56DFDE0-742C-8E0A-D7C1-970D4EB63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3275" y="1773620"/>
                <a:ext cx="3985450" cy="8891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504350-6588-950E-D6F4-136BD51400DB}"/>
                  </a:ext>
                </a:extLst>
              </p:cNvPr>
              <p:cNvSpPr txBox="1"/>
              <p:nvPr/>
            </p:nvSpPr>
            <p:spPr>
              <a:xfrm>
                <a:off x="1607068" y="4811109"/>
                <a:ext cx="3557320" cy="8891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504350-6588-950E-D6F4-136BD5140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068" y="4811109"/>
                <a:ext cx="3557320" cy="8891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430663-7F5E-CD20-34DD-FF7BC6A126F2}"/>
                  </a:ext>
                </a:extLst>
              </p:cNvPr>
              <p:cNvSpPr txBox="1"/>
              <p:nvPr/>
            </p:nvSpPr>
            <p:spPr>
              <a:xfrm>
                <a:off x="6598422" y="4811109"/>
                <a:ext cx="3549946" cy="8891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430663-7F5E-CD20-34DD-FF7BC6A12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8422" y="4811109"/>
                <a:ext cx="3549946" cy="8891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4E0CA38-4DEE-AB20-1AC5-BA6D2F05FFC1}"/>
                  </a:ext>
                </a:extLst>
              </p14:cNvPr>
              <p14:cNvContentPartPr/>
              <p14:nvPr/>
            </p14:nvContentPartPr>
            <p14:xfrm>
              <a:off x="1657440" y="4461840"/>
              <a:ext cx="8791920" cy="2228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4E0CA38-4DEE-AB20-1AC5-BA6D2F05FFC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48080" y="4452480"/>
                <a:ext cx="8810640" cy="22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3A1C5F0-7C0D-FD60-1108-2B5666AA380B}"/>
                  </a:ext>
                </a:extLst>
              </p14:cNvPr>
              <p14:cNvContentPartPr/>
              <p14:nvPr/>
            </p14:nvContentPartPr>
            <p14:xfrm>
              <a:off x="2765520" y="5775480"/>
              <a:ext cx="2154600" cy="1195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3A1C5F0-7C0D-FD60-1108-2B5666AA380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56160" y="5766120"/>
                <a:ext cx="2173320" cy="13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75820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8C62B-58F6-FDCD-A623-A47696DD3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D1DD7-BFD8-6D87-C08E-7CECE3560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Marginal Density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15E06F-759E-33EF-61AE-D03CFA663B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Suppose we throw a dart at the origin. Suppose we land uniformly within 2 feet of the origin.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 are jointly distributed as: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What is the distribution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, e.g. what is the </a:t>
                </a:r>
                <a:r>
                  <a:rPr lang="en-US" err="1"/>
                  <a:t>p.d.f.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15E06F-759E-33EF-61AE-D03CFA663B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EA9AFC8-9FE4-8901-D757-51EBA51451D2}"/>
                  </a:ext>
                </a:extLst>
              </p:cNvPr>
              <p:cNvSpPr txBox="1"/>
              <p:nvPr/>
            </p:nvSpPr>
            <p:spPr>
              <a:xfrm>
                <a:off x="3095044" y="1680627"/>
                <a:ext cx="6207706" cy="1271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den>
                              </m:f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≤4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    0,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EA9AFC8-9FE4-8901-D757-51EBA5145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044" y="1680627"/>
                <a:ext cx="6207706" cy="12714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077856F2-F17F-58F7-20AD-5B15D450E80B}"/>
              </a:ext>
            </a:extLst>
          </p:cNvPr>
          <p:cNvSpPr/>
          <p:nvPr/>
        </p:nvSpPr>
        <p:spPr>
          <a:xfrm>
            <a:off x="1053359" y="1680627"/>
            <a:ext cx="1431234" cy="14312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CD723D-9F8D-CE33-07C5-EE5C13B0F2DE}"/>
              </a:ext>
            </a:extLst>
          </p:cNvPr>
          <p:cNvSpPr txBox="1"/>
          <p:nvPr/>
        </p:nvSpPr>
        <p:spPr>
          <a:xfrm>
            <a:off x="1053359" y="3191232"/>
            <a:ext cx="1692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 foot radius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5D0173-702D-E91E-09A1-BBFD8DDD0606}"/>
                  </a:ext>
                </a:extLst>
              </p:cNvPr>
              <p:cNvSpPr txBox="1"/>
              <p:nvPr/>
            </p:nvSpPr>
            <p:spPr>
              <a:xfrm>
                <a:off x="8634680" y="5968843"/>
                <a:ext cx="3557320" cy="8891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5D0173-702D-E91E-09A1-BBFD8DDD0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4680" y="5968843"/>
                <a:ext cx="3557320" cy="8891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7CD4518-48F0-8427-7F33-D7BD4C53D81B}"/>
                  </a:ext>
                </a:extLst>
              </p14:cNvPr>
              <p14:cNvContentPartPr/>
              <p14:nvPr/>
            </p14:nvContentPartPr>
            <p14:xfrm>
              <a:off x="424440" y="854640"/>
              <a:ext cx="11746440" cy="5943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7CD4518-48F0-8427-7F33-D7BD4C53D81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5080" y="845280"/>
                <a:ext cx="11765160" cy="596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22218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DD971-F0CD-3C8C-4B12-1B23F82A6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7CBD0-FC13-92F4-3ACD-711A927DA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Marginal Density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CC1CCA-9C4D-BAC0-4288-849F27B045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Suppose we throw a dart at the origin. Suppose we land uniformly within 2 feet of the origin.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 are jointly distributed as: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What is the distribution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, e.g. what is the </a:t>
                </a:r>
                <a:r>
                  <a:rPr lang="en-US" err="1"/>
                  <a:t>p.d.f.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4−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∈[−2, 2]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     0,      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CC1CCA-9C4D-BAC0-4288-849F27B045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BD1EB9-D6FA-5648-3B29-A39A61956F3D}"/>
                  </a:ext>
                </a:extLst>
              </p:cNvPr>
              <p:cNvSpPr txBox="1"/>
              <p:nvPr/>
            </p:nvSpPr>
            <p:spPr>
              <a:xfrm>
                <a:off x="3095044" y="1680627"/>
                <a:ext cx="6207706" cy="1271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den>
                              </m:f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≤4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    0,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BD1EB9-D6FA-5648-3B29-A39A61956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044" y="1680627"/>
                <a:ext cx="6207706" cy="12714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5E714CB7-574F-D6FF-84C6-7A8C5AF73745}"/>
              </a:ext>
            </a:extLst>
          </p:cNvPr>
          <p:cNvSpPr/>
          <p:nvPr/>
        </p:nvSpPr>
        <p:spPr>
          <a:xfrm>
            <a:off x="1053359" y="1680627"/>
            <a:ext cx="1431234" cy="14312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B7E35E-4ED6-3A9B-F369-6144D24D948F}"/>
              </a:ext>
            </a:extLst>
          </p:cNvPr>
          <p:cNvSpPr txBox="1"/>
          <p:nvPr/>
        </p:nvSpPr>
        <p:spPr>
          <a:xfrm>
            <a:off x="1053359" y="3191232"/>
            <a:ext cx="1692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 foot radius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E80A4CB-2EB7-1211-AD5A-3E8E7DD9F8EB}"/>
                  </a:ext>
                </a:extLst>
              </p14:cNvPr>
              <p14:cNvContentPartPr/>
              <p14:nvPr/>
            </p14:nvContentPartPr>
            <p14:xfrm>
              <a:off x="1853190" y="2831564"/>
              <a:ext cx="10099800" cy="3737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E80A4CB-2EB7-1211-AD5A-3E8E7DD9F8E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43830" y="2822204"/>
                <a:ext cx="10118520" cy="375588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F4CEFF61-08C3-47E5-99BE-31357171DDA4}"/>
              </a:ext>
            </a:extLst>
          </p:cNvPr>
          <p:cNvSpPr/>
          <p:nvPr/>
        </p:nvSpPr>
        <p:spPr>
          <a:xfrm>
            <a:off x="4724400" y="6172132"/>
            <a:ext cx="914400" cy="5473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9032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28B15-5EE7-58B2-8D0C-253E2A731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E9E90-FDD6-9D34-BF47-3D9C68AD2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Independent Random Variables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941677-1E03-D2D1-A607-336CD01EE1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can define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 to be independent continuous random variables if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/>
                  <a:t>, the following holds true:</a:t>
                </a:r>
              </a:p>
              <a:p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br>
                  <a:rPr lang="en-US"/>
                </a:br>
                <a:r>
                  <a:rPr lang="en-US"/>
                  <a:t>Or equivalently (without proof, see notes):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/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For the dart example earlier, where X and Y independent?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Why or why not?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941677-1E03-D2D1-A607-336CD01EE1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r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51699255-61C4-237C-EFE5-AB7E831FA46C}"/>
              </a:ext>
            </a:extLst>
          </p:cNvPr>
          <p:cNvSpPr/>
          <p:nvPr/>
        </p:nvSpPr>
        <p:spPr>
          <a:xfrm>
            <a:off x="9084366" y="4740898"/>
            <a:ext cx="1431234" cy="14312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92D252-FFCA-B42E-8B9C-3FF133F39D7A}"/>
              </a:ext>
            </a:extLst>
          </p:cNvPr>
          <p:cNvSpPr txBox="1"/>
          <p:nvPr/>
        </p:nvSpPr>
        <p:spPr>
          <a:xfrm>
            <a:off x="9084366" y="6251503"/>
            <a:ext cx="1692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 foot radius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A3675FE-1A24-2725-6867-351FE98BA190}"/>
                  </a:ext>
                </a:extLst>
              </p14:cNvPr>
              <p14:cNvContentPartPr/>
              <p14:nvPr/>
            </p14:nvContentPartPr>
            <p14:xfrm>
              <a:off x="500040" y="839160"/>
              <a:ext cx="11293560" cy="5534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A3675FE-1A24-2725-6867-351FE98BA1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0680" y="829800"/>
                <a:ext cx="11312280" cy="555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970569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25738-BA39-8E58-3E22-235AAA926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5B074-CEE2-2E60-8ED6-A822A1DB5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Independent Random Variables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08962D-325A-F807-28BF-C74368B20C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can define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 to be independent continuous random variables if 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/>
                  <a:t>, the following holds true:</a:t>
                </a:r>
              </a:p>
              <a:p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br>
                  <a:rPr lang="en-US"/>
                </a:br>
                <a:r>
                  <a:rPr lang="en-US"/>
                  <a:t>Or equivalently (without proof, see notes):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/>
                  <a:t> 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For the dart example earlier, where X and Y independent?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Not independent! Example If x = 2, y must be zero.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08962D-325A-F807-28BF-C74368B20C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r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2B544E25-92E7-8C16-2108-41C4859C2E3E}"/>
              </a:ext>
            </a:extLst>
          </p:cNvPr>
          <p:cNvSpPr/>
          <p:nvPr/>
        </p:nvSpPr>
        <p:spPr>
          <a:xfrm>
            <a:off x="9084366" y="4740898"/>
            <a:ext cx="1431234" cy="14312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C548C0-B71F-5FA2-3F0F-5B70F238EB62}"/>
              </a:ext>
            </a:extLst>
          </p:cNvPr>
          <p:cNvSpPr txBox="1"/>
          <p:nvPr/>
        </p:nvSpPr>
        <p:spPr>
          <a:xfrm>
            <a:off x="9084366" y="6251503"/>
            <a:ext cx="1692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 foot radius</a:t>
            </a:r>
          </a:p>
        </p:txBody>
      </p:sp>
    </p:spTree>
    <p:extLst>
      <p:ext uri="{BB962C8B-B14F-4D97-AF65-F5344CB8AC3E}">
        <p14:creationId xmlns:p14="http://schemas.microsoft.com/office/powerpoint/2010/main" val="24281016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33339-480C-B188-9E7D-94DBF9B70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8FB29-D4AE-7255-0788-53B867F60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483" y="2878327"/>
            <a:ext cx="5067037" cy="2387601"/>
          </a:xfrm>
        </p:spPr>
        <p:txBody>
          <a:bodyPr>
            <a:normAutofit/>
          </a:bodyPr>
          <a:lstStyle/>
          <a:p>
            <a:r>
              <a:rPr lang="en-US"/>
              <a:t>Summary and Reflections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DB9619-0E77-3251-6DE5-241CC3767F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23, CS70 Fall 2025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460D0D-DF2D-3A9C-E3DB-B9841759DFE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  <a:p>
            <a:endParaRPr lang="en-US" b="1">
              <a:solidFill>
                <a:schemeClr val="accent3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D545EDC-9C7C-8A2A-BD9C-2727A8D342F6}"/>
              </a:ext>
            </a:extLst>
          </p:cNvPr>
          <p:cNvSpPr txBox="1">
            <a:spLocks/>
          </p:cNvSpPr>
          <p:nvPr/>
        </p:nvSpPr>
        <p:spPr>
          <a:xfrm>
            <a:off x="6248400" y="2174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172C8293-148D-FBA4-FF2A-A5B53CB2A9F2}"/>
              </a:ext>
            </a:extLst>
          </p:cNvPr>
          <p:cNvSpPr txBox="1">
            <a:spLocks/>
          </p:cNvSpPr>
          <p:nvPr/>
        </p:nvSpPr>
        <p:spPr>
          <a:xfrm>
            <a:off x="6096000" y="76200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Continuous Probability Distributions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The Exponential Distribution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Expectation and Variance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Joint Distributions and Independence</a:t>
            </a:r>
          </a:p>
          <a:p>
            <a:r>
              <a:rPr lang="en-US" b="1">
                <a:solidFill>
                  <a:schemeClr val="accent3"/>
                </a:solidFill>
              </a:rPr>
              <a:t>Summary and Reflections</a:t>
            </a:r>
          </a:p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3893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D9C6E-FC5E-B7BC-2CA1-C2B5B0380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00DC5-D217-E7DF-93A2-C87700BA5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Discrete vs. Continuous Probability Distributions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99105F-4124-2DC2-298A-C4CD60D75B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912539" cy="5638732"/>
              </a:xfrm>
            </p:spPr>
            <p:txBody>
              <a:bodyPr/>
              <a:lstStyle/>
              <a:p>
                <a:r>
                  <a:rPr lang="en-US"/>
                  <a:t>Before today, our random variables variables had a discrete range, i.e. either finite or countably infinite. Example: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range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Geometric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 2, …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We considered the </a:t>
                </a:r>
                <a:r>
                  <a:rPr lang="en-US" b="1">
                    <a:solidFill>
                      <a:schemeClr val="accent3"/>
                    </a:solidFill>
                  </a:rPr>
                  <a:t>space of sample points first</a:t>
                </a:r>
                <a:r>
                  <a:rPr lang="en-US"/>
                  <a:t>, e.g.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𝑇𝑇𝑇𝑇𝑇𝐻</m:t>
                    </m:r>
                  </m:oMath>
                </a14:m>
                <a:r>
                  <a:rPr lang="en-US"/>
                  <a:t>, and later defined events in terms of sums of probabilities of sample points.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Example,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Binomial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(3, 0.5)</m:t>
                    </m:r>
                  </m:oMath>
                </a14:m>
                <a:r>
                  <a:rPr lang="en-US"/>
                  <a:t>, then:</a:t>
                </a:r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𝐻𝑇𝑇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𝑇𝐻𝑇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𝑇𝑇𝐻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The probability of an event defined by random variable equality was given by the “probability mass function”. We did not use this term before today.</a:t>
                </a:r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r>
                  <a:rPr lang="en-US"/>
                  <a:t>Example: </a:t>
                </a:r>
                <a:r>
                  <a:rPr lang="en-US" err="1"/>
                  <a:t>pmf</a:t>
                </a:r>
                <a:r>
                  <a:rPr lang="en-US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above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en-US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∈[0, 1, 2, 3]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99105F-4124-2DC2-298A-C4CD60D75B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912539" cy="5638732"/>
              </a:xfrm>
              <a:blipFill>
                <a:blip r:embed="rId2"/>
                <a:stretch>
                  <a:fillRect l="-767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65747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C61C2-832C-0F42-0375-28E5F38AE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2055C-FF8F-9B79-ADF3-9E5751A00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Discrete vs. Continuous Probability Distributions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6CF527-64A6-D390-0AE0-9FAD91BE82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8" y="533400"/>
                <a:ext cx="11793542" cy="5638732"/>
              </a:xfrm>
            </p:spPr>
            <p:txBody>
              <a:bodyPr/>
              <a:lstStyle/>
              <a:p>
                <a:r>
                  <a:rPr lang="en-US"/>
                  <a:t>Before today, our random variables variables had a discrete range, i.e. either finite or countably infinite. Example: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range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Geometric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 2, …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We considered the </a:t>
                </a:r>
                <a:r>
                  <a:rPr lang="en-US" b="1">
                    <a:solidFill>
                      <a:schemeClr val="accent3"/>
                    </a:solidFill>
                  </a:rPr>
                  <a:t>space of sample points first</a:t>
                </a:r>
                <a:r>
                  <a:rPr lang="en-US"/>
                  <a:t>, e.g.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𝑇𝑇𝑇𝑇𝑇𝐻</m:t>
                    </m:r>
                  </m:oMath>
                </a14:m>
                <a:r>
                  <a:rPr lang="en-US"/>
                  <a:t>, and later defined events in terms of sums of probabilities of sample points.</a:t>
                </a:r>
              </a:p>
              <a:p>
                <a:endParaRPr lang="en-US"/>
              </a:p>
              <a:p>
                <a:r>
                  <a:rPr lang="en-US"/>
                  <a:t>By contrast, for continuous probability distributions, we think about </a:t>
                </a:r>
                <a:r>
                  <a:rPr lang="en-US" b="1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events first</a:t>
                </a:r>
                <a:r>
                  <a:rPr lang="en-US"/>
                  <a:t>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CDF gives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/>
                  <a:t>, which is the probability of the event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is less than or equal to a.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Probability of any specific outcome is zero!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More generally, we only ever care about the probability of intervals (or unions of intervals).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PDF is the continuous analog of the PMF, but PDF outputs are not probabilities.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6CF527-64A6-D390-0AE0-9FAD91BE82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8" y="533400"/>
                <a:ext cx="11793542" cy="5638732"/>
              </a:xfrm>
              <a:blipFill>
                <a:blip r:embed="rId2"/>
                <a:stretch>
                  <a:fillRect l="-775" t="-541" r="-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1583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isaAndJoshColorScheme">
      <a:dk1>
        <a:srgbClr val="000000"/>
      </a:dk1>
      <a:lt1>
        <a:srgbClr val="FFFFFF"/>
      </a:lt1>
      <a:dk2>
        <a:srgbClr val="B7B7B7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59</Slides>
  <Notes>9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0" baseType="lpstr">
      <vt:lpstr>Office Theme</vt:lpstr>
      <vt:lpstr>Today: An Experiment </vt:lpstr>
      <vt:lpstr>Continuous Probability Distributions</vt:lpstr>
      <vt:lpstr>Framing: A Random Variable with Range [0, 2]</vt:lpstr>
      <vt:lpstr>Framing: A Random Variable with Range [0, 2]</vt:lpstr>
      <vt:lpstr>Review: Distributions of Discrete Random Variables</vt:lpstr>
      <vt:lpstr>Framing: A Random Variable with Range [0, 2]</vt:lpstr>
      <vt:lpstr>Framing: A Random Variable with Range [0, 2]</vt:lpstr>
      <vt:lpstr>Framing: A Random Variable with Range [0, 2]</vt:lpstr>
      <vt:lpstr>Probability Density Function (as described in the notes)</vt:lpstr>
      <vt:lpstr>Another Example Distribution: The Triangle Distribution</vt:lpstr>
      <vt:lpstr>Another Example Distribution: The Triangle Distribution</vt:lpstr>
      <vt:lpstr>Another Example Distribution: The Triangle Distribution</vt:lpstr>
      <vt:lpstr>The Cumulative Density Function</vt:lpstr>
      <vt:lpstr>Cumulative Density Function Example 1: Uniform Distribution</vt:lpstr>
      <vt:lpstr>Cumulative Density Function Example 2: Uniform Distribution</vt:lpstr>
      <vt:lpstr>Applying a CDF</vt:lpstr>
      <vt:lpstr>The Exponential Distribution</vt:lpstr>
      <vt:lpstr>Modeling Problem: Waiting Time for an Emission</vt:lpstr>
      <vt:lpstr>Modeling Problem: Waiting Time for an Emission</vt:lpstr>
      <vt:lpstr>Modeling Problem: Waiting Time for an Emission</vt:lpstr>
      <vt:lpstr>Modeling Problem: Waiting Time for an Emission</vt:lpstr>
      <vt:lpstr>Modeling Problem: Waiting Time for an Emission</vt:lpstr>
      <vt:lpstr>Modeling Problem: Waiting Time for an Emission</vt:lpstr>
      <vt:lpstr>Result vs. Temporal Resolution</vt:lpstr>
      <vt:lpstr>Closed Form for Infinite Temporal Resolution</vt:lpstr>
      <vt:lpstr>General Closed Form for Infinite Temporal Resolution</vt:lpstr>
      <vt:lpstr>Exponential Distribution</vt:lpstr>
      <vt:lpstr>Exponential Distribution</vt:lpstr>
      <vt:lpstr>Exponential Distribution</vt:lpstr>
      <vt:lpstr>Application of an Exponential Random Variable</vt:lpstr>
      <vt:lpstr>Application of an Exponential Random Variable</vt:lpstr>
      <vt:lpstr>The PDF and CDF of an Exponential Random Variable (Visually)</vt:lpstr>
      <vt:lpstr>Expectation and Variance</vt:lpstr>
      <vt:lpstr>Expectation of a Continuous Random Variable</vt:lpstr>
      <vt:lpstr>Expectation of a Continuous Random Variable</vt:lpstr>
      <vt:lpstr>Expectation of a Geometric Random Variable</vt:lpstr>
      <vt:lpstr>Definition of Expectation for Continuous Random Variable</vt:lpstr>
      <vt:lpstr>Expectation for X~Geometric(λ)</vt:lpstr>
      <vt:lpstr>Expectation for X~Geometric(λ)</vt:lpstr>
      <vt:lpstr>Expectation of a Geometric Random Variable</vt:lpstr>
      <vt:lpstr>Definition of Variance for Continuous Random Variable</vt:lpstr>
      <vt:lpstr>Expectation for X~Geometric(λ)</vt:lpstr>
      <vt:lpstr>Expectation for X~Geometric(λ)</vt:lpstr>
      <vt:lpstr>Geometric vs. Exponential</vt:lpstr>
      <vt:lpstr>Expectation and Variance of a Uniform Random Variable</vt:lpstr>
      <vt:lpstr>Joint Distributions and Independence</vt:lpstr>
      <vt:lpstr>Joint Distributions and Independence</vt:lpstr>
      <vt:lpstr>Review: Joint Distributions (Discrete)</vt:lpstr>
      <vt:lpstr>Joint Density</vt:lpstr>
      <vt:lpstr>Joint Density Example</vt:lpstr>
      <vt:lpstr>Marginal Probabilities</vt:lpstr>
      <vt:lpstr>Marginal Probabilities</vt:lpstr>
      <vt:lpstr>Marginal Density Example</vt:lpstr>
      <vt:lpstr>Marginal Density Example</vt:lpstr>
      <vt:lpstr>Independent Random Variables</vt:lpstr>
      <vt:lpstr>Independent Random Variables</vt:lpstr>
      <vt:lpstr>Summary and Reflections</vt:lpstr>
      <vt:lpstr>Discrete vs. Continuous Probability Distributions</vt:lpstr>
      <vt:lpstr>Discrete vs. Continuous Probability Distributions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Today: An Experiment </dc:title>
  <dc:creator>Joshua Hug</dc:creator>
  <cp:revision>1</cp:revision>
  <cp:lastPrinted>2024-11-15T01:08:20Z</cp:lastPrinted>
  <dcterms:created xsi:type="dcterms:W3CDTF">2024-10-03T17:23:53Z</dcterms:created>
  <dcterms:modified xsi:type="dcterms:W3CDTF">2025-11-21T06:55:17Z</dcterms:modified>
</cp:coreProperties>
</file>